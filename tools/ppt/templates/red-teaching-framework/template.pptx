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6" r:id="rId3"/>
    <p:sldMasterId id="2147483690" r:id="rId4"/>
    <p:sldMasterId id="2147483704" r:id="rId5"/>
    <p:sldMasterId id="2147483718" r:id="rId6"/>
  </p:sldMasterIdLst>
  <p:notesMasterIdLst>
    <p:notesMasterId r:id="rId37"/>
  </p:notesMasterIdLst>
  <p:handoutMasterIdLst>
    <p:handoutMasterId r:id="rId38"/>
  </p:handoutMasterIdLst>
  <p:sldIdLst>
    <p:sldId id="911" r:id="rId7"/>
    <p:sldId id="912" r:id="rId8"/>
    <p:sldId id="913" r:id="rId9"/>
    <p:sldId id="914" r:id="rId10"/>
    <p:sldId id="915" r:id="rId11"/>
    <p:sldId id="916" r:id="rId12"/>
    <p:sldId id="917" r:id="rId13"/>
    <p:sldId id="918" r:id="rId14"/>
    <p:sldId id="919" r:id="rId15"/>
    <p:sldId id="920" r:id="rId16"/>
    <p:sldId id="921" r:id="rId17"/>
    <p:sldId id="923" r:id="rId18"/>
    <p:sldId id="924" r:id="rId19"/>
    <p:sldId id="925" r:id="rId20"/>
    <p:sldId id="926" r:id="rId21"/>
    <p:sldId id="928" r:id="rId22"/>
    <p:sldId id="930" r:id="rId23"/>
    <p:sldId id="931" r:id="rId24"/>
    <p:sldId id="934" r:id="rId25"/>
    <p:sldId id="932" r:id="rId26"/>
    <p:sldId id="933" r:id="rId27"/>
    <p:sldId id="935" r:id="rId28"/>
    <p:sldId id="936" r:id="rId29"/>
    <p:sldId id="937" r:id="rId30"/>
    <p:sldId id="938" r:id="rId31"/>
    <p:sldId id="939" r:id="rId32"/>
    <p:sldId id="940" r:id="rId33"/>
    <p:sldId id="941" r:id="rId34"/>
    <p:sldId id="942" r:id="rId35"/>
    <p:sldId id="943" r:id="rId36"/>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6" userDrawn="1">
          <p15:clr>
            <a:srgbClr val="A4A3A4"/>
          </p15:clr>
        </p15:guide>
        <p15:guide id="2" pos="7488" userDrawn="1">
          <p15:clr>
            <a:srgbClr val="A4A3A4"/>
          </p15:clr>
        </p15:guide>
        <p15:guide id="3" orient="horz" pos="2772" userDrawn="1">
          <p15:clr>
            <a:srgbClr val="A4A3A4"/>
          </p15:clr>
        </p15:guide>
        <p15:guide id="4" orient="horz" pos="48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0" clrIdx="0"/>
  <p:cmAuthor id="2" name="isakoff" initials="i"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864B8"/>
    <a:srgbClr val="9C6ABA"/>
    <a:srgbClr val="A070BE"/>
    <a:srgbClr val="F8F4FA"/>
    <a:srgbClr val="F3FA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6058" autoAdjust="0"/>
    <p:restoredTop sz="94660"/>
  </p:normalViewPr>
  <p:slideViewPr>
    <p:cSldViewPr snapToGrid="0" showGuides="1">
      <p:cViewPr varScale="1">
        <p:scale>
          <a:sx n="124" d="100"/>
          <a:sy n="124" d="100"/>
        </p:scale>
        <p:origin x="312" y="168"/>
      </p:cViewPr>
      <p:guideLst>
        <p:guide pos="3846"/>
        <p:guide pos="7488"/>
        <p:guide orient="horz" pos="2772"/>
        <p:guide orient="horz" pos="482"/>
      </p:guideLst>
    </p:cSldViewPr>
  </p:slideViewPr>
  <p:notesTextViewPr>
    <p:cViewPr>
      <p:scale>
        <a:sx n="1" d="1"/>
        <a:sy n="1" d="1"/>
      </p:scale>
      <p:origin x="0" y="0"/>
    </p:cViewPr>
  </p:notesTextViewPr>
  <p:sorterViewPr>
    <p:cViewPr>
      <p:scale>
        <a:sx n="1" d="1"/>
        <a:sy n="1" d="1"/>
      </p:scale>
      <p:origin x="0" y="-8961"/>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 Id="rId38" Type="http://schemas.openxmlformats.org/officeDocument/2006/relationships/handoutMaster" Target="handoutMasters/handoutMaster1.xml"/><Relationship Id="rId39" Type="http://schemas.openxmlformats.org/officeDocument/2006/relationships/tags" Target="tags/tag1.xml"/><Relationship Id="rId40" Type="http://schemas.openxmlformats.org/officeDocument/2006/relationships/commentAuthors" Target="commentAuthors.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Sheet1!$B$1</c:f>
              <c:strCache>
                <c:ptCount val="1"/>
                <c:pt idx="0">
                  <c:v>表现</c:v>
                </c:pt>
              </c:strCache>
            </c:strRef>
          </c:tx>
          <c:spPr>
            <a:ln w="12700" cap="rnd">
              <a:solidFill>
                <a:schemeClr val="accent2"/>
              </a:solidFill>
              <a:round/>
            </a:ln>
            <a:effectLst/>
          </c:spPr>
          <c:marker>
            <c:symbol val="circle"/>
            <c:size val="5"/>
            <c:spPr>
              <a:solidFill>
                <a:schemeClr val="accent1"/>
              </a:solidFill>
              <a:ln w="9525">
                <a:solidFill>
                  <a:schemeClr val="bg1"/>
                </a:solidFill>
              </a:ln>
              <a:effectLst/>
            </c:spPr>
          </c:marker>
          <c:cat>
            <c:strRef>
              <c:f>Sheet1!$A$2:$A$7</c:f>
              <c:strCache>
                <c:ptCount val="6"/>
                <c:pt idx="0">
                  <c:v>因素A</c:v>
                </c:pt>
                <c:pt idx="1">
                  <c:v>因素B</c:v>
                </c:pt>
                <c:pt idx="2">
                  <c:v>因素C</c:v>
                </c:pt>
                <c:pt idx="3">
                  <c:v>因素D</c:v>
                </c:pt>
                <c:pt idx="4">
                  <c:v>因素E</c:v>
                </c:pt>
                <c:pt idx="5">
                  <c:v>因素F</c:v>
                </c:pt>
              </c:strCache>
            </c:strRef>
          </c:cat>
          <c:val>
            <c:numRef>
              <c:f>Sheet1!$B$2:$B$7</c:f>
              <c:numCache>
                <c:formatCode>General</c:formatCode>
                <c:ptCount val="6"/>
                <c:pt idx="0">
                  <c:v>32</c:v>
                </c:pt>
                <c:pt idx="1">
                  <c:v>19</c:v>
                </c:pt>
                <c:pt idx="2">
                  <c:v>18</c:v>
                </c:pt>
                <c:pt idx="3">
                  <c:v>29</c:v>
                </c:pt>
                <c:pt idx="4">
                  <c:v>17</c:v>
                </c:pt>
                <c:pt idx="5">
                  <c:v>28</c:v>
                </c:pt>
              </c:numCache>
            </c:numRef>
          </c:val>
          <c:extLst>
            <c:ext xmlns:c16="http://schemas.microsoft.com/office/drawing/2014/chart" uri="{C3380CC4-5D6E-409C-BE32-E72D297353CC}">
              <c16:uniqueId val="{00000000-8D93-2547-891C-9CD7EA7F68EA}"/>
            </c:ext>
          </c:extLst>
        </c:ser>
        <c:dLbls>
          <c:showLegendKey val="0"/>
          <c:showVal val="0"/>
          <c:showCatName val="0"/>
          <c:showSerName val="0"/>
          <c:showPercent val="0"/>
          <c:showBubbleSize val="0"/>
        </c:dLbls>
        <c:axId val="1201841256"/>
        <c:axId val="1201844856"/>
      </c:radarChart>
      <c:catAx>
        <c:axId val="120184125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j-ea"/>
                <a:ea typeface="+mj-ea"/>
                <a:cs typeface="思源宋体 CN Heavy" panose="02020900000000000000" pitchFamily="18" charset="-122"/>
              </a:defRPr>
            </a:pPr>
            <a:endParaRPr lang="zh-CN"/>
          </a:p>
        </c:txPr>
        <c:crossAx val="1201844856"/>
        <c:crosses val="autoZero"/>
        <c:auto val="1"/>
        <c:lblAlgn val="ctr"/>
        <c:lblOffset val="100"/>
        <c:noMultiLvlLbl val="0"/>
      </c:catAx>
      <c:valAx>
        <c:axId val="1201844856"/>
        <c:scaling>
          <c:orientation val="minMax"/>
        </c:scaling>
        <c:delete val="1"/>
        <c:axPos val="l"/>
        <c:majorGridlines>
          <c:spPr>
            <a:ln w="9525" cap="flat" cmpd="sng" algn="ctr">
              <a:solidFill>
                <a:schemeClr val="bg1">
                  <a:lumMod val="75000"/>
                  <a:alpha val="30000"/>
                </a:schemeClr>
              </a:solidFill>
              <a:round/>
            </a:ln>
            <a:effectLst/>
          </c:spPr>
        </c:majorGridlines>
        <c:numFmt formatCode="General" sourceLinked="1"/>
        <c:majorTickMark val="none"/>
        <c:minorTickMark val="none"/>
        <c:tickLblPos val="nextTo"/>
        <c:crossAx val="1201841256"/>
        <c:crosses val="autoZero"/>
        <c:crossBetween val="between"/>
      </c:valAx>
      <c:spPr>
        <a:noFill/>
        <a:ln>
          <a:noFill/>
        </a:ln>
        <a:effectLst/>
      </c:spPr>
    </c:plotArea>
    <c:plotVisOnly val="1"/>
    <c:dispBlanksAs val="gap"/>
    <c:showDLblsOverMax val="0"/>
    <c:extLst>
      <c:ext uri="{0b15fc19-7d7d-44ad-8c2d-2c3a37ce22c3}">
        <chartProps xmlns="https://web.wps.cn/et/2018/main" chartId="{d4d963ef-da8c-4bb5-baff-ff1409ea33b4}"/>
      </c:ext>
    </c:extLst>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92</c:v>
                </c:pt>
                <c:pt idx="1">
                  <c:v>86</c:v>
                </c:pt>
                <c:pt idx="2">
                  <c:v>128</c:v>
                </c:pt>
                <c:pt idx="3">
                  <c:v>150</c:v>
                </c:pt>
                <c:pt idx="4">
                  <c:v>128</c:v>
                </c:pt>
                <c:pt idx="5">
                  <c:v>102</c:v>
                </c:pt>
                <c:pt idx="6">
                  <c:v>128</c:v>
                </c:pt>
                <c:pt idx="7">
                  <c:v>150</c:v>
                </c:pt>
                <c:pt idx="8">
                  <c:v>128</c:v>
                </c:pt>
                <c:pt idx="9">
                  <c:v>92</c:v>
                </c:pt>
                <c:pt idx="10">
                  <c:v>86</c:v>
                </c:pt>
                <c:pt idx="11">
                  <c:v>128</c:v>
                </c:pt>
              </c:numCache>
            </c:numRef>
          </c:val>
          <c:extLst>
            <c:ext xmlns:c16="http://schemas.microsoft.com/office/drawing/2014/chart" uri="{C3380CC4-5D6E-409C-BE32-E72D297353CC}">
              <c16:uniqueId val="{00000000-0744-E447-AA98-D34C491966B4}"/>
            </c:ext>
          </c:extLst>
        </c:ser>
        <c:ser>
          <c:idx val="1"/>
          <c:order val="1"/>
          <c:tx>
            <c:strRef>
              <c:f>Sheet1!$C$1</c:f>
              <c:strCache>
                <c:ptCount val="1"/>
                <c:pt idx="0">
                  <c:v>Series 2</c:v>
                </c:pt>
              </c:strCache>
            </c:strRef>
          </c:tx>
          <c:spPr>
            <a:solidFill>
              <a:srgbClr val="FFC000"/>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92</c:v>
                </c:pt>
                <c:pt idx="1">
                  <c:v>86</c:v>
                </c:pt>
                <c:pt idx="2">
                  <c:v>128</c:v>
                </c:pt>
                <c:pt idx="3">
                  <c:v>150</c:v>
                </c:pt>
                <c:pt idx="4">
                  <c:v>128</c:v>
                </c:pt>
                <c:pt idx="5">
                  <c:v>102</c:v>
                </c:pt>
                <c:pt idx="6">
                  <c:v>128</c:v>
                </c:pt>
                <c:pt idx="7">
                  <c:v>150</c:v>
                </c:pt>
                <c:pt idx="8">
                  <c:v>128</c:v>
                </c:pt>
                <c:pt idx="9">
                  <c:v>92</c:v>
                </c:pt>
                <c:pt idx="10">
                  <c:v>86</c:v>
                </c:pt>
                <c:pt idx="11">
                  <c:v>128</c:v>
                </c:pt>
              </c:numCache>
            </c:numRef>
          </c:val>
          <c:extLst>
            <c:ext xmlns:c16="http://schemas.microsoft.com/office/drawing/2014/chart" uri="{C3380CC4-5D6E-409C-BE32-E72D297353CC}">
              <c16:uniqueId val="{00000001-0744-E447-AA98-D34C491966B4}"/>
            </c:ext>
          </c:extLst>
        </c:ser>
        <c:dLbls>
          <c:showLegendKey val="0"/>
          <c:showVal val="0"/>
          <c:showCatName val="0"/>
          <c:showSerName val="0"/>
          <c:showPercent val="0"/>
          <c:showBubbleSize val="0"/>
        </c:dLbls>
        <c:gapWidth val="180"/>
        <c:axId val="418096536"/>
        <c:axId val="418093256"/>
      </c:barChart>
      <c:catAx>
        <c:axId val="4180965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altLang="zh-CN" sz="600" b="0" i="0" u="none" strike="noStrike" kern="1200" baseline="0">
                <a:solidFill>
                  <a:schemeClr val="tx1">
                    <a:lumMod val="85000"/>
                    <a:lumOff val="15000"/>
                  </a:schemeClr>
                </a:solidFill>
                <a:latin typeface="思源宋体 CN Heavy" panose="02020900000000000000" pitchFamily="18" charset="-122"/>
                <a:ea typeface="+mn-ea"/>
                <a:cs typeface="思源宋体 CN Heavy" panose="02020900000000000000" pitchFamily="18" charset="-122"/>
              </a:defRPr>
            </a:pPr>
            <a:endParaRPr lang="zh-CN"/>
          </a:p>
        </c:txPr>
        <c:crossAx val="418093256"/>
        <c:crosses val="autoZero"/>
        <c:auto val="1"/>
        <c:lblAlgn val="ctr"/>
        <c:lblOffset val="100"/>
        <c:noMultiLvlLbl val="0"/>
      </c:catAx>
      <c:valAx>
        <c:axId val="418093256"/>
        <c:scaling>
          <c:orientation val="minMax"/>
          <c:max val="18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en-US" altLang="zh-CN" sz="700" b="0" i="0" u="none" strike="noStrike" kern="1200" baseline="0">
                <a:solidFill>
                  <a:schemeClr val="tx1">
                    <a:lumMod val="85000"/>
                    <a:lumOff val="15000"/>
                  </a:schemeClr>
                </a:solidFill>
                <a:latin typeface="思源宋体 CN Heavy" panose="02020900000000000000" pitchFamily="18" charset="-122"/>
                <a:ea typeface="+mn-ea"/>
                <a:cs typeface="思源宋体 CN Heavy" panose="02020900000000000000" pitchFamily="18" charset="-122"/>
              </a:defRPr>
            </a:pPr>
            <a:endParaRPr lang="zh-CN"/>
          </a:p>
        </c:txPr>
        <c:crossAx val="418096536"/>
        <c:crosses val="autoZero"/>
        <c:crossBetween val="between"/>
      </c:valAx>
      <c:spPr>
        <a:noFill/>
        <a:ln>
          <a:noFill/>
        </a:ln>
        <a:effectLst/>
      </c:spPr>
    </c:plotArea>
    <c:plotVisOnly val="1"/>
    <c:dispBlanksAs val="gap"/>
    <c:showDLblsOverMax val="0"/>
    <c:extLst>
      <c:ext uri="{0b15fc19-7d7d-44ad-8c2d-2c3a37ce22c3}">
        <chartProps xmlns="https://web.wps.cn/et/2018/main" chartId="{83a34ee8-a8e7-47d0-acb3-0762ecb4b232}"/>
      </c:ext>
    </c:extLst>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宋体 CN Heavy" panose="02020900000000000000" pitchFamily="18" charset="-122"/>
                <a:ea typeface="思源宋体 CN Heavy" panose="02020900000000000000" pitchFamily="18" charset="-122"/>
                <a:cs typeface="思源宋体 CN Heavy" panose="02020900000000000000" pitchFamily="18" charset="-122"/>
              </a:rPr>
              <a:t>2026/6/22</a:t>
            </a:fld>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宋体 CN Heavy" panose="02020900000000000000" pitchFamily="18" charset="-122"/>
                <a:ea typeface="思源宋体 CN Heavy" panose="02020900000000000000" pitchFamily="18" charset="-122"/>
                <a:cs typeface="思源宋体 CN Heavy" panose="02020900000000000000" pitchFamily="18" charset="-122"/>
              </a:rPr>
              <a:t>‹#›</a:t>
            </a:fld>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D2A48B96-639E-45A3-A0BA-2464DFDB1FAA}" type="datetimeFigureOut">
              <a:rPr lang="zh-CN" altLang="en-US" smtClean="0"/>
              <a:t>2026/6/22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4572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9144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3716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18288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7D3B65-A05C-4F9F-861A-0B4C2BA61A25}" type="slidenum">
              <a:rPr lang="zh-CN" altLang="en-US" smtClean="0"/>
              <a:t>19</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8E78FD-24E0-46B2-924E-791C78A8A1FA}" type="slidenum">
              <a:rPr lang="zh-CN" altLang="en-US" smtClean="0"/>
              <a:t>24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8E78FD-24E0-46B2-924E-791C78A8A1FA}" type="slidenum">
              <a:rPr lang="zh-CN" altLang="en-US" smtClean="0"/>
              <a:t>25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8E78FD-24E0-46B2-924E-791C78A8A1FA}" type="slidenum">
              <a:rPr lang="zh-CN" altLang="en-US" smtClean="0"/>
              <a:t>28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 Id="rId11" Type="http://schemas.openxmlformats.org/officeDocument/2006/relationships/slideLayout" Target="../slideLayouts/slideLayout50.xml"/><Relationship Id="rId12" Type="http://schemas.openxmlformats.org/officeDocument/2006/relationships/slideLayout" Target="../slideLayouts/slideLayout51.xml"/><Relationship Id="rId13" Type="http://schemas.openxmlformats.org/officeDocument/2006/relationships/slideLayout" Target="../slideLayouts/slideLayout52.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slideLayout" Target="../slideLayouts/slideLayout54.xml"/><Relationship Id="rId3" Type="http://schemas.openxmlformats.org/officeDocument/2006/relationships/slideLayout" Target="../slideLayouts/slideLayout55.xml"/><Relationship Id="rId4" Type="http://schemas.openxmlformats.org/officeDocument/2006/relationships/slideLayout" Target="../slideLayouts/slideLayout56.xml"/><Relationship Id="rId5" Type="http://schemas.openxmlformats.org/officeDocument/2006/relationships/slideLayout" Target="../slideLayouts/slideLayout57.xml"/><Relationship Id="rId6" Type="http://schemas.openxmlformats.org/officeDocument/2006/relationships/slideLayout" Target="../slideLayouts/slideLayout58.xml"/><Relationship Id="rId7" Type="http://schemas.openxmlformats.org/officeDocument/2006/relationships/slideLayout" Target="../slideLayouts/slideLayout59.xml"/><Relationship Id="rId8" Type="http://schemas.openxmlformats.org/officeDocument/2006/relationships/slideLayout" Target="../slideLayouts/slideLayout60.xml"/><Relationship Id="rId9" Type="http://schemas.openxmlformats.org/officeDocument/2006/relationships/slideLayout" Target="../slideLayouts/slideLayout61.xml"/><Relationship Id="rId10" Type="http://schemas.openxmlformats.org/officeDocument/2006/relationships/slideLayout" Target="../slideLayouts/slideLayout62.xml"/><Relationship Id="rId11" Type="http://schemas.openxmlformats.org/officeDocument/2006/relationships/slideLayout" Target="../slideLayouts/slideLayout63.xml"/><Relationship Id="rId12" Type="http://schemas.openxmlformats.org/officeDocument/2006/relationships/slideLayout" Target="../slideLayouts/slideLayout64.xml"/><Relationship Id="rId13" Type="http://schemas.openxmlformats.org/officeDocument/2006/relationships/slideLayout" Target="../slideLayouts/slideLayout65.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slideLayout" Target="../slideLayouts/slideLayout67.xml"/><Relationship Id="rId3" Type="http://schemas.openxmlformats.org/officeDocument/2006/relationships/slideLayout" Target="../slideLayouts/slideLayout68.xml"/><Relationship Id="rId4" Type="http://schemas.openxmlformats.org/officeDocument/2006/relationships/slideLayout" Target="../slideLayouts/slideLayout69.xml"/><Relationship Id="rId5" Type="http://schemas.openxmlformats.org/officeDocument/2006/relationships/slideLayout" Target="../slideLayouts/slideLayout70.xml"/><Relationship Id="rId6" Type="http://schemas.openxmlformats.org/officeDocument/2006/relationships/slideLayout" Target="../slideLayouts/slideLayout71.xml"/><Relationship Id="rId7" Type="http://schemas.openxmlformats.org/officeDocument/2006/relationships/slideLayout" Target="../slideLayouts/slideLayout72.xml"/><Relationship Id="rId8" Type="http://schemas.openxmlformats.org/officeDocument/2006/relationships/slideLayout" Target="../slideLayouts/slideLayout73.xml"/><Relationship Id="rId9" Type="http://schemas.openxmlformats.org/officeDocument/2006/relationships/slideLayout" Target="../slideLayouts/slideLayout74.xml"/><Relationship Id="rId10" Type="http://schemas.openxmlformats.org/officeDocument/2006/relationships/slideLayout" Target="../slideLayouts/slideLayout75.xml"/><Relationship Id="rId11" Type="http://schemas.openxmlformats.org/officeDocument/2006/relationships/slideLayout" Target="../slideLayouts/slideLayout76.xml"/><Relationship Id="rId1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slideLayout" Target="../slideLayouts/slideLayout72.xml"/><Relationship Id="rId5" Type="http://schemas.openxmlformats.org/officeDocument/2006/relationships/chart" Target="../charts/chart1.xml"/><Relationship Id="rId6" Type="http://schemas.openxmlformats.org/officeDocument/2006/relationships/chart" Target="../charts/chart2.xml"/></Relationships>
</file>

<file path=ppt/slides/_rels/slide2.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tags" Target="../tags/tag13.xml"/><Relationship Id="rId10" Type="http://schemas.openxmlformats.org/officeDocument/2006/relationships/tags" Target="../tags/tag14.xml"/><Relationship Id="rId11" Type="http://schemas.openxmlformats.org/officeDocument/2006/relationships/tags" Target="../tags/tag15.xml"/><Relationship Id="rId12" Type="http://schemas.openxmlformats.org/officeDocument/2006/relationships/slideLayout" Target="../slideLayouts/slideLayout67.xml"/><Relationship Id="rId13" Type="http://schemas.openxmlformats.org/officeDocument/2006/relationships/image" Target="../media/image1.jpeg"/><Relationship Id="rId14" Type="http://schemas.microsoft.com/office/2007/relationships/hdphoto" Target="../media/hdphoto1.wdp"/><Relationship Id="rId15" Type="http://schemas.openxmlformats.org/officeDocument/2006/relationships/image" Target="../media/image2.jpeg"/><Relationship Id="rId16" Type="http://schemas.microsoft.com/office/2007/relationships/hdphoto" Target="../media/hdphoto2.wdp"/><Relationship Id="rId17" Type="http://schemas.openxmlformats.org/officeDocument/2006/relationships/image" Target="../media/image3.jpeg"/><Relationship Id="rId18" Type="http://schemas.microsoft.com/office/2007/relationships/hdphoto" Target="../media/hdphoto3.wdp"/><Relationship Id="rId19" Type="http://schemas.openxmlformats.org/officeDocument/2006/relationships/image" Target="../media/image4.jpeg"/><Relationship Id="rId20" Type="http://schemas.microsoft.com/office/2007/relationships/hdphoto" Target="../media/hdphoto4.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image" Target="../media/image5.jpeg"/><Relationship Id="rId3" Type="http://schemas.microsoft.com/office/2007/relationships/hdphoto" Target="../media/hdphoto5.wdp"/><Relationship Id="rId4" Type="http://schemas.openxmlformats.org/officeDocument/2006/relationships/image" Target="../media/image6.jpeg"/><Relationship Id="rId5" Type="http://schemas.microsoft.com/office/2007/relationships/hdphoto" Target="../media/hdphoto6.wdp"/><Relationship Id="rId6" Type="http://schemas.openxmlformats.org/officeDocument/2006/relationships/image" Target="../media/image7.jpeg"/><Relationship Id="rId7" Type="http://schemas.microsoft.com/office/2007/relationships/hdphoto" Target="../media/hdphoto7.wdp"/><Relationship Id="rId8" Type="http://schemas.openxmlformats.org/officeDocument/2006/relationships/image" Target="../media/image8.jpeg"/><Relationship Id="rId9" Type="http://schemas.microsoft.com/office/2007/relationships/hdphoto" Target="../media/hdphoto8.wdp"/></Relationships>
</file>

<file path=ppt/slides/_rels/slide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tags" Target="../tags/tag17.xml"/><Relationship Id="rId3" Type="http://schemas.openxmlformats.org/officeDocument/2006/relationships/tags" Target="../tags/tag18.xml"/><Relationship Id="rId4" Type="http://schemas.openxmlformats.org/officeDocument/2006/relationships/tags" Target="../tags/tag19.xml"/><Relationship Id="rId5" Type="http://schemas.openxmlformats.org/officeDocument/2006/relationships/tags" Target="../tags/tag20.xml"/><Relationship Id="rId6" Type="http://schemas.openxmlformats.org/officeDocument/2006/relationships/tags" Target="../tags/tag21.xml"/><Relationship Id="rId7" Type="http://schemas.openxmlformats.org/officeDocument/2006/relationships/tags" Target="../tags/tag22.xml"/><Relationship Id="rId8" Type="http://schemas.openxmlformats.org/officeDocument/2006/relationships/tags" Target="../tags/tag23.xml"/><Relationship Id="rId9" Type="http://schemas.openxmlformats.org/officeDocument/2006/relationships/tags" Target="../tags/tag24.xml"/><Relationship Id="rId10" Type="http://schemas.openxmlformats.org/officeDocument/2006/relationships/tags" Target="../tags/tag25.xml"/><Relationship Id="rId11" Type="http://schemas.openxmlformats.org/officeDocument/2006/relationships/tags" Target="../tags/tag26.xml"/><Relationship Id="rId12" Type="http://schemas.openxmlformats.org/officeDocument/2006/relationships/tags" Target="../tags/tag27.xml"/><Relationship Id="rId13" Type="http://schemas.openxmlformats.org/officeDocument/2006/relationships/tags" Target="../tags/tag28.xml"/><Relationship Id="rId14" Type="http://schemas.openxmlformats.org/officeDocument/2006/relationships/tags" Target="../tags/tag29.xml"/><Relationship Id="rId15" Type="http://schemas.openxmlformats.org/officeDocument/2006/relationships/tags" Target="../tags/tag30.xml"/><Relationship Id="rId16" Type="http://schemas.openxmlformats.org/officeDocument/2006/relationships/slideLayout" Target="../slideLayouts/slideLayout67.xml"/></Relationships>
</file>

<file path=ppt/slides/_rels/slide5.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tags" Target="../tags/tag32.xml"/><Relationship Id="rId3" Type="http://schemas.openxmlformats.org/officeDocument/2006/relationships/tags" Target="../tags/tag33.xml"/><Relationship Id="rId4" Type="http://schemas.openxmlformats.org/officeDocument/2006/relationships/tags" Target="../tags/tag34.xml"/><Relationship Id="rId5" Type="http://schemas.openxmlformats.org/officeDocument/2006/relationships/tags" Target="../tags/tag35.xml"/><Relationship Id="rId6" Type="http://schemas.openxmlformats.org/officeDocument/2006/relationships/tags" Target="../tags/tag36.xml"/><Relationship Id="rId7" Type="http://schemas.openxmlformats.org/officeDocument/2006/relationships/tags" Target="../tags/tag37.xml"/><Relationship Id="rId8" Type="http://schemas.openxmlformats.org/officeDocument/2006/relationships/tags" Target="../tags/tag38.xml"/><Relationship Id="rId9" Type="http://schemas.openxmlformats.org/officeDocument/2006/relationships/tags" Target="../tags/tag39.xml"/><Relationship Id="rId10" Type="http://schemas.openxmlformats.org/officeDocument/2006/relationships/tags" Target="../tags/tag40.xml"/><Relationship Id="rId11" Type="http://schemas.openxmlformats.org/officeDocument/2006/relationships/tags" Target="../tags/tag41.xml"/><Relationship Id="rId12" Type="http://schemas.openxmlformats.org/officeDocument/2006/relationships/tags" Target="../tags/tag42.xml"/><Relationship Id="rId13" Type="http://schemas.openxmlformats.org/officeDocument/2006/relationships/tags" Target="../tags/tag43.xml"/><Relationship Id="rId14" Type="http://schemas.openxmlformats.org/officeDocument/2006/relationships/tags" Target="../tags/tag44.xml"/><Relationship Id="rId15" Type="http://schemas.openxmlformats.org/officeDocument/2006/relationships/tags" Target="../tags/tag45.xml"/><Relationship Id="rId16" Type="http://schemas.openxmlformats.org/officeDocument/2006/relationships/tags" Target="../tags/tag46.xml"/><Relationship Id="rId17" Type="http://schemas.openxmlformats.org/officeDocument/2006/relationships/tags" Target="../tags/tag47.xml"/><Relationship Id="rId18" Type="http://schemas.openxmlformats.org/officeDocument/2006/relationships/tags" Target="../tags/tag48.xml"/><Relationship Id="rId19" Type="http://schemas.openxmlformats.org/officeDocument/2006/relationships/tags" Target="../tags/tag49.xml"/><Relationship Id="rId20" Type="http://schemas.openxmlformats.org/officeDocument/2006/relationships/tags" Target="../tags/tag50.xml"/><Relationship Id="rId21" Type="http://schemas.openxmlformats.org/officeDocument/2006/relationships/tags" Target="../tags/tag51.xml"/><Relationship Id="rId22" Type="http://schemas.openxmlformats.org/officeDocument/2006/relationships/tags" Target="../tags/tag52.xml"/><Relationship Id="rId23" Type="http://schemas.openxmlformats.org/officeDocument/2006/relationships/tags" Target="../tags/tag53.xml"/><Relationship Id="rId24" Type="http://schemas.openxmlformats.org/officeDocument/2006/relationships/tags" Target="../tags/tag54.xml"/><Relationship Id="rId25" Type="http://schemas.openxmlformats.org/officeDocument/2006/relationships/tags" Target="../tags/tag55.xml"/><Relationship Id="rId26" Type="http://schemas.openxmlformats.org/officeDocument/2006/relationships/tags" Target="../tags/tag56.xml"/><Relationship Id="rId27" Type="http://schemas.openxmlformats.org/officeDocument/2006/relationships/tags" Target="../tags/tag57.xml"/><Relationship Id="rId28" Type="http://schemas.openxmlformats.org/officeDocument/2006/relationships/tags" Target="../tags/tag58.xml"/><Relationship Id="rId29" Type="http://schemas.openxmlformats.org/officeDocument/2006/relationships/tags" Target="../tags/tag59.xml"/><Relationship Id="rId30" Type="http://schemas.openxmlformats.org/officeDocument/2006/relationships/tags" Target="../tags/tag60.xml"/><Relationship Id="rId31" Type="http://schemas.openxmlformats.org/officeDocument/2006/relationships/tags" Target="../tags/tag61.xml"/><Relationship Id="rId32" Type="http://schemas.openxmlformats.org/officeDocument/2006/relationships/tags" Target="../tags/tag62.xml"/><Relationship Id="rId33" Type="http://schemas.openxmlformats.org/officeDocument/2006/relationships/tags" Target="../tags/tag63.xml"/><Relationship Id="rId34" Type="http://schemas.openxmlformats.org/officeDocument/2006/relationships/tags" Target="../tags/tag64.xml"/><Relationship Id="rId35" Type="http://schemas.openxmlformats.org/officeDocument/2006/relationships/tags" Target="../tags/tag65.xml"/><Relationship Id="rId36" Type="http://schemas.openxmlformats.org/officeDocument/2006/relationships/tags" Target="../tags/tag66.xml"/><Relationship Id="rId37" Type="http://schemas.openxmlformats.org/officeDocument/2006/relationships/tags" Target="../tags/tag67.xml"/><Relationship Id="rId38" Type="http://schemas.openxmlformats.org/officeDocument/2006/relationships/tags" Target="../tags/tag68.xml"/><Relationship Id="rId39" Type="http://schemas.openxmlformats.org/officeDocument/2006/relationships/tags" Target="../tags/tag69.xml"/><Relationship Id="rId40" Type="http://schemas.openxmlformats.org/officeDocument/2006/relationships/tags" Target="../tags/tag70.xml"/><Relationship Id="rId41" Type="http://schemas.openxmlformats.org/officeDocument/2006/relationships/tags" Target="../tags/tag71.xml"/><Relationship Id="rId42" Type="http://schemas.openxmlformats.org/officeDocument/2006/relationships/tags" Target="../tags/tag72.xml"/><Relationship Id="rId43" Type="http://schemas.openxmlformats.org/officeDocument/2006/relationships/tags" Target="../tags/tag73.xml"/><Relationship Id="rId44" Type="http://schemas.openxmlformats.org/officeDocument/2006/relationships/tags" Target="../tags/tag74.xml"/><Relationship Id="rId45" Type="http://schemas.openxmlformats.org/officeDocument/2006/relationships/tags" Target="../tags/tag75.xml"/><Relationship Id="rId46" Type="http://schemas.openxmlformats.org/officeDocument/2006/relationships/tags" Target="../tags/tag76.xml"/><Relationship Id="rId47" Type="http://schemas.openxmlformats.org/officeDocument/2006/relationships/tags" Target="../tags/tag77.xml"/><Relationship Id="rId48" Type="http://schemas.openxmlformats.org/officeDocument/2006/relationships/tags" Target="../tags/tag78.xml"/><Relationship Id="rId49" Type="http://schemas.openxmlformats.org/officeDocument/2006/relationships/tags" Target="../tags/tag79.xml"/><Relationship Id="rId50" Type="http://schemas.openxmlformats.org/officeDocument/2006/relationships/tags" Target="../tags/tag80.xml"/><Relationship Id="rId51" Type="http://schemas.openxmlformats.org/officeDocument/2006/relationships/tags" Target="../tags/tag81.xml"/><Relationship Id="rId52" Type="http://schemas.openxmlformats.org/officeDocument/2006/relationships/tags" Target="../tags/tag82.xml"/><Relationship Id="rId53" Type="http://schemas.openxmlformats.org/officeDocument/2006/relationships/tags" Target="../tags/tag83.xml"/><Relationship Id="rId54" Type="http://schemas.openxmlformats.org/officeDocument/2006/relationships/tags" Target="../tags/tag84.xml"/><Relationship Id="rId55" Type="http://schemas.openxmlformats.org/officeDocument/2006/relationships/tags" Target="../tags/tag85.xml"/><Relationship Id="rId56" Type="http://schemas.openxmlformats.org/officeDocument/2006/relationships/tags" Target="../tags/tag86.xml"/><Relationship Id="rId57" Type="http://schemas.openxmlformats.org/officeDocument/2006/relationships/tags" Target="../tags/tag87.xml"/><Relationship Id="rId58" Type="http://schemas.openxmlformats.org/officeDocument/2006/relationships/tags" Target="../tags/tag88.xml"/><Relationship Id="rId59" Type="http://schemas.openxmlformats.org/officeDocument/2006/relationships/tags" Target="../tags/tag89.xml"/><Relationship Id="rId60" Type="http://schemas.openxmlformats.org/officeDocument/2006/relationships/tags" Target="../tags/tag90.xml"/><Relationship Id="rId61" Type="http://schemas.openxmlformats.org/officeDocument/2006/relationships/tags" Target="../tags/tag91.xml"/><Relationship Id="rId62" Type="http://schemas.openxmlformats.org/officeDocument/2006/relationships/tags" Target="../tags/tag92.xml"/><Relationship Id="rId63" Type="http://schemas.openxmlformats.org/officeDocument/2006/relationships/tags" Target="../tags/tag93.xml"/><Relationship Id="rId64" Type="http://schemas.openxmlformats.org/officeDocument/2006/relationships/tags" Target="../tags/tag94.xml"/><Relationship Id="rId65" Type="http://schemas.openxmlformats.org/officeDocument/2006/relationships/slideLayout" Target="../slideLayouts/slideLayout67.xml"/><Relationship Id="rId6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tags" Target="../tags/tag95.xml"/><Relationship Id="rId2" Type="http://schemas.openxmlformats.org/officeDocument/2006/relationships/tags" Target="../tags/tag96.xml"/><Relationship Id="rId3" Type="http://schemas.openxmlformats.org/officeDocument/2006/relationships/tags" Target="../tags/tag97.xml"/><Relationship Id="rId4" Type="http://schemas.openxmlformats.org/officeDocument/2006/relationships/tags" Target="../tags/tag98.xml"/><Relationship Id="rId5" Type="http://schemas.openxmlformats.org/officeDocument/2006/relationships/tags" Target="../tags/tag99.xml"/><Relationship Id="rId6" Type="http://schemas.openxmlformats.org/officeDocument/2006/relationships/tags" Target="../tags/tag100.xml"/><Relationship Id="rId7" Type="http://schemas.openxmlformats.org/officeDocument/2006/relationships/tags" Target="../tags/tag101.xml"/><Relationship Id="rId8" Type="http://schemas.openxmlformats.org/officeDocument/2006/relationships/tags" Target="../tags/tag102.xml"/><Relationship Id="rId9" Type="http://schemas.openxmlformats.org/officeDocument/2006/relationships/tags" Target="../tags/tag103.xml"/><Relationship Id="rId10" Type="http://schemas.openxmlformats.org/officeDocument/2006/relationships/slideLayout" Target="../slideLayouts/slideLayout67.xml"/></Relationships>
</file>

<file path=ppt/slides/_rels/slide7.xml.rels><?xml version='1.0' encoding='UTF-8' standalone='yes'?>
<Relationships xmlns="http://schemas.openxmlformats.org/package/2006/relationships"><Relationship Id="rId1" Type="http://schemas.openxmlformats.org/officeDocument/2006/relationships/tags" Target="../tags/tag104.xml"/><Relationship Id="rId2" Type="http://schemas.openxmlformats.org/officeDocument/2006/relationships/tags" Target="../tags/tag105.xml"/><Relationship Id="rId3" Type="http://schemas.openxmlformats.org/officeDocument/2006/relationships/tags" Target="../tags/tag106.xml"/><Relationship Id="rId4" Type="http://schemas.openxmlformats.org/officeDocument/2006/relationships/tags" Target="../tags/tag107.xml"/><Relationship Id="rId5" Type="http://schemas.openxmlformats.org/officeDocument/2006/relationships/tags" Target="../tags/tag108.xml"/><Relationship Id="rId6" Type="http://schemas.openxmlformats.org/officeDocument/2006/relationships/tags" Target="../tags/tag109.xml"/><Relationship Id="rId7" Type="http://schemas.openxmlformats.org/officeDocument/2006/relationships/tags" Target="../tags/tag110.xml"/><Relationship Id="rId8" Type="http://schemas.openxmlformats.org/officeDocument/2006/relationships/tags" Target="../tags/tag111.xml"/><Relationship Id="rId9" Type="http://schemas.openxmlformats.org/officeDocument/2006/relationships/tags" Target="../tags/tag112.xml"/><Relationship Id="rId10" Type="http://schemas.openxmlformats.org/officeDocument/2006/relationships/slideLayout" Target="../slideLayouts/slideLayout66.xml"/></Relationships>
</file>

<file path=ppt/slides/_rels/slide8.xml.rels><?xml version='1.0' encoding='UTF-8' standalone='yes'?>
<Relationships xmlns="http://schemas.openxmlformats.org/package/2006/relationships"><Relationship Id="rId1" Type="http://schemas.openxmlformats.org/officeDocument/2006/relationships/tags" Target="../tags/tag113.xml"/><Relationship Id="rId2" Type="http://schemas.openxmlformats.org/officeDocument/2006/relationships/tags" Target="../tags/tag114.xml"/><Relationship Id="rId3" Type="http://schemas.openxmlformats.org/officeDocument/2006/relationships/tags" Target="../tags/tag115.xml"/><Relationship Id="rId4" Type="http://schemas.openxmlformats.org/officeDocument/2006/relationships/tags" Target="../tags/tag116.xml"/><Relationship Id="rId5" Type="http://schemas.openxmlformats.org/officeDocument/2006/relationships/tags" Target="../tags/tag117.xml"/><Relationship Id="rId6" Type="http://schemas.openxmlformats.org/officeDocument/2006/relationships/tags" Target="../tags/tag118.xml"/><Relationship Id="rId7" Type="http://schemas.openxmlformats.org/officeDocument/2006/relationships/tags" Target="../tags/tag119.xml"/><Relationship Id="rId8" Type="http://schemas.openxmlformats.org/officeDocument/2006/relationships/tags" Target="../tags/tag120.xml"/><Relationship Id="rId9" Type="http://schemas.openxmlformats.org/officeDocument/2006/relationships/tags" Target="../tags/tag121.xml"/><Relationship Id="rId10" Type="http://schemas.openxmlformats.org/officeDocument/2006/relationships/slideLayout" Target="../slideLayouts/slideLayout67.xml"/><Relationship Id="rId11" Type="http://schemas.openxmlformats.org/officeDocument/2006/relationships/image" Target="../media/image10.jpeg"/><Relationship Id="rId12" Type="http://schemas.microsoft.com/office/2007/relationships/hdphoto" Target="../media/hdphoto9.wdp"/><Relationship Id="rId13" Type="http://schemas.openxmlformats.org/officeDocument/2006/relationships/image" Target="../media/image1.jpeg"/><Relationship Id="rId14" Type="http://schemas.microsoft.com/office/2007/relationships/hdphoto" Target="../media/hdphoto1.wdp"/></Relationships>
</file>

<file path=ppt/slides/_rels/slide9.xml.rels><?xml version='1.0' encoding='UTF-8' standalone='yes'?>
<Relationships xmlns="http://schemas.openxmlformats.org/package/2006/relationships"><Relationship Id="rId1" Type="http://schemas.openxmlformats.org/officeDocument/2006/relationships/tags" Target="../tags/tag122.xml"/><Relationship Id="rId2" Type="http://schemas.openxmlformats.org/officeDocument/2006/relationships/tags" Target="../tags/tag123.xml"/><Relationship Id="rId3" Type="http://schemas.openxmlformats.org/officeDocument/2006/relationships/tags" Target="../tags/tag124.xml"/><Relationship Id="rId4" Type="http://schemas.openxmlformats.org/officeDocument/2006/relationships/tags" Target="../tags/tag125.xml"/><Relationship Id="rId5" Type="http://schemas.openxmlformats.org/officeDocument/2006/relationships/tags" Target="../tags/tag126.xml"/><Relationship Id="rId6" Type="http://schemas.openxmlformats.org/officeDocument/2006/relationships/tags" Target="../tags/tag127.xml"/><Relationship Id="rId7" Type="http://schemas.openxmlformats.org/officeDocument/2006/relationships/tags" Target="../tags/tag128.xml"/><Relationship Id="rId8" Type="http://schemas.openxmlformats.org/officeDocument/2006/relationships/tags" Target="../tags/tag129.xml"/><Relationship Id="rId9" Type="http://schemas.openxmlformats.org/officeDocument/2006/relationships/tags" Target="../tags/tag130.xml"/><Relationship Id="rId10" Type="http://schemas.openxmlformats.org/officeDocument/2006/relationships/tags" Target="../tags/tag131.xml"/><Relationship Id="rId11" Type="http://schemas.openxmlformats.org/officeDocument/2006/relationships/tags" Target="../tags/tag132.xml"/><Relationship Id="rId12" Type="http://schemas.openxmlformats.org/officeDocument/2006/relationships/tags" Target="../tags/tag133.xml"/><Relationship Id="rId13" Type="http://schemas.openxmlformats.org/officeDocument/2006/relationships/tags" Target="../tags/tag134.xml"/><Relationship Id="rId14" Type="http://schemas.openxmlformats.org/officeDocument/2006/relationships/tags" Target="../tags/tag135.xml"/><Relationship Id="rId15" Type="http://schemas.openxmlformats.org/officeDocument/2006/relationships/tags" Target="../tags/tag136.xml"/><Relationship Id="rId16" Type="http://schemas.openxmlformats.org/officeDocument/2006/relationships/tags" Target="../tags/tag137.xml"/><Relationship Id="rId17" Type="http://schemas.openxmlformats.org/officeDocument/2006/relationships/slideLayout" Target="../slideLayouts/slideLayout67.xml"/><Relationship Id="rId18" Type="http://schemas.openxmlformats.org/officeDocument/2006/relationships/image" Target="../media/image11.jpeg"/><Relationship Id="rId19" Type="http://schemas.openxmlformats.org/officeDocument/2006/relationships/image" Target="../media/image12.jpeg"/></Relationships>
</file>

<file path=ppt/slides/_rels/slide10.xml.rels><?xml version='1.0' encoding='UTF-8' standalone='yes'?>
<Relationships xmlns="http://schemas.openxmlformats.org/package/2006/relationships"><Relationship Id="rId1" Type="http://schemas.openxmlformats.org/officeDocument/2006/relationships/tags" Target="../tags/tag138.xml"/><Relationship Id="rId2" Type="http://schemas.openxmlformats.org/officeDocument/2006/relationships/tags" Target="../tags/tag139.xml"/><Relationship Id="rId3" Type="http://schemas.openxmlformats.org/officeDocument/2006/relationships/tags" Target="../tags/tag140.xml"/><Relationship Id="rId4" Type="http://schemas.openxmlformats.org/officeDocument/2006/relationships/tags" Target="../tags/tag141.xml"/><Relationship Id="rId5" Type="http://schemas.openxmlformats.org/officeDocument/2006/relationships/tags" Target="../tags/tag142.xml"/><Relationship Id="rId6" Type="http://schemas.openxmlformats.org/officeDocument/2006/relationships/tags" Target="../tags/tag143.xml"/><Relationship Id="rId7" Type="http://schemas.openxmlformats.org/officeDocument/2006/relationships/tags" Target="../tags/tag144.xml"/><Relationship Id="rId8" Type="http://schemas.openxmlformats.org/officeDocument/2006/relationships/tags" Target="../tags/tag145.xml"/><Relationship Id="rId9" Type="http://schemas.openxmlformats.org/officeDocument/2006/relationships/tags" Target="../tags/tag146.xml"/><Relationship Id="rId10" Type="http://schemas.openxmlformats.org/officeDocument/2006/relationships/tags" Target="../tags/tag147.xml"/><Relationship Id="rId11" Type="http://schemas.openxmlformats.org/officeDocument/2006/relationships/tags" Target="../tags/tag148.xml"/><Relationship Id="rId12" Type="http://schemas.openxmlformats.org/officeDocument/2006/relationships/tags" Target="../tags/tag149.xml"/><Relationship Id="rId13" Type="http://schemas.openxmlformats.org/officeDocument/2006/relationships/tags" Target="../tags/tag150.xml"/><Relationship Id="rId14" Type="http://schemas.openxmlformats.org/officeDocument/2006/relationships/tags" Target="../tags/tag151.xml"/><Relationship Id="rId15" Type="http://schemas.openxmlformats.org/officeDocument/2006/relationships/tags" Target="../tags/tag152.xml"/><Relationship Id="rId16" Type="http://schemas.openxmlformats.org/officeDocument/2006/relationships/tags" Target="../tags/tag153.xml"/><Relationship Id="rId17" Type="http://schemas.openxmlformats.org/officeDocument/2006/relationships/tags" Target="../tags/tag154.xml"/><Relationship Id="rId18" Type="http://schemas.openxmlformats.org/officeDocument/2006/relationships/tags" Target="../tags/tag155.xml"/><Relationship Id="rId19" Type="http://schemas.openxmlformats.org/officeDocument/2006/relationships/tags" Target="../tags/tag156.xml"/><Relationship Id="rId20" Type="http://schemas.openxmlformats.org/officeDocument/2006/relationships/tags" Target="../tags/tag157.xml"/><Relationship Id="rId21" Type="http://schemas.openxmlformats.org/officeDocument/2006/relationships/tags" Target="../tags/tag158.xml"/><Relationship Id="rId22" Type="http://schemas.openxmlformats.org/officeDocument/2006/relationships/tags" Target="../tags/tag159.xml"/><Relationship Id="rId23" Type="http://schemas.openxmlformats.org/officeDocument/2006/relationships/tags" Target="../tags/tag160.xml"/><Relationship Id="rId24" Type="http://schemas.openxmlformats.org/officeDocument/2006/relationships/tags" Target="../tags/tag161.xml"/><Relationship Id="rId25" Type="http://schemas.openxmlformats.org/officeDocument/2006/relationships/tags" Target="../tags/tag162.xml"/><Relationship Id="rId26" Type="http://schemas.openxmlformats.org/officeDocument/2006/relationships/tags" Target="../tags/tag163.xml"/><Relationship Id="rId27" Type="http://schemas.openxmlformats.org/officeDocument/2006/relationships/tags" Target="../tags/tag164.xml"/><Relationship Id="rId28" Type="http://schemas.openxmlformats.org/officeDocument/2006/relationships/tags" Target="../tags/tag165.xml"/><Relationship Id="rId29" Type="http://schemas.openxmlformats.org/officeDocument/2006/relationships/tags" Target="../tags/tag166.xml"/><Relationship Id="rId30" Type="http://schemas.openxmlformats.org/officeDocument/2006/relationships/tags" Target="../tags/tag167.xml"/><Relationship Id="rId31" Type="http://schemas.openxmlformats.org/officeDocument/2006/relationships/tags" Target="../tags/tag168.xml"/><Relationship Id="rId32" Type="http://schemas.openxmlformats.org/officeDocument/2006/relationships/tags" Target="../tags/tag169.xml"/><Relationship Id="rId33" Type="http://schemas.openxmlformats.org/officeDocument/2006/relationships/tags" Target="../tags/tag170.xml"/><Relationship Id="rId34" Type="http://schemas.openxmlformats.org/officeDocument/2006/relationships/tags" Target="../tags/tag171.xml"/><Relationship Id="rId35" Type="http://schemas.openxmlformats.org/officeDocument/2006/relationships/tags" Target="../tags/tag172.xml"/><Relationship Id="rId36" Type="http://schemas.openxmlformats.org/officeDocument/2006/relationships/tags" Target="../tags/tag173.xml"/><Relationship Id="rId37" Type="http://schemas.openxmlformats.org/officeDocument/2006/relationships/tags" Target="../tags/tag174.xml"/><Relationship Id="rId38" Type="http://schemas.openxmlformats.org/officeDocument/2006/relationships/tags" Target="../tags/tag175.xml"/><Relationship Id="rId39" Type="http://schemas.openxmlformats.org/officeDocument/2006/relationships/tags" Target="../tags/tag176.xml"/><Relationship Id="rId40" Type="http://schemas.openxmlformats.org/officeDocument/2006/relationships/tags" Target="../tags/tag177.xml"/><Relationship Id="rId41" Type="http://schemas.openxmlformats.org/officeDocument/2006/relationships/tags" Target="../tags/tag178.xml"/><Relationship Id="rId42" Type="http://schemas.openxmlformats.org/officeDocument/2006/relationships/tags" Target="../tags/tag179.xml"/><Relationship Id="rId43" Type="http://schemas.openxmlformats.org/officeDocument/2006/relationships/tags" Target="../tags/tag180.xml"/><Relationship Id="rId44" Type="http://schemas.openxmlformats.org/officeDocument/2006/relationships/tags" Target="../tags/tag181.xml"/><Relationship Id="rId45" Type="http://schemas.openxmlformats.org/officeDocument/2006/relationships/tags" Target="../tags/tag182.xml"/><Relationship Id="rId46" Type="http://schemas.openxmlformats.org/officeDocument/2006/relationships/tags" Target="../tags/tag183.xml"/><Relationship Id="rId47" Type="http://schemas.openxmlformats.org/officeDocument/2006/relationships/tags" Target="../tags/tag184.xml"/><Relationship Id="rId48" Type="http://schemas.openxmlformats.org/officeDocument/2006/relationships/tags" Target="../tags/tag185.xml"/><Relationship Id="rId49" Type="http://schemas.openxmlformats.org/officeDocument/2006/relationships/tags" Target="../tags/tag186.xml"/><Relationship Id="rId50" Type="http://schemas.openxmlformats.org/officeDocument/2006/relationships/tags" Target="../tags/tag187.xml"/><Relationship Id="rId51" Type="http://schemas.openxmlformats.org/officeDocument/2006/relationships/tags" Target="../tags/tag188.xml"/><Relationship Id="rId52" Type="http://schemas.openxmlformats.org/officeDocument/2006/relationships/tags" Target="../tags/tag189.xml"/><Relationship Id="rId53" Type="http://schemas.openxmlformats.org/officeDocument/2006/relationships/tags" Target="../tags/tag190.xml"/><Relationship Id="rId54" Type="http://schemas.openxmlformats.org/officeDocument/2006/relationships/tags" Target="../tags/tag191.xml"/><Relationship Id="rId55" Type="http://schemas.openxmlformats.org/officeDocument/2006/relationships/tags" Target="../tags/tag192.xml"/><Relationship Id="rId56" Type="http://schemas.openxmlformats.org/officeDocument/2006/relationships/tags" Target="../tags/tag193.xml"/><Relationship Id="rId57" Type="http://schemas.openxmlformats.org/officeDocument/2006/relationships/tags" Target="../tags/tag194.xml"/><Relationship Id="rId58" Type="http://schemas.openxmlformats.org/officeDocument/2006/relationships/tags" Target="../tags/tag195.xml"/><Relationship Id="rId59" Type="http://schemas.openxmlformats.org/officeDocument/2006/relationships/tags" Target="../tags/tag196.xml"/><Relationship Id="rId60" Type="http://schemas.openxmlformats.org/officeDocument/2006/relationships/tags" Target="../tags/tag197.xml"/><Relationship Id="rId61" Type="http://schemas.openxmlformats.org/officeDocument/2006/relationships/tags" Target="../tags/tag198.xml"/><Relationship Id="rId62" Type="http://schemas.openxmlformats.org/officeDocument/2006/relationships/tags" Target="../tags/tag199.xml"/><Relationship Id="rId63" Type="http://schemas.openxmlformats.org/officeDocument/2006/relationships/tags" Target="../tags/tag200.xml"/><Relationship Id="rId64" Type="http://schemas.openxmlformats.org/officeDocument/2006/relationships/tags" Target="../tags/tag201.xml"/><Relationship Id="rId65" Type="http://schemas.openxmlformats.org/officeDocument/2006/relationships/tags" Target="../tags/tag202.xml"/><Relationship Id="rId66" Type="http://schemas.openxmlformats.org/officeDocument/2006/relationships/tags" Target="../tags/tag203.xml"/><Relationship Id="rId67" Type="http://schemas.openxmlformats.org/officeDocument/2006/relationships/tags" Target="../tags/tag204.xml"/><Relationship Id="rId68" Type="http://schemas.openxmlformats.org/officeDocument/2006/relationships/tags" Target="../tags/tag205.xml"/><Relationship Id="rId69" Type="http://schemas.openxmlformats.org/officeDocument/2006/relationships/tags" Target="../tags/tag206.xml"/><Relationship Id="rId70" Type="http://schemas.openxmlformats.org/officeDocument/2006/relationships/tags" Target="../tags/tag207.xml"/><Relationship Id="rId71" Type="http://schemas.openxmlformats.org/officeDocument/2006/relationships/tags" Target="../tags/tag208.xml"/><Relationship Id="rId72" Type="http://schemas.openxmlformats.org/officeDocument/2006/relationships/tags" Target="../tags/tag209.xml"/><Relationship Id="rId73" Type="http://schemas.openxmlformats.org/officeDocument/2006/relationships/tags" Target="../tags/tag210.xml"/><Relationship Id="rId74" Type="http://schemas.openxmlformats.org/officeDocument/2006/relationships/tags" Target="../tags/tag211.xml"/><Relationship Id="rId75" Type="http://schemas.openxmlformats.org/officeDocument/2006/relationships/tags" Target="../tags/tag212.xml"/><Relationship Id="rId76" Type="http://schemas.openxmlformats.org/officeDocument/2006/relationships/tags" Target="../tags/tag213.xml"/><Relationship Id="rId77" Type="http://schemas.openxmlformats.org/officeDocument/2006/relationships/tags" Target="../tags/tag214.xml"/><Relationship Id="rId78" Type="http://schemas.openxmlformats.org/officeDocument/2006/relationships/tags" Target="../tags/tag215.xml"/><Relationship Id="rId79" Type="http://schemas.openxmlformats.org/officeDocument/2006/relationships/tags" Target="../tags/tag216.xml"/><Relationship Id="rId80" Type="http://schemas.openxmlformats.org/officeDocument/2006/relationships/tags" Target="../tags/tag217.xml"/><Relationship Id="rId81" Type="http://schemas.openxmlformats.org/officeDocument/2006/relationships/tags" Target="../tags/tag218.xml"/><Relationship Id="rId82" Type="http://schemas.openxmlformats.org/officeDocument/2006/relationships/tags" Target="../tags/tag219.xml"/><Relationship Id="rId83" Type="http://schemas.openxmlformats.org/officeDocument/2006/relationships/tags" Target="../tags/tag220.xml"/><Relationship Id="rId84" Type="http://schemas.openxmlformats.org/officeDocument/2006/relationships/tags" Target="../tags/tag221.xml"/><Relationship Id="rId85" Type="http://schemas.openxmlformats.org/officeDocument/2006/relationships/tags" Target="../tags/tag222.xml"/><Relationship Id="rId86" Type="http://schemas.openxmlformats.org/officeDocument/2006/relationships/tags" Target="../tags/tag223.xml"/><Relationship Id="rId87" Type="http://schemas.openxmlformats.org/officeDocument/2006/relationships/tags" Target="../tags/tag224.xml"/><Relationship Id="rId88" Type="http://schemas.openxmlformats.org/officeDocument/2006/relationships/tags" Target="../tags/tag225.xml"/><Relationship Id="rId89" Type="http://schemas.openxmlformats.org/officeDocument/2006/relationships/tags" Target="../tags/tag226.xml"/><Relationship Id="rId90" Type="http://schemas.openxmlformats.org/officeDocument/2006/relationships/tags" Target="../tags/tag227.xml"/><Relationship Id="rId91" Type="http://schemas.openxmlformats.org/officeDocument/2006/relationships/tags" Target="../tags/tag228.xml"/><Relationship Id="rId92" Type="http://schemas.openxmlformats.org/officeDocument/2006/relationships/tags" Target="../tags/tag229.xml"/><Relationship Id="rId93" Type="http://schemas.openxmlformats.org/officeDocument/2006/relationships/tags" Target="../tags/tag230.xml"/><Relationship Id="rId94" Type="http://schemas.openxmlformats.org/officeDocument/2006/relationships/tags" Target="../tags/tag231.xml"/><Relationship Id="rId95" Type="http://schemas.openxmlformats.org/officeDocument/2006/relationships/tags" Target="../tags/tag232.xml"/><Relationship Id="rId96" Type="http://schemas.openxmlformats.org/officeDocument/2006/relationships/tags" Target="../tags/tag233.xml"/><Relationship Id="rId97" Type="http://schemas.openxmlformats.org/officeDocument/2006/relationships/tags" Target="../tags/tag234.xml"/><Relationship Id="rId98" Type="http://schemas.openxmlformats.org/officeDocument/2006/relationships/tags" Target="../tags/tag235.xml"/><Relationship Id="rId99" Type="http://schemas.openxmlformats.org/officeDocument/2006/relationships/tags" Target="../tags/tag236.xml"/><Relationship Id="rId100" Type="http://schemas.openxmlformats.org/officeDocument/2006/relationships/tags" Target="../tags/tag237.xml"/><Relationship Id="rId101" Type="http://schemas.openxmlformats.org/officeDocument/2006/relationships/tags" Target="../tags/tag238.xml"/><Relationship Id="rId102" Type="http://schemas.openxmlformats.org/officeDocument/2006/relationships/tags" Target="../tags/tag239.xml"/><Relationship Id="rId103" Type="http://schemas.openxmlformats.org/officeDocument/2006/relationships/tags" Target="../tags/tag240.xml"/><Relationship Id="rId104" Type="http://schemas.openxmlformats.org/officeDocument/2006/relationships/tags" Target="../tags/tag241.xml"/><Relationship Id="rId105" Type="http://schemas.openxmlformats.org/officeDocument/2006/relationships/tags" Target="../tags/tag242.xml"/><Relationship Id="rId106" Type="http://schemas.openxmlformats.org/officeDocument/2006/relationships/tags" Target="../tags/tag243.xml"/><Relationship Id="rId107" Type="http://schemas.openxmlformats.org/officeDocument/2006/relationships/tags" Target="../tags/tag244.xml"/><Relationship Id="rId108" Type="http://schemas.openxmlformats.org/officeDocument/2006/relationships/tags" Target="../tags/tag245.xml"/><Relationship Id="rId109" Type="http://schemas.openxmlformats.org/officeDocument/2006/relationships/tags" Target="../tags/tag246.xml"/><Relationship Id="rId110" Type="http://schemas.openxmlformats.org/officeDocument/2006/relationships/tags" Target="../tags/tag247.xml"/><Relationship Id="rId111" Type="http://schemas.openxmlformats.org/officeDocument/2006/relationships/tags" Target="../tags/tag248.xml"/><Relationship Id="rId112" Type="http://schemas.openxmlformats.org/officeDocument/2006/relationships/tags" Target="../tags/tag249.xml"/><Relationship Id="rId113" Type="http://schemas.openxmlformats.org/officeDocument/2006/relationships/tags" Target="../tags/tag250.xml"/><Relationship Id="rId114" Type="http://schemas.openxmlformats.org/officeDocument/2006/relationships/tags" Target="../tags/tag251.xml"/><Relationship Id="rId115" Type="http://schemas.openxmlformats.org/officeDocument/2006/relationships/tags" Target="../tags/tag252.xml"/><Relationship Id="rId116" Type="http://schemas.openxmlformats.org/officeDocument/2006/relationships/tags" Target="../tags/tag253.xml"/><Relationship Id="rId117" Type="http://schemas.openxmlformats.org/officeDocument/2006/relationships/tags" Target="../tags/tag254.xml"/><Relationship Id="rId118" Type="http://schemas.openxmlformats.org/officeDocument/2006/relationships/tags" Target="../tags/tag255.xml"/><Relationship Id="rId119" Type="http://schemas.openxmlformats.org/officeDocument/2006/relationships/tags" Target="../tags/tag256.xml"/><Relationship Id="rId120" Type="http://schemas.openxmlformats.org/officeDocument/2006/relationships/tags" Target="../tags/tag257.xml"/><Relationship Id="rId121" Type="http://schemas.openxmlformats.org/officeDocument/2006/relationships/tags" Target="../tags/tag258.xml"/><Relationship Id="rId122" Type="http://schemas.openxmlformats.org/officeDocument/2006/relationships/tags" Target="../tags/tag259.xml"/><Relationship Id="rId123" Type="http://schemas.openxmlformats.org/officeDocument/2006/relationships/tags" Target="../tags/tag260.xml"/><Relationship Id="rId124" Type="http://schemas.openxmlformats.org/officeDocument/2006/relationships/tags" Target="../tags/tag261.xml"/><Relationship Id="rId125" Type="http://schemas.openxmlformats.org/officeDocument/2006/relationships/tags" Target="../tags/tag262.xml"/><Relationship Id="rId126" Type="http://schemas.openxmlformats.org/officeDocument/2006/relationships/tags" Target="../tags/tag263.xml"/><Relationship Id="rId127" Type="http://schemas.openxmlformats.org/officeDocument/2006/relationships/tags" Target="../tags/tag264.xml"/><Relationship Id="rId128" Type="http://schemas.openxmlformats.org/officeDocument/2006/relationships/tags" Target="../tags/tag265.xml"/><Relationship Id="rId129" Type="http://schemas.openxmlformats.org/officeDocument/2006/relationships/tags" Target="../tags/tag266.xml"/><Relationship Id="rId130" Type="http://schemas.openxmlformats.org/officeDocument/2006/relationships/tags" Target="../tags/tag267.xml"/><Relationship Id="rId131" Type="http://schemas.openxmlformats.org/officeDocument/2006/relationships/tags" Target="../tags/tag268.xml"/><Relationship Id="rId132" Type="http://schemas.openxmlformats.org/officeDocument/2006/relationships/tags" Target="../tags/tag269.xml"/><Relationship Id="rId133" Type="http://schemas.openxmlformats.org/officeDocument/2006/relationships/tags" Target="../tags/tag270.xml"/><Relationship Id="rId134" Type="http://schemas.openxmlformats.org/officeDocument/2006/relationships/tags" Target="../tags/tag271.xml"/><Relationship Id="rId135" Type="http://schemas.openxmlformats.org/officeDocument/2006/relationships/tags" Target="../tags/tag272.xml"/><Relationship Id="rId136" Type="http://schemas.openxmlformats.org/officeDocument/2006/relationships/tags" Target="../tags/tag273.xml"/><Relationship Id="rId137" Type="http://schemas.openxmlformats.org/officeDocument/2006/relationships/tags" Target="../tags/tag274.xml"/><Relationship Id="rId138" Type="http://schemas.openxmlformats.org/officeDocument/2006/relationships/tags" Target="../tags/tag275.xml"/><Relationship Id="rId139" Type="http://schemas.openxmlformats.org/officeDocument/2006/relationships/tags" Target="../tags/tag276.xml"/><Relationship Id="rId140" Type="http://schemas.openxmlformats.org/officeDocument/2006/relationships/tags" Target="../tags/tag277.xml"/><Relationship Id="rId141" Type="http://schemas.openxmlformats.org/officeDocument/2006/relationships/tags" Target="../tags/tag278.xml"/><Relationship Id="rId142" Type="http://schemas.openxmlformats.org/officeDocument/2006/relationships/tags" Target="../tags/tag279.xml"/><Relationship Id="rId143" Type="http://schemas.openxmlformats.org/officeDocument/2006/relationships/tags" Target="../tags/tag280.xml"/><Relationship Id="rId144" Type="http://schemas.openxmlformats.org/officeDocument/2006/relationships/tags" Target="../tags/tag281.xml"/><Relationship Id="rId145" Type="http://schemas.openxmlformats.org/officeDocument/2006/relationships/tags" Target="../tags/tag282.xml"/><Relationship Id="rId146" Type="http://schemas.openxmlformats.org/officeDocument/2006/relationships/tags" Target="../tags/tag283.xml"/><Relationship Id="rId147" Type="http://schemas.openxmlformats.org/officeDocument/2006/relationships/tags" Target="../tags/tag284.xml"/><Relationship Id="rId148" Type="http://schemas.openxmlformats.org/officeDocument/2006/relationships/tags" Target="../tags/tag285.xml"/><Relationship Id="rId149" Type="http://schemas.openxmlformats.org/officeDocument/2006/relationships/tags" Target="../tags/tag286.xml"/><Relationship Id="rId150" Type="http://schemas.openxmlformats.org/officeDocument/2006/relationships/tags" Target="../tags/tag287.xml"/><Relationship Id="rId151" Type="http://schemas.openxmlformats.org/officeDocument/2006/relationships/tags" Target="../tags/tag288.xml"/><Relationship Id="rId152" Type="http://schemas.openxmlformats.org/officeDocument/2006/relationships/tags" Target="../tags/tag289.xml"/><Relationship Id="rId153" Type="http://schemas.openxmlformats.org/officeDocument/2006/relationships/tags" Target="../tags/tag290.xml"/><Relationship Id="rId154" Type="http://schemas.openxmlformats.org/officeDocument/2006/relationships/tags" Target="../tags/tag291.xml"/><Relationship Id="rId155" Type="http://schemas.openxmlformats.org/officeDocument/2006/relationships/tags" Target="../tags/tag292.xml"/><Relationship Id="rId156" Type="http://schemas.openxmlformats.org/officeDocument/2006/relationships/tags" Target="../tags/tag293.xml"/><Relationship Id="rId157" Type="http://schemas.openxmlformats.org/officeDocument/2006/relationships/tags" Target="../tags/tag294.xml"/><Relationship Id="rId158" Type="http://schemas.openxmlformats.org/officeDocument/2006/relationships/tags" Target="../tags/tag295.xml"/><Relationship Id="rId159" Type="http://schemas.openxmlformats.org/officeDocument/2006/relationships/tags" Target="../tags/tag296.xml"/><Relationship Id="rId160" Type="http://schemas.openxmlformats.org/officeDocument/2006/relationships/tags" Target="../tags/tag297.xml"/><Relationship Id="rId161" Type="http://schemas.openxmlformats.org/officeDocument/2006/relationships/tags" Target="../tags/tag298.xml"/><Relationship Id="rId162" Type="http://schemas.openxmlformats.org/officeDocument/2006/relationships/tags" Target="../tags/tag299.xml"/><Relationship Id="rId163" Type="http://schemas.openxmlformats.org/officeDocument/2006/relationships/tags" Target="../tags/tag300.xml"/><Relationship Id="rId164" Type="http://schemas.openxmlformats.org/officeDocument/2006/relationships/tags" Target="../tags/tag301.xml"/><Relationship Id="rId165" Type="http://schemas.openxmlformats.org/officeDocument/2006/relationships/tags" Target="../tags/tag302.xml"/><Relationship Id="rId166" Type="http://schemas.openxmlformats.org/officeDocument/2006/relationships/tags" Target="../tags/tag303.xml"/><Relationship Id="rId167" Type="http://schemas.openxmlformats.org/officeDocument/2006/relationships/tags" Target="../tags/tag304.xml"/><Relationship Id="rId168" Type="http://schemas.openxmlformats.org/officeDocument/2006/relationships/tags" Target="../tags/tag305.xml"/><Relationship Id="rId169" Type="http://schemas.openxmlformats.org/officeDocument/2006/relationships/tags" Target="../tags/tag306.xml"/><Relationship Id="rId170" Type="http://schemas.openxmlformats.org/officeDocument/2006/relationships/tags" Target="../tags/tag307.xml"/><Relationship Id="rId171" Type="http://schemas.openxmlformats.org/officeDocument/2006/relationships/tags" Target="../tags/tag308.xml"/><Relationship Id="rId172" Type="http://schemas.openxmlformats.org/officeDocument/2006/relationships/tags" Target="../tags/tag309.xml"/><Relationship Id="rId173" Type="http://schemas.openxmlformats.org/officeDocument/2006/relationships/tags" Target="../tags/tag310.xml"/><Relationship Id="rId174" Type="http://schemas.openxmlformats.org/officeDocument/2006/relationships/tags" Target="../tags/tag311.xml"/><Relationship Id="rId175" Type="http://schemas.openxmlformats.org/officeDocument/2006/relationships/tags" Target="../tags/tag312.xml"/><Relationship Id="rId176" Type="http://schemas.openxmlformats.org/officeDocument/2006/relationships/tags" Target="../tags/tag313.xml"/><Relationship Id="rId177" Type="http://schemas.openxmlformats.org/officeDocument/2006/relationships/tags" Target="../tags/tag314.xml"/><Relationship Id="rId178" Type="http://schemas.openxmlformats.org/officeDocument/2006/relationships/tags" Target="../tags/tag315.xml"/><Relationship Id="rId179" Type="http://schemas.openxmlformats.org/officeDocument/2006/relationships/tags" Target="../tags/tag316.xml"/><Relationship Id="rId180" Type="http://schemas.openxmlformats.org/officeDocument/2006/relationships/tags" Target="../tags/tag317.xml"/><Relationship Id="rId181" Type="http://schemas.openxmlformats.org/officeDocument/2006/relationships/tags" Target="../tags/tag318.xml"/><Relationship Id="rId182" Type="http://schemas.openxmlformats.org/officeDocument/2006/relationships/tags" Target="../tags/tag319.xml"/><Relationship Id="rId183" Type="http://schemas.openxmlformats.org/officeDocument/2006/relationships/tags" Target="../tags/tag320.xml"/><Relationship Id="rId184" Type="http://schemas.openxmlformats.org/officeDocument/2006/relationships/tags" Target="../tags/tag321.xml"/><Relationship Id="rId185" Type="http://schemas.openxmlformats.org/officeDocument/2006/relationships/tags" Target="../tags/tag322.xml"/><Relationship Id="rId186" Type="http://schemas.openxmlformats.org/officeDocument/2006/relationships/tags" Target="../tags/tag323.xml"/><Relationship Id="rId187" Type="http://schemas.openxmlformats.org/officeDocument/2006/relationships/tags" Target="../tags/tag324.xml"/><Relationship Id="rId188" Type="http://schemas.openxmlformats.org/officeDocument/2006/relationships/tags" Target="../tags/tag325.xml"/><Relationship Id="rId189" Type="http://schemas.openxmlformats.org/officeDocument/2006/relationships/tags" Target="../tags/tag326.xml"/><Relationship Id="rId190" Type="http://schemas.openxmlformats.org/officeDocument/2006/relationships/tags" Target="../tags/tag327.xml"/><Relationship Id="rId191" Type="http://schemas.openxmlformats.org/officeDocument/2006/relationships/tags" Target="../tags/tag328.xml"/><Relationship Id="rId192" Type="http://schemas.openxmlformats.org/officeDocument/2006/relationships/tags" Target="../tags/tag329.xml"/><Relationship Id="rId193" Type="http://schemas.openxmlformats.org/officeDocument/2006/relationships/tags" Target="../tags/tag330.xml"/><Relationship Id="rId194" Type="http://schemas.openxmlformats.org/officeDocument/2006/relationships/tags" Target="../tags/tag331.xml"/><Relationship Id="rId195" Type="http://schemas.openxmlformats.org/officeDocument/2006/relationships/tags" Target="../tags/tag332.xml"/><Relationship Id="rId196" Type="http://schemas.openxmlformats.org/officeDocument/2006/relationships/tags" Target="../tags/tag333.xml"/><Relationship Id="rId197" Type="http://schemas.openxmlformats.org/officeDocument/2006/relationships/tags" Target="../tags/tag334.xml"/><Relationship Id="rId198" Type="http://schemas.openxmlformats.org/officeDocument/2006/relationships/tags" Target="../tags/tag335.xml"/><Relationship Id="rId199" Type="http://schemas.openxmlformats.org/officeDocument/2006/relationships/tags" Target="../tags/tag336.xml"/><Relationship Id="rId200" Type="http://schemas.openxmlformats.org/officeDocument/2006/relationships/tags" Target="../tags/tag337.xml"/><Relationship Id="rId201" Type="http://schemas.openxmlformats.org/officeDocument/2006/relationships/tags" Target="../tags/tag338.xml"/><Relationship Id="rId202" Type="http://schemas.openxmlformats.org/officeDocument/2006/relationships/tags" Target="../tags/tag339.xml"/><Relationship Id="rId203" Type="http://schemas.openxmlformats.org/officeDocument/2006/relationships/tags" Target="../tags/tag340.xml"/><Relationship Id="rId204" Type="http://schemas.openxmlformats.org/officeDocument/2006/relationships/tags" Target="../tags/tag341.xml"/><Relationship Id="rId205" Type="http://schemas.openxmlformats.org/officeDocument/2006/relationships/tags" Target="../tags/tag342.xml"/><Relationship Id="rId206" Type="http://schemas.openxmlformats.org/officeDocument/2006/relationships/tags" Target="../tags/tag343.xml"/><Relationship Id="rId207" Type="http://schemas.openxmlformats.org/officeDocument/2006/relationships/tags" Target="../tags/tag344.xml"/><Relationship Id="rId208" Type="http://schemas.openxmlformats.org/officeDocument/2006/relationships/tags" Target="../tags/tag345.xml"/><Relationship Id="rId209" Type="http://schemas.openxmlformats.org/officeDocument/2006/relationships/tags" Target="../tags/tag346.xml"/><Relationship Id="rId210" Type="http://schemas.openxmlformats.org/officeDocument/2006/relationships/tags" Target="../tags/tag347.xml"/><Relationship Id="rId211" Type="http://schemas.openxmlformats.org/officeDocument/2006/relationships/tags" Target="../tags/tag348.xml"/><Relationship Id="rId212" Type="http://schemas.openxmlformats.org/officeDocument/2006/relationships/tags" Target="../tags/tag349.xml"/><Relationship Id="rId213" Type="http://schemas.openxmlformats.org/officeDocument/2006/relationships/tags" Target="../tags/tag350.xml"/><Relationship Id="rId214" Type="http://schemas.openxmlformats.org/officeDocument/2006/relationships/tags" Target="../tags/tag351.xml"/><Relationship Id="rId215" Type="http://schemas.openxmlformats.org/officeDocument/2006/relationships/tags" Target="../tags/tag352.xml"/><Relationship Id="rId216" Type="http://schemas.openxmlformats.org/officeDocument/2006/relationships/tags" Target="../tags/tag353.xml"/><Relationship Id="rId217" Type="http://schemas.openxmlformats.org/officeDocument/2006/relationships/tags" Target="../tags/tag354.xml"/><Relationship Id="rId218" Type="http://schemas.openxmlformats.org/officeDocument/2006/relationships/tags" Target="../tags/tag355.xml"/><Relationship Id="rId219" Type="http://schemas.openxmlformats.org/officeDocument/2006/relationships/tags" Target="../tags/tag356.xml"/><Relationship Id="rId220" Type="http://schemas.openxmlformats.org/officeDocument/2006/relationships/tags" Target="../tags/tag357.xml"/><Relationship Id="rId221" Type="http://schemas.openxmlformats.org/officeDocument/2006/relationships/tags" Target="../tags/tag358.xml"/><Relationship Id="rId222" Type="http://schemas.openxmlformats.org/officeDocument/2006/relationships/tags" Target="../tags/tag359.xml"/><Relationship Id="rId223" Type="http://schemas.openxmlformats.org/officeDocument/2006/relationships/tags" Target="../tags/tag360.xml"/><Relationship Id="rId224" Type="http://schemas.openxmlformats.org/officeDocument/2006/relationships/tags" Target="../tags/tag361.xml"/><Relationship Id="rId225" Type="http://schemas.openxmlformats.org/officeDocument/2006/relationships/tags" Target="../tags/tag362.xml"/><Relationship Id="rId226" Type="http://schemas.openxmlformats.org/officeDocument/2006/relationships/tags" Target="../tags/tag363.xml"/><Relationship Id="rId227" Type="http://schemas.openxmlformats.org/officeDocument/2006/relationships/tags" Target="../tags/tag364.xml"/><Relationship Id="rId228" Type="http://schemas.openxmlformats.org/officeDocument/2006/relationships/tags" Target="../tags/tag365.xml"/><Relationship Id="rId229" Type="http://schemas.openxmlformats.org/officeDocument/2006/relationships/tags" Target="../tags/tag366.xml"/><Relationship Id="rId230" Type="http://schemas.openxmlformats.org/officeDocument/2006/relationships/tags" Target="../tags/tag367.xml"/><Relationship Id="rId231" Type="http://schemas.openxmlformats.org/officeDocument/2006/relationships/tags" Target="../tags/tag368.xml"/><Relationship Id="rId232" Type="http://schemas.openxmlformats.org/officeDocument/2006/relationships/tags" Target="../tags/tag369.xml"/><Relationship Id="rId233" Type="http://schemas.openxmlformats.org/officeDocument/2006/relationships/tags" Target="../tags/tag370.xml"/><Relationship Id="rId234" Type="http://schemas.openxmlformats.org/officeDocument/2006/relationships/tags" Target="../tags/tag371.xml"/><Relationship Id="rId235" Type="http://schemas.openxmlformats.org/officeDocument/2006/relationships/tags" Target="../tags/tag372.xml"/><Relationship Id="rId236" Type="http://schemas.openxmlformats.org/officeDocument/2006/relationships/tags" Target="../tags/tag373.xml"/><Relationship Id="rId237" Type="http://schemas.openxmlformats.org/officeDocument/2006/relationships/tags" Target="../tags/tag374.xml"/><Relationship Id="rId238" Type="http://schemas.openxmlformats.org/officeDocument/2006/relationships/tags" Target="../tags/tag375.xml"/><Relationship Id="rId239" Type="http://schemas.openxmlformats.org/officeDocument/2006/relationships/tags" Target="../tags/tag376.xml"/><Relationship Id="rId240" Type="http://schemas.openxmlformats.org/officeDocument/2006/relationships/tags" Target="../tags/tag377.xml"/><Relationship Id="rId241" Type="http://schemas.openxmlformats.org/officeDocument/2006/relationships/tags" Target="../tags/tag378.xml"/><Relationship Id="rId242" Type="http://schemas.openxmlformats.org/officeDocument/2006/relationships/tags" Target="../tags/tag379.xml"/><Relationship Id="rId243" Type="http://schemas.openxmlformats.org/officeDocument/2006/relationships/tags" Target="../tags/tag380.xml"/><Relationship Id="rId244" Type="http://schemas.openxmlformats.org/officeDocument/2006/relationships/tags" Target="../tags/tag381.xml"/><Relationship Id="rId245" Type="http://schemas.openxmlformats.org/officeDocument/2006/relationships/tags" Target="../tags/tag382.xml"/><Relationship Id="rId246" Type="http://schemas.openxmlformats.org/officeDocument/2006/relationships/tags" Target="../tags/tag383.xml"/><Relationship Id="rId247" Type="http://schemas.openxmlformats.org/officeDocument/2006/relationships/tags" Target="../tags/tag384.xml"/><Relationship Id="rId248" Type="http://schemas.openxmlformats.org/officeDocument/2006/relationships/tags" Target="../tags/tag385.xml"/><Relationship Id="rId249" Type="http://schemas.openxmlformats.org/officeDocument/2006/relationships/tags" Target="../tags/tag386.xml"/><Relationship Id="rId250" Type="http://schemas.openxmlformats.org/officeDocument/2006/relationships/tags" Target="../tags/tag387.xml"/><Relationship Id="rId251" Type="http://schemas.openxmlformats.org/officeDocument/2006/relationships/tags" Target="../tags/tag388.xml"/><Relationship Id="rId252" Type="http://schemas.openxmlformats.org/officeDocument/2006/relationships/tags" Target="../tags/tag389.xml"/><Relationship Id="rId253" Type="http://schemas.openxmlformats.org/officeDocument/2006/relationships/tags" Target="../tags/tag390.xml"/><Relationship Id="rId254" Type="http://schemas.openxmlformats.org/officeDocument/2006/relationships/tags" Target="../tags/tag391.xml"/><Relationship Id="rId255" Type="http://schemas.openxmlformats.org/officeDocument/2006/relationships/tags" Target="../tags/tag392.xml"/><Relationship Id="rId256" Type="http://schemas.openxmlformats.org/officeDocument/2006/relationships/tags" Target="../tags/tag393.xml"/><Relationship Id="rId257" Type="http://schemas.openxmlformats.org/officeDocument/2006/relationships/tags" Target="../tags/tag394.xml"/><Relationship Id="rId258" Type="http://schemas.openxmlformats.org/officeDocument/2006/relationships/tags" Target="../tags/tag395.xml"/><Relationship Id="rId259" Type="http://schemas.openxmlformats.org/officeDocument/2006/relationships/tags" Target="../tags/tag396.xml"/><Relationship Id="rId260" Type="http://schemas.openxmlformats.org/officeDocument/2006/relationships/tags" Target="../tags/tag397.xml"/><Relationship Id="rId261" Type="http://schemas.openxmlformats.org/officeDocument/2006/relationships/tags" Target="../tags/tag398.xml"/><Relationship Id="rId262" Type="http://schemas.openxmlformats.org/officeDocument/2006/relationships/tags" Target="../tags/tag399.xml"/><Relationship Id="rId263" Type="http://schemas.openxmlformats.org/officeDocument/2006/relationships/tags" Target="../tags/tag400.xml"/><Relationship Id="rId264" Type="http://schemas.openxmlformats.org/officeDocument/2006/relationships/tags" Target="../tags/tag401.xml"/><Relationship Id="rId265" Type="http://schemas.openxmlformats.org/officeDocument/2006/relationships/tags" Target="../tags/tag402.xml"/><Relationship Id="rId266" Type="http://schemas.openxmlformats.org/officeDocument/2006/relationships/tags" Target="../tags/tag403.xml"/><Relationship Id="rId267" Type="http://schemas.openxmlformats.org/officeDocument/2006/relationships/tags" Target="../tags/tag404.xml"/><Relationship Id="rId268" Type="http://schemas.openxmlformats.org/officeDocument/2006/relationships/tags" Target="../tags/tag405.xml"/><Relationship Id="rId269" Type="http://schemas.openxmlformats.org/officeDocument/2006/relationships/tags" Target="../tags/tag406.xml"/><Relationship Id="rId270" Type="http://schemas.openxmlformats.org/officeDocument/2006/relationships/tags" Target="../tags/tag407.xml"/><Relationship Id="rId271" Type="http://schemas.openxmlformats.org/officeDocument/2006/relationships/tags" Target="../tags/tag408.xml"/><Relationship Id="rId272" Type="http://schemas.openxmlformats.org/officeDocument/2006/relationships/tags" Target="../tags/tag409.xml"/><Relationship Id="rId273" Type="http://schemas.openxmlformats.org/officeDocument/2006/relationships/tags" Target="../tags/tag410.xml"/><Relationship Id="rId274" Type="http://schemas.openxmlformats.org/officeDocument/2006/relationships/tags" Target="../tags/tag411.xml"/><Relationship Id="rId275" Type="http://schemas.openxmlformats.org/officeDocument/2006/relationships/tags" Target="../tags/tag412.xml"/><Relationship Id="rId276" Type="http://schemas.openxmlformats.org/officeDocument/2006/relationships/tags" Target="../tags/tag413.xml"/><Relationship Id="rId277" Type="http://schemas.openxmlformats.org/officeDocument/2006/relationships/tags" Target="../tags/tag414.xml"/><Relationship Id="rId278" Type="http://schemas.openxmlformats.org/officeDocument/2006/relationships/tags" Target="../tags/tag415.xml"/><Relationship Id="rId279" Type="http://schemas.openxmlformats.org/officeDocument/2006/relationships/tags" Target="../tags/tag416.xml"/><Relationship Id="rId280" Type="http://schemas.openxmlformats.org/officeDocument/2006/relationships/tags" Target="../tags/tag417.xml"/><Relationship Id="rId281" Type="http://schemas.openxmlformats.org/officeDocument/2006/relationships/tags" Target="../tags/tag418.xml"/><Relationship Id="rId282" Type="http://schemas.openxmlformats.org/officeDocument/2006/relationships/tags" Target="../tags/tag419.xml"/><Relationship Id="rId283" Type="http://schemas.openxmlformats.org/officeDocument/2006/relationships/tags" Target="../tags/tag420.xml"/><Relationship Id="rId284" Type="http://schemas.openxmlformats.org/officeDocument/2006/relationships/tags" Target="../tags/tag421.xml"/><Relationship Id="rId285" Type="http://schemas.openxmlformats.org/officeDocument/2006/relationships/tags" Target="../tags/tag422.xml"/><Relationship Id="rId286" Type="http://schemas.openxmlformats.org/officeDocument/2006/relationships/tags" Target="../tags/tag423.xml"/><Relationship Id="rId287" Type="http://schemas.openxmlformats.org/officeDocument/2006/relationships/tags" Target="../tags/tag424.xml"/><Relationship Id="rId288" Type="http://schemas.openxmlformats.org/officeDocument/2006/relationships/tags" Target="../tags/tag425.xml"/><Relationship Id="rId289" Type="http://schemas.openxmlformats.org/officeDocument/2006/relationships/tags" Target="../tags/tag426.xml"/><Relationship Id="rId290" Type="http://schemas.openxmlformats.org/officeDocument/2006/relationships/tags" Target="../tags/tag427.xml"/><Relationship Id="rId291" Type="http://schemas.openxmlformats.org/officeDocument/2006/relationships/tags" Target="../tags/tag428.xml"/><Relationship Id="rId292" Type="http://schemas.openxmlformats.org/officeDocument/2006/relationships/tags" Target="../tags/tag429.xml"/><Relationship Id="rId293" Type="http://schemas.openxmlformats.org/officeDocument/2006/relationships/tags" Target="../tags/tag430.xml"/><Relationship Id="rId294" Type="http://schemas.openxmlformats.org/officeDocument/2006/relationships/tags" Target="../tags/tag431.xml"/><Relationship Id="rId295" Type="http://schemas.openxmlformats.org/officeDocument/2006/relationships/tags" Target="../tags/tag432.xml"/><Relationship Id="rId296" Type="http://schemas.openxmlformats.org/officeDocument/2006/relationships/tags" Target="../tags/tag433.xml"/><Relationship Id="rId297" Type="http://schemas.openxmlformats.org/officeDocument/2006/relationships/tags" Target="../tags/tag434.xml"/><Relationship Id="rId298" Type="http://schemas.openxmlformats.org/officeDocument/2006/relationships/tags" Target="../tags/tag435.xml"/><Relationship Id="rId299" Type="http://schemas.openxmlformats.org/officeDocument/2006/relationships/tags" Target="../tags/tag436.xml"/><Relationship Id="rId300" Type="http://schemas.openxmlformats.org/officeDocument/2006/relationships/tags" Target="../tags/tag437.xml"/><Relationship Id="rId301" Type="http://schemas.openxmlformats.org/officeDocument/2006/relationships/tags" Target="../tags/tag438.xml"/><Relationship Id="rId302" Type="http://schemas.openxmlformats.org/officeDocument/2006/relationships/tags" Target="../tags/tag439.xml"/><Relationship Id="rId303" Type="http://schemas.openxmlformats.org/officeDocument/2006/relationships/tags" Target="../tags/tag440.xml"/><Relationship Id="rId304" Type="http://schemas.openxmlformats.org/officeDocument/2006/relationships/tags" Target="../tags/tag441.xml"/><Relationship Id="rId305" Type="http://schemas.openxmlformats.org/officeDocument/2006/relationships/tags" Target="../tags/tag442.xml"/><Relationship Id="rId306" Type="http://schemas.openxmlformats.org/officeDocument/2006/relationships/tags" Target="../tags/tag443.xml"/><Relationship Id="rId307" Type="http://schemas.openxmlformats.org/officeDocument/2006/relationships/tags" Target="../tags/tag444.xml"/><Relationship Id="rId308" Type="http://schemas.openxmlformats.org/officeDocument/2006/relationships/tags" Target="../tags/tag445.xml"/><Relationship Id="rId309" Type="http://schemas.openxmlformats.org/officeDocument/2006/relationships/tags" Target="../tags/tag446.xml"/><Relationship Id="rId310" Type="http://schemas.openxmlformats.org/officeDocument/2006/relationships/tags" Target="../tags/tag447.xml"/><Relationship Id="rId311" Type="http://schemas.openxmlformats.org/officeDocument/2006/relationships/tags" Target="../tags/tag448.xml"/><Relationship Id="rId312" Type="http://schemas.openxmlformats.org/officeDocument/2006/relationships/tags" Target="../tags/tag449.xml"/><Relationship Id="rId313" Type="http://schemas.openxmlformats.org/officeDocument/2006/relationships/tags" Target="../tags/tag450.xml"/><Relationship Id="rId314" Type="http://schemas.openxmlformats.org/officeDocument/2006/relationships/tags" Target="../tags/tag451.xml"/><Relationship Id="rId315" Type="http://schemas.openxmlformats.org/officeDocument/2006/relationships/tags" Target="../tags/tag452.xml"/><Relationship Id="rId316" Type="http://schemas.openxmlformats.org/officeDocument/2006/relationships/tags" Target="../tags/tag453.xml"/><Relationship Id="rId317" Type="http://schemas.openxmlformats.org/officeDocument/2006/relationships/tags" Target="../tags/tag454.xml"/><Relationship Id="rId318" Type="http://schemas.openxmlformats.org/officeDocument/2006/relationships/slideLayout" Target="../slideLayouts/slideLayout67.xml"/><Relationship Id="rId319" Type="http://schemas.openxmlformats.org/officeDocument/2006/relationships/image" Target="../media/image13.png"/><Relationship Id="rId320" Type="http://schemas.openxmlformats.org/officeDocument/2006/relationships/image" Target="../media/image14.png"/><Relationship Id="rId321" Type="http://schemas.openxmlformats.org/officeDocument/2006/relationships/image" Target="../media/image15.png"/><Relationship Id="rId322" Type="http://schemas.openxmlformats.org/officeDocument/2006/relationships/image" Target="../media/image16.jpeg"/><Relationship Id="rId323" Type="http://schemas.openxmlformats.org/officeDocument/2006/relationships/image" Target="../media/image17.jpeg"/><Relationship Id="rId324" Type="http://schemas.openxmlformats.org/officeDocument/2006/relationships/image" Target="../media/image18.jpeg"/></Relationships>
</file>

<file path=ppt/slides/_rels/slide11.xml.rels><?xml version='1.0' encoding='UTF-8' standalone='yes'?>
<Relationships xmlns="http://schemas.openxmlformats.org/package/2006/relationships"><Relationship Id="rId1" Type="http://schemas.openxmlformats.org/officeDocument/2006/relationships/tags" Target="../tags/tag455.xml"/><Relationship Id="rId2" Type="http://schemas.openxmlformats.org/officeDocument/2006/relationships/tags" Target="../tags/tag456.xml"/><Relationship Id="rId3" Type="http://schemas.openxmlformats.org/officeDocument/2006/relationships/tags" Target="../tags/tag457.xml"/><Relationship Id="rId4" Type="http://schemas.openxmlformats.org/officeDocument/2006/relationships/tags" Target="../tags/tag458.xml"/><Relationship Id="rId5" Type="http://schemas.openxmlformats.org/officeDocument/2006/relationships/tags" Target="../tags/tag459.xml"/><Relationship Id="rId6" Type="http://schemas.openxmlformats.org/officeDocument/2006/relationships/tags" Target="../tags/tag460.xml"/><Relationship Id="rId7" Type="http://schemas.openxmlformats.org/officeDocument/2006/relationships/tags" Target="../tags/tag461.xml"/><Relationship Id="rId8" Type="http://schemas.openxmlformats.org/officeDocument/2006/relationships/tags" Target="../tags/tag462.xml"/><Relationship Id="rId9" Type="http://schemas.openxmlformats.org/officeDocument/2006/relationships/tags" Target="../tags/tag463.xml"/><Relationship Id="rId10" Type="http://schemas.openxmlformats.org/officeDocument/2006/relationships/tags" Target="../tags/tag464.xml"/><Relationship Id="rId11" Type="http://schemas.openxmlformats.org/officeDocument/2006/relationships/slideLayout" Target="../slideLayouts/slideLayout6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4.xml.rels><?xml version='1.0' encoding='UTF-8' standalone='yes'?>
<Relationships xmlns="http://schemas.openxmlformats.org/package/2006/relationships"><Relationship Id="rId1" Type="http://schemas.openxmlformats.org/officeDocument/2006/relationships/tags" Target="../tags/tag465.xml"/><Relationship Id="rId2" Type="http://schemas.openxmlformats.org/officeDocument/2006/relationships/tags" Target="../tags/tag466.xml"/><Relationship Id="rId3" Type="http://schemas.openxmlformats.org/officeDocument/2006/relationships/tags" Target="../tags/tag467.xml"/><Relationship Id="rId4" Type="http://schemas.openxmlformats.org/officeDocument/2006/relationships/tags" Target="../tags/tag468.xml"/><Relationship Id="rId5" Type="http://schemas.openxmlformats.org/officeDocument/2006/relationships/slideLayout" Target="../slideLayouts/slideLayout6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6.xml.rels><?xml version='1.0' encoding='UTF-8' standalone='yes'?>
<Relationships xmlns="http://schemas.openxmlformats.org/package/2006/relationships"><Relationship Id="rId1" Type="http://schemas.openxmlformats.org/officeDocument/2006/relationships/tags" Target="../tags/tag469.xml"/><Relationship Id="rId2" Type="http://schemas.openxmlformats.org/officeDocument/2006/relationships/tags" Target="../tags/tag470.xml"/><Relationship Id="rId3" Type="http://schemas.openxmlformats.org/officeDocument/2006/relationships/tags" Target="../tags/tag471.xml"/><Relationship Id="rId4" Type="http://schemas.openxmlformats.org/officeDocument/2006/relationships/tags" Target="../tags/tag472.xml"/><Relationship Id="rId5" Type="http://schemas.openxmlformats.org/officeDocument/2006/relationships/tags" Target="../tags/tag473.xml"/><Relationship Id="rId6" Type="http://schemas.openxmlformats.org/officeDocument/2006/relationships/tags" Target="../tags/tag474.xml"/><Relationship Id="rId7" Type="http://schemas.openxmlformats.org/officeDocument/2006/relationships/tags" Target="../tags/tag475.xml"/><Relationship Id="rId8" Type="http://schemas.openxmlformats.org/officeDocument/2006/relationships/tags" Target="../tags/tag476.xml"/><Relationship Id="rId9" Type="http://schemas.openxmlformats.org/officeDocument/2006/relationships/slideLayout" Target="../slideLayouts/slideLayout67.xml"/></Relationships>
</file>

<file path=ppt/slides/_rels/slide17.xml.rels><?xml version='1.0' encoding='UTF-8' standalone='yes'?>
<Relationships xmlns="http://schemas.openxmlformats.org/package/2006/relationships"><Relationship Id="rId1" Type="http://schemas.openxmlformats.org/officeDocument/2006/relationships/tags" Target="../tags/tag477.xml"/><Relationship Id="rId2" Type="http://schemas.openxmlformats.org/officeDocument/2006/relationships/tags" Target="../tags/tag478.xml"/><Relationship Id="rId3" Type="http://schemas.openxmlformats.org/officeDocument/2006/relationships/tags" Target="../tags/tag479.xml"/><Relationship Id="rId4" Type="http://schemas.openxmlformats.org/officeDocument/2006/relationships/tags" Target="../tags/tag480.xml"/><Relationship Id="rId5" Type="http://schemas.openxmlformats.org/officeDocument/2006/relationships/tags" Target="../tags/tag481.xml"/><Relationship Id="rId6" Type="http://schemas.openxmlformats.org/officeDocument/2006/relationships/tags" Target="../tags/tag482.xml"/><Relationship Id="rId7" Type="http://schemas.openxmlformats.org/officeDocument/2006/relationships/tags" Target="../tags/tag483.xml"/><Relationship Id="rId8" Type="http://schemas.openxmlformats.org/officeDocument/2006/relationships/tags" Target="../tags/tag484.xml"/><Relationship Id="rId9" Type="http://schemas.openxmlformats.org/officeDocument/2006/relationships/tags" Target="../tags/tag485.xml"/><Relationship Id="rId10" Type="http://schemas.openxmlformats.org/officeDocument/2006/relationships/tags" Target="../tags/tag486.xml"/><Relationship Id="rId11" Type="http://schemas.openxmlformats.org/officeDocument/2006/relationships/slideLayout" Target="../slideLayouts/slideLayout67.xml"/><Relationship Id="rId12" Type="http://schemas.openxmlformats.org/officeDocument/2006/relationships/image" Target="../media/image19.jpeg"/><Relationship Id="rId13" Type="http://schemas.microsoft.com/office/2007/relationships/hdphoto" Target="../media/hdphoto10.wdp"/><Relationship Id="rId14" Type="http://schemas.openxmlformats.org/officeDocument/2006/relationships/image" Target="../media/image20.jpeg"/><Relationship Id="rId15" Type="http://schemas.microsoft.com/office/2007/relationships/hdphoto" Target="../media/hdphoto11.wdp"/><Relationship Id="rId16" Type="http://schemas.openxmlformats.org/officeDocument/2006/relationships/image" Target="../media/image21.jpeg"/><Relationship Id="rId17" Type="http://schemas.microsoft.com/office/2007/relationships/hdphoto" Target="../media/hdphoto12.wdp"/><Relationship Id="rId18" Type="http://schemas.openxmlformats.org/officeDocument/2006/relationships/image" Target="../media/image22.jpeg"/><Relationship Id="rId19" Type="http://schemas.microsoft.com/office/2007/relationships/hdphoto" Target="../media/hdphoto13.wdp"/></Relationships>
</file>

<file path=ppt/slides/_rels/slide18.xml.rels><?xml version='1.0' encoding='UTF-8' standalone='yes'?>
<Relationships xmlns="http://schemas.openxmlformats.org/package/2006/relationships"><Relationship Id="rId1" Type="http://schemas.openxmlformats.org/officeDocument/2006/relationships/tags" Target="../tags/tag487.xml"/><Relationship Id="rId2" Type="http://schemas.openxmlformats.org/officeDocument/2006/relationships/tags" Target="../tags/tag488.xml"/><Relationship Id="rId3" Type="http://schemas.openxmlformats.org/officeDocument/2006/relationships/tags" Target="../tags/tag489.xml"/><Relationship Id="rId4" Type="http://schemas.openxmlformats.org/officeDocument/2006/relationships/tags" Target="../tags/tag490.xml"/><Relationship Id="rId5" Type="http://schemas.openxmlformats.org/officeDocument/2006/relationships/tags" Target="../tags/tag491.xml"/><Relationship Id="rId6" Type="http://schemas.openxmlformats.org/officeDocument/2006/relationships/tags" Target="../tags/tag492.xml"/><Relationship Id="rId7" Type="http://schemas.openxmlformats.org/officeDocument/2006/relationships/tags" Target="../tags/tag493.xml"/><Relationship Id="rId8" Type="http://schemas.openxmlformats.org/officeDocument/2006/relationships/tags" Target="../tags/tag494.xml"/><Relationship Id="rId9" Type="http://schemas.openxmlformats.org/officeDocument/2006/relationships/tags" Target="../tags/tag495.xml"/><Relationship Id="rId10" Type="http://schemas.openxmlformats.org/officeDocument/2006/relationships/tags" Target="../tags/tag496.xml"/><Relationship Id="rId11" Type="http://schemas.openxmlformats.org/officeDocument/2006/relationships/tags" Target="../tags/tag497.xml"/><Relationship Id="rId12" Type="http://schemas.openxmlformats.org/officeDocument/2006/relationships/tags" Target="../tags/tag498.xml"/><Relationship Id="rId13" Type="http://schemas.openxmlformats.org/officeDocument/2006/relationships/tags" Target="../tags/tag499.xml"/><Relationship Id="rId14" Type="http://schemas.openxmlformats.org/officeDocument/2006/relationships/tags" Target="../tags/tag500.xml"/><Relationship Id="rId15" Type="http://schemas.openxmlformats.org/officeDocument/2006/relationships/tags" Target="../tags/tag501.xml"/><Relationship Id="rId16" Type="http://schemas.openxmlformats.org/officeDocument/2006/relationships/tags" Target="../tags/tag502.xml"/><Relationship Id="rId17" Type="http://schemas.openxmlformats.org/officeDocument/2006/relationships/tags" Target="../tags/tag503.xml"/><Relationship Id="rId18" Type="http://schemas.openxmlformats.org/officeDocument/2006/relationships/tags" Target="../tags/tag504.xml"/><Relationship Id="rId19" Type="http://schemas.openxmlformats.org/officeDocument/2006/relationships/slideLayout" Target="../slideLayouts/slideLayout6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1.xml"/><Relationship Id="rId3" Type="http://schemas.openxmlformats.org/officeDocument/2006/relationships/image" Target="../media/image23.jpeg"/><Relationship Id="rId4" Type="http://schemas.microsoft.com/office/2007/relationships/hdphoto" Target="../media/hdphoto14.wdp"/><Relationship Id="rId5" Type="http://schemas.openxmlformats.org/officeDocument/2006/relationships/image" Target="../media/image24.jpeg"/><Relationship Id="rId6" Type="http://schemas.microsoft.com/office/2007/relationships/hdphoto" Target="../media/hdphoto15.wdp"/></Relationships>
</file>

<file path=ppt/slides/_rels/slide20.xml.rels><?xml version='1.0' encoding='UTF-8' standalone='yes'?>
<Relationships xmlns="http://schemas.openxmlformats.org/package/2006/relationships"><Relationship Id="rId1" Type="http://schemas.openxmlformats.org/officeDocument/2006/relationships/tags" Target="../tags/tag505.xml"/><Relationship Id="rId2" Type="http://schemas.openxmlformats.org/officeDocument/2006/relationships/tags" Target="../tags/tag506.xml"/><Relationship Id="rId3" Type="http://schemas.openxmlformats.org/officeDocument/2006/relationships/tags" Target="../tags/tag507.xml"/><Relationship Id="rId4" Type="http://schemas.openxmlformats.org/officeDocument/2006/relationships/tags" Target="../tags/tag508.xml"/><Relationship Id="rId5" Type="http://schemas.openxmlformats.org/officeDocument/2006/relationships/tags" Target="../tags/tag509.xml"/><Relationship Id="rId6" Type="http://schemas.openxmlformats.org/officeDocument/2006/relationships/tags" Target="../tags/tag510.xml"/><Relationship Id="rId7" Type="http://schemas.openxmlformats.org/officeDocument/2006/relationships/tags" Target="../tags/tag511.xml"/><Relationship Id="rId8" Type="http://schemas.openxmlformats.org/officeDocument/2006/relationships/tags" Target="../tags/tag512.xml"/><Relationship Id="rId9" Type="http://schemas.openxmlformats.org/officeDocument/2006/relationships/slideLayout" Target="../slideLayouts/slideLayout66.xml"/></Relationships>
</file>

<file path=ppt/slides/_rels/slide21.xml.rels><?xml version='1.0' encoding='UTF-8' standalone='yes'?>
<Relationships xmlns="http://schemas.openxmlformats.org/package/2006/relationships"><Relationship Id="rId1" Type="http://schemas.openxmlformats.org/officeDocument/2006/relationships/tags" Target="../tags/tag513.xml"/><Relationship Id="rId2" Type="http://schemas.openxmlformats.org/officeDocument/2006/relationships/tags" Target="../tags/tag514.xml"/><Relationship Id="rId3" Type="http://schemas.openxmlformats.org/officeDocument/2006/relationships/tags" Target="../tags/tag515.xml"/><Relationship Id="rId4" Type="http://schemas.openxmlformats.org/officeDocument/2006/relationships/tags" Target="../tags/tag516.xml"/><Relationship Id="rId5" Type="http://schemas.openxmlformats.org/officeDocument/2006/relationships/tags" Target="../tags/tag517.xml"/><Relationship Id="rId6" Type="http://schemas.openxmlformats.org/officeDocument/2006/relationships/tags" Target="../tags/tag518.xml"/><Relationship Id="rId7" Type="http://schemas.openxmlformats.org/officeDocument/2006/relationships/tags" Target="../tags/tag519.xml"/><Relationship Id="rId8" Type="http://schemas.openxmlformats.org/officeDocument/2006/relationships/slideLayout" Target="../slideLayouts/slideLayout67.xml"/><Relationship Id="rId9" Type="http://schemas.openxmlformats.org/officeDocument/2006/relationships/image" Target="../media/image25.jpeg"/><Relationship Id="rId10" Type="http://schemas.microsoft.com/office/2007/relationships/hdphoto" Target="../media/hdphoto16.wdp"/></Relationships>
</file>

<file path=ppt/slides/_rels/slide22.xml.rels><?xml version='1.0' encoding='UTF-8' standalone='yes'?>
<Relationships xmlns="http://schemas.openxmlformats.org/package/2006/relationships"><Relationship Id="rId1" Type="http://schemas.openxmlformats.org/officeDocument/2006/relationships/tags" Target="../tags/tag520.xml"/><Relationship Id="rId2" Type="http://schemas.openxmlformats.org/officeDocument/2006/relationships/tags" Target="../tags/tag521.xml"/><Relationship Id="rId3" Type="http://schemas.openxmlformats.org/officeDocument/2006/relationships/tags" Target="../tags/tag522.xml"/><Relationship Id="rId4" Type="http://schemas.openxmlformats.org/officeDocument/2006/relationships/tags" Target="../tags/tag523.xml"/><Relationship Id="rId5" Type="http://schemas.openxmlformats.org/officeDocument/2006/relationships/tags" Target="../tags/tag524.xml"/><Relationship Id="rId6" Type="http://schemas.openxmlformats.org/officeDocument/2006/relationships/tags" Target="../tags/tag525.xml"/><Relationship Id="rId7" Type="http://schemas.openxmlformats.org/officeDocument/2006/relationships/tags" Target="../tags/tag526.xml"/><Relationship Id="rId8" Type="http://schemas.openxmlformats.org/officeDocument/2006/relationships/tags" Target="../tags/tag527.xml"/><Relationship Id="rId9" Type="http://schemas.openxmlformats.org/officeDocument/2006/relationships/tags" Target="../tags/tag528.xml"/><Relationship Id="rId10" Type="http://schemas.openxmlformats.org/officeDocument/2006/relationships/tags" Target="../tags/tag529.xml"/><Relationship Id="rId11" Type="http://schemas.openxmlformats.org/officeDocument/2006/relationships/tags" Target="../tags/tag530.xml"/><Relationship Id="rId12" Type="http://schemas.openxmlformats.org/officeDocument/2006/relationships/tags" Target="../tags/tag531.xml"/><Relationship Id="rId13" Type="http://schemas.openxmlformats.org/officeDocument/2006/relationships/tags" Target="../tags/tag532.xml"/><Relationship Id="rId14" Type="http://schemas.openxmlformats.org/officeDocument/2006/relationships/tags" Target="../tags/tag533.xml"/><Relationship Id="rId15" Type="http://schemas.openxmlformats.org/officeDocument/2006/relationships/tags" Target="../tags/tag534.xml"/><Relationship Id="rId16" Type="http://schemas.openxmlformats.org/officeDocument/2006/relationships/tags" Target="../tags/tag535.xml"/><Relationship Id="rId17" Type="http://schemas.openxmlformats.org/officeDocument/2006/relationships/tags" Target="../tags/tag536.xml"/><Relationship Id="rId18" Type="http://schemas.openxmlformats.org/officeDocument/2006/relationships/tags" Target="../tags/tag537.xml"/><Relationship Id="rId19" Type="http://schemas.openxmlformats.org/officeDocument/2006/relationships/tags" Target="../tags/tag538.xml"/><Relationship Id="rId20" Type="http://schemas.openxmlformats.org/officeDocument/2006/relationships/tags" Target="../tags/tag539.xml"/><Relationship Id="rId21" Type="http://schemas.openxmlformats.org/officeDocument/2006/relationships/tags" Target="../tags/tag540.xml"/><Relationship Id="rId22" Type="http://schemas.openxmlformats.org/officeDocument/2006/relationships/tags" Target="../tags/tag541.xml"/><Relationship Id="rId23" Type="http://schemas.openxmlformats.org/officeDocument/2006/relationships/tags" Target="../tags/tag542.xml"/><Relationship Id="rId24" Type="http://schemas.openxmlformats.org/officeDocument/2006/relationships/tags" Target="../tags/tag543.xml"/><Relationship Id="rId25" Type="http://schemas.openxmlformats.org/officeDocument/2006/relationships/tags" Target="../tags/tag544.xml"/><Relationship Id="rId26" Type="http://schemas.openxmlformats.org/officeDocument/2006/relationships/tags" Target="../tags/tag545.xml"/><Relationship Id="rId27" Type="http://schemas.openxmlformats.org/officeDocument/2006/relationships/tags" Target="../tags/tag546.xml"/><Relationship Id="rId28" Type="http://schemas.openxmlformats.org/officeDocument/2006/relationships/tags" Target="../tags/tag547.xml"/><Relationship Id="rId29" Type="http://schemas.openxmlformats.org/officeDocument/2006/relationships/tags" Target="../tags/tag548.xml"/><Relationship Id="rId30" Type="http://schemas.openxmlformats.org/officeDocument/2006/relationships/tags" Target="../tags/tag549.xml"/><Relationship Id="rId31" Type="http://schemas.openxmlformats.org/officeDocument/2006/relationships/tags" Target="../tags/tag550.xml"/><Relationship Id="rId32" Type="http://schemas.openxmlformats.org/officeDocument/2006/relationships/tags" Target="../tags/tag551.xml"/><Relationship Id="rId33" Type="http://schemas.openxmlformats.org/officeDocument/2006/relationships/tags" Target="../tags/tag552.xml"/><Relationship Id="rId34" Type="http://schemas.openxmlformats.org/officeDocument/2006/relationships/tags" Target="../tags/tag553.xml"/><Relationship Id="rId35" Type="http://schemas.openxmlformats.org/officeDocument/2006/relationships/tags" Target="../tags/tag554.xml"/><Relationship Id="rId36" Type="http://schemas.openxmlformats.org/officeDocument/2006/relationships/tags" Target="../tags/tag555.xml"/><Relationship Id="rId37" Type="http://schemas.openxmlformats.org/officeDocument/2006/relationships/tags" Target="../tags/tag556.xml"/><Relationship Id="rId38" Type="http://schemas.openxmlformats.org/officeDocument/2006/relationships/tags" Target="../tags/tag557.xml"/><Relationship Id="rId39" Type="http://schemas.openxmlformats.org/officeDocument/2006/relationships/tags" Target="../tags/tag558.xml"/><Relationship Id="rId40" Type="http://schemas.openxmlformats.org/officeDocument/2006/relationships/tags" Target="../tags/tag559.xml"/><Relationship Id="rId41" Type="http://schemas.openxmlformats.org/officeDocument/2006/relationships/tags" Target="../tags/tag560.xml"/><Relationship Id="rId42" Type="http://schemas.openxmlformats.org/officeDocument/2006/relationships/tags" Target="../tags/tag561.xml"/><Relationship Id="rId43" Type="http://schemas.openxmlformats.org/officeDocument/2006/relationships/tags" Target="../tags/tag562.xml"/><Relationship Id="rId44" Type="http://schemas.openxmlformats.org/officeDocument/2006/relationships/tags" Target="../tags/tag563.xml"/><Relationship Id="rId45" Type="http://schemas.openxmlformats.org/officeDocument/2006/relationships/tags" Target="../tags/tag564.xml"/><Relationship Id="rId46" Type="http://schemas.openxmlformats.org/officeDocument/2006/relationships/tags" Target="../tags/tag565.xml"/><Relationship Id="rId47" Type="http://schemas.openxmlformats.org/officeDocument/2006/relationships/tags" Target="../tags/tag566.xml"/><Relationship Id="rId48" Type="http://schemas.openxmlformats.org/officeDocument/2006/relationships/tags" Target="../tags/tag567.xml"/><Relationship Id="rId49" Type="http://schemas.openxmlformats.org/officeDocument/2006/relationships/tags" Target="../tags/tag568.xml"/><Relationship Id="rId50" Type="http://schemas.openxmlformats.org/officeDocument/2006/relationships/tags" Target="../tags/tag569.xml"/><Relationship Id="rId51" Type="http://schemas.openxmlformats.org/officeDocument/2006/relationships/tags" Target="../tags/tag570.xml"/><Relationship Id="rId52" Type="http://schemas.openxmlformats.org/officeDocument/2006/relationships/tags" Target="../tags/tag571.xml"/><Relationship Id="rId53" Type="http://schemas.openxmlformats.org/officeDocument/2006/relationships/slideLayout" Target="../slideLayouts/slideLayout72.xml"/><Relationship Id="rId54" Type="http://schemas.openxmlformats.org/officeDocument/2006/relationships/image" Target="../media/image26.jpeg"/><Relationship Id="rId55" Type="http://schemas.microsoft.com/office/2007/relationships/hdphoto" Target="../media/hdphoto17.wdp"/><Relationship Id="rId56" Type="http://schemas.openxmlformats.org/officeDocument/2006/relationships/image" Target="../media/image27.jpeg"/><Relationship Id="rId57" Type="http://schemas.microsoft.com/office/2007/relationships/hdphoto" Target="../media/hdphoto18.wdp"/><Relationship Id="rId58" Type="http://schemas.openxmlformats.org/officeDocument/2006/relationships/image" Target="../media/image28.jpeg"/><Relationship Id="rId59" Type="http://schemas.microsoft.com/office/2007/relationships/hdphoto" Target="../media/hdphoto19.wdp"/><Relationship Id="rId60" Type="http://schemas.openxmlformats.org/officeDocument/2006/relationships/image" Target="../media/image29.jpeg"/><Relationship Id="rId61" Type="http://schemas.microsoft.com/office/2007/relationships/hdphoto" Target="../media/hdphoto20.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30.png"/><Relationship Id="rId3" Type="http://schemas.openxmlformats.org/officeDocument/2006/relationships/image" Target="../media/image31.jpeg"/><Relationship Id="rId4" Type="http://schemas.openxmlformats.org/officeDocument/2006/relationships/image" Target="../media/image32.jpeg"/><Relationship Id="rId5" Type="http://schemas.openxmlformats.org/officeDocument/2006/relationships/image" Target="../media/image33.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3.xml"/><Relationship Id="rId3" Type="http://schemas.openxmlformats.org/officeDocument/2006/relationships/image" Target="../media/image34.jpeg"/><Relationship Id="rId4" Type="http://schemas.microsoft.com/office/2007/relationships/hdphoto" Target="../media/hdphoto21.wdp"/><Relationship Id="rId5" Type="http://schemas.openxmlformats.org/officeDocument/2006/relationships/image" Target="../media/image35.jpeg"/><Relationship Id="rId6" Type="http://schemas.microsoft.com/office/2007/relationships/hdphoto" Target="../media/hdphoto22.wdp"/><Relationship Id="rId7" Type="http://schemas.openxmlformats.org/officeDocument/2006/relationships/image" Target="../media/image36.jpeg"/><Relationship Id="rId8" Type="http://schemas.microsoft.com/office/2007/relationships/hdphoto" Target="../media/hdphoto23.wdp"/><Relationship Id="rId9" Type="http://schemas.openxmlformats.org/officeDocument/2006/relationships/image" Target="../media/image37.png"/><Relationship Id="rId10"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28.xml.rels><?xml version='1.0' encoding='UTF-8' standalone='yes'?>
<Relationships xmlns="http://schemas.openxmlformats.org/package/2006/relationships"><Relationship Id="rId1" Type="http://schemas.openxmlformats.org/officeDocument/2006/relationships/tags" Target="../tags/tag572.xml"/><Relationship Id="rId2" Type="http://schemas.openxmlformats.org/officeDocument/2006/relationships/tags" Target="../tags/tag573.xml"/><Relationship Id="rId3" Type="http://schemas.openxmlformats.org/officeDocument/2006/relationships/tags" Target="../tags/tag574.xml"/><Relationship Id="rId4" Type="http://schemas.openxmlformats.org/officeDocument/2006/relationships/tags" Target="../tags/tag575.xml"/><Relationship Id="rId5" Type="http://schemas.openxmlformats.org/officeDocument/2006/relationships/slideLayout" Target="../slideLayouts/slideLayout72.xml"/><Relationship Id="rId6" Type="http://schemas.openxmlformats.org/officeDocument/2006/relationships/notesSlide" Target="../notesSlides/notesSlide4.xml"/><Relationship Id="rId7" Type="http://schemas.openxmlformats.org/officeDocument/2006/relationships/image" Target="../media/image45.png"/></Relationships>
</file>

<file path=ppt/slides/_rels/slide29.xml.rels><?xml version='1.0' encoding='UTF-8' standalone='yes'?>
<Relationships xmlns="http://schemas.openxmlformats.org/package/2006/relationships"><Relationship Id="rId1" Type="http://schemas.openxmlformats.org/officeDocument/2006/relationships/tags" Target="../tags/tag576.xml"/><Relationship Id="rId2" Type="http://schemas.openxmlformats.org/officeDocument/2006/relationships/tags" Target="../tags/tag577.xml"/><Relationship Id="rId3" Type="http://schemas.openxmlformats.org/officeDocument/2006/relationships/tags" Target="../tags/tag578.xml"/><Relationship Id="rId4" Type="http://schemas.openxmlformats.org/officeDocument/2006/relationships/tags" Target="../tags/tag579.xml"/><Relationship Id="rId5" Type="http://schemas.openxmlformats.org/officeDocument/2006/relationships/tags" Target="../tags/tag580.xml"/><Relationship Id="rId6" Type="http://schemas.openxmlformats.org/officeDocument/2006/relationships/tags" Target="../tags/tag581.xml"/><Relationship Id="rId7" Type="http://schemas.openxmlformats.org/officeDocument/2006/relationships/tags" Target="../tags/tag582.xml"/><Relationship Id="rId8" Type="http://schemas.openxmlformats.org/officeDocument/2006/relationships/tags" Target="../tags/tag583.xml"/><Relationship Id="rId9" Type="http://schemas.openxmlformats.org/officeDocument/2006/relationships/slideLayout" Target="../slideLayouts/slideLayout72.xml"/><Relationship Id="rId10"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tags" Target="../tags/tag584.xml"/><Relationship Id="rId2" Type="http://schemas.openxmlformats.org/officeDocument/2006/relationships/tags" Target="../tags/tag585.xml"/><Relationship Id="rId3" Type="http://schemas.openxmlformats.org/officeDocument/2006/relationships/tags" Target="../tags/tag586.xml"/><Relationship Id="rId4" Type="http://schemas.openxmlformats.org/officeDocument/2006/relationships/tags" Target="../tags/tag587.xml"/><Relationship Id="rId5" Type="http://schemas.openxmlformats.org/officeDocument/2006/relationships/tags" Target="../tags/tag588.xml"/><Relationship Id="rId6" Type="http://schemas.openxmlformats.org/officeDocument/2006/relationships/tags" Target="../tags/tag589.xml"/><Relationship Id="rId7" Type="http://schemas.openxmlformats.org/officeDocument/2006/relationships/tags" Target="../tags/tag590.xml"/><Relationship Id="rId8" Type="http://schemas.openxmlformats.org/officeDocument/2006/relationships/tags" Target="../tags/tag591.xml"/><Relationship Id="rId9" Type="http://schemas.openxmlformats.org/officeDocument/2006/relationships/tags" Target="../tags/tag592.xml"/><Relationship Id="rId10" Type="http://schemas.openxmlformats.org/officeDocument/2006/relationships/tags" Target="../tags/tag593.xml"/><Relationship Id="rId11" Type="http://schemas.openxmlformats.org/officeDocument/2006/relationships/tags" Target="../tags/tag594.xml"/><Relationship Id="rId12" Type="http://schemas.openxmlformats.org/officeDocument/2006/relationships/tags" Target="../tags/tag595.xml"/><Relationship Id="rId13" Type="http://schemas.openxmlformats.org/officeDocument/2006/relationships/tags" Target="../tags/tag596.xml"/><Relationship Id="rId14" Type="http://schemas.openxmlformats.org/officeDocument/2006/relationships/tags" Target="../tags/tag597.xml"/><Relationship Id="rId15" Type="http://schemas.openxmlformats.org/officeDocument/2006/relationships/tags" Target="../tags/tag598.xml"/><Relationship Id="rId16" Type="http://schemas.openxmlformats.org/officeDocument/2006/relationships/tags" Target="../tags/tag599.xml"/><Relationship Id="rId17" Type="http://schemas.openxmlformats.org/officeDocument/2006/relationships/tags" Target="../tags/tag600.xml"/><Relationship Id="rId18" Type="http://schemas.openxmlformats.org/officeDocument/2006/relationships/tags" Target="../tags/tag601.xml"/><Relationship Id="rId19" Type="http://schemas.openxmlformats.org/officeDocument/2006/relationships/tags" Target="../tags/tag602.xml"/><Relationship Id="rId20" Type="http://schemas.openxmlformats.org/officeDocument/2006/relationships/tags" Target="../tags/tag603.xml"/><Relationship Id="rId21" Type="http://schemas.openxmlformats.org/officeDocument/2006/relationships/tags" Target="../tags/tag604.xml"/><Relationship Id="rId22" Type="http://schemas.openxmlformats.org/officeDocument/2006/relationships/tags" Target="../tags/tag605.xml"/><Relationship Id="rId23" Type="http://schemas.openxmlformats.org/officeDocument/2006/relationships/tags" Target="../tags/tag606.xml"/><Relationship Id="rId24" Type="http://schemas.openxmlformats.org/officeDocument/2006/relationships/tags" Target="../tags/tag607.xml"/><Relationship Id="rId25" Type="http://schemas.openxmlformats.org/officeDocument/2006/relationships/tags" Target="../tags/tag608.xml"/><Relationship Id="rId26" Type="http://schemas.openxmlformats.org/officeDocument/2006/relationships/tags" Target="../tags/tag609.xml"/><Relationship Id="rId27" Type="http://schemas.openxmlformats.org/officeDocument/2006/relationships/tags" Target="../tags/tag610.xml"/><Relationship Id="rId28" Type="http://schemas.openxmlformats.org/officeDocument/2006/relationships/tags" Target="../tags/tag611.xml"/><Relationship Id="rId29" Type="http://schemas.openxmlformats.org/officeDocument/2006/relationships/tags" Target="../tags/tag612.xml"/><Relationship Id="rId30" Type="http://schemas.openxmlformats.org/officeDocument/2006/relationships/tags" Target="../tags/tag613.xml"/><Relationship Id="rId31" Type="http://schemas.openxmlformats.org/officeDocument/2006/relationships/tags" Target="../tags/tag614.xml"/><Relationship Id="rId32" Type="http://schemas.openxmlformats.org/officeDocument/2006/relationships/slideLayout" Target="../slideLayouts/slideLayout72.xml"/><Relationship Id="rId33" Type="http://schemas.openxmlformats.org/officeDocument/2006/relationships/image" Target="../media/image39.png"/><Relationship Id="rId34" Type="http://schemas.openxmlformats.org/officeDocument/2006/relationships/image" Target="../media/image40.jpeg"/><Relationship Id="rId35" Type="http://schemas.microsoft.com/office/2007/relationships/hdphoto" Target="../media/hdphoto24.wdp"/><Relationship Id="rId36" Type="http://schemas.openxmlformats.org/officeDocument/2006/relationships/image" Target="../media/image41.jpeg"/><Relationship Id="rId37" Type="http://schemas.microsoft.com/office/2007/relationships/hdphoto" Target="../media/hdphoto25.wdp"/><Relationship Id="rId38" Type="http://schemas.openxmlformats.org/officeDocument/2006/relationships/image" Target="../media/image42.png"/><Relationship Id="rId39" Type="http://schemas.microsoft.com/office/2007/relationships/hdphoto" Target="../media/hdphoto26.wdp"/><Relationship Id="rId40" Type="http://schemas.openxmlformats.org/officeDocument/2006/relationships/image" Target="../media/image43.jpeg"/><Relationship Id="rId41" Type="http://schemas.microsoft.com/office/2007/relationships/hdphoto" Target="../media/hdphoto27.wdp"/><Relationship Id="rId42" Type="http://schemas.openxmlformats.org/officeDocument/2006/relationships/image" Target="../media/image44.jpeg"/><Relationship Id="rId43" Type="http://schemas.microsoft.com/office/2007/relationships/hdphoto" Target="../media/hdphoto28.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六边形 46"/>
          <p:cNvSpPr/>
          <p:nvPr/>
        </p:nvSpPr>
        <p:spPr>
          <a:xfrm>
            <a:off x="345744" y="685800"/>
            <a:ext cx="11500513" cy="560885"/>
          </a:xfrm>
          <a:prstGeom prst="hexagon">
            <a:avLst/>
          </a:prstGeom>
          <a:solidFill>
            <a:schemeClr val="accent1"/>
          </a:solidFill>
          <a:ln>
            <a:solidFill>
              <a:schemeClr val="bg1"/>
            </a:solidFill>
          </a:ln>
          <a:effectLst>
            <a:outerShdw blurRad="63500" sx="102000" sy="102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mj-ea"/>
                <a:ea typeface="+mj-ea"/>
                <a:cs typeface="思源宋体 CN Heavy" panose="02020900000000000000" pitchFamily="18" charset="-122"/>
                <a:sym typeface="+mn-lt"/>
              </a:rPr>
              <a:t>模块化教学体系</a:t>
            </a:r>
          </a:p>
        </p:txBody>
      </p:sp>
      <p:grpSp>
        <p:nvGrpSpPr>
          <p:cNvPr id="30" name="组合 29"/>
          <p:cNvGrpSpPr/>
          <p:nvPr/>
        </p:nvGrpSpPr>
        <p:grpSpPr>
          <a:xfrm>
            <a:off x="304800" y="1348094"/>
            <a:ext cx="2477183" cy="5090806"/>
            <a:chOff x="304800" y="1348094"/>
            <a:chExt cx="2477183" cy="5090806"/>
          </a:xfrm>
        </p:grpSpPr>
        <p:sp>
          <p:nvSpPr>
            <p:cNvPr id="18" name="任意多边形: 形状 17"/>
            <p:cNvSpPr/>
            <p:nvPr/>
          </p:nvSpPr>
          <p:spPr>
            <a:xfrm rot="10800000">
              <a:off x="1327670" y="3453646"/>
              <a:ext cx="431443" cy="403168"/>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rgbClr val="FFC000">
                    <a:alpha val="0"/>
                  </a:srgbClr>
                </a:gs>
                <a:gs pos="100000">
                  <a:srgbClr val="FFC000"/>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cs typeface="思源宋体 CN Heavy" panose="02020900000000000000" pitchFamily="18" charset="-122"/>
              </a:endParaRPr>
            </a:p>
          </p:txBody>
        </p:sp>
        <p:grpSp>
          <p:nvGrpSpPr>
            <p:cNvPr id="3" name="组合 2"/>
            <p:cNvGrpSpPr/>
            <p:nvPr/>
          </p:nvGrpSpPr>
          <p:grpSpPr>
            <a:xfrm>
              <a:off x="304800" y="1348094"/>
              <a:ext cx="2477183" cy="2077494"/>
              <a:chOff x="304800" y="1348094"/>
              <a:chExt cx="2477183" cy="2077494"/>
            </a:xfrm>
          </p:grpSpPr>
          <p:sp>
            <p:nvSpPr>
              <p:cNvPr id="2" name="矩形: 圆角 1"/>
              <p:cNvSpPr/>
              <p:nvPr/>
            </p:nvSpPr>
            <p:spPr>
              <a:xfrm>
                <a:off x="304800" y="1348094"/>
                <a:ext cx="2477183" cy="2077494"/>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 name="矩形: 圆角 3"/>
              <p:cNvSpPr/>
              <p:nvPr/>
            </p:nvSpPr>
            <p:spPr>
              <a:xfrm>
                <a:off x="502140" y="1908089"/>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基础素质模块</a:t>
                </a:r>
              </a:p>
            </p:txBody>
          </p:sp>
          <p:sp>
            <p:nvSpPr>
              <p:cNvPr id="5" name="矩形: 圆角 4"/>
              <p:cNvSpPr/>
              <p:nvPr/>
            </p:nvSpPr>
            <p:spPr>
              <a:xfrm>
                <a:off x="502140" y="2405194"/>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 普通加工模块</a:t>
                </a:r>
              </a:p>
            </p:txBody>
          </p:sp>
          <p:sp>
            <p:nvSpPr>
              <p:cNvPr id="6" name="矩形: 圆角 5"/>
              <p:cNvSpPr/>
              <p:nvPr/>
            </p:nvSpPr>
            <p:spPr>
              <a:xfrm>
                <a:off x="502140" y="2902299"/>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数控加工基础模块</a:t>
                </a:r>
              </a:p>
            </p:txBody>
          </p:sp>
          <p:sp>
            <p:nvSpPr>
              <p:cNvPr id="22" name="任意多边形: 形状 21"/>
              <p:cNvSpPr/>
              <p:nvPr/>
            </p:nvSpPr>
            <p:spPr>
              <a:xfrm>
                <a:off x="520748" y="1348094"/>
                <a:ext cx="2045286" cy="456756"/>
              </a:xfrm>
              <a:custGeom>
                <a:avLst/>
                <a:gdLst>
                  <a:gd name="connsiteX0" fmla="*/ 0 w 2045286"/>
                  <a:gd name="connsiteY0" fmla="*/ 0 h 456756"/>
                  <a:gd name="connsiteX1" fmla="*/ 2045286 w 2045286"/>
                  <a:gd name="connsiteY1" fmla="*/ 0 h 456756"/>
                  <a:gd name="connsiteX2" fmla="*/ 1811447 w 2045286"/>
                  <a:gd name="connsiteY2" fmla="*/ 233839 h 456756"/>
                  <a:gd name="connsiteX3" fmla="*/ 1811447 w 2045286"/>
                  <a:gd name="connsiteY3" fmla="*/ 273330 h 456756"/>
                  <a:gd name="connsiteX4" fmla="*/ 1810806 w 2045286"/>
                  <a:gd name="connsiteY4" fmla="*/ 273330 h 456756"/>
                  <a:gd name="connsiteX5" fmla="*/ 1810806 w 2045286"/>
                  <a:gd name="connsiteY5" fmla="*/ 355765 h 456756"/>
                  <a:gd name="connsiteX6" fmla="*/ 1709815 w 2045286"/>
                  <a:gd name="connsiteY6" fmla="*/ 456756 h 456756"/>
                  <a:gd name="connsiteX7" fmla="*/ 335546 w 2045286"/>
                  <a:gd name="connsiteY7" fmla="*/ 456756 h 456756"/>
                  <a:gd name="connsiteX8" fmla="*/ 234555 w 2045286"/>
                  <a:gd name="connsiteY8" fmla="*/ 355765 h 456756"/>
                  <a:gd name="connsiteX9" fmla="*/ 234555 w 2045286"/>
                  <a:gd name="connsiteY9" fmla="*/ 273330 h 456756"/>
                  <a:gd name="connsiteX10" fmla="*/ 233839 w 2045286"/>
                  <a:gd name="connsiteY10" fmla="*/ 273330 h 456756"/>
                  <a:gd name="connsiteX11" fmla="*/ 233839 w 2045286"/>
                  <a:gd name="connsiteY11" fmla="*/ 233839 h 456756"/>
                  <a:gd name="connsiteX12" fmla="*/ 0 w 2045286"/>
                  <a:gd name="connsiteY12" fmla="*/ 0 h 45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5286" h="456756">
                    <a:moveTo>
                      <a:pt x="0" y="0"/>
                    </a:moveTo>
                    <a:lnTo>
                      <a:pt x="2045286" y="0"/>
                    </a:lnTo>
                    <a:cubicBezTo>
                      <a:pt x="1916140" y="0"/>
                      <a:pt x="1811447" y="104693"/>
                      <a:pt x="1811447" y="233839"/>
                    </a:cubicBezTo>
                    <a:lnTo>
                      <a:pt x="1811447" y="273330"/>
                    </a:lnTo>
                    <a:lnTo>
                      <a:pt x="1810806" y="273330"/>
                    </a:lnTo>
                    <a:lnTo>
                      <a:pt x="1810806" y="355765"/>
                    </a:lnTo>
                    <a:cubicBezTo>
                      <a:pt x="1810806" y="411541"/>
                      <a:pt x="1765591" y="456756"/>
                      <a:pt x="1709815" y="456756"/>
                    </a:cubicBezTo>
                    <a:lnTo>
                      <a:pt x="335546" y="456756"/>
                    </a:lnTo>
                    <a:cubicBezTo>
                      <a:pt x="279770" y="456756"/>
                      <a:pt x="234555" y="411541"/>
                      <a:pt x="234555" y="355765"/>
                    </a:cubicBezTo>
                    <a:lnTo>
                      <a:pt x="234555" y="273330"/>
                    </a:lnTo>
                    <a:lnTo>
                      <a:pt x="233839" y="273330"/>
                    </a:lnTo>
                    <a:lnTo>
                      <a:pt x="233839" y="233839"/>
                    </a:lnTo>
                    <a:cubicBezTo>
                      <a:pt x="233839" y="104693"/>
                      <a:pt x="129146" y="0"/>
                      <a:pt x="0" y="0"/>
                    </a:cubicBezTo>
                    <a:close/>
                  </a:path>
                </a:pathLst>
              </a:custGeom>
              <a:gradFill flip="none" rotWithShape="1">
                <a:gsLst>
                  <a:gs pos="0">
                    <a:schemeClr val="accent1"/>
                  </a:gs>
                  <a:gs pos="86000">
                    <a:schemeClr val="accent1">
                      <a:lumMod val="75000"/>
                    </a:schemeClr>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latin typeface="+mj-ea"/>
                  <a:ea typeface="+mj-ea"/>
                  <a:cs typeface="思源宋体 CN Heavy" panose="02020900000000000000" pitchFamily="18" charset="-122"/>
                </a:endParaRPr>
              </a:p>
            </p:txBody>
          </p:sp>
          <p:sp>
            <p:nvSpPr>
              <p:cNvPr id="23" name="文本框 22"/>
              <p:cNvSpPr txBox="1"/>
              <p:nvPr/>
            </p:nvSpPr>
            <p:spPr>
              <a:xfrm>
                <a:off x="947715" y="1393776"/>
                <a:ext cx="1191352" cy="400110"/>
              </a:xfrm>
              <a:prstGeom prst="rect">
                <a:avLst/>
              </a:prstGeom>
              <a:noFill/>
            </p:spPr>
            <p:txBody>
              <a:bodyPr wrap="none" rtlCol="0">
                <a:spAutoFit/>
              </a:bodyPr>
              <a:lstStyle/>
              <a:p>
                <a:pPr algn="ctr"/>
                <a:r>
                  <a:rPr lang="zh-CN" altLang="en-US" sz="2000" dirty="0">
                    <a:solidFill>
                      <a:srgbClr val="FFFFFF"/>
                    </a:solidFill>
                    <a:latin typeface="+mj-ea"/>
                    <a:ea typeface="+mj-ea"/>
                    <a:cs typeface="思源宋体 CN Heavy" panose="02020900000000000000" pitchFamily="18" charset="-122"/>
                  </a:rPr>
                  <a:t>基础模块</a:t>
                </a:r>
              </a:p>
            </p:txBody>
          </p:sp>
        </p:grpSp>
        <p:grpSp>
          <p:nvGrpSpPr>
            <p:cNvPr id="58" name="组合 57"/>
            <p:cNvGrpSpPr/>
            <p:nvPr/>
          </p:nvGrpSpPr>
          <p:grpSpPr>
            <a:xfrm>
              <a:off x="304800" y="3863263"/>
              <a:ext cx="2477183" cy="2575637"/>
              <a:chOff x="304800" y="3863263"/>
              <a:chExt cx="2477183" cy="2575637"/>
            </a:xfrm>
          </p:grpSpPr>
          <p:sp>
            <p:nvSpPr>
              <p:cNvPr id="10" name="矩形: 圆角 9"/>
              <p:cNvSpPr/>
              <p:nvPr/>
            </p:nvSpPr>
            <p:spPr>
              <a:xfrm>
                <a:off x="304800" y="3863263"/>
                <a:ext cx="2477183" cy="2575637"/>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2" name="矩形: 圆角 11"/>
              <p:cNvSpPr/>
              <p:nvPr/>
            </p:nvSpPr>
            <p:spPr>
              <a:xfrm>
                <a:off x="502140" y="4423258"/>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latin typeface="+mj-ea"/>
                    <a:ea typeface="+mj-ea"/>
                    <a:cs typeface="思源宋体 CN Heavy" panose="02020900000000000000" pitchFamily="18" charset="-122"/>
                  </a:rPr>
                  <a:t> 数控编程模块</a:t>
                </a:r>
              </a:p>
            </p:txBody>
          </p:sp>
          <p:sp>
            <p:nvSpPr>
              <p:cNvPr id="13" name="矩形: 圆角 12"/>
              <p:cNvSpPr/>
              <p:nvPr/>
            </p:nvSpPr>
            <p:spPr>
              <a:xfrm>
                <a:off x="502140" y="4920363"/>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latin typeface="+mj-ea"/>
                    <a:ea typeface="+mj-ea"/>
                    <a:cs typeface="思源宋体 CN Heavy" panose="02020900000000000000" pitchFamily="18" charset="-122"/>
                  </a:rPr>
                  <a:t>数控机床操作模块</a:t>
                </a:r>
              </a:p>
            </p:txBody>
          </p:sp>
          <p:sp>
            <p:nvSpPr>
              <p:cNvPr id="14" name="矩形: 圆角 13"/>
              <p:cNvSpPr/>
              <p:nvPr/>
            </p:nvSpPr>
            <p:spPr>
              <a:xfrm>
                <a:off x="502140" y="5417468"/>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latin typeface="+mj-ea"/>
                    <a:ea typeface="+mj-ea"/>
                    <a:cs typeface="思源宋体 CN Heavy" panose="02020900000000000000" pitchFamily="18" charset="-122"/>
                  </a:rPr>
                  <a:t>数控综合加工模块</a:t>
                </a:r>
              </a:p>
            </p:txBody>
          </p:sp>
          <p:sp>
            <p:nvSpPr>
              <p:cNvPr id="15" name="矩形: 圆角 14"/>
              <p:cNvSpPr/>
              <p:nvPr/>
            </p:nvSpPr>
            <p:spPr>
              <a:xfrm>
                <a:off x="502140" y="5914572"/>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latin typeface="+mj-ea"/>
                    <a:ea typeface="+mj-ea"/>
                    <a:cs typeface="思源宋体 CN Heavy" panose="02020900000000000000" pitchFamily="18" charset="-122"/>
                  </a:rPr>
                  <a:t>数控技术拓展模块</a:t>
                </a:r>
              </a:p>
            </p:txBody>
          </p:sp>
          <p:sp>
            <p:nvSpPr>
              <p:cNvPr id="25" name="任意多边形: 形状 24"/>
              <p:cNvSpPr/>
              <p:nvPr/>
            </p:nvSpPr>
            <p:spPr>
              <a:xfrm>
                <a:off x="520748" y="3863263"/>
                <a:ext cx="2045286" cy="456756"/>
              </a:xfrm>
              <a:custGeom>
                <a:avLst/>
                <a:gdLst>
                  <a:gd name="connsiteX0" fmla="*/ 0 w 2045286"/>
                  <a:gd name="connsiteY0" fmla="*/ 0 h 456756"/>
                  <a:gd name="connsiteX1" fmla="*/ 2045286 w 2045286"/>
                  <a:gd name="connsiteY1" fmla="*/ 0 h 456756"/>
                  <a:gd name="connsiteX2" fmla="*/ 1811447 w 2045286"/>
                  <a:gd name="connsiteY2" fmla="*/ 233839 h 456756"/>
                  <a:gd name="connsiteX3" fmla="*/ 1811447 w 2045286"/>
                  <a:gd name="connsiteY3" fmla="*/ 273330 h 456756"/>
                  <a:gd name="connsiteX4" fmla="*/ 1810806 w 2045286"/>
                  <a:gd name="connsiteY4" fmla="*/ 273330 h 456756"/>
                  <a:gd name="connsiteX5" fmla="*/ 1810806 w 2045286"/>
                  <a:gd name="connsiteY5" fmla="*/ 355765 h 456756"/>
                  <a:gd name="connsiteX6" fmla="*/ 1709815 w 2045286"/>
                  <a:gd name="connsiteY6" fmla="*/ 456756 h 456756"/>
                  <a:gd name="connsiteX7" fmla="*/ 335546 w 2045286"/>
                  <a:gd name="connsiteY7" fmla="*/ 456756 h 456756"/>
                  <a:gd name="connsiteX8" fmla="*/ 234555 w 2045286"/>
                  <a:gd name="connsiteY8" fmla="*/ 355765 h 456756"/>
                  <a:gd name="connsiteX9" fmla="*/ 234555 w 2045286"/>
                  <a:gd name="connsiteY9" fmla="*/ 273330 h 456756"/>
                  <a:gd name="connsiteX10" fmla="*/ 233839 w 2045286"/>
                  <a:gd name="connsiteY10" fmla="*/ 273330 h 456756"/>
                  <a:gd name="connsiteX11" fmla="*/ 233839 w 2045286"/>
                  <a:gd name="connsiteY11" fmla="*/ 233839 h 456756"/>
                  <a:gd name="connsiteX12" fmla="*/ 0 w 2045286"/>
                  <a:gd name="connsiteY12" fmla="*/ 0 h 45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5286" h="456756">
                    <a:moveTo>
                      <a:pt x="0" y="0"/>
                    </a:moveTo>
                    <a:lnTo>
                      <a:pt x="2045286" y="0"/>
                    </a:lnTo>
                    <a:cubicBezTo>
                      <a:pt x="1916140" y="0"/>
                      <a:pt x="1811447" y="104693"/>
                      <a:pt x="1811447" y="233839"/>
                    </a:cubicBezTo>
                    <a:lnTo>
                      <a:pt x="1811447" y="273330"/>
                    </a:lnTo>
                    <a:lnTo>
                      <a:pt x="1810806" y="273330"/>
                    </a:lnTo>
                    <a:lnTo>
                      <a:pt x="1810806" y="355765"/>
                    </a:lnTo>
                    <a:cubicBezTo>
                      <a:pt x="1810806" y="411541"/>
                      <a:pt x="1765591" y="456756"/>
                      <a:pt x="1709815" y="456756"/>
                    </a:cubicBezTo>
                    <a:lnTo>
                      <a:pt x="335546" y="456756"/>
                    </a:lnTo>
                    <a:cubicBezTo>
                      <a:pt x="279770" y="456756"/>
                      <a:pt x="234555" y="411541"/>
                      <a:pt x="234555" y="355765"/>
                    </a:cubicBezTo>
                    <a:lnTo>
                      <a:pt x="234555" y="273330"/>
                    </a:lnTo>
                    <a:lnTo>
                      <a:pt x="233839" y="273330"/>
                    </a:lnTo>
                    <a:lnTo>
                      <a:pt x="233839" y="233839"/>
                    </a:lnTo>
                    <a:cubicBezTo>
                      <a:pt x="233839" y="104693"/>
                      <a:pt x="129146" y="0"/>
                      <a:pt x="0" y="0"/>
                    </a:cubicBezTo>
                    <a:close/>
                  </a:path>
                </a:pathLst>
              </a:custGeom>
              <a:gradFill flip="none" rotWithShape="1">
                <a:gsLst>
                  <a:gs pos="0">
                    <a:schemeClr val="accent1"/>
                  </a:gs>
                  <a:gs pos="86000">
                    <a:schemeClr val="accent1">
                      <a:lumMod val="75000"/>
                    </a:schemeClr>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latin typeface="+mj-ea"/>
                  <a:ea typeface="+mj-ea"/>
                  <a:cs typeface="思源宋体 CN Heavy" panose="02020900000000000000" pitchFamily="18" charset="-122"/>
                </a:endParaRPr>
              </a:p>
            </p:txBody>
          </p:sp>
          <p:sp>
            <p:nvSpPr>
              <p:cNvPr id="26" name="文本框 25"/>
              <p:cNvSpPr txBox="1"/>
              <p:nvPr/>
            </p:nvSpPr>
            <p:spPr>
              <a:xfrm>
                <a:off x="947715" y="3908945"/>
                <a:ext cx="1191352" cy="400110"/>
              </a:xfrm>
              <a:prstGeom prst="rect">
                <a:avLst/>
              </a:prstGeom>
              <a:noFill/>
            </p:spPr>
            <p:txBody>
              <a:bodyPr wrap="none" rtlCol="0">
                <a:spAutoFit/>
              </a:bodyPr>
              <a:lstStyle/>
              <a:p>
                <a:pPr algn="ctr"/>
                <a:r>
                  <a:rPr lang="zh-CN" altLang="en-US" sz="2000" dirty="0">
                    <a:solidFill>
                      <a:srgbClr val="FFFFFF"/>
                    </a:solidFill>
                    <a:latin typeface="+mj-ea"/>
                    <a:ea typeface="+mj-ea"/>
                    <a:cs typeface="思源宋体 CN Heavy" panose="02020900000000000000" pitchFamily="18" charset="-122"/>
                  </a:rPr>
                  <a:t>课程模块</a:t>
                </a:r>
              </a:p>
            </p:txBody>
          </p:sp>
        </p:grpSp>
      </p:grpSp>
      <p:grpSp>
        <p:nvGrpSpPr>
          <p:cNvPr id="34" name="组合 33"/>
          <p:cNvGrpSpPr/>
          <p:nvPr/>
        </p:nvGrpSpPr>
        <p:grpSpPr>
          <a:xfrm>
            <a:off x="9132538" y="1348094"/>
            <a:ext cx="2754662" cy="5090806"/>
            <a:chOff x="9132538" y="1348094"/>
            <a:chExt cx="2754662" cy="5090806"/>
          </a:xfrm>
        </p:grpSpPr>
        <p:grpSp>
          <p:nvGrpSpPr>
            <p:cNvPr id="60" name="组合 59"/>
            <p:cNvGrpSpPr/>
            <p:nvPr/>
          </p:nvGrpSpPr>
          <p:grpSpPr>
            <a:xfrm>
              <a:off x="9132538" y="1348094"/>
              <a:ext cx="2754662" cy="2454649"/>
              <a:chOff x="9132538" y="1348094"/>
              <a:chExt cx="2754662" cy="2454649"/>
            </a:xfrm>
          </p:grpSpPr>
          <p:sp>
            <p:nvSpPr>
              <p:cNvPr id="191" name="小李PPT16"/>
              <p:cNvSpPr/>
              <p:nvPr/>
            </p:nvSpPr>
            <p:spPr>
              <a:xfrm>
                <a:off x="9198691" y="1348094"/>
                <a:ext cx="2688509" cy="2454649"/>
              </a:xfrm>
              <a:prstGeom prst="roundRect">
                <a:avLst>
                  <a:gd name="adj" fmla="val 1621"/>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marL="0" marR="0" lvl="0" indent="0" algn="l" defTabSz="30988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aphicFrame>
            <p:nvGraphicFramePr>
              <p:cNvPr id="192" name="小李PPT23"/>
              <p:cNvGraphicFramePr/>
              <p:nvPr/>
            </p:nvGraphicFramePr>
            <p:xfrm>
              <a:off x="9132538" y="1774645"/>
              <a:ext cx="2719226" cy="1978025"/>
            </p:xfrm>
            <a:graphic>
              <a:graphicData uri="http://schemas.openxmlformats.org/drawingml/2006/chart">
                <c:chart xmlns:c="http://schemas.openxmlformats.org/drawingml/2006/chart" xmlns:r="http://schemas.openxmlformats.org/officeDocument/2006/relationships" r:id="rId5"/>
              </a:graphicData>
            </a:graphic>
          </p:graphicFrame>
          <p:sp>
            <p:nvSpPr>
              <p:cNvPr id="193" name="小李PPT24"/>
              <p:cNvSpPr txBox="1"/>
              <p:nvPr/>
            </p:nvSpPr>
            <p:spPr>
              <a:xfrm>
                <a:off x="9722835" y="1471463"/>
                <a:ext cx="1640220" cy="372872"/>
              </a:xfrm>
              <a:prstGeom prst="rect">
                <a:avLst/>
              </a:prstGeom>
              <a:noFill/>
              <a:effectLst/>
            </p:spPr>
            <p:txBody>
              <a:bodyPr wrap="none" lIns="64466" tIns="32233" rIns="64466" bIns="32233"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accent1"/>
                    </a:solidFill>
                    <a:latin typeface="+mj-ea"/>
                    <a:ea typeface="+mj-ea"/>
                    <a:cs typeface="思源宋体 CN Heavy" panose="02020900000000000000" pitchFamily="18" charset="-122"/>
                  </a:rPr>
                  <a:t>教学影响因素</a:t>
                </a:r>
                <a:endParaRPr kumimoji="0" lang="en-US" altLang="zh-CN"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endParaRPr>
              </a:p>
            </p:txBody>
          </p:sp>
        </p:grpSp>
        <p:grpSp>
          <p:nvGrpSpPr>
            <p:cNvPr id="59" name="组合 58"/>
            <p:cNvGrpSpPr/>
            <p:nvPr/>
          </p:nvGrpSpPr>
          <p:grpSpPr>
            <a:xfrm>
              <a:off x="9198691" y="3984251"/>
              <a:ext cx="2688509" cy="2454649"/>
              <a:chOff x="9198691" y="3984251"/>
              <a:chExt cx="2688509" cy="2454649"/>
            </a:xfrm>
          </p:grpSpPr>
          <p:sp>
            <p:nvSpPr>
              <p:cNvPr id="202" name="矩形: 圆角 201"/>
              <p:cNvSpPr/>
              <p:nvPr/>
            </p:nvSpPr>
            <p:spPr>
              <a:xfrm>
                <a:off x="9198691" y="3984251"/>
                <a:ext cx="2688509" cy="2454649"/>
              </a:xfrm>
              <a:prstGeom prst="roundRect">
                <a:avLst>
                  <a:gd name="adj" fmla="val 2804"/>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4" name="TextBox 59"/>
              <p:cNvSpPr txBox="1"/>
              <p:nvPr/>
            </p:nvSpPr>
            <p:spPr>
              <a:xfrm>
                <a:off x="9507245" y="4107620"/>
                <a:ext cx="207140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solidFill>
                      <a:schemeClr val="accent1"/>
                    </a:solidFill>
                    <a:latin typeface="+mj-ea"/>
                    <a:ea typeface="+mj-ea"/>
                    <a:cs typeface="思源宋体 CN Heavy" panose="02020900000000000000" pitchFamily="18" charset="-122"/>
                  </a:rPr>
                  <a:t>202X</a:t>
                </a:r>
                <a:r>
                  <a:rPr lang="zh-CN" altLang="en-US" sz="2000" dirty="0">
                    <a:solidFill>
                      <a:schemeClr val="accent1"/>
                    </a:solidFill>
                    <a:latin typeface="+mj-ea"/>
                    <a:ea typeface="+mj-ea"/>
                    <a:cs typeface="思源宋体 CN Heavy" panose="02020900000000000000" pitchFamily="18" charset="-122"/>
                  </a:rPr>
                  <a:t>年度总数据</a:t>
                </a:r>
              </a:p>
            </p:txBody>
          </p:sp>
          <p:graphicFrame>
            <p:nvGraphicFramePr>
              <p:cNvPr id="205" name="小李PPT45"/>
              <p:cNvGraphicFramePr/>
              <p:nvPr/>
            </p:nvGraphicFramePr>
            <p:xfrm>
              <a:off x="9251485" y="4488180"/>
              <a:ext cx="2582920" cy="1900647"/>
            </p:xfrm>
            <a:graphic>
              <a:graphicData uri="http://schemas.openxmlformats.org/drawingml/2006/chart">
                <c:chart xmlns:c="http://schemas.openxmlformats.org/drawingml/2006/chart" xmlns:r="http://schemas.openxmlformats.org/officeDocument/2006/relationships" r:id="rId6"/>
              </a:graphicData>
            </a:graphic>
          </p:graphicFrame>
        </p:grpSp>
      </p:grpSp>
      <p:grpSp>
        <p:nvGrpSpPr>
          <p:cNvPr id="28" name="组合 27"/>
          <p:cNvGrpSpPr/>
          <p:nvPr/>
        </p:nvGrpSpPr>
        <p:grpSpPr>
          <a:xfrm>
            <a:off x="2925209" y="1348094"/>
            <a:ext cx="6161097" cy="957500"/>
            <a:chOff x="2925209" y="1348094"/>
            <a:chExt cx="6161097" cy="957500"/>
          </a:xfrm>
        </p:grpSpPr>
        <p:sp>
          <p:nvSpPr>
            <p:cNvPr id="119" name="矩形: 圆角 118"/>
            <p:cNvSpPr/>
            <p:nvPr/>
          </p:nvSpPr>
          <p:spPr>
            <a:xfrm>
              <a:off x="2925209" y="1348094"/>
              <a:ext cx="6161097" cy="957500"/>
            </a:xfrm>
            <a:prstGeom prst="roundRect">
              <a:avLst>
                <a:gd name="adj" fmla="val 751"/>
              </a:avLst>
            </a:prstGeom>
            <a:solidFill>
              <a:schemeClr val="bg1"/>
            </a:solidFill>
            <a:ln w="19050">
              <a:solidFill>
                <a:schemeClr val="accent1">
                  <a:lumMod val="60000"/>
                  <a:lumOff val="40000"/>
                </a:schemeClr>
              </a:solidFill>
              <a:prstDash val="dash"/>
            </a:ln>
            <a:effectLst>
              <a:outerShdw blurRad="381000" dist="1270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135" name="组合 134"/>
            <p:cNvGrpSpPr/>
            <p:nvPr/>
          </p:nvGrpSpPr>
          <p:grpSpPr>
            <a:xfrm>
              <a:off x="3007669" y="1471463"/>
              <a:ext cx="5996177" cy="685097"/>
              <a:chOff x="3000049" y="3090732"/>
              <a:chExt cx="5996177" cy="685097"/>
            </a:xfrm>
          </p:grpSpPr>
          <p:sp>
            <p:nvSpPr>
              <p:cNvPr id="121" name="矩形: 圆角 120"/>
              <p:cNvSpPr/>
              <p:nvPr/>
            </p:nvSpPr>
            <p:spPr>
              <a:xfrm>
                <a:off x="3000049" y="3113909"/>
                <a:ext cx="1173667" cy="638742"/>
              </a:xfrm>
              <a:prstGeom prst="roundRect">
                <a:avLst>
                  <a:gd name="adj" fmla="val 10000"/>
                </a:avLst>
              </a:prstGeom>
              <a:gradFill>
                <a:gsLst>
                  <a:gs pos="0">
                    <a:schemeClr val="accent1"/>
                  </a:gs>
                  <a:gs pos="100000">
                    <a:schemeClr val="accent1">
                      <a:lumMod val="75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DC6D"/>
                    </a:solidFill>
                    <a:latin typeface="+mj-ea"/>
                    <a:ea typeface="+mj-ea"/>
                    <a:cs typeface="思源宋体 CN Heavy" panose="02020900000000000000" pitchFamily="18" charset="-122"/>
                  </a:rPr>
                  <a:t>课前</a:t>
                </a:r>
              </a:p>
              <a:p>
                <a:pPr algn="ctr"/>
                <a:r>
                  <a:rPr lang="zh-CN" altLang="en-US" b="1" dirty="0">
                    <a:solidFill>
                      <a:schemeClr val="bg1"/>
                    </a:solidFill>
                    <a:latin typeface="+mj-ea"/>
                    <a:ea typeface="+mj-ea"/>
                    <a:cs typeface="思源宋体 CN Heavy" panose="02020900000000000000" pitchFamily="18" charset="-122"/>
                  </a:rPr>
                  <a:t>任务尝试</a:t>
                </a:r>
              </a:p>
            </p:txBody>
          </p:sp>
          <p:sp>
            <p:nvSpPr>
              <p:cNvPr id="122" name="矩形: 圆角 121"/>
              <p:cNvSpPr/>
              <p:nvPr/>
            </p:nvSpPr>
            <p:spPr>
              <a:xfrm>
                <a:off x="5411303" y="3113909"/>
                <a:ext cx="1173667" cy="638742"/>
              </a:xfrm>
              <a:prstGeom prst="roundRect">
                <a:avLst>
                  <a:gd name="adj" fmla="val 10000"/>
                </a:avLst>
              </a:prstGeom>
              <a:gradFill>
                <a:gsLst>
                  <a:gs pos="0">
                    <a:schemeClr val="accent1"/>
                  </a:gs>
                  <a:gs pos="100000">
                    <a:schemeClr val="accent1">
                      <a:lumMod val="75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DC6D"/>
                    </a:solidFill>
                    <a:latin typeface="+mj-ea"/>
                    <a:ea typeface="+mj-ea"/>
                    <a:cs typeface="思源宋体 CN Heavy" panose="02020900000000000000" pitchFamily="18" charset="-122"/>
                  </a:rPr>
                  <a:t>课中</a:t>
                </a:r>
              </a:p>
              <a:p>
                <a:pPr algn="ctr"/>
                <a:r>
                  <a:rPr lang="zh-CN" altLang="en-US" b="1" dirty="0">
                    <a:solidFill>
                      <a:schemeClr val="bg1"/>
                    </a:solidFill>
                    <a:latin typeface="+mj-ea"/>
                    <a:ea typeface="+mj-ea"/>
                    <a:cs typeface="思源宋体 CN Heavy" panose="02020900000000000000" pitchFamily="18" charset="-122"/>
                  </a:rPr>
                  <a:t>任务完成</a:t>
                </a:r>
              </a:p>
            </p:txBody>
          </p:sp>
          <p:sp>
            <p:nvSpPr>
              <p:cNvPr id="123" name="矩形: 圆角 122"/>
              <p:cNvSpPr/>
              <p:nvPr/>
            </p:nvSpPr>
            <p:spPr>
              <a:xfrm>
                <a:off x="7822559" y="3113909"/>
                <a:ext cx="1173667" cy="638742"/>
              </a:xfrm>
              <a:prstGeom prst="roundRect">
                <a:avLst>
                  <a:gd name="adj" fmla="val 10000"/>
                </a:avLst>
              </a:prstGeom>
              <a:gradFill>
                <a:gsLst>
                  <a:gs pos="0">
                    <a:schemeClr val="accent1"/>
                  </a:gs>
                  <a:gs pos="100000">
                    <a:schemeClr val="accent1">
                      <a:lumMod val="75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DC6D"/>
                    </a:solidFill>
                    <a:latin typeface="+mj-ea"/>
                    <a:ea typeface="+mj-ea"/>
                    <a:cs typeface="思源宋体 CN Heavy" panose="02020900000000000000" pitchFamily="18" charset="-122"/>
                  </a:rPr>
                  <a:t>课后</a:t>
                </a:r>
              </a:p>
              <a:p>
                <a:pPr algn="ctr"/>
                <a:r>
                  <a:rPr lang="zh-CN" altLang="en-US" b="1" dirty="0">
                    <a:solidFill>
                      <a:schemeClr val="bg1"/>
                    </a:solidFill>
                    <a:latin typeface="+mj-ea"/>
                    <a:ea typeface="+mj-ea"/>
                    <a:cs typeface="思源宋体 CN Heavy" panose="02020900000000000000" pitchFamily="18" charset="-122"/>
                  </a:rPr>
                  <a:t>任务拓展</a:t>
                </a:r>
              </a:p>
            </p:txBody>
          </p:sp>
          <p:grpSp>
            <p:nvGrpSpPr>
              <p:cNvPr id="133" name="组合 132"/>
              <p:cNvGrpSpPr/>
              <p:nvPr/>
            </p:nvGrpSpPr>
            <p:grpSpPr>
              <a:xfrm>
                <a:off x="4206076" y="3090732"/>
                <a:ext cx="1172867" cy="685097"/>
                <a:chOff x="4206077" y="3090732"/>
                <a:chExt cx="1172867" cy="685097"/>
              </a:xfrm>
            </p:grpSpPr>
            <p:cxnSp>
              <p:nvCxnSpPr>
                <p:cNvPr id="125" name="直接箭头连接符 124"/>
                <p:cNvCxnSpPr/>
                <p:nvPr/>
              </p:nvCxnSpPr>
              <p:spPr>
                <a:xfrm>
                  <a:off x="4206077" y="3433281"/>
                  <a:ext cx="1172867" cy="0"/>
                </a:xfrm>
                <a:prstGeom prst="straightConnector1">
                  <a:avLst/>
                </a:prstGeom>
                <a:ln w="47625">
                  <a:solidFill>
                    <a:schemeClr val="accent1">
                      <a:alpha val="61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26" name="矩形: 圆角 125"/>
                <p:cNvSpPr/>
                <p:nvPr/>
              </p:nvSpPr>
              <p:spPr>
                <a:xfrm>
                  <a:off x="4360739" y="3090732"/>
                  <a:ext cx="863543" cy="241040"/>
                </a:xfrm>
                <a:prstGeom prst="roundRect">
                  <a:avLst>
                    <a:gd name="adj" fmla="val 50000"/>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zh-CN" altLang="en-US" sz="1000" b="1" i="0" u="none" strike="noStrike" kern="0" cap="none" spc="0" normalizeH="0" baseline="0" noProof="0" dirty="0">
                      <a:solidFill>
                        <a:schemeClr val="tx1">
                          <a:lumMod val="65000"/>
                          <a:lumOff val="35000"/>
                        </a:schemeClr>
                      </a:solidFill>
                      <a:effectLst/>
                      <a:uLnTx/>
                      <a:uFillTx/>
                      <a:latin typeface="+mj-ea"/>
                      <a:ea typeface="+mj-ea"/>
                      <a:cs typeface="思源宋体 CN Heavy" panose="02020900000000000000" pitchFamily="18" charset="-122"/>
                    </a:rPr>
                    <a:t>发现问题</a:t>
                  </a:r>
                </a:p>
              </p:txBody>
            </p:sp>
            <p:sp>
              <p:nvSpPr>
                <p:cNvPr id="127" name="矩形: 圆角 126"/>
                <p:cNvSpPr/>
                <p:nvPr/>
              </p:nvSpPr>
              <p:spPr>
                <a:xfrm>
                  <a:off x="4360739" y="3534789"/>
                  <a:ext cx="863543" cy="241040"/>
                </a:xfrm>
                <a:prstGeom prst="roundRect">
                  <a:avLst>
                    <a:gd name="adj" fmla="val 50000"/>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zh-CN" altLang="en-US" sz="1000" b="1" i="0" u="none" strike="noStrike" kern="0" cap="none" spc="0" normalizeH="0" baseline="0" noProof="0" dirty="0">
                      <a:solidFill>
                        <a:schemeClr val="tx1">
                          <a:lumMod val="65000"/>
                          <a:lumOff val="35000"/>
                        </a:schemeClr>
                      </a:solidFill>
                      <a:effectLst/>
                      <a:uLnTx/>
                      <a:uFillTx/>
                      <a:latin typeface="+mj-ea"/>
                      <a:ea typeface="+mj-ea"/>
                      <a:cs typeface="思源宋体 CN Heavy" panose="02020900000000000000" pitchFamily="18" charset="-122"/>
                    </a:rPr>
                    <a:t>调整策略</a:t>
                  </a:r>
                </a:p>
              </p:txBody>
            </p:sp>
          </p:grpSp>
          <p:grpSp>
            <p:nvGrpSpPr>
              <p:cNvPr id="134" name="组合 133"/>
              <p:cNvGrpSpPr/>
              <p:nvPr/>
            </p:nvGrpSpPr>
            <p:grpSpPr>
              <a:xfrm>
                <a:off x="6617330" y="3090732"/>
                <a:ext cx="1172867" cy="685097"/>
                <a:chOff x="6617332" y="3090732"/>
                <a:chExt cx="1172867" cy="685097"/>
              </a:xfrm>
            </p:grpSpPr>
            <p:cxnSp>
              <p:nvCxnSpPr>
                <p:cNvPr id="129" name="直接箭头连接符 128"/>
                <p:cNvCxnSpPr/>
                <p:nvPr/>
              </p:nvCxnSpPr>
              <p:spPr>
                <a:xfrm>
                  <a:off x="6617332" y="3433281"/>
                  <a:ext cx="1172867" cy="0"/>
                </a:xfrm>
                <a:prstGeom prst="straightConnector1">
                  <a:avLst/>
                </a:prstGeom>
                <a:ln w="47625">
                  <a:solidFill>
                    <a:schemeClr val="accent1">
                      <a:alpha val="61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30" name="矩形: 圆角 129"/>
                <p:cNvSpPr/>
                <p:nvPr/>
              </p:nvSpPr>
              <p:spPr>
                <a:xfrm>
                  <a:off x="6771994" y="3090732"/>
                  <a:ext cx="863543" cy="241040"/>
                </a:xfrm>
                <a:prstGeom prst="roundRect">
                  <a:avLst>
                    <a:gd name="adj" fmla="val 50000"/>
                  </a:avLst>
                </a:prstGeom>
                <a:solidFill>
                  <a:schemeClr val="accent2">
                    <a:lumMod val="20000"/>
                    <a:lumOff val="80000"/>
                    <a:alpha val="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zh-CN" altLang="en-US" sz="1000" b="1" i="0" u="none" strike="noStrike" kern="0" cap="none" spc="0" normalizeH="0" baseline="0" noProof="0" dirty="0">
                      <a:solidFill>
                        <a:schemeClr val="tx1">
                          <a:lumMod val="65000"/>
                          <a:lumOff val="35000"/>
                        </a:schemeClr>
                      </a:solidFill>
                      <a:effectLst/>
                      <a:uLnTx/>
                      <a:uFillTx/>
                      <a:latin typeface="+mj-ea"/>
                      <a:ea typeface="+mj-ea"/>
                      <a:cs typeface="思源宋体 CN Heavy" panose="02020900000000000000" pitchFamily="18" charset="-122"/>
                    </a:rPr>
                    <a:t>反馈评价</a:t>
                  </a:r>
                </a:p>
              </p:txBody>
            </p:sp>
            <p:sp>
              <p:nvSpPr>
                <p:cNvPr id="131" name="矩形: 圆角 130"/>
                <p:cNvSpPr/>
                <p:nvPr/>
              </p:nvSpPr>
              <p:spPr>
                <a:xfrm>
                  <a:off x="6771994" y="3534789"/>
                  <a:ext cx="863543" cy="241040"/>
                </a:xfrm>
                <a:prstGeom prst="roundRect">
                  <a:avLst>
                    <a:gd name="adj" fmla="val 50000"/>
                  </a:avLst>
                </a:prstGeom>
                <a:solidFill>
                  <a:schemeClr val="accent2">
                    <a:lumMod val="20000"/>
                    <a:lumOff val="80000"/>
                    <a:alpha val="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zh-CN" altLang="en-US" sz="1000" b="1" i="0" u="none" strike="noStrike" kern="0" cap="none" spc="0" normalizeH="0" baseline="0" noProof="0" dirty="0">
                      <a:solidFill>
                        <a:schemeClr val="tx1">
                          <a:lumMod val="65000"/>
                          <a:lumOff val="35000"/>
                        </a:schemeClr>
                      </a:solidFill>
                      <a:effectLst/>
                      <a:uLnTx/>
                      <a:uFillTx/>
                      <a:latin typeface="+mj-ea"/>
                      <a:ea typeface="+mj-ea"/>
                      <a:cs typeface="思源宋体 CN Heavy" panose="02020900000000000000" pitchFamily="18" charset="-122"/>
                    </a:rPr>
                    <a:t>拓展提升</a:t>
                  </a:r>
                </a:p>
              </p:txBody>
            </p:sp>
          </p:grpSp>
        </p:grpSp>
      </p:grpSp>
      <p:grpSp>
        <p:nvGrpSpPr>
          <p:cNvPr id="141" name="组合 140"/>
          <p:cNvGrpSpPr/>
          <p:nvPr/>
        </p:nvGrpSpPr>
        <p:grpSpPr>
          <a:xfrm>
            <a:off x="3371871" y="2389030"/>
            <a:ext cx="5267773" cy="239252"/>
            <a:chOff x="3300440" y="2401730"/>
            <a:chExt cx="5267773" cy="239252"/>
          </a:xfrm>
        </p:grpSpPr>
        <p:sp>
          <p:nvSpPr>
            <p:cNvPr id="138" name="箭头: V 形 137"/>
            <p:cNvSpPr/>
            <p:nvPr/>
          </p:nvSpPr>
          <p:spPr>
            <a:xfrm rot="5400000">
              <a:off x="3319695" y="2382475"/>
              <a:ext cx="239252" cy="277762"/>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39" name="箭头: V 形 138"/>
            <p:cNvSpPr/>
            <p:nvPr/>
          </p:nvSpPr>
          <p:spPr>
            <a:xfrm rot="5400000">
              <a:off x="5814700" y="2382475"/>
              <a:ext cx="239252" cy="277762"/>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40" name="箭头: V 形 139"/>
            <p:cNvSpPr/>
            <p:nvPr/>
          </p:nvSpPr>
          <p:spPr>
            <a:xfrm rot="5400000">
              <a:off x="8309706" y="2382475"/>
              <a:ext cx="239252" cy="277762"/>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grpSp>
        <p:nvGrpSpPr>
          <p:cNvPr id="33" name="组合 32"/>
          <p:cNvGrpSpPr/>
          <p:nvPr/>
        </p:nvGrpSpPr>
        <p:grpSpPr>
          <a:xfrm>
            <a:off x="2925209" y="2690949"/>
            <a:ext cx="6161097" cy="3747951"/>
            <a:chOff x="2925209" y="2690949"/>
            <a:chExt cx="6161097" cy="3747951"/>
          </a:xfrm>
        </p:grpSpPr>
        <p:sp>
          <p:nvSpPr>
            <p:cNvPr id="137" name="矩形: 圆角 136"/>
            <p:cNvSpPr/>
            <p:nvPr/>
          </p:nvSpPr>
          <p:spPr>
            <a:xfrm>
              <a:off x="2925209" y="2690949"/>
              <a:ext cx="6161097" cy="3747951"/>
            </a:xfrm>
            <a:prstGeom prst="roundRect">
              <a:avLst>
                <a:gd name="adj" fmla="val 751"/>
              </a:avLst>
            </a:prstGeom>
            <a:solidFill>
              <a:schemeClr val="bg1"/>
            </a:solidFill>
            <a:ln w="19050">
              <a:solidFill>
                <a:schemeClr val="accent1">
                  <a:lumMod val="60000"/>
                  <a:lumOff val="40000"/>
                </a:schemeClr>
              </a:solidFill>
              <a:prstDash val="dash"/>
            </a:ln>
            <a:effectLst>
              <a:outerShdw blurRad="381000" dist="1270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31" name="组合 30"/>
            <p:cNvGrpSpPr/>
            <p:nvPr/>
          </p:nvGrpSpPr>
          <p:grpSpPr>
            <a:xfrm>
              <a:off x="3000049" y="2807323"/>
              <a:ext cx="5996177" cy="1320365"/>
              <a:chOff x="3000049" y="2807323"/>
              <a:chExt cx="5996177" cy="1320365"/>
            </a:xfrm>
          </p:grpSpPr>
          <p:grpSp>
            <p:nvGrpSpPr>
              <p:cNvPr id="110" name="组合 109"/>
              <p:cNvGrpSpPr/>
              <p:nvPr/>
            </p:nvGrpSpPr>
            <p:grpSpPr>
              <a:xfrm>
                <a:off x="3000049" y="2807323"/>
                <a:ext cx="5996177" cy="400110"/>
                <a:chOff x="2985853" y="1481444"/>
                <a:chExt cx="5996177" cy="400110"/>
              </a:xfrm>
              <a:gradFill flip="none" rotWithShape="1">
                <a:gsLst>
                  <a:gs pos="0">
                    <a:schemeClr val="accent1"/>
                  </a:gs>
                  <a:gs pos="100000">
                    <a:schemeClr val="accent1">
                      <a:lumMod val="75000"/>
                    </a:schemeClr>
                  </a:gs>
                </a:gsLst>
                <a:lin ang="0" scaled="1"/>
                <a:tileRect/>
              </a:gradFill>
            </p:grpSpPr>
            <p:sp>
              <p:nvSpPr>
                <p:cNvPr id="103" name="箭头: V 形 102"/>
                <p:cNvSpPr/>
                <p:nvPr/>
              </p:nvSpPr>
              <p:spPr>
                <a:xfrm>
                  <a:off x="2985853" y="1481444"/>
                  <a:ext cx="1060436" cy="400110"/>
                </a:xfrm>
                <a:prstGeom prst="chevron">
                  <a:avLst/>
                </a:prstGeom>
                <a:grp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spAutoFit/>
                </a:bodyPr>
                <a:lstStyle/>
                <a:p>
                  <a:pPr algn="ctr"/>
                  <a:r>
                    <a:rPr lang="zh-CN" altLang="en-US" sz="2000" dirty="0">
                      <a:latin typeface="+mj-ea"/>
                      <a:ea typeface="+mj-ea"/>
                      <a:cs typeface="思源宋体 CN Heavy" panose="02020900000000000000" pitchFamily="18" charset="-122"/>
                    </a:rPr>
                    <a:t>导</a:t>
                  </a:r>
                </a:p>
              </p:txBody>
            </p:sp>
            <p:sp>
              <p:nvSpPr>
                <p:cNvPr id="104" name="箭头: V 形 103"/>
                <p:cNvSpPr/>
                <p:nvPr/>
              </p:nvSpPr>
              <p:spPr>
                <a:xfrm>
                  <a:off x="7921594" y="1481444"/>
                  <a:ext cx="1060436" cy="400110"/>
                </a:xfrm>
                <a:prstGeom prst="chevron">
                  <a:avLst/>
                </a:prstGeom>
                <a:grp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wrap="square">
                  <a:spAutoFit/>
                </a:bodyPr>
                <a:lstStyle/>
                <a:p>
                  <a:pPr algn="ctr"/>
                  <a:r>
                    <a:rPr lang="zh-CN" altLang="en-US" sz="2000" dirty="0">
                      <a:latin typeface="+mj-ea"/>
                      <a:ea typeface="+mj-ea"/>
                      <a:cs typeface="思源宋体 CN Heavy" panose="02020900000000000000" pitchFamily="18" charset="-122"/>
                    </a:rPr>
                    <a:t>拓</a:t>
                  </a:r>
                </a:p>
              </p:txBody>
            </p:sp>
            <p:sp>
              <p:nvSpPr>
                <p:cNvPr id="106" name="箭头: V 形 105"/>
                <p:cNvSpPr/>
                <p:nvPr/>
              </p:nvSpPr>
              <p:spPr>
                <a:xfrm>
                  <a:off x="6934445" y="1481444"/>
                  <a:ext cx="1060436" cy="400110"/>
                </a:xfrm>
                <a:prstGeom prst="chevron">
                  <a:avLst/>
                </a:prstGeom>
                <a:grp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spAutoFit/>
                </a:bodyPr>
                <a:lstStyle/>
                <a:p>
                  <a:pPr algn="ctr"/>
                  <a:r>
                    <a:rPr lang="zh-CN" altLang="en-US" sz="2000" dirty="0">
                      <a:latin typeface="+mj-ea"/>
                      <a:ea typeface="+mj-ea"/>
                      <a:cs typeface="思源宋体 CN Heavy" panose="02020900000000000000" pitchFamily="18" charset="-122"/>
                    </a:rPr>
                    <a:t>测</a:t>
                  </a:r>
                </a:p>
              </p:txBody>
            </p:sp>
            <p:sp>
              <p:nvSpPr>
                <p:cNvPr id="107" name="箭头: V 形 106"/>
                <p:cNvSpPr/>
                <p:nvPr/>
              </p:nvSpPr>
              <p:spPr>
                <a:xfrm>
                  <a:off x="5947297" y="1481444"/>
                  <a:ext cx="1060436" cy="400110"/>
                </a:xfrm>
                <a:prstGeom prst="chevron">
                  <a:avLst/>
                </a:prstGeom>
                <a:grp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spAutoFit/>
                </a:bodyPr>
                <a:lstStyle/>
                <a:p>
                  <a:pPr algn="ctr"/>
                  <a:r>
                    <a:rPr lang="zh-CN" altLang="en-US" sz="2000" dirty="0">
                      <a:latin typeface="+mj-ea"/>
                      <a:ea typeface="+mj-ea"/>
                      <a:cs typeface="思源宋体 CN Heavy" panose="02020900000000000000" pitchFamily="18" charset="-122"/>
                    </a:rPr>
                    <a:t>辨</a:t>
                  </a:r>
                </a:p>
              </p:txBody>
            </p:sp>
            <p:sp>
              <p:nvSpPr>
                <p:cNvPr id="108" name="箭头: V 形 107"/>
                <p:cNvSpPr/>
                <p:nvPr/>
              </p:nvSpPr>
              <p:spPr>
                <a:xfrm>
                  <a:off x="4960149" y="1481444"/>
                  <a:ext cx="1060436" cy="400110"/>
                </a:xfrm>
                <a:prstGeom prst="chevron">
                  <a:avLst/>
                </a:prstGeom>
                <a:grp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spAutoFit/>
                </a:bodyPr>
                <a:lstStyle/>
                <a:p>
                  <a:pPr algn="ctr"/>
                  <a:r>
                    <a:rPr lang="zh-CN" altLang="en-US" sz="2000" dirty="0">
                      <a:latin typeface="+mj-ea"/>
                      <a:ea typeface="+mj-ea"/>
                      <a:cs typeface="思源宋体 CN Heavy" panose="02020900000000000000" pitchFamily="18" charset="-122"/>
                    </a:rPr>
                    <a:t>析</a:t>
                  </a:r>
                </a:p>
              </p:txBody>
            </p:sp>
            <p:sp>
              <p:nvSpPr>
                <p:cNvPr id="109" name="箭头: V 形 108"/>
                <p:cNvSpPr/>
                <p:nvPr/>
              </p:nvSpPr>
              <p:spPr>
                <a:xfrm>
                  <a:off x="3973001" y="1481444"/>
                  <a:ext cx="1060436" cy="400110"/>
                </a:xfrm>
                <a:prstGeom prst="chevron">
                  <a:avLst/>
                </a:prstGeom>
                <a:grp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spAutoFit/>
                </a:bodyPr>
                <a:lstStyle/>
                <a:p>
                  <a:pPr algn="ctr"/>
                  <a:r>
                    <a:rPr lang="zh-CN" altLang="en-US" sz="2000" dirty="0">
                      <a:latin typeface="+mj-ea"/>
                      <a:ea typeface="+mj-ea"/>
                      <a:cs typeface="思源宋体 CN Heavy" panose="02020900000000000000" pitchFamily="18" charset="-122"/>
                    </a:rPr>
                    <a:t>探</a:t>
                  </a:r>
                </a:p>
              </p:txBody>
            </p:sp>
          </p:grpSp>
          <p:grpSp>
            <p:nvGrpSpPr>
              <p:cNvPr id="136" name="组合 135"/>
              <p:cNvGrpSpPr/>
              <p:nvPr/>
            </p:nvGrpSpPr>
            <p:grpSpPr>
              <a:xfrm>
                <a:off x="3000049" y="3319058"/>
                <a:ext cx="5996177" cy="808630"/>
                <a:chOff x="3000049" y="1993179"/>
                <a:chExt cx="5996177" cy="808630"/>
              </a:xfrm>
            </p:grpSpPr>
            <p:sp>
              <p:nvSpPr>
                <p:cNvPr id="113" name="文本框 112"/>
                <p:cNvSpPr txBox="1"/>
                <p:nvPr/>
              </p:nvSpPr>
              <p:spPr>
                <a:xfrm>
                  <a:off x="3000049" y="1993179"/>
                  <a:ext cx="932268" cy="808630"/>
                </a:xfrm>
                <a:prstGeom prst="roundRect">
                  <a:avLst>
                    <a:gd name="adj" fmla="val 6000"/>
                  </a:avLst>
                </a:prstGeom>
                <a:solidFill>
                  <a:schemeClr val="accent1">
                    <a:lumMod val="20000"/>
                    <a:lumOff val="8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ts val="1800"/>
                    </a:lnSpc>
                    <a:defRPr sz="1500">
                      <a:solidFill>
                        <a:srgbClr val="0070C0"/>
                      </a:solidFill>
                      <a:latin typeface="微软雅黑 Light" panose="020B0502040204020203" pitchFamily="34" charset="-122"/>
                      <a:ea typeface="微软雅黑 Light" panose="020B0502040204020203" pitchFamily="34" charset="-122"/>
                      <a:cs typeface="阿里巴巴普惠体"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推送资源</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交流互动</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p:txBody>
            </p:sp>
            <p:sp>
              <p:nvSpPr>
                <p:cNvPr id="114" name="文本框 113"/>
                <p:cNvSpPr txBox="1"/>
                <p:nvPr/>
              </p:nvSpPr>
              <p:spPr>
                <a:xfrm>
                  <a:off x="8063958" y="1993179"/>
                  <a:ext cx="932268" cy="808630"/>
                </a:xfrm>
                <a:prstGeom prst="roundRect">
                  <a:avLst>
                    <a:gd name="adj" fmla="val 6000"/>
                  </a:avLst>
                </a:prstGeom>
                <a:solidFill>
                  <a:schemeClr val="accent1">
                    <a:lumMod val="20000"/>
                    <a:lumOff val="8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ts val="1800"/>
                    </a:lnSpc>
                    <a:defRPr sz="1500">
                      <a:solidFill>
                        <a:srgbClr val="0070C0"/>
                      </a:solidFill>
                      <a:latin typeface="微软雅黑 Light" panose="020B0502040204020203" pitchFamily="34" charset="-122"/>
                      <a:ea typeface="微软雅黑 Light" panose="020B0502040204020203" pitchFamily="34" charset="-122"/>
                      <a:cs typeface="阿里巴巴普惠体"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接触项目</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拓展深化</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p:txBody>
            </p:sp>
            <p:sp>
              <p:nvSpPr>
                <p:cNvPr id="115" name="文本框 114"/>
                <p:cNvSpPr txBox="1"/>
                <p:nvPr/>
              </p:nvSpPr>
              <p:spPr>
                <a:xfrm>
                  <a:off x="4012831" y="1993179"/>
                  <a:ext cx="932268" cy="808630"/>
                </a:xfrm>
                <a:prstGeom prst="roundRect">
                  <a:avLst>
                    <a:gd name="adj" fmla="val 6000"/>
                  </a:avLst>
                </a:prstGeom>
                <a:solidFill>
                  <a:schemeClr val="accent1">
                    <a:lumMod val="20000"/>
                    <a:lumOff val="8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ts val="1800"/>
                    </a:lnSpc>
                    <a:defRPr sz="1050">
                      <a:solidFill>
                        <a:srgbClr val="0070C0"/>
                      </a:solidFill>
                      <a:latin typeface="微软雅黑 Light" panose="020B0502040204020203" pitchFamily="34" charset="-122"/>
                      <a:ea typeface="微软雅黑 Light" panose="020B0502040204020203" pitchFamily="34" charset="-122"/>
                      <a:cs typeface="阿里巴巴普惠体"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引入案例</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导出新知</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p:txBody>
            </p:sp>
            <p:sp>
              <p:nvSpPr>
                <p:cNvPr id="116" name="文本框 115"/>
                <p:cNvSpPr txBox="1"/>
                <p:nvPr/>
              </p:nvSpPr>
              <p:spPr>
                <a:xfrm>
                  <a:off x="5025613" y="1993179"/>
                  <a:ext cx="932268" cy="808630"/>
                </a:xfrm>
                <a:prstGeom prst="roundRect">
                  <a:avLst>
                    <a:gd name="adj" fmla="val 6000"/>
                  </a:avLst>
                </a:prstGeom>
                <a:solidFill>
                  <a:schemeClr val="accent1">
                    <a:lumMod val="20000"/>
                    <a:lumOff val="8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ts val="1800"/>
                    </a:lnSpc>
                    <a:defRPr sz="1050">
                      <a:solidFill>
                        <a:srgbClr val="0070C0"/>
                      </a:solidFill>
                      <a:latin typeface="微软雅黑 Light" panose="020B0502040204020203" pitchFamily="34" charset="-122"/>
                      <a:ea typeface="微软雅黑 Light" panose="020B0502040204020203" pitchFamily="34" charset="-122"/>
                      <a:cs typeface="阿里巴巴普惠体"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发布练习</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现场示教</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p:txBody>
            </p:sp>
            <p:sp>
              <p:nvSpPr>
                <p:cNvPr id="117" name="文本框 116"/>
                <p:cNvSpPr txBox="1"/>
                <p:nvPr/>
              </p:nvSpPr>
              <p:spPr>
                <a:xfrm>
                  <a:off x="6038395" y="1993179"/>
                  <a:ext cx="932268" cy="808630"/>
                </a:xfrm>
                <a:prstGeom prst="roundRect">
                  <a:avLst>
                    <a:gd name="adj" fmla="val 6000"/>
                  </a:avLst>
                </a:prstGeom>
                <a:solidFill>
                  <a:schemeClr val="accent1">
                    <a:lumMod val="20000"/>
                    <a:lumOff val="8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ts val="1800"/>
                    </a:lnSpc>
                    <a:defRPr sz="1050">
                      <a:solidFill>
                        <a:srgbClr val="0070C0"/>
                      </a:solidFill>
                      <a:latin typeface="微软雅黑 Light" panose="020B0502040204020203" pitchFamily="34" charset="-122"/>
                      <a:ea typeface="微软雅黑 Light" panose="020B0502040204020203" pitchFamily="34" charset="-122"/>
                      <a:cs typeface="阿里巴巴普惠体"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创设情境</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组织演习</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p:txBody>
            </p:sp>
            <p:sp>
              <p:nvSpPr>
                <p:cNvPr id="118" name="文本框 117"/>
                <p:cNvSpPr txBox="1"/>
                <p:nvPr/>
              </p:nvSpPr>
              <p:spPr>
                <a:xfrm>
                  <a:off x="7051177" y="1993179"/>
                  <a:ext cx="932268" cy="808630"/>
                </a:xfrm>
                <a:prstGeom prst="roundRect">
                  <a:avLst>
                    <a:gd name="adj" fmla="val 6000"/>
                  </a:avLst>
                </a:prstGeom>
                <a:solidFill>
                  <a:schemeClr val="accent1">
                    <a:lumMod val="20000"/>
                    <a:lumOff val="8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ts val="1800"/>
                    </a:lnSpc>
                    <a:defRPr sz="1050">
                      <a:solidFill>
                        <a:srgbClr val="0070C0"/>
                      </a:solidFill>
                      <a:latin typeface="微软雅黑 Light" panose="020B0502040204020203" pitchFamily="34" charset="-122"/>
                      <a:ea typeface="微软雅黑 Light" panose="020B0502040204020203" pitchFamily="34" charset="-122"/>
                      <a:cs typeface="阿里巴巴普惠体"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答疑解惑</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即使评价</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p:txBody>
            </p:sp>
          </p:grpSp>
        </p:grpSp>
        <p:grpSp>
          <p:nvGrpSpPr>
            <p:cNvPr id="29" name="组合 28"/>
            <p:cNvGrpSpPr/>
            <p:nvPr/>
          </p:nvGrpSpPr>
          <p:grpSpPr>
            <a:xfrm>
              <a:off x="3000049" y="4629149"/>
              <a:ext cx="5996177" cy="1716219"/>
              <a:chOff x="3000049" y="4629149"/>
              <a:chExt cx="5996177" cy="1716219"/>
            </a:xfrm>
          </p:grpSpPr>
          <p:sp>
            <p:nvSpPr>
              <p:cNvPr id="55" name="矩形: 圆角 54"/>
              <p:cNvSpPr/>
              <p:nvPr/>
            </p:nvSpPr>
            <p:spPr>
              <a:xfrm>
                <a:off x="3000049" y="4629149"/>
                <a:ext cx="5996177" cy="1716219"/>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endParaRPr>
              </a:p>
            </p:txBody>
          </p:sp>
          <p:grpSp>
            <p:nvGrpSpPr>
              <p:cNvPr id="46" name="组合 45"/>
              <p:cNvGrpSpPr/>
              <p:nvPr/>
            </p:nvGrpSpPr>
            <p:grpSpPr>
              <a:xfrm>
                <a:off x="3203529" y="4788941"/>
                <a:ext cx="5589216" cy="1396635"/>
                <a:chOff x="4159989" y="2224055"/>
                <a:chExt cx="5589216" cy="1396635"/>
              </a:xfrm>
            </p:grpSpPr>
            <p:sp>
              <p:nvSpPr>
                <p:cNvPr id="7" name="Freeform: Shape 84"/>
                <p:cNvSpPr/>
                <p:nvPr/>
              </p:nvSpPr>
              <p:spPr>
                <a:xfrm>
                  <a:off x="5311977" y="2392126"/>
                  <a:ext cx="1188944" cy="1060492"/>
                </a:xfrm>
                <a:custGeom>
                  <a:avLst/>
                  <a:gdLst>
                    <a:gd name="connsiteX0" fmla="*/ 2 w 1854363"/>
                    <a:gd name="connsiteY0" fmla="*/ 0 h 1654020"/>
                    <a:gd name="connsiteX1" fmla="*/ 95414 w 1854363"/>
                    <a:gd name="connsiteY1" fmla="*/ 71348 h 1654020"/>
                    <a:gd name="connsiteX2" fmla="*/ 927189 w 1854363"/>
                    <a:gd name="connsiteY2" fmla="*/ 325419 h 1654020"/>
                    <a:gd name="connsiteX3" fmla="*/ 1758964 w 1854363"/>
                    <a:gd name="connsiteY3" fmla="*/ 71348 h 1654020"/>
                    <a:gd name="connsiteX4" fmla="*/ 1854361 w 1854363"/>
                    <a:gd name="connsiteY4" fmla="*/ 11 h 1654020"/>
                    <a:gd name="connsiteX5" fmla="*/ 1791806 w 1854363"/>
                    <a:gd name="connsiteY5" fmla="*/ 56865 h 1654020"/>
                    <a:gd name="connsiteX6" fmla="*/ 1472801 w 1854363"/>
                    <a:gd name="connsiteY6" fmla="*/ 827009 h 1654020"/>
                    <a:gd name="connsiteX7" fmla="*/ 1791806 w 1854363"/>
                    <a:gd name="connsiteY7" fmla="*/ 1597153 h 1654020"/>
                    <a:gd name="connsiteX8" fmla="*/ 1854363 w 1854363"/>
                    <a:gd name="connsiteY8" fmla="*/ 1654009 h 1654020"/>
                    <a:gd name="connsiteX9" fmla="*/ 1758964 w 1854363"/>
                    <a:gd name="connsiteY9" fmla="*/ 1582671 h 1654020"/>
                    <a:gd name="connsiteX10" fmla="*/ 927189 w 1854363"/>
                    <a:gd name="connsiteY10" fmla="*/ 1328599 h 1654020"/>
                    <a:gd name="connsiteX11" fmla="*/ 95414 w 1854363"/>
                    <a:gd name="connsiteY11" fmla="*/ 1582671 h 1654020"/>
                    <a:gd name="connsiteX12" fmla="*/ 0 w 1854363"/>
                    <a:gd name="connsiteY12" fmla="*/ 1654020 h 1654020"/>
                    <a:gd name="connsiteX13" fmla="*/ 62570 w 1854363"/>
                    <a:gd name="connsiteY13" fmla="*/ 1597153 h 1654020"/>
                    <a:gd name="connsiteX14" fmla="*/ 381574 w 1854363"/>
                    <a:gd name="connsiteY14" fmla="*/ 827009 h 1654020"/>
                    <a:gd name="connsiteX15" fmla="*/ 62570 w 1854363"/>
                    <a:gd name="connsiteY15" fmla="*/ 56865 h 1654020"/>
                    <a:gd name="connsiteX16" fmla="*/ 2 w 1854363"/>
                    <a:gd name="connsiteY16" fmla="*/ 0 h 165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54363" h="1654020">
                      <a:moveTo>
                        <a:pt x="2" y="0"/>
                      </a:moveTo>
                      <a:lnTo>
                        <a:pt x="95414" y="71348"/>
                      </a:lnTo>
                      <a:cubicBezTo>
                        <a:pt x="332849" y="231755"/>
                        <a:pt x="619081" y="325419"/>
                        <a:pt x="927189" y="325419"/>
                      </a:cubicBezTo>
                      <a:cubicBezTo>
                        <a:pt x="1235297" y="325419"/>
                        <a:pt x="1521529" y="231755"/>
                        <a:pt x="1758964" y="71348"/>
                      </a:cubicBezTo>
                      <a:lnTo>
                        <a:pt x="1854361" y="11"/>
                      </a:lnTo>
                      <a:lnTo>
                        <a:pt x="1791806" y="56865"/>
                      </a:lnTo>
                      <a:cubicBezTo>
                        <a:pt x="1594709" y="253962"/>
                        <a:pt x="1472801" y="526249"/>
                        <a:pt x="1472801" y="827009"/>
                      </a:cubicBezTo>
                      <a:cubicBezTo>
                        <a:pt x="1472801" y="1127769"/>
                        <a:pt x="1594709" y="1400056"/>
                        <a:pt x="1791806" y="1597153"/>
                      </a:cubicBezTo>
                      <a:lnTo>
                        <a:pt x="1854363" y="1654009"/>
                      </a:lnTo>
                      <a:lnTo>
                        <a:pt x="1758964" y="1582671"/>
                      </a:lnTo>
                      <a:cubicBezTo>
                        <a:pt x="1521529" y="1422263"/>
                        <a:pt x="1235297" y="1328599"/>
                        <a:pt x="927189" y="1328599"/>
                      </a:cubicBezTo>
                      <a:cubicBezTo>
                        <a:pt x="619081" y="1328599"/>
                        <a:pt x="332849" y="1422263"/>
                        <a:pt x="95414" y="1582671"/>
                      </a:cubicBezTo>
                      <a:lnTo>
                        <a:pt x="0" y="1654020"/>
                      </a:lnTo>
                      <a:lnTo>
                        <a:pt x="62570" y="1597153"/>
                      </a:lnTo>
                      <a:cubicBezTo>
                        <a:pt x="259667" y="1400056"/>
                        <a:pt x="381574" y="1127769"/>
                        <a:pt x="381574" y="827009"/>
                      </a:cubicBezTo>
                      <a:cubicBezTo>
                        <a:pt x="381574" y="526249"/>
                        <a:pt x="259667" y="253962"/>
                        <a:pt x="62570" y="56865"/>
                      </a:cubicBezTo>
                      <a:lnTo>
                        <a:pt x="2" y="0"/>
                      </a:lnTo>
                      <a:close/>
                    </a:path>
                  </a:pathLst>
                </a:custGeom>
                <a:solidFill>
                  <a:schemeClr val="accent1"/>
                </a:solid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6440" tIns="206440" rIns="206440" bIns="206440" numCol="1" spcCol="1270" anchor="ctr" anchorCtr="0">
                  <a:noAutofit/>
                </a:bodyPr>
                <a:lstStyle/>
                <a:p>
                  <a:pPr marL="0" lvl="0" indent="0" algn="ctr" defTabSz="1600200">
                    <a:lnSpc>
                      <a:spcPct val="90000"/>
                    </a:lnSpc>
                    <a:spcBef>
                      <a:spcPct val="0"/>
                    </a:spcBef>
                    <a:spcAft>
                      <a:spcPct val="0"/>
                    </a:spcAft>
                    <a:buNone/>
                  </a:pPr>
                  <a:endParaRPr lang="en-US" sz="2480" kern="1200">
                    <a:cs typeface="思源宋体 CN Heavy" panose="02020900000000000000" pitchFamily="18" charset="-122"/>
                  </a:endParaRPr>
                </a:p>
              </p:txBody>
            </p:sp>
            <p:sp>
              <p:nvSpPr>
                <p:cNvPr id="8" name="Freeform: Shape 85"/>
                <p:cNvSpPr/>
                <p:nvPr/>
              </p:nvSpPr>
              <p:spPr>
                <a:xfrm>
                  <a:off x="5311977" y="2392126"/>
                  <a:ext cx="1188944" cy="1060492"/>
                </a:xfrm>
                <a:custGeom>
                  <a:avLst/>
                  <a:gdLst>
                    <a:gd name="connsiteX0" fmla="*/ 2 w 1854363"/>
                    <a:gd name="connsiteY0" fmla="*/ 0 h 1654020"/>
                    <a:gd name="connsiteX1" fmla="*/ 95414 w 1854363"/>
                    <a:gd name="connsiteY1" fmla="*/ 71348 h 1654020"/>
                    <a:gd name="connsiteX2" fmla="*/ 927189 w 1854363"/>
                    <a:gd name="connsiteY2" fmla="*/ 325419 h 1654020"/>
                    <a:gd name="connsiteX3" fmla="*/ 1758964 w 1854363"/>
                    <a:gd name="connsiteY3" fmla="*/ 71348 h 1654020"/>
                    <a:gd name="connsiteX4" fmla="*/ 1854361 w 1854363"/>
                    <a:gd name="connsiteY4" fmla="*/ 11 h 1654020"/>
                    <a:gd name="connsiteX5" fmla="*/ 1791806 w 1854363"/>
                    <a:gd name="connsiteY5" fmla="*/ 56865 h 1654020"/>
                    <a:gd name="connsiteX6" fmla="*/ 1472801 w 1854363"/>
                    <a:gd name="connsiteY6" fmla="*/ 827009 h 1654020"/>
                    <a:gd name="connsiteX7" fmla="*/ 1791806 w 1854363"/>
                    <a:gd name="connsiteY7" fmla="*/ 1597153 h 1654020"/>
                    <a:gd name="connsiteX8" fmla="*/ 1854363 w 1854363"/>
                    <a:gd name="connsiteY8" fmla="*/ 1654009 h 1654020"/>
                    <a:gd name="connsiteX9" fmla="*/ 1758964 w 1854363"/>
                    <a:gd name="connsiteY9" fmla="*/ 1582671 h 1654020"/>
                    <a:gd name="connsiteX10" fmla="*/ 927189 w 1854363"/>
                    <a:gd name="connsiteY10" fmla="*/ 1328599 h 1654020"/>
                    <a:gd name="connsiteX11" fmla="*/ 95414 w 1854363"/>
                    <a:gd name="connsiteY11" fmla="*/ 1582671 h 1654020"/>
                    <a:gd name="connsiteX12" fmla="*/ 0 w 1854363"/>
                    <a:gd name="connsiteY12" fmla="*/ 1654020 h 1654020"/>
                    <a:gd name="connsiteX13" fmla="*/ 62570 w 1854363"/>
                    <a:gd name="connsiteY13" fmla="*/ 1597153 h 1654020"/>
                    <a:gd name="connsiteX14" fmla="*/ 381574 w 1854363"/>
                    <a:gd name="connsiteY14" fmla="*/ 827009 h 1654020"/>
                    <a:gd name="connsiteX15" fmla="*/ 62570 w 1854363"/>
                    <a:gd name="connsiteY15" fmla="*/ 56865 h 1654020"/>
                    <a:gd name="connsiteX16" fmla="*/ 2 w 1854363"/>
                    <a:gd name="connsiteY16" fmla="*/ 0 h 165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54363" h="1654020">
                      <a:moveTo>
                        <a:pt x="2" y="0"/>
                      </a:moveTo>
                      <a:lnTo>
                        <a:pt x="95414" y="71348"/>
                      </a:lnTo>
                      <a:cubicBezTo>
                        <a:pt x="332849" y="231755"/>
                        <a:pt x="619081" y="325419"/>
                        <a:pt x="927189" y="325419"/>
                      </a:cubicBezTo>
                      <a:cubicBezTo>
                        <a:pt x="1235297" y="325419"/>
                        <a:pt x="1521529" y="231755"/>
                        <a:pt x="1758964" y="71348"/>
                      </a:cubicBezTo>
                      <a:lnTo>
                        <a:pt x="1854361" y="11"/>
                      </a:lnTo>
                      <a:lnTo>
                        <a:pt x="1791806" y="56865"/>
                      </a:lnTo>
                      <a:cubicBezTo>
                        <a:pt x="1594709" y="253962"/>
                        <a:pt x="1472801" y="526249"/>
                        <a:pt x="1472801" y="827009"/>
                      </a:cubicBezTo>
                      <a:cubicBezTo>
                        <a:pt x="1472801" y="1127769"/>
                        <a:pt x="1594709" y="1400056"/>
                        <a:pt x="1791806" y="1597153"/>
                      </a:cubicBezTo>
                      <a:lnTo>
                        <a:pt x="1854363" y="1654009"/>
                      </a:lnTo>
                      <a:lnTo>
                        <a:pt x="1758964" y="1582671"/>
                      </a:lnTo>
                      <a:cubicBezTo>
                        <a:pt x="1521529" y="1422263"/>
                        <a:pt x="1235297" y="1328599"/>
                        <a:pt x="927189" y="1328599"/>
                      </a:cubicBezTo>
                      <a:cubicBezTo>
                        <a:pt x="619081" y="1328599"/>
                        <a:pt x="332849" y="1422263"/>
                        <a:pt x="95414" y="1582671"/>
                      </a:cubicBezTo>
                      <a:lnTo>
                        <a:pt x="0" y="1654020"/>
                      </a:lnTo>
                      <a:lnTo>
                        <a:pt x="62570" y="1597153"/>
                      </a:lnTo>
                      <a:cubicBezTo>
                        <a:pt x="259667" y="1400056"/>
                        <a:pt x="381574" y="1127769"/>
                        <a:pt x="381574" y="827009"/>
                      </a:cubicBezTo>
                      <a:cubicBezTo>
                        <a:pt x="381574" y="526249"/>
                        <a:pt x="259667" y="253962"/>
                        <a:pt x="62570" y="56865"/>
                      </a:cubicBezTo>
                      <a:lnTo>
                        <a:pt x="2" y="0"/>
                      </a:lnTo>
                      <a:close/>
                    </a:path>
                  </a:pathLst>
                </a:custGeom>
                <a:gradFill flip="none" rotWithShape="1">
                  <a:gsLst>
                    <a:gs pos="7000">
                      <a:schemeClr val="tx1">
                        <a:alpha val="40000"/>
                      </a:schemeClr>
                    </a:gs>
                    <a:gs pos="50000">
                      <a:schemeClr val="tx1">
                        <a:alpha val="10000"/>
                      </a:schemeClr>
                    </a:gs>
                    <a:gs pos="100000">
                      <a:schemeClr val="bg1">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2984" tIns="31492" rIns="62984" bIns="31492" rtlCol="0" anchor="ctr">
                  <a:noAutofit/>
                </a:bodyPr>
                <a:lstStyle/>
                <a:p>
                  <a:pPr algn="ctr"/>
                  <a:endParaRPr lang="en-US" sz="1240">
                    <a:cs typeface="思源宋体 CN Heavy" panose="02020900000000000000" pitchFamily="18" charset="-122"/>
                  </a:endParaRPr>
                </a:p>
              </p:txBody>
            </p:sp>
            <p:sp>
              <p:nvSpPr>
                <p:cNvPr id="9" name="Freeform: Shape 139"/>
                <p:cNvSpPr/>
                <p:nvPr/>
              </p:nvSpPr>
              <p:spPr>
                <a:xfrm>
                  <a:off x="7408268" y="2392126"/>
                  <a:ext cx="1188944" cy="1060492"/>
                </a:xfrm>
                <a:custGeom>
                  <a:avLst/>
                  <a:gdLst>
                    <a:gd name="connsiteX0" fmla="*/ 2 w 1854363"/>
                    <a:gd name="connsiteY0" fmla="*/ 0 h 1654020"/>
                    <a:gd name="connsiteX1" fmla="*/ 95414 w 1854363"/>
                    <a:gd name="connsiteY1" fmla="*/ 71348 h 1654020"/>
                    <a:gd name="connsiteX2" fmla="*/ 927189 w 1854363"/>
                    <a:gd name="connsiteY2" fmla="*/ 325419 h 1654020"/>
                    <a:gd name="connsiteX3" fmla="*/ 1758964 w 1854363"/>
                    <a:gd name="connsiteY3" fmla="*/ 71348 h 1654020"/>
                    <a:gd name="connsiteX4" fmla="*/ 1854361 w 1854363"/>
                    <a:gd name="connsiteY4" fmla="*/ 11 h 1654020"/>
                    <a:gd name="connsiteX5" fmla="*/ 1791806 w 1854363"/>
                    <a:gd name="connsiteY5" fmla="*/ 56865 h 1654020"/>
                    <a:gd name="connsiteX6" fmla="*/ 1472801 w 1854363"/>
                    <a:gd name="connsiteY6" fmla="*/ 827009 h 1654020"/>
                    <a:gd name="connsiteX7" fmla="*/ 1791806 w 1854363"/>
                    <a:gd name="connsiteY7" fmla="*/ 1597153 h 1654020"/>
                    <a:gd name="connsiteX8" fmla="*/ 1854363 w 1854363"/>
                    <a:gd name="connsiteY8" fmla="*/ 1654009 h 1654020"/>
                    <a:gd name="connsiteX9" fmla="*/ 1758964 w 1854363"/>
                    <a:gd name="connsiteY9" fmla="*/ 1582671 h 1654020"/>
                    <a:gd name="connsiteX10" fmla="*/ 927189 w 1854363"/>
                    <a:gd name="connsiteY10" fmla="*/ 1328599 h 1654020"/>
                    <a:gd name="connsiteX11" fmla="*/ 95414 w 1854363"/>
                    <a:gd name="connsiteY11" fmla="*/ 1582671 h 1654020"/>
                    <a:gd name="connsiteX12" fmla="*/ 0 w 1854363"/>
                    <a:gd name="connsiteY12" fmla="*/ 1654020 h 1654020"/>
                    <a:gd name="connsiteX13" fmla="*/ 62570 w 1854363"/>
                    <a:gd name="connsiteY13" fmla="*/ 1597153 h 1654020"/>
                    <a:gd name="connsiteX14" fmla="*/ 381574 w 1854363"/>
                    <a:gd name="connsiteY14" fmla="*/ 827009 h 1654020"/>
                    <a:gd name="connsiteX15" fmla="*/ 62570 w 1854363"/>
                    <a:gd name="connsiteY15" fmla="*/ 56865 h 1654020"/>
                    <a:gd name="connsiteX16" fmla="*/ 2 w 1854363"/>
                    <a:gd name="connsiteY16" fmla="*/ 0 h 165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54363" h="1654020">
                      <a:moveTo>
                        <a:pt x="2" y="0"/>
                      </a:moveTo>
                      <a:lnTo>
                        <a:pt x="95414" y="71348"/>
                      </a:lnTo>
                      <a:cubicBezTo>
                        <a:pt x="332849" y="231755"/>
                        <a:pt x="619081" y="325419"/>
                        <a:pt x="927189" y="325419"/>
                      </a:cubicBezTo>
                      <a:cubicBezTo>
                        <a:pt x="1235297" y="325419"/>
                        <a:pt x="1521529" y="231755"/>
                        <a:pt x="1758964" y="71348"/>
                      </a:cubicBezTo>
                      <a:lnTo>
                        <a:pt x="1854361" y="11"/>
                      </a:lnTo>
                      <a:lnTo>
                        <a:pt x="1791806" y="56865"/>
                      </a:lnTo>
                      <a:cubicBezTo>
                        <a:pt x="1594709" y="253962"/>
                        <a:pt x="1472801" y="526249"/>
                        <a:pt x="1472801" y="827009"/>
                      </a:cubicBezTo>
                      <a:cubicBezTo>
                        <a:pt x="1472801" y="1127769"/>
                        <a:pt x="1594709" y="1400056"/>
                        <a:pt x="1791806" y="1597153"/>
                      </a:cubicBezTo>
                      <a:lnTo>
                        <a:pt x="1854363" y="1654009"/>
                      </a:lnTo>
                      <a:lnTo>
                        <a:pt x="1758964" y="1582671"/>
                      </a:lnTo>
                      <a:cubicBezTo>
                        <a:pt x="1521529" y="1422263"/>
                        <a:pt x="1235297" y="1328599"/>
                        <a:pt x="927189" y="1328599"/>
                      </a:cubicBezTo>
                      <a:cubicBezTo>
                        <a:pt x="619081" y="1328599"/>
                        <a:pt x="332849" y="1422263"/>
                        <a:pt x="95414" y="1582671"/>
                      </a:cubicBezTo>
                      <a:lnTo>
                        <a:pt x="0" y="1654020"/>
                      </a:lnTo>
                      <a:lnTo>
                        <a:pt x="62570" y="1597153"/>
                      </a:lnTo>
                      <a:cubicBezTo>
                        <a:pt x="259667" y="1400056"/>
                        <a:pt x="381574" y="1127769"/>
                        <a:pt x="381574" y="827009"/>
                      </a:cubicBezTo>
                      <a:cubicBezTo>
                        <a:pt x="381574" y="526249"/>
                        <a:pt x="259667" y="253962"/>
                        <a:pt x="62570" y="56865"/>
                      </a:cubicBezTo>
                      <a:lnTo>
                        <a:pt x="2" y="0"/>
                      </a:lnTo>
                      <a:close/>
                    </a:path>
                  </a:pathLst>
                </a:custGeom>
                <a:solidFill>
                  <a:schemeClr val="accent1">
                    <a:lumMod val="60000"/>
                    <a:lumOff val="40000"/>
                  </a:schemeClr>
                </a:solid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6440" tIns="206440" rIns="206440" bIns="206440" numCol="1" spcCol="1270" anchor="ctr" anchorCtr="0">
                  <a:noAutofit/>
                </a:bodyPr>
                <a:lstStyle/>
                <a:p>
                  <a:pPr marL="0" lvl="0" indent="0" algn="ctr" defTabSz="1600200">
                    <a:lnSpc>
                      <a:spcPct val="90000"/>
                    </a:lnSpc>
                    <a:spcBef>
                      <a:spcPct val="0"/>
                    </a:spcBef>
                    <a:spcAft>
                      <a:spcPct val="0"/>
                    </a:spcAft>
                    <a:buNone/>
                  </a:pPr>
                  <a:endParaRPr lang="en-US" sz="2480" kern="1200">
                    <a:cs typeface="思源宋体 CN Heavy" panose="02020900000000000000" pitchFamily="18" charset="-122"/>
                  </a:endParaRPr>
                </a:p>
              </p:txBody>
            </p:sp>
            <p:sp>
              <p:nvSpPr>
                <p:cNvPr id="11" name="Freeform: Shape 140"/>
                <p:cNvSpPr/>
                <p:nvPr/>
              </p:nvSpPr>
              <p:spPr>
                <a:xfrm>
                  <a:off x="7408268" y="2392126"/>
                  <a:ext cx="1188944" cy="1060492"/>
                </a:xfrm>
                <a:custGeom>
                  <a:avLst/>
                  <a:gdLst>
                    <a:gd name="connsiteX0" fmla="*/ 2 w 1854363"/>
                    <a:gd name="connsiteY0" fmla="*/ 0 h 1654020"/>
                    <a:gd name="connsiteX1" fmla="*/ 95414 w 1854363"/>
                    <a:gd name="connsiteY1" fmla="*/ 71348 h 1654020"/>
                    <a:gd name="connsiteX2" fmla="*/ 927189 w 1854363"/>
                    <a:gd name="connsiteY2" fmla="*/ 325419 h 1654020"/>
                    <a:gd name="connsiteX3" fmla="*/ 1758964 w 1854363"/>
                    <a:gd name="connsiteY3" fmla="*/ 71348 h 1654020"/>
                    <a:gd name="connsiteX4" fmla="*/ 1854361 w 1854363"/>
                    <a:gd name="connsiteY4" fmla="*/ 11 h 1654020"/>
                    <a:gd name="connsiteX5" fmla="*/ 1791806 w 1854363"/>
                    <a:gd name="connsiteY5" fmla="*/ 56865 h 1654020"/>
                    <a:gd name="connsiteX6" fmla="*/ 1472801 w 1854363"/>
                    <a:gd name="connsiteY6" fmla="*/ 827009 h 1654020"/>
                    <a:gd name="connsiteX7" fmla="*/ 1791806 w 1854363"/>
                    <a:gd name="connsiteY7" fmla="*/ 1597153 h 1654020"/>
                    <a:gd name="connsiteX8" fmla="*/ 1854363 w 1854363"/>
                    <a:gd name="connsiteY8" fmla="*/ 1654009 h 1654020"/>
                    <a:gd name="connsiteX9" fmla="*/ 1758964 w 1854363"/>
                    <a:gd name="connsiteY9" fmla="*/ 1582671 h 1654020"/>
                    <a:gd name="connsiteX10" fmla="*/ 927189 w 1854363"/>
                    <a:gd name="connsiteY10" fmla="*/ 1328599 h 1654020"/>
                    <a:gd name="connsiteX11" fmla="*/ 95414 w 1854363"/>
                    <a:gd name="connsiteY11" fmla="*/ 1582671 h 1654020"/>
                    <a:gd name="connsiteX12" fmla="*/ 0 w 1854363"/>
                    <a:gd name="connsiteY12" fmla="*/ 1654020 h 1654020"/>
                    <a:gd name="connsiteX13" fmla="*/ 62570 w 1854363"/>
                    <a:gd name="connsiteY13" fmla="*/ 1597153 h 1654020"/>
                    <a:gd name="connsiteX14" fmla="*/ 381574 w 1854363"/>
                    <a:gd name="connsiteY14" fmla="*/ 827009 h 1654020"/>
                    <a:gd name="connsiteX15" fmla="*/ 62570 w 1854363"/>
                    <a:gd name="connsiteY15" fmla="*/ 56865 h 1654020"/>
                    <a:gd name="connsiteX16" fmla="*/ 2 w 1854363"/>
                    <a:gd name="connsiteY16" fmla="*/ 0 h 165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54363" h="1654020">
                      <a:moveTo>
                        <a:pt x="2" y="0"/>
                      </a:moveTo>
                      <a:lnTo>
                        <a:pt x="95414" y="71348"/>
                      </a:lnTo>
                      <a:cubicBezTo>
                        <a:pt x="332849" y="231755"/>
                        <a:pt x="619081" y="325419"/>
                        <a:pt x="927189" y="325419"/>
                      </a:cubicBezTo>
                      <a:cubicBezTo>
                        <a:pt x="1235297" y="325419"/>
                        <a:pt x="1521529" y="231755"/>
                        <a:pt x="1758964" y="71348"/>
                      </a:cubicBezTo>
                      <a:lnTo>
                        <a:pt x="1854361" y="11"/>
                      </a:lnTo>
                      <a:lnTo>
                        <a:pt x="1791806" y="56865"/>
                      </a:lnTo>
                      <a:cubicBezTo>
                        <a:pt x="1594709" y="253962"/>
                        <a:pt x="1472801" y="526249"/>
                        <a:pt x="1472801" y="827009"/>
                      </a:cubicBezTo>
                      <a:cubicBezTo>
                        <a:pt x="1472801" y="1127769"/>
                        <a:pt x="1594709" y="1400056"/>
                        <a:pt x="1791806" y="1597153"/>
                      </a:cubicBezTo>
                      <a:lnTo>
                        <a:pt x="1854363" y="1654009"/>
                      </a:lnTo>
                      <a:lnTo>
                        <a:pt x="1758964" y="1582671"/>
                      </a:lnTo>
                      <a:cubicBezTo>
                        <a:pt x="1521529" y="1422263"/>
                        <a:pt x="1235297" y="1328599"/>
                        <a:pt x="927189" y="1328599"/>
                      </a:cubicBezTo>
                      <a:cubicBezTo>
                        <a:pt x="619081" y="1328599"/>
                        <a:pt x="332849" y="1422263"/>
                        <a:pt x="95414" y="1582671"/>
                      </a:cubicBezTo>
                      <a:lnTo>
                        <a:pt x="0" y="1654020"/>
                      </a:lnTo>
                      <a:lnTo>
                        <a:pt x="62570" y="1597153"/>
                      </a:lnTo>
                      <a:cubicBezTo>
                        <a:pt x="259667" y="1400056"/>
                        <a:pt x="381574" y="1127769"/>
                        <a:pt x="381574" y="827009"/>
                      </a:cubicBezTo>
                      <a:cubicBezTo>
                        <a:pt x="381574" y="526249"/>
                        <a:pt x="259667" y="253962"/>
                        <a:pt x="62570" y="56865"/>
                      </a:cubicBezTo>
                      <a:lnTo>
                        <a:pt x="2" y="0"/>
                      </a:lnTo>
                      <a:close/>
                    </a:path>
                  </a:pathLst>
                </a:custGeom>
                <a:gradFill flip="none" rotWithShape="1">
                  <a:gsLst>
                    <a:gs pos="7000">
                      <a:schemeClr val="tx1">
                        <a:alpha val="40000"/>
                      </a:schemeClr>
                    </a:gs>
                    <a:gs pos="50000">
                      <a:schemeClr val="tx1">
                        <a:alpha val="10000"/>
                      </a:schemeClr>
                    </a:gs>
                    <a:gs pos="100000">
                      <a:schemeClr val="bg1">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2984" tIns="31492" rIns="62984" bIns="31492" rtlCol="0" anchor="ctr">
                  <a:noAutofit/>
                </a:bodyPr>
                <a:lstStyle/>
                <a:p>
                  <a:pPr algn="ctr"/>
                  <a:endParaRPr lang="en-US" sz="1240">
                    <a:cs typeface="思源宋体 CN Heavy" panose="02020900000000000000" pitchFamily="18" charset="-122"/>
                  </a:endParaRPr>
                </a:p>
              </p:txBody>
            </p:sp>
            <p:sp>
              <p:nvSpPr>
                <p:cNvPr id="16" name="Freeform: Shape 133"/>
                <p:cNvSpPr/>
                <p:nvPr/>
              </p:nvSpPr>
              <p:spPr>
                <a:xfrm>
                  <a:off x="8352568" y="2224055"/>
                  <a:ext cx="1396637" cy="1396635"/>
                </a:xfrm>
                <a:custGeom>
                  <a:avLst/>
                  <a:gdLst>
                    <a:gd name="connsiteX0" fmla="*/ 0 w 1734343"/>
                    <a:gd name="connsiteY0" fmla="*/ 867172 h 1734343"/>
                    <a:gd name="connsiteX1" fmla="*/ 867172 w 1734343"/>
                    <a:gd name="connsiteY1" fmla="*/ 0 h 1734343"/>
                    <a:gd name="connsiteX2" fmla="*/ 1734344 w 1734343"/>
                    <a:gd name="connsiteY2" fmla="*/ 867172 h 1734343"/>
                    <a:gd name="connsiteX3" fmla="*/ 867172 w 1734343"/>
                    <a:gd name="connsiteY3" fmla="*/ 1734344 h 1734343"/>
                    <a:gd name="connsiteX4" fmla="*/ 0 w 1734343"/>
                    <a:gd name="connsiteY4" fmla="*/ 867172 h 173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4343" h="1734343">
                      <a:moveTo>
                        <a:pt x="0" y="867172"/>
                      </a:moveTo>
                      <a:cubicBezTo>
                        <a:pt x="0" y="388246"/>
                        <a:pt x="388246" y="0"/>
                        <a:pt x="867172" y="0"/>
                      </a:cubicBezTo>
                      <a:cubicBezTo>
                        <a:pt x="1346098" y="0"/>
                        <a:pt x="1734344" y="388246"/>
                        <a:pt x="1734344" y="867172"/>
                      </a:cubicBezTo>
                      <a:cubicBezTo>
                        <a:pt x="1734344" y="1346098"/>
                        <a:pt x="1346098" y="1734344"/>
                        <a:pt x="867172" y="1734344"/>
                      </a:cubicBezTo>
                      <a:cubicBezTo>
                        <a:pt x="388246" y="1734344"/>
                        <a:pt x="0" y="1346098"/>
                        <a:pt x="0" y="867172"/>
                      </a:cubicBezTo>
                      <a:close/>
                    </a:path>
                  </a:pathLst>
                </a:custGeom>
                <a:gradFill>
                  <a:gsLst>
                    <a:gs pos="51000">
                      <a:schemeClr val="accent3"/>
                    </a:gs>
                    <a:gs pos="0">
                      <a:schemeClr val="accent3"/>
                    </a:gs>
                    <a:gs pos="100000">
                      <a:schemeClr val="accent3">
                        <a:lumMod val="75000"/>
                      </a:schemeClr>
                    </a:gs>
                  </a:gsLst>
                  <a:lin ang="2700000" scaled="1"/>
                </a:gradFill>
                <a:ln>
                  <a:solidFill>
                    <a:schemeClr val="bg1"/>
                  </a:solidFill>
                </a:ln>
                <a:effectLst>
                  <a:outerShdw blurRad="50800" dist="38100" rotWithShape="0">
                    <a:schemeClr val="accent6">
                      <a:alpha val="5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Autofit/>
                </a:bodyPr>
                <a:lstStyle/>
                <a:p>
                  <a:pPr algn="ctr"/>
                  <a:endParaRPr lang="en-US" sz="2000" b="1">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7" name="Oval 129"/>
                <p:cNvSpPr/>
                <p:nvPr>
                  <p:custDataLst>
                    <p:tags r:id="rId1"/>
                  </p:custDataLst>
                </p:nvPr>
              </p:nvSpPr>
              <p:spPr>
                <a:xfrm>
                  <a:off x="8476182" y="2347670"/>
                  <a:ext cx="1149406" cy="1149405"/>
                </a:xfrm>
                <a:prstGeom prst="ellipse">
                  <a:avLst/>
                </a:prstGeom>
                <a:solidFill>
                  <a:schemeClr val="bg1"/>
                </a:solidFill>
                <a:ln w="19682">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34991" dist="26243" dir="269998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2984" tIns="31492" rIns="62984" bIns="31492" rtlCol="0" anchor="ctr">
                  <a:noAutofit/>
                </a:bodyPr>
                <a:lstStyle/>
                <a:p>
                  <a:pPr algn="ctr"/>
                  <a:endParaRPr lang="en-US" sz="2570" dirty="0">
                    <a:cs typeface="思源宋体 CN Heavy" panose="02020900000000000000" pitchFamily="18" charset="-122"/>
                  </a:endParaRPr>
                </a:p>
              </p:txBody>
            </p:sp>
            <p:sp>
              <p:nvSpPr>
                <p:cNvPr id="19" name="Freeform: Shape 78"/>
                <p:cNvSpPr/>
                <p:nvPr/>
              </p:nvSpPr>
              <p:spPr>
                <a:xfrm>
                  <a:off x="6256278" y="2224055"/>
                  <a:ext cx="1396637" cy="1396635"/>
                </a:xfrm>
                <a:custGeom>
                  <a:avLst/>
                  <a:gdLst>
                    <a:gd name="connsiteX0" fmla="*/ 0 w 1734343"/>
                    <a:gd name="connsiteY0" fmla="*/ 867172 h 1734343"/>
                    <a:gd name="connsiteX1" fmla="*/ 867172 w 1734343"/>
                    <a:gd name="connsiteY1" fmla="*/ 0 h 1734343"/>
                    <a:gd name="connsiteX2" fmla="*/ 1734344 w 1734343"/>
                    <a:gd name="connsiteY2" fmla="*/ 867172 h 1734343"/>
                    <a:gd name="connsiteX3" fmla="*/ 867172 w 1734343"/>
                    <a:gd name="connsiteY3" fmla="*/ 1734344 h 1734343"/>
                    <a:gd name="connsiteX4" fmla="*/ 0 w 1734343"/>
                    <a:gd name="connsiteY4" fmla="*/ 867172 h 173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4343" h="1734343">
                      <a:moveTo>
                        <a:pt x="0" y="867172"/>
                      </a:moveTo>
                      <a:cubicBezTo>
                        <a:pt x="0" y="388246"/>
                        <a:pt x="388246" y="0"/>
                        <a:pt x="867172" y="0"/>
                      </a:cubicBezTo>
                      <a:cubicBezTo>
                        <a:pt x="1346098" y="0"/>
                        <a:pt x="1734344" y="388246"/>
                        <a:pt x="1734344" y="867172"/>
                      </a:cubicBezTo>
                      <a:cubicBezTo>
                        <a:pt x="1734344" y="1346098"/>
                        <a:pt x="1346098" y="1734344"/>
                        <a:pt x="867172" y="1734344"/>
                      </a:cubicBezTo>
                      <a:cubicBezTo>
                        <a:pt x="388246" y="1734344"/>
                        <a:pt x="0" y="1346098"/>
                        <a:pt x="0" y="867172"/>
                      </a:cubicBezTo>
                      <a:close/>
                    </a:path>
                  </a:pathLst>
                </a:custGeom>
                <a:gradFill>
                  <a:gsLst>
                    <a:gs pos="51000">
                      <a:schemeClr val="accent1"/>
                    </a:gs>
                    <a:gs pos="0">
                      <a:schemeClr val="accent1"/>
                    </a:gs>
                    <a:gs pos="100000">
                      <a:schemeClr val="accent1">
                        <a:lumMod val="75000"/>
                      </a:schemeClr>
                    </a:gs>
                  </a:gsLst>
                  <a:lin ang="2700000" scaled="1"/>
                </a:gradFill>
                <a:ln>
                  <a:solidFill>
                    <a:schemeClr val="bg1"/>
                  </a:solidFill>
                </a:ln>
                <a:effectLst>
                  <a:outerShdw blurRad="50800" dist="38100" rotWithShape="0">
                    <a:schemeClr val="accent1">
                      <a:alpha val="5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Autofit/>
                </a:bodyPr>
                <a:lstStyle/>
                <a:p>
                  <a:pPr algn="ctr"/>
                  <a:endParaRPr lang="en-US" sz="2000" b="1">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 name="Oval 79"/>
                <p:cNvSpPr/>
                <p:nvPr>
                  <p:custDataLst>
                    <p:tags r:id="rId2"/>
                  </p:custDataLst>
                </p:nvPr>
              </p:nvSpPr>
              <p:spPr>
                <a:xfrm>
                  <a:off x="6379893" y="2347670"/>
                  <a:ext cx="1149406" cy="1149405"/>
                </a:xfrm>
                <a:prstGeom prst="ellipse">
                  <a:avLst/>
                </a:prstGeom>
                <a:solidFill>
                  <a:schemeClr val="bg1"/>
                </a:solidFill>
                <a:ln w="19682">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34991" dist="26243" dir="269998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2984" tIns="31492" rIns="62984" bIns="31492" rtlCol="0" anchor="ctr">
                  <a:noAutofit/>
                </a:bodyPr>
                <a:lstStyle/>
                <a:p>
                  <a:pPr algn="ctr"/>
                  <a:endParaRPr lang="en-US" sz="2570" dirty="0">
                    <a:cs typeface="思源宋体 CN Heavy" panose="02020900000000000000" pitchFamily="18" charset="-122"/>
                  </a:endParaRPr>
                </a:p>
              </p:txBody>
            </p:sp>
            <p:sp>
              <p:nvSpPr>
                <p:cNvPr id="21" name="Freeform: Shape 160"/>
                <p:cNvSpPr/>
                <p:nvPr/>
              </p:nvSpPr>
              <p:spPr>
                <a:xfrm>
                  <a:off x="4159989" y="2224055"/>
                  <a:ext cx="1396637" cy="1396635"/>
                </a:xfrm>
                <a:custGeom>
                  <a:avLst/>
                  <a:gdLst>
                    <a:gd name="connsiteX0" fmla="*/ 0 w 1734343"/>
                    <a:gd name="connsiteY0" fmla="*/ 867172 h 1734343"/>
                    <a:gd name="connsiteX1" fmla="*/ 867172 w 1734343"/>
                    <a:gd name="connsiteY1" fmla="*/ 0 h 1734343"/>
                    <a:gd name="connsiteX2" fmla="*/ 1734344 w 1734343"/>
                    <a:gd name="connsiteY2" fmla="*/ 867172 h 1734343"/>
                    <a:gd name="connsiteX3" fmla="*/ 867172 w 1734343"/>
                    <a:gd name="connsiteY3" fmla="*/ 1734344 h 1734343"/>
                    <a:gd name="connsiteX4" fmla="*/ 0 w 1734343"/>
                    <a:gd name="connsiteY4" fmla="*/ 867172 h 173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4343" h="1734343">
                      <a:moveTo>
                        <a:pt x="0" y="867172"/>
                      </a:moveTo>
                      <a:cubicBezTo>
                        <a:pt x="0" y="388246"/>
                        <a:pt x="388246" y="0"/>
                        <a:pt x="867172" y="0"/>
                      </a:cubicBezTo>
                      <a:cubicBezTo>
                        <a:pt x="1346098" y="0"/>
                        <a:pt x="1734344" y="388246"/>
                        <a:pt x="1734344" y="867172"/>
                      </a:cubicBezTo>
                      <a:cubicBezTo>
                        <a:pt x="1734344" y="1346098"/>
                        <a:pt x="1346098" y="1734344"/>
                        <a:pt x="867172" y="1734344"/>
                      </a:cubicBezTo>
                      <a:cubicBezTo>
                        <a:pt x="388246" y="1734344"/>
                        <a:pt x="0" y="1346098"/>
                        <a:pt x="0" y="867172"/>
                      </a:cubicBezTo>
                      <a:close/>
                    </a:path>
                  </a:pathLst>
                </a:custGeom>
                <a:gradFill>
                  <a:gsLst>
                    <a:gs pos="51000">
                      <a:srgbClr val="FFC000"/>
                    </a:gs>
                    <a:gs pos="0">
                      <a:srgbClr val="FFC000"/>
                    </a:gs>
                    <a:gs pos="100000">
                      <a:srgbClr val="FFC000">
                        <a:lumMod val="85000"/>
                      </a:srgbClr>
                    </a:gs>
                  </a:gsLst>
                  <a:lin ang="2700000" scaled="1"/>
                </a:gradFill>
                <a:ln>
                  <a:solidFill>
                    <a:schemeClr val="bg1"/>
                  </a:solidFill>
                </a:ln>
                <a:effectLst>
                  <a:outerShdw blurRad="50800" dist="38100" rotWithShape="0">
                    <a:srgbClr val="FFC000">
                      <a:alpha val="51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Autofit/>
                </a:bodyPr>
                <a:lstStyle/>
                <a:p>
                  <a:pPr algn="ctr"/>
                  <a:endParaRPr lang="en-US" sz="2000" b="1">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4" name="Oval 161"/>
                <p:cNvSpPr/>
                <p:nvPr>
                  <p:custDataLst>
                    <p:tags r:id="rId3"/>
                  </p:custDataLst>
                </p:nvPr>
              </p:nvSpPr>
              <p:spPr>
                <a:xfrm>
                  <a:off x="4283604" y="2347670"/>
                  <a:ext cx="1149406" cy="1149405"/>
                </a:xfrm>
                <a:prstGeom prst="ellipse">
                  <a:avLst/>
                </a:prstGeom>
                <a:solidFill>
                  <a:schemeClr val="bg1"/>
                </a:solidFill>
                <a:ln w="19682">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34991" dist="26243" dir="269998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2984" tIns="31492" rIns="62984" bIns="31492" rtlCol="0" anchor="ctr">
                  <a:noAutofit/>
                </a:bodyPr>
                <a:lstStyle/>
                <a:p>
                  <a:pPr algn="ctr"/>
                  <a:endParaRPr lang="en-US" sz="2570" dirty="0">
                    <a:cs typeface="思源宋体 CN Heavy" panose="02020900000000000000" pitchFamily="18" charset="-122"/>
                  </a:endParaRPr>
                </a:p>
              </p:txBody>
            </p:sp>
            <p:sp>
              <p:nvSpPr>
                <p:cNvPr id="27" name="文本框 26"/>
                <p:cNvSpPr txBox="1"/>
                <p:nvPr/>
              </p:nvSpPr>
              <p:spPr>
                <a:xfrm>
                  <a:off x="4334315" y="2385526"/>
                  <a:ext cx="1047985" cy="1073692"/>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lnSpc>
                      <a:spcPct val="120000"/>
                    </a:lnSpc>
                  </a:pPr>
                  <a:r>
                    <a:rPr lang="zh-CN" altLang="en-US" b="1" dirty="0">
                      <a:solidFill>
                        <a:srgbClr val="FFC000"/>
                      </a:solidFill>
                      <a:latin typeface="+mj-ea"/>
                      <a:ea typeface="+mj-ea"/>
                      <a:cs typeface="思源宋体 CN Heavy" panose="02020900000000000000" pitchFamily="18" charset="-122"/>
                    </a:rPr>
                    <a:t>产教融合教学模式</a:t>
                  </a:r>
                </a:p>
              </p:txBody>
            </p:sp>
            <p:sp>
              <p:nvSpPr>
                <p:cNvPr id="32" name="文本框 31"/>
                <p:cNvSpPr txBox="1"/>
                <p:nvPr/>
              </p:nvSpPr>
              <p:spPr>
                <a:xfrm>
                  <a:off x="8526893" y="2385527"/>
                  <a:ext cx="1047985" cy="1073691"/>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lnSpc>
                      <a:spcPct val="120000"/>
                    </a:lnSpc>
                  </a:pPr>
                  <a:r>
                    <a:rPr lang="zh-CN" altLang="en-US" b="1" dirty="0">
                      <a:solidFill>
                        <a:schemeClr val="accent3"/>
                      </a:solidFill>
                      <a:latin typeface="+mj-ea"/>
                      <a:ea typeface="+mj-ea"/>
                      <a:cs typeface="思源宋体 CN Heavy" panose="02020900000000000000" pitchFamily="18" charset="-122"/>
                    </a:rPr>
                    <a:t>高素质技能型人才</a:t>
                  </a:r>
                </a:p>
              </p:txBody>
            </p:sp>
            <p:sp>
              <p:nvSpPr>
                <p:cNvPr id="41" name="矩形: 圆角 40"/>
                <p:cNvSpPr/>
                <p:nvPr/>
              </p:nvSpPr>
              <p:spPr>
                <a:xfrm>
                  <a:off x="6543372" y="2805113"/>
                  <a:ext cx="822449" cy="218598"/>
                </a:xfrm>
                <a:prstGeom prst="roundRect">
                  <a:avLst>
                    <a:gd name="adj" fmla="val 50000"/>
                  </a:avLst>
                </a:prstGeom>
                <a:solidFill>
                  <a:schemeClr val="bg1"/>
                </a:solidFill>
                <a:ln w="9525">
                  <a:solidFill>
                    <a:schemeClr val="accent1"/>
                  </a:soli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1200" kern="100">
                      <a:solidFill>
                        <a:schemeClr val="accent1"/>
                      </a:solidFill>
                      <a:latin typeface="+mn-ea"/>
                      <a:cs typeface="思源宋体 CN Heavy" panose="02020900000000000000" pitchFamily="18" charset="-122"/>
                    </a:rPr>
                    <a:t>前沿技术</a:t>
                  </a:r>
                  <a:endParaRPr lang="zh-CN" altLang="en-US" sz="1200" dirty="0">
                    <a:solidFill>
                      <a:schemeClr val="accent1"/>
                    </a:solidFill>
                    <a:latin typeface="+mn-ea"/>
                    <a:cs typeface="思源宋体 CN Heavy" panose="02020900000000000000" pitchFamily="18" charset="-122"/>
                  </a:endParaRPr>
                </a:p>
              </p:txBody>
            </p:sp>
            <p:sp>
              <p:nvSpPr>
                <p:cNvPr id="38" name="文本框 37"/>
                <p:cNvSpPr txBox="1"/>
                <p:nvPr/>
              </p:nvSpPr>
              <p:spPr>
                <a:xfrm>
                  <a:off x="6631431" y="2385526"/>
                  <a:ext cx="646331" cy="369332"/>
                </a:xfrm>
                <a:prstGeom prst="rect">
                  <a:avLst/>
                </a:prstGeom>
                <a:noFill/>
              </p:spPr>
              <p:txBody>
                <a:bodyPr wrap="none">
                  <a:spAutoFit/>
                </a:bodyPr>
                <a:lstStyle/>
                <a:p>
                  <a:r>
                    <a:rPr lang="zh-CN" altLang="en-US" b="1" kern="100" dirty="0">
                      <a:solidFill>
                        <a:schemeClr val="accent1"/>
                      </a:solidFill>
                      <a:latin typeface="+mj-ea"/>
                      <a:ea typeface="+mj-ea"/>
                      <a:cs typeface="思源宋体 CN Heavy" panose="02020900000000000000" pitchFamily="18" charset="-122"/>
                    </a:rPr>
                    <a:t>教师</a:t>
                  </a:r>
                  <a:endParaRPr lang="zh-CN" altLang="en-US" b="1" dirty="0">
                    <a:solidFill>
                      <a:schemeClr val="accent1"/>
                    </a:solidFill>
                    <a:latin typeface="+mj-ea"/>
                    <a:ea typeface="+mj-ea"/>
                    <a:cs typeface="思源宋体 CN Heavy" panose="02020900000000000000" pitchFamily="18" charset="-122"/>
                  </a:endParaRPr>
                </a:p>
              </p:txBody>
            </p:sp>
            <p:sp>
              <p:nvSpPr>
                <p:cNvPr id="45" name="矩形: 圆角 44"/>
                <p:cNvSpPr/>
                <p:nvPr/>
              </p:nvSpPr>
              <p:spPr>
                <a:xfrm>
                  <a:off x="6543372" y="3087687"/>
                  <a:ext cx="822449" cy="218598"/>
                </a:xfrm>
                <a:prstGeom prst="roundRect">
                  <a:avLst>
                    <a:gd name="adj" fmla="val 50000"/>
                  </a:avLst>
                </a:prstGeom>
                <a:solidFill>
                  <a:schemeClr val="bg1"/>
                </a:solidFill>
                <a:ln w="9525">
                  <a:solidFill>
                    <a:schemeClr val="accent1"/>
                  </a:soli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1200" kern="100" dirty="0">
                      <a:solidFill>
                        <a:schemeClr val="accent1"/>
                      </a:solidFill>
                      <a:latin typeface="+mn-ea"/>
                      <a:cs typeface="思源宋体 CN Heavy" panose="02020900000000000000" pitchFamily="18" charset="-122"/>
                    </a:rPr>
                    <a:t>发展动态</a:t>
                  </a:r>
                </a:p>
              </p:txBody>
            </p:sp>
          </p:grpSp>
        </p:grpSp>
        <p:sp>
          <p:nvSpPr>
            <p:cNvPr id="57" name="等腰三角形 56"/>
            <p:cNvSpPr/>
            <p:nvPr/>
          </p:nvSpPr>
          <p:spPr>
            <a:xfrm flipV="1">
              <a:off x="2961949" y="4181474"/>
              <a:ext cx="5996177" cy="418306"/>
            </a:xfrm>
            <a:prstGeom prst="triangle">
              <a:avLst/>
            </a:prstGeom>
            <a:gradFill flip="none" rotWithShape="1">
              <a:gsLst>
                <a:gs pos="100000">
                  <a:srgbClr val="FFC000">
                    <a:alpha val="0"/>
                  </a:srgbClr>
                </a:gs>
                <a:gs pos="10000">
                  <a:srgbClr val="FFC000"/>
                </a:gs>
              </a:gsLst>
              <a:lin ang="5400000" scaled="1"/>
              <a:tileRect/>
            </a:gradFill>
            <a:ln w="12700" cap="flat" cmpd="sng" algn="ctr">
              <a:noFill/>
              <a:prstDash val="solid"/>
              <a:miter lim="800000"/>
            </a:ln>
            <a:effectLst/>
          </p:spPr>
          <p:txBody>
            <a:bodyPr wrap="square" rtlCol="0" anchor="ctr">
              <a:noAutofit/>
            </a:bodyPr>
            <a:lstStyle/>
            <a:p>
              <a:pPr algn="ctr"/>
              <a:endParaRPr lang="zh-CN" altLang="en-US" kern="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35"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36"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教学目标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arn(outVertical)">
                                      <p:cBhvr>
                                        <p:cTn id="7" dur="500"/>
                                        <p:tgtEl>
                                          <p:spTgt spid="4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up)">
                                      <p:cBhvr>
                                        <p:cTn id="11" dur="750"/>
                                        <p:tgtEl>
                                          <p:spTgt spid="30"/>
                                        </p:tgtEl>
                                      </p:cBhvr>
                                    </p:animEffect>
                                  </p:childTnLst>
                                </p:cTn>
                              </p:par>
                            </p:childTnLst>
                          </p:cTn>
                        </p:par>
                        <p:par>
                          <p:cTn id="12" fill="hold">
                            <p:stCondLst>
                              <p:cond delay="1500"/>
                            </p:stCondLst>
                            <p:childTnLst>
                              <p:par>
                                <p:cTn id="13" presetID="42"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anim calcmode="lin" valueType="num">
                                      <p:cBhvr>
                                        <p:cTn id="16" dur="500" fill="hold"/>
                                        <p:tgtEl>
                                          <p:spTgt spid="28"/>
                                        </p:tgtEl>
                                        <p:attrNameLst>
                                          <p:attrName>ppt_x</p:attrName>
                                        </p:attrNameLst>
                                      </p:cBhvr>
                                      <p:tavLst>
                                        <p:tav tm="0">
                                          <p:val>
                                            <p:strVal val="#ppt_x"/>
                                          </p:val>
                                        </p:tav>
                                        <p:tav tm="100000">
                                          <p:val>
                                            <p:strVal val="#ppt_x"/>
                                          </p:val>
                                        </p:tav>
                                      </p:tavLst>
                                    </p:anim>
                                    <p:anim calcmode="lin" valueType="num">
                                      <p:cBhvr>
                                        <p:cTn id="17" dur="500" fill="hold"/>
                                        <p:tgtEl>
                                          <p:spTgt spid="28"/>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22" presetClass="entr" presetSubtype="1" fill="hold" nodeType="afterEffect">
                                  <p:stCondLst>
                                    <p:cond delay="0"/>
                                  </p:stCondLst>
                                  <p:childTnLst>
                                    <p:set>
                                      <p:cBhvr>
                                        <p:cTn id="20" dur="1" fill="hold">
                                          <p:stCondLst>
                                            <p:cond delay="0"/>
                                          </p:stCondLst>
                                        </p:cTn>
                                        <p:tgtEl>
                                          <p:spTgt spid="141"/>
                                        </p:tgtEl>
                                        <p:attrNameLst>
                                          <p:attrName>style.visibility</p:attrName>
                                        </p:attrNameLst>
                                      </p:cBhvr>
                                      <p:to>
                                        <p:strVal val="visible"/>
                                      </p:to>
                                    </p:set>
                                    <p:animEffect transition="in" filter="wipe(up)">
                                      <p:cBhvr>
                                        <p:cTn id="21" dur="500"/>
                                        <p:tgtEl>
                                          <p:spTgt spid="141"/>
                                        </p:tgtEl>
                                      </p:cBhvr>
                                    </p:animEffect>
                                  </p:childTnLst>
                                </p:cTn>
                              </p:par>
                            </p:childTnLst>
                          </p:cTn>
                        </p:par>
                        <p:par>
                          <p:cTn id="22" fill="hold">
                            <p:stCondLst>
                              <p:cond delay="2500"/>
                            </p:stCondLst>
                            <p:childTnLst>
                              <p:par>
                                <p:cTn id="23" presetID="42" presetClass="entr" presetSubtype="0" fill="hold" nodeType="after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1000"/>
                                        <p:tgtEl>
                                          <p:spTgt spid="33"/>
                                        </p:tgtEl>
                                      </p:cBhvr>
                                    </p:animEffect>
                                    <p:anim calcmode="lin" valueType="num">
                                      <p:cBhvr>
                                        <p:cTn id="26" dur="1000" fill="hold"/>
                                        <p:tgtEl>
                                          <p:spTgt spid="33"/>
                                        </p:tgtEl>
                                        <p:attrNameLst>
                                          <p:attrName>ppt_x</p:attrName>
                                        </p:attrNameLst>
                                      </p:cBhvr>
                                      <p:tavLst>
                                        <p:tav tm="0">
                                          <p:val>
                                            <p:strVal val="#ppt_x"/>
                                          </p:val>
                                        </p:tav>
                                        <p:tav tm="100000">
                                          <p:val>
                                            <p:strVal val="#ppt_x"/>
                                          </p:val>
                                        </p:tav>
                                      </p:tavLst>
                                    </p:anim>
                                    <p:anim calcmode="lin" valueType="num">
                                      <p:cBhvr>
                                        <p:cTn id="27" dur="1000" fill="hold"/>
                                        <p:tgtEl>
                                          <p:spTgt spid="33"/>
                                        </p:tgtEl>
                                        <p:attrNameLst>
                                          <p:attrName>ppt_y</p:attrName>
                                        </p:attrNameLst>
                                      </p:cBhvr>
                                      <p:tavLst>
                                        <p:tav tm="0">
                                          <p:val>
                                            <p:strVal val="#ppt_y+.1"/>
                                          </p:val>
                                        </p:tav>
                                        <p:tav tm="100000">
                                          <p:val>
                                            <p:strVal val="#ppt_y"/>
                                          </p:val>
                                        </p:tav>
                                      </p:tavLst>
                                    </p:anim>
                                  </p:childTnLst>
                                </p:cTn>
                              </p:par>
                            </p:childTnLst>
                          </p:cTn>
                        </p:par>
                        <p:par>
                          <p:cTn id="28" fill="hold">
                            <p:stCondLst>
                              <p:cond delay="3500"/>
                            </p:stCondLst>
                            <p:childTnLst>
                              <p:par>
                                <p:cTn id="29" presetID="42" presetClass="entr" presetSubtype="0" fill="hold" nodeType="after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500"/>
                                        <p:tgtEl>
                                          <p:spTgt spid="34"/>
                                        </p:tgtEl>
                                      </p:cBhvr>
                                    </p:animEffect>
                                    <p:anim calcmode="lin" valueType="num">
                                      <p:cBhvr>
                                        <p:cTn id="32" dur="500" fill="hold"/>
                                        <p:tgtEl>
                                          <p:spTgt spid="34"/>
                                        </p:tgtEl>
                                        <p:attrNameLst>
                                          <p:attrName>ppt_x</p:attrName>
                                        </p:attrNameLst>
                                      </p:cBhvr>
                                      <p:tavLst>
                                        <p:tav tm="0">
                                          <p:val>
                                            <p:strVal val="#ppt_x"/>
                                          </p:val>
                                        </p:tav>
                                        <p:tav tm="100000">
                                          <p:val>
                                            <p:strVal val="#ppt_x"/>
                                          </p:val>
                                        </p:tav>
                                      </p:tavLst>
                                    </p:anim>
                                    <p:anim calcmode="lin" valueType="num">
                                      <p:cBhvr>
                                        <p:cTn id="33" dur="5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1346205" y="4184650"/>
            <a:ext cx="10347883" cy="2343150"/>
            <a:chOff x="1346205" y="4184650"/>
            <a:chExt cx="10347883" cy="2343150"/>
          </a:xfrm>
        </p:grpSpPr>
        <p:sp>
          <p:nvSpPr>
            <p:cNvPr id="4" name="矩形: 圆角 3"/>
            <p:cNvSpPr/>
            <p:nvPr/>
          </p:nvSpPr>
          <p:spPr>
            <a:xfrm>
              <a:off x="1582058" y="4184650"/>
              <a:ext cx="9896048" cy="2094914"/>
            </a:xfrm>
            <a:prstGeom prst="roundRect">
              <a:avLst>
                <a:gd name="adj" fmla="val 3312"/>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五边形 10"/>
            <p:cNvSpPr/>
            <p:nvPr/>
          </p:nvSpPr>
          <p:spPr>
            <a:xfrm rot="16200000" flipV="1">
              <a:off x="750321" y="4989791"/>
              <a:ext cx="1676400" cy="484632"/>
            </a:xfrm>
            <a:prstGeom prst="homePlate">
              <a:avLst/>
            </a:prstGeom>
            <a:gradFill>
              <a:gsLst>
                <a:gs pos="0">
                  <a:schemeClr val="bg1">
                    <a:lumMod val="85000"/>
                  </a:schemeClr>
                </a:gs>
                <a:gs pos="50000">
                  <a:schemeClr val="bg1"/>
                </a:gs>
                <a:gs pos="99000">
                  <a:schemeClr val="bg1">
                    <a:lumMod val="95000"/>
                  </a:schemeClr>
                </a:gs>
              </a:gsLst>
              <a:lin ang="16200000" scaled="0"/>
            </a:gradFill>
            <a:ln w="6350">
              <a:gradFill>
                <a:gsLst>
                  <a:gs pos="19000">
                    <a:schemeClr val="tx1">
                      <a:lumMod val="75000"/>
                      <a:lumOff val="25000"/>
                    </a:schemeClr>
                  </a:gs>
                  <a:gs pos="0">
                    <a:schemeClr val="bg1">
                      <a:lumMod val="85000"/>
                    </a:schemeClr>
                  </a:gs>
                  <a:gs pos="77000">
                    <a:schemeClr val="tx1">
                      <a:lumMod val="75000"/>
                      <a:lumOff val="25000"/>
                    </a:schemeClr>
                  </a:gs>
                  <a:gs pos="54000">
                    <a:schemeClr val="bg1">
                      <a:lumMod val="95000"/>
                    </a:schemeClr>
                  </a:gs>
                  <a:gs pos="99000">
                    <a:schemeClr val="bg1">
                      <a:lumMod val="95000"/>
                    </a:schemeClr>
                  </a:gs>
                </a:gsLst>
                <a:lin ang="16200000" scaled="0"/>
              </a:gradFill>
            </a:ln>
            <a:effectLst>
              <a:outerShdw blurRad="215900" dist="165100" dir="2700000" sx="90000" sy="9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270000" rIns="0" bIns="27000" rtlCol="0" anchor="ctr"/>
            <a:lstStyle/>
            <a:p>
              <a:pPr defTabSz="685800">
                <a:lnSpc>
                  <a:spcPct val="150000"/>
                </a:lnSpc>
                <a:spcBef>
                  <a:spcPct val="0"/>
                </a:spcBef>
              </a:pPr>
              <a:endParaRPr lang="zh-CN" altLang="en-US" sz="1400" b="1">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9" name="文本框 88"/>
            <p:cNvSpPr txBox="1"/>
            <p:nvPr/>
          </p:nvSpPr>
          <p:spPr>
            <a:xfrm>
              <a:off x="1369445" y="4660345"/>
              <a:ext cx="390973" cy="1323439"/>
            </a:xfrm>
            <a:prstGeom prst="rect">
              <a:avLst/>
            </a:prstGeom>
            <a:noFill/>
          </p:spPr>
          <p:txBody>
            <a:bodyPr wrap="square">
              <a:spAutoFit/>
            </a:bodyPr>
            <a:lstStyle/>
            <a:p>
              <a:r>
                <a:rPr lang="zh-CN" altLang="en-US" sz="2000" dirty="0">
                  <a:solidFill>
                    <a:schemeClr val="accent1"/>
                  </a:solidFill>
                </a:rPr>
                <a:t>国家统一</a:t>
              </a:r>
            </a:p>
          </p:txBody>
        </p:sp>
        <p:sp>
          <p:nvSpPr>
            <p:cNvPr id="102" name="箭头: 五边形 101"/>
            <p:cNvSpPr/>
            <p:nvPr/>
          </p:nvSpPr>
          <p:spPr>
            <a:xfrm flipH="1">
              <a:off x="5801180" y="6043168"/>
              <a:ext cx="1676400" cy="484632"/>
            </a:xfrm>
            <a:prstGeom prst="homePlate">
              <a:avLst/>
            </a:prstGeom>
            <a:gradFill>
              <a:gsLst>
                <a:gs pos="0">
                  <a:schemeClr val="bg1">
                    <a:lumMod val="85000"/>
                  </a:schemeClr>
                </a:gs>
                <a:gs pos="50000">
                  <a:schemeClr val="bg1"/>
                </a:gs>
                <a:gs pos="99000">
                  <a:schemeClr val="bg1">
                    <a:lumMod val="95000"/>
                  </a:schemeClr>
                </a:gs>
              </a:gsLst>
              <a:lin ang="16200000" scaled="0"/>
            </a:gradFill>
            <a:ln w="6350">
              <a:gradFill>
                <a:gsLst>
                  <a:gs pos="19000">
                    <a:schemeClr val="tx1">
                      <a:lumMod val="75000"/>
                      <a:lumOff val="25000"/>
                    </a:schemeClr>
                  </a:gs>
                  <a:gs pos="0">
                    <a:schemeClr val="bg1">
                      <a:lumMod val="85000"/>
                    </a:schemeClr>
                  </a:gs>
                  <a:gs pos="77000">
                    <a:schemeClr val="tx1">
                      <a:lumMod val="75000"/>
                      <a:lumOff val="25000"/>
                    </a:schemeClr>
                  </a:gs>
                  <a:gs pos="54000">
                    <a:schemeClr val="bg1">
                      <a:lumMod val="95000"/>
                    </a:schemeClr>
                  </a:gs>
                  <a:gs pos="99000">
                    <a:schemeClr val="bg1">
                      <a:lumMod val="95000"/>
                    </a:schemeClr>
                  </a:gs>
                </a:gsLst>
                <a:lin ang="16200000" scaled="0"/>
              </a:gradFill>
            </a:ln>
            <a:effectLst>
              <a:outerShdw blurRad="215900" dist="165100" dir="2700000" sx="90000" sy="9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270000" rIns="0" bIns="27000" rtlCol="0" anchor="ctr"/>
            <a:lstStyle/>
            <a:p>
              <a:pPr defTabSz="685800">
                <a:lnSpc>
                  <a:spcPct val="150000"/>
                </a:lnSpc>
                <a:spcBef>
                  <a:spcPct val="0"/>
                </a:spcBef>
              </a:pPr>
              <a:endParaRPr lang="zh-CN" altLang="en-US" sz="1400" b="1">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3" name="文本框 102"/>
            <p:cNvSpPr txBox="1"/>
            <p:nvPr/>
          </p:nvSpPr>
          <p:spPr>
            <a:xfrm flipH="1">
              <a:off x="5949388" y="6085429"/>
              <a:ext cx="1467068" cy="400110"/>
            </a:xfrm>
            <a:prstGeom prst="rect">
              <a:avLst/>
            </a:prstGeom>
            <a:noFill/>
          </p:spPr>
          <p:txBody>
            <a:bodyPr wrap="none">
              <a:spAutoFit/>
            </a:bodyPr>
            <a:lstStyle>
              <a:defPPr>
                <a:defRPr lang="zh-CN"/>
              </a:defPPr>
              <a:lvl1pPr>
                <a:defRPr sz="2000">
                  <a:solidFill>
                    <a:schemeClr val="accent1">
                      <a:lumMod val="75000"/>
                    </a:schemeClr>
                  </a:solidFill>
                </a:defRPr>
              </a:lvl1pPr>
            </a:lstStyle>
            <a:p>
              <a:r>
                <a:rPr lang="zh-CN" altLang="en-US" dirty="0">
                  <a:solidFill>
                    <a:schemeClr val="accent1"/>
                  </a:solidFill>
                </a:rPr>
                <a:t>一体化体系</a:t>
              </a:r>
            </a:p>
          </p:txBody>
        </p:sp>
        <p:sp>
          <p:nvSpPr>
            <p:cNvPr id="141" name="箭头: 五边形 140"/>
            <p:cNvSpPr/>
            <p:nvPr/>
          </p:nvSpPr>
          <p:spPr>
            <a:xfrm rot="5400000">
              <a:off x="10613572" y="4989791"/>
              <a:ext cx="1676400" cy="484632"/>
            </a:xfrm>
            <a:prstGeom prst="homePlate">
              <a:avLst/>
            </a:prstGeom>
            <a:gradFill>
              <a:gsLst>
                <a:gs pos="0">
                  <a:schemeClr val="bg1">
                    <a:lumMod val="85000"/>
                  </a:schemeClr>
                </a:gs>
                <a:gs pos="50000">
                  <a:schemeClr val="bg1"/>
                </a:gs>
                <a:gs pos="99000">
                  <a:schemeClr val="bg1">
                    <a:lumMod val="95000"/>
                  </a:schemeClr>
                </a:gs>
              </a:gsLst>
              <a:lin ang="16200000" scaled="0"/>
            </a:gradFill>
            <a:ln w="6350">
              <a:gradFill>
                <a:gsLst>
                  <a:gs pos="19000">
                    <a:schemeClr val="tx1">
                      <a:lumMod val="75000"/>
                      <a:lumOff val="25000"/>
                    </a:schemeClr>
                  </a:gs>
                  <a:gs pos="0">
                    <a:schemeClr val="bg1">
                      <a:lumMod val="85000"/>
                    </a:schemeClr>
                  </a:gs>
                  <a:gs pos="77000">
                    <a:schemeClr val="tx1">
                      <a:lumMod val="75000"/>
                      <a:lumOff val="25000"/>
                    </a:schemeClr>
                  </a:gs>
                  <a:gs pos="54000">
                    <a:schemeClr val="bg1">
                      <a:lumMod val="95000"/>
                    </a:schemeClr>
                  </a:gs>
                  <a:gs pos="99000">
                    <a:schemeClr val="bg1">
                      <a:lumMod val="95000"/>
                    </a:schemeClr>
                  </a:gs>
                </a:gsLst>
                <a:lin ang="16200000" scaled="0"/>
              </a:gradFill>
            </a:ln>
            <a:effectLst>
              <a:outerShdw blurRad="215900" dist="165100" dir="2700000" sx="90000" sy="9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270000" rIns="0" bIns="27000" rtlCol="0" anchor="ctr"/>
            <a:lstStyle/>
            <a:p>
              <a:pPr defTabSz="685800">
                <a:lnSpc>
                  <a:spcPct val="150000"/>
                </a:lnSpc>
                <a:spcBef>
                  <a:spcPct val="0"/>
                </a:spcBef>
              </a:pPr>
              <a:endParaRPr lang="zh-CN" altLang="en-US" sz="1400" b="1">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2" name="文本框 141"/>
            <p:cNvSpPr txBox="1"/>
            <p:nvPr/>
          </p:nvSpPr>
          <p:spPr>
            <a:xfrm>
              <a:off x="11232697" y="4536520"/>
              <a:ext cx="438151" cy="1323439"/>
            </a:xfrm>
            <a:prstGeom prst="rect">
              <a:avLst/>
            </a:prstGeom>
            <a:noFill/>
          </p:spPr>
          <p:txBody>
            <a:bodyPr wrap="square">
              <a:spAutoFit/>
            </a:bodyPr>
            <a:lstStyle>
              <a:defPPr>
                <a:defRPr lang="zh-CN"/>
              </a:defPPr>
              <a:lvl1pPr>
                <a:defRPr sz="2000">
                  <a:solidFill>
                    <a:schemeClr val="accent1">
                      <a:lumMod val="75000"/>
                    </a:schemeClr>
                  </a:solidFill>
                </a:defRPr>
              </a:lvl1pPr>
            </a:lstStyle>
            <a:p>
              <a:r>
                <a:rPr lang="zh-CN" altLang="en-US">
                  <a:solidFill>
                    <a:schemeClr val="accent1"/>
                  </a:solidFill>
                </a:rPr>
                <a:t>一带一路</a:t>
              </a:r>
              <a:endParaRPr lang="zh-CN" altLang="en-US" dirty="0">
                <a:solidFill>
                  <a:schemeClr val="accent1"/>
                </a:solidFill>
              </a:endParaRPr>
            </a:p>
          </p:txBody>
        </p:sp>
      </p:grpSp>
      <p:grpSp>
        <p:nvGrpSpPr>
          <p:cNvPr id="17" name="组合 16"/>
          <p:cNvGrpSpPr/>
          <p:nvPr/>
        </p:nvGrpSpPr>
        <p:grpSpPr>
          <a:xfrm>
            <a:off x="1346204" y="946150"/>
            <a:ext cx="10347884" cy="2343150"/>
            <a:chOff x="1346204" y="946150"/>
            <a:chExt cx="10347884" cy="2343150"/>
          </a:xfrm>
        </p:grpSpPr>
        <p:sp>
          <p:nvSpPr>
            <p:cNvPr id="3" name="矩形: 圆角 2"/>
            <p:cNvSpPr/>
            <p:nvPr/>
          </p:nvSpPr>
          <p:spPr>
            <a:xfrm>
              <a:off x="1582059" y="1194386"/>
              <a:ext cx="9896047" cy="2094914"/>
            </a:xfrm>
            <a:prstGeom prst="roundRect">
              <a:avLst>
                <a:gd name="adj" fmla="val 3312"/>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五边形 9"/>
            <p:cNvSpPr/>
            <p:nvPr/>
          </p:nvSpPr>
          <p:spPr>
            <a:xfrm rot="16200000" flipV="1">
              <a:off x="750320" y="1999527"/>
              <a:ext cx="1676400" cy="484632"/>
            </a:xfrm>
            <a:prstGeom prst="homePlate">
              <a:avLst/>
            </a:prstGeom>
            <a:gradFill>
              <a:gsLst>
                <a:gs pos="0">
                  <a:schemeClr val="bg1">
                    <a:lumMod val="85000"/>
                  </a:schemeClr>
                </a:gs>
                <a:gs pos="50000">
                  <a:schemeClr val="bg1"/>
                </a:gs>
                <a:gs pos="99000">
                  <a:schemeClr val="bg1">
                    <a:lumMod val="95000"/>
                  </a:schemeClr>
                </a:gs>
              </a:gsLst>
              <a:lin ang="16200000" scaled="0"/>
            </a:gradFill>
            <a:ln w="6350">
              <a:gradFill>
                <a:gsLst>
                  <a:gs pos="19000">
                    <a:schemeClr val="tx1">
                      <a:lumMod val="75000"/>
                      <a:lumOff val="25000"/>
                    </a:schemeClr>
                  </a:gs>
                  <a:gs pos="0">
                    <a:schemeClr val="bg1">
                      <a:lumMod val="85000"/>
                    </a:schemeClr>
                  </a:gs>
                  <a:gs pos="77000">
                    <a:schemeClr val="tx1">
                      <a:lumMod val="75000"/>
                      <a:lumOff val="25000"/>
                    </a:schemeClr>
                  </a:gs>
                  <a:gs pos="54000">
                    <a:schemeClr val="bg1">
                      <a:lumMod val="95000"/>
                    </a:schemeClr>
                  </a:gs>
                  <a:gs pos="99000">
                    <a:schemeClr val="bg1">
                      <a:lumMod val="95000"/>
                    </a:schemeClr>
                  </a:gs>
                </a:gsLst>
                <a:lin ang="16200000" scaled="0"/>
              </a:gradFill>
            </a:ln>
            <a:effectLst>
              <a:outerShdw blurRad="215900" dist="165100" dir="2700000" sx="90000" sy="9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270000" rIns="0" bIns="27000" rtlCol="0" anchor="ctr"/>
            <a:lstStyle/>
            <a:p>
              <a:pPr defTabSz="685800">
                <a:lnSpc>
                  <a:spcPct val="150000"/>
                </a:lnSpc>
                <a:spcBef>
                  <a:spcPct val="0"/>
                </a:spcBef>
              </a:pPr>
              <a:endParaRPr lang="zh-CN" altLang="en-US" sz="1400" b="1">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文本框 13"/>
            <p:cNvSpPr txBox="1"/>
            <p:nvPr/>
          </p:nvSpPr>
          <p:spPr>
            <a:xfrm>
              <a:off x="1369445" y="1638181"/>
              <a:ext cx="438151" cy="1323439"/>
            </a:xfrm>
            <a:prstGeom prst="rect">
              <a:avLst/>
            </a:prstGeom>
            <a:noFill/>
          </p:spPr>
          <p:txBody>
            <a:bodyPr wrap="square">
              <a:spAutoFit/>
            </a:bodyPr>
            <a:lstStyle>
              <a:defPPr>
                <a:defRPr lang="zh-CN"/>
              </a:defPPr>
              <a:lvl1pPr>
                <a:defRPr sz="2000">
                  <a:solidFill>
                    <a:schemeClr val="accent1">
                      <a:lumMod val="75000"/>
                    </a:schemeClr>
                  </a:solidFill>
                </a:defRPr>
              </a:lvl1pPr>
            </a:lstStyle>
            <a:p>
              <a:r>
                <a:rPr lang="zh-CN" altLang="en-US" dirty="0">
                  <a:solidFill>
                    <a:schemeClr val="accent1"/>
                  </a:solidFill>
                </a:rPr>
                <a:t>理论逻辑</a:t>
              </a:r>
            </a:p>
          </p:txBody>
        </p:sp>
        <p:sp>
          <p:nvSpPr>
            <p:cNvPr id="92" name="箭头: 五边形 91"/>
            <p:cNvSpPr/>
            <p:nvPr/>
          </p:nvSpPr>
          <p:spPr>
            <a:xfrm>
              <a:off x="5801180" y="946150"/>
              <a:ext cx="1676400" cy="484632"/>
            </a:xfrm>
            <a:prstGeom prst="homePlate">
              <a:avLst/>
            </a:prstGeom>
            <a:gradFill>
              <a:gsLst>
                <a:gs pos="0">
                  <a:schemeClr val="bg1">
                    <a:lumMod val="85000"/>
                  </a:schemeClr>
                </a:gs>
                <a:gs pos="50000">
                  <a:schemeClr val="bg1"/>
                </a:gs>
                <a:gs pos="99000">
                  <a:schemeClr val="bg1">
                    <a:lumMod val="95000"/>
                  </a:schemeClr>
                </a:gs>
              </a:gsLst>
              <a:lin ang="16200000" scaled="0"/>
            </a:gradFill>
            <a:ln w="6350">
              <a:gradFill>
                <a:gsLst>
                  <a:gs pos="19000">
                    <a:schemeClr val="tx1">
                      <a:lumMod val="75000"/>
                      <a:lumOff val="25000"/>
                    </a:schemeClr>
                  </a:gs>
                  <a:gs pos="0">
                    <a:schemeClr val="bg1">
                      <a:lumMod val="85000"/>
                    </a:schemeClr>
                  </a:gs>
                  <a:gs pos="77000">
                    <a:schemeClr val="tx1">
                      <a:lumMod val="75000"/>
                      <a:lumOff val="25000"/>
                    </a:schemeClr>
                  </a:gs>
                  <a:gs pos="54000">
                    <a:schemeClr val="bg1">
                      <a:lumMod val="95000"/>
                    </a:schemeClr>
                  </a:gs>
                  <a:gs pos="99000">
                    <a:schemeClr val="bg1">
                      <a:lumMod val="95000"/>
                    </a:schemeClr>
                  </a:gs>
                </a:gsLst>
                <a:lin ang="16200000" scaled="0"/>
              </a:gradFill>
            </a:ln>
            <a:effectLst>
              <a:outerShdw blurRad="215900" dist="165100" dir="2700000" sx="90000" sy="9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270000" rIns="0" bIns="27000" rtlCol="0" anchor="ctr"/>
            <a:lstStyle/>
            <a:p>
              <a:pPr defTabSz="685800">
                <a:lnSpc>
                  <a:spcPct val="150000"/>
                </a:lnSpc>
                <a:spcBef>
                  <a:spcPct val="0"/>
                </a:spcBef>
              </a:pPr>
              <a:endParaRPr lang="zh-CN" altLang="en-US" sz="1400" b="1">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1" name="文本框 100"/>
            <p:cNvSpPr txBox="1"/>
            <p:nvPr/>
          </p:nvSpPr>
          <p:spPr>
            <a:xfrm>
              <a:off x="6034086" y="988411"/>
              <a:ext cx="1210588" cy="400110"/>
            </a:xfrm>
            <a:prstGeom prst="rect">
              <a:avLst/>
            </a:prstGeom>
            <a:noFill/>
          </p:spPr>
          <p:txBody>
            <a:bodyPr wrap="none">
              <a:spAutoFit/>
            </a:bodyPr>
            <a:lstStyle>
              <a:defPPr>
                <a:defRPr lang="zh-CN"/>
              </a:defPPr>
              <a:lvl1pPr>
                <a:defRPr sz="2000">
                  <a:solidFill>
                    <a:schemeClr val="accent1">
                      <a:lumMod val="75000"/>
                    </a:schemeClr>
                  </a:solidFill>
                </a:defRPr>
              </a:lvl1pPr>
            </a:lstStyle>
            <a:p>
              <a:r>
                <a:rPr lang="zh-CN" altLang="en-US">
                  <a:solidFill>
                    <a:schemeClr val="accent1"/>
                  </a:solidFill>
                </a:rPr>
                <a:t>实践路径</a:t>
              </a:r>
              <a:endParaRPr lang="zh-CN" altLang="en-US" dirty="0">
                <a:solidFill>
                  <a:schemeClr val="accent1"/>
                </a:solidFill>
              </a:endParaRPr>
            </a:p>
          </p:txBody>
        </p:sp>
        <p:sp>
          <p:nvSpPr>
            <p:cNvPr id="114" name="箭头: 五边形 113"/>
            <p:cNvSpPr/>
            <p:nvPr/>
          </p:nvSpPr>
          <p:spPr>
            <a:xfrm rot="5400000">
              <a:off x="10613572" y="1999527"/>
              <a:ext cx="1676400" cy="484632"/>
            </a:xfrm>
            <a:prstGeom prst="homePlate">
              <a:avLst/>
            </a:prstGeom>
            <a:gradFill>
              <a:gsLst>
                <a:gs pos="0">
                  <a:schemeClr val="bg1">
                    <a:lumMod val="85000"/>
                  </a:schemeClr>
                </a:gs>
                <a:gs pos="50000">
                  <a:schemeClr val="bg1"/>
                </a:gs>
                <a:gs pos="99000">
                  <a:schemeClr val="bg1">
                    <a:lumMod val="95000"/>
                  </a:schemeClr>
                </a:gs>
              </a:gsLst>
              <a:lin ang="16200000" scaled="0"/>
            </a:gradFill>
            <a:ln w="6350">
              <a:gradFill>
                <a:gsLst>
                  <a:gs pos="19000">
                    <a:schemeClr val="tx1">
                      <a:lumMod val="75000"/>
                      <a:lumOff val="25000"/>
                    </a:schemeClr>
                  </a:gs>
                  <a:gs pos="0">
                    <a:schemeClr val="bg1">
                      <a:lumMod val="85000"/>
                    </a:schemeClr>
                  </a:gs>
                  <a:gs pos="77000">
                    <a:schemeClr val="tx1">
                      <a:lumMod val="75000"/>
                      <a:lumOff val="25000"/>
                    </a:schemeClr>
                  </a:gs>
                  <a:gs pos="54000">
                    <a:schemeClr val="bg1">
                      <a:lumMod val="95000"/>
                    </a:schemeClr>
                  </a:gs>
                  <a:gs pos="99000">
                    <a:schemeClr val="bg1">
                      <a:lumMod val="95000"/>
                    </a:schemeClr>
                  </a:gs>
                </a:gsLst>
                <a:lin ang="16200000" scaled="0"/>
              </a:gradFill>
            </a:ln>
            <a:effectLst>
              <a:outerShdw blurRad="215900" dist="165100" dir="2700000" sx="90000" sy="9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270000" rIns="0" bIns="27000" rtlCol="0" anchor="ctr"/>
            <a:lstStyle/>
            <a:p>
              <a:pPr defTabSz="685800">
                <a:lnSpc>
                  <a:spcPct val="150000"/>
                </a:lnSpc>
                <a:spcBef>
                  <a:spcPct val="0"/>
                </a:spcBef>
              </a:pPr>
              <a:endParaRPr lang="zh-CN" altLang="en-US" sz="1400" b="1">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5" name="文本框 114"/>
            <p:cNvSpPr txBox="1"/>
            <p:nvPr/>
          </p:nvSpPr>
          <p:spPr>
            <a:xfrm>
              <a:off x="11232697" y="1580124"/>
              <a:ext cx="438151" cy="1323439"/>
            </a:xfrm>
            <a:prstGeom prst="rect">
              <a:avLst/>
            </a:prstGeom>
            <a:noFill/>
          </p:spPr>
          <p:txBody>
            <a:bodyPr wrap="square">
              <a:spAutoFit/>
            </a:bodyPr>
            <a:lstStyle>
              <a:defPPr>
                <a:defRPr lang="zh-CN"/>
              </a:defPPr>
              <a:lvl1pPr>
                <a:defRPr sz="2000">
                  <a:solidFill>
                    <a:schemeClr val="accent1">
                      <a:lumMod val="75000"/>
                    </a:schemeClr>
                  </a:solidFill>
                </a:defRPr>
              </a:lvl1pPr>
            </a:lstStyle>
            <a:p>
              <a:r>
                <a:rPr lang="zh-CN" altLang="en-US">
                  <a:solidFill>
                    <a:schemeClr val="accent1"/>
                  </a:solidFill>
                </a:rPr>
                <a:t>教学目标</a:t>
              </a:r>
              <a:endParaRPr lang="zh-CN" altLang="en-US" dirty="0">
                <a:solidFill>
                  <a:schemeClr val="accent1"/>
                </a:solidFill>
              </a:endParaRPr>
            </a:p>
          </p:txBody>
        </p:sp>
      </p:grpSp>
      <p:sp>
        <p:nvSpPr>
          <p:cNvPr id="105" name="箭头: 右 104"/>
          <p:cNvSpPr/>
          <p:nvPr/>
        </p:nvSpPr>
        <p:spPr>
          <a:xfrm>
            <a:off x="2663729" y="1867816"/>
            <a:ext cx="8484764" cy="898793"/>
          </a:xfrm>
          <a:prstGeom prst="rightArrow">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36"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教学目标</a:t>
            </a:r>
          </a:p>
        </p:txBody>
      </p:sp>
      <p:cxnSp>
        <p:nvCxnSpPr>
          <p:cNvPr id="37" name="直接连接符 36"/>
          <p:cNvCxnSpPr/>
          <p:nvPr/>
        </p:nvCxnSpPr>
        <p:spPr>
          <a:xfrm>
            <a:off x="283029" y="678498"/>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组合 17"/>
          <p:cNvGrpSpPr/>
          <p:nvPr/>
        </p:nvGrpSpPr>
        <p:grpSpPr>
          <a:xfrm>
            <a:off x="1582058" y="3141890"/>
            <a:ext cx="10109605" cy="1190171"/>
            <a:chOff x="1582058" y="3141890"/>
            <a:chExt cx="10109605" cy="1190171"/>
          </a:xfrm>
        </p:grpSpPr>
        <p:sp>
          <p:nvSpPr>
            <p:cNvPr id="78" name="箭头: 右 77"/>
            <p:cNvSpPr/>
            <p:nvPr/>
          </p:nvSpPr>
          <p:spPr>
            <a:xfrm>
              <a:off x="2663728" y="3494659"/>
              <a:ext cx="9027935" cy="484632"/>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582058" y="3141890"/>
              <a:ext cx="1190171" cy="1190171"/>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424137" y="3141890"/>
              <a:ext cx="1190171" cy="119017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7266215" y="3141890"/>
              <a:ext cx="1190171" cy="1190171"/>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圆角 53"/>
            <p:cNvSpPr>
              <a:spLocks noChangeAspect="1"/>
            </p:cNvSpPr>
            <p:nvPr>
              <p:custDataLst>
                <p:tags r:id="rId1"/>
              </p:custDataLst>
            </p:nvPr>
          </p:nvSpPr>
          <p:spPr>
            <a:xfrm rot="2700000">
              <a:off x="5859449" y="3449815"/>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55" name="矩形: 圆角 54"/>
            <p:cNvSpPr>
              <a:spLocks noChangeAspect="1"/>
            </p:cNvSpPr>
            <p:nvPr>
              <p:custDataLst>
                <p:tags r:id="rId2"/>
              </p:custDataLst>
            </p:nvPr>
          </p:nvSpPr>
          <p:spPr>
            <a:xfrm rot="2700000">
              <a:off x="6475087" y="3449815"/>
              <a:ext cx="574320" cy="574320"/>
            </a:xfrm>
            <a:prstGeom prst="roundRect">
              <a:avLst>
                <a:gd name="adj" fmla="val 14848"/>
              </a:avLst>
            </a:prstGeom>
            <a:solidFill>
              <a:schemeClr val="bg1"/>
            </a:solidFill>
            <a:ln w="12700" cap="flat">
              <a:solidFill>
                <a:schemeClr val="accent1"/>
              </a:solidFill>
              <a:prstDash val="solid"/>
              <a:miter/>
            </a:ln>
            <a:effectLst/>
          </p:spPr>
          <p:txBody>
            <a:bodyPr lIns="100584" tIns="50292" rIns="100584" bIns="50292"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FontTx/>
                <a:buNone/>
                <a:defRPr/>
              </a:pPr>
              <a:endParaRPr kumimoji="0" lang="zh-CN" altLang="en-US" sz="198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57" name="文本框 56"/>
            <p:cNvSpPr txBox="1"/>
            <p:nvPr>
              <p:custDataLst>
                <p:tags r:id="rId3"/>
              </p:custDataLst>
            </p:nvPr>
          </p:nvSpPr>
          <p:spPr>
            <a:xfrm>
              <a:off x="5850163" y="3566618"/>
              <a:ext cx="598113" cy="338555"/>
            </a:xfrm>
            <a:prstGeom prst="rect">
              <a:avLst/>
            </a:prstGeom>
            <a:noFill/>
            <a:effectLst/>
          </p:spPr>
          <p:txBody>
            <a:bodyPr wrap="none" lIns="100584" tIns="50292" rIns="100584" bIns="50292">
              <a:spAutoFit/>
            </a:bodyPr>
            <a:lstStyle/>
            <a:p>
              <a:pPr algn="ctr"/>
              <a:r>
                <a:rPr lang="zh-CN" altLang="en-US" sz="1540">
                  <a:solidFill>
                    <a:schemeClr val="bg1"/>
                  </a:solidFill>
                  <a:effectLst>
                    <a:outerShdw blurRad="55880" dist="41910" dir="5400000" algn="t" rotWithShape="0">
                      <a:schemeClr val="accent6">
                        <a:lumMod val="50000"/>
                        <a:alpha val="40000"/>
                      </a:schemeClr>
                    </a:outerShdw>
                  </a:effectLst>
                  <a:latin typeface="+mj-ea"/>
                  <a:ea typeface="+mj-ea"/>
                </a:rPr>
                <a:t>科学</a:t>
              </a:r>
              <a:endPar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endParaRPr>
            </a:p>
          </p:txBody>
        </p:sp>
        <p:sp>
          <p:nvSpPr>
            <p:cNvPr id="59" name="文本框 58"/>
            <p:cNvSpPr txBox="1"/>
            <p:nvPr/>
          </p:nvSpPr>
          <p:spPr>
            <a:xfrm>
              <a:off x="6465802" y="3566618"/>
              <a:ext cx="598113" cy="338555"/>
            </a:xfrm>
            <a:prstGeom prst="rect">
              <a:avLst/>
            </a:prstGeom>
            <a:noFill/>
            <a:effectLst/>
          </p:spPr>
          <p:txBody>
            <a:bodyPr wrap="none" lIns="100584" tIns="50292" rIns="100584" bIns="50292">
              <a:spAutoFit/>
            </a:bodyPr>
            <a:lstStyle/>
            <a:p>
              <a:pPr algn="ctr"/>
              <a:r>
                <a:rPr lang="zh-CN" altLang="en-US" sz="1540">
                  <a:solidFill>
                    <a:schemeClr val="accent1"/>
                  </a:solidFill>
                  <a:latin typeface="思源黑体 CN Bold" panose="020B0800000000000000" pitchFamily="34" charset="-122"/>
                  <a:ea typeface="思源黑体 CN Bold" panose="020B0800000000000000" pitchFamily="34" charset="-122"/>
                </a:rPr>
                <a:t>制度</a:t>
              </a:r>
              <a:endParaRPr lang="zh-CN" altLang="en-US" sz="1540" dirty="0">
                <a:solidFill>
                  <a:schemeClr val="accent1"/>
                </a:solidFill>
                <a:latin typeface="思源黑体 CN Bold" panose="020B0800000000000000" pitchFamily="34" charset="-122"/>
                <a:ea typeface="思源黑体 CN Bold" panose="020B0800000000000000" pitchFamily="34" charset="-122"/>
              </a:endParaRPr>
            </a:p>
          </p:txBody>
        </p:sp>
        <p:sp>
          <p:nvSpPr>
            <p:cNvPr id="56" name="矩形: 圆角 55"/>
            <p:cNvSpPr>
              <a:spLocks noChangeAspect="1"/>
            </p:cNvSpPr>
            <p:nvPr>
              <p:custDataLst>
                <p:tags r:id="rId4"/>
              </p:custDataLst>
            </p:nvPr>
          </p:nvSpPr>
          <p:spPr>
            <a:xfrm rot="2700000">
              <a:off x="8725108" y="3449815"/>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58" name="文本框 57"/>
            <p:cNvSpPr txBox="1"/>
            <p:nvPr>
              <p:custDataLst>
                <p:tags r:id="rId5"/>
              </p:custDataLst>
            </p:nvPr>
          </p:nvSpPr>
          <p:spPr>
            <a:xfrm>
              <a:off x="8715822" y="3566618"/>
              <a:ext cx="598113" cy="338555"/>
            </a:xfrm>
            <a:prstGeom prst="rect">
              <a:avLst/>
            </a:prstGeom>
            <a:noFill/>
            <a:effectLst/>
          </p:spPr>
          <p:txBody>
            <a:bodyPr wrap="none" lIns="100584" tIns="50292" rIns="100584" bIns="50292">
              <a:spAutoFit/>
            </a:bodyPr>
            <a:lstStyle/>
            <a:p>
              <a:pPr algn="ctr"/>
              <a:r>
                <a:rPr lang="zh-CN" altLang="en-US" sz="1540">
                  <a:solidFill>
                    <a:schemeClr val="bg1"/>
                  </a:solidFill>
                  <a:effectLst>
                    <a:outerShdw blurRad="55880" dist="41910" dir="5400000" algn="t" rotWithShape="0">
                      <a:schemeClr val="accent6">
                        <a:lumMod val="50000"/>
                        <a:alpha val="40000"/>
                      </a:schemeClr>
                    </a:outerShdw>
                  </a:effectLst>
                  <a:latin typeface="+mj-ea"/>
                  <a:ea typeface="+mj-ea"/>
                </a:rPr>
                <a:t>情感</a:t>
              </a:r>
              <a:endPar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endParaRPr>
            </a:p>
          </p:txBody>
        </p:sp>
        <p:sp>
          <p:nvSpPr>
            <p:cNvPr id="60" name="矩形: 圆角 59"/>
            <p:cNvSpPr>
              <a:spLocks noChangeAspect="1"/>
            </p:cNvSpPr>
            <p:nvPr>
              <p:custDataLst>
                <p:tags r:id="rId6"/>
              </p:custDataLst>
            </p:nvPr>
          </p:nvSpPr>
          <p:spPr>
            <a:xfrm rot="2700000">
              <a:off x="9340747" y="3449815"/>
              <a:ext cx="574320" cy="574320"/>
            </a:xfrm>
            <a:prstGeom prst="roundRect">
              <a:avLst>
                <a:gd name="adj" fmla="val 14848"/>
              </a:avLst>
            </a:prstGeom>
            <a:solidFill>
              <a:schemeClr val="bg1"/>
            </a:solidFill>
            <a:ln w="12700" cap="flat">
              <a:solidFill>
                <a:schemeClr val="accent1"/>
              </a:solidFill>
              <a:prstDash val="solid"/>
              <a:miter/>
            </a:ln>
            <a:effectLst/>
          </p:spPr>
          <p:txBody>
            <a:bodyPr lIns="100584" tIns="50292" rIns="100584" bIns="50292"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980" dirty="0">
                <a:solidFill>
                  <a:srgbClr val="000000"/>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61" name="矩形: 圆角 60"/>
            <p:cNvSpPr>
              <a:spLocks noChangeAspect="1"/>
            </p:cNvSpPr>
            <p:nvPr>
              <p:custDataLst>
                <p:tags r:id="rId7"/>
              </p:custDataLst>
            </p:nvPr>
          </p:nvSpPr>
          <p:spPr>
            <a:xfrm rot="2700000">
              <a:off x="9956385" y="3449815"/>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62" name="文本框 61"/>
            <p:cNvSpPr txBox="1"/>
            <p:nvPr/>
          </p:nvSpPr>
          <p:spPr>
            <a:xfrm>
              <a:off x="9328851" y="3567698"/>
              <a:ext cx="598113" cy="338555"/>
            </a:xfrm>
            <a:prstGeom prst="rect">
              <a:avLst/>
            </a:prstGeom>
            <a:noFill/>
            <a:effectLst/>
          </p:spPr>
          <p:txBody>
            <a:bodyPr wrap="none" lIns="100584" tIns="50292" rIns="100584" bIns="50292">
              <a:spAutoFit/>
            </a:bodyPr>
            <a:lstStyle>
              <a:defPPr>
                <a:defRPr lang="zh-CN"/>
              </a:defPPr>
              <a:lvl1pPr algn="ctr">
                <a:defRPr sz="1400">
                  <a:solidFill>
                    <a:schemeClr val="accent6">
                      <a:lumMod val="75000"/>
                    </a:schemeClr>
                  </a:solidFill>
                  <a:latin typeface="思源黑体 CN Bold" panose="020B0800000000000000" pitchFamily="34" charset="-122"/>
                  <a:ea typeface="思源黑体 CN Bold" panose="020B0800000000000000" pitchFamily="34" charset="-122"/>
                </a:defRPr>
              </a:lvl1pPr>
            </a:lstStyle>
            <a:p>
              <a:r>
                <a:rPr lang="zh-CN" altLang="en-US" sz="1540" dirty="0">
                  <a:solidFill>
                    <a:schemeClr val="accent1"/>
                  </a:solidFill>
                </a:rPr>
                <a:t>意识</a:t>
              </a:r>
            </a:p>
          </p:txBody>
        </p:sp>
        <p:sp>
          <p:nvSpPr>
            <p:cNvPr id="63" name="文本框 62"/>
            <p:cNvSpPr txBox="1"/>
            <p:nvPr>
              <p:custDataLst>
                <p:tags r:id="rId8"/>
              </p:custDataLst>
            </p:nvPr>
          </p:nvSpPr>
          <p:spPr>
            <a:xfrm>
              <a:off x="9947099" y="3566618"/>
              <a:ext cx="598113" cy="338555"/>
            </a:xfrm>
            <a:prstGeom prst="rect">
              <a:avLst/>
            </a:prstGeom>
            <a:noFill/>
            <a:effectLst/>
          </p:spPr>
          <p:txBody>
            <a:bodyPr wrap="none" lIns="100584" tIns="50292" rIns="100584" bIns="50292">
              <a:spAutoFit/>
            </a:bodyPr>
            <a:lstStyle/>
            <a:p>
              <a:pPr algn="ctr"/>
              <a:r>
                <a:rPr lang="zh-CN" altLang="en-US" sz="1540">
                  <a:solidFill>
                    <a:schemeClr val="bg1"/>
                  </a:solidFill>
                  <a:effectLst>
                    <a:outerShdw blurRad="55880" dist="41910" dir="5400000" algn="t" rotWithShape="0">
                      <a:schemeClr val="accent6">
                        <a:lumMod val="50000"/>
                        <a:alpha val="40000"/>
                      </a:schemeClr>
                    </a:outerShdw>
                  </a:effectLst>
                  <a:latin typeface="+mj-ea"/>
                  <a:ea typeface="+mj-ea"/>
                </a:rPr>
                <a:t>引导</a:t>
              </a:r>
              <a:endPar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endParaRPr>
            </a:p>
          </p:txBody>
        </p:sp>
        <p:sp>
          <p:nvSpPr>
            <p:cNvPr id="67" name="矩形: 圆角 66"/>
            <p:cNvSpPr>
              <a:spLocks noChangeAspect="1"/>
            </p:cNvSpPr>
            <p:nvPr>
              <p:custDataLst>
                <p:tags r:id="rId9"/>
              </p:custDataLst>
            </p:nvPr>
          </p:nvSpPr>
          <p:spPr>
            <a:xfrm rot="2700000">
              <a:off x="3000592" y="3449815"/>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68" name="矩形: 圆角 67"/>
            <p:cNvSpPr>
              <a:spLocks noChangeAspect="1"/>
            </p:cNvSpPr>
            <p:nvPr>
              <p:custDataLst>
                <p:tags r:id="rId10"/>
              </p:custDataLst>
            </p:nvPr>
          </p:nvSpPr>
          <p:spPr>
            <a:xfrm rot="2700000">
              <a:off x="3616230" y="3449815"/>
              <a:ext cx="574320" cy="574320"/>
            </a:xfrm>
            <a:prstGeom prst="roundRect">
              <a:avLst>
                <a:gd name="adj" fmla="val 14848"/>
              </a:avLst>
            </a:prstGeom>
            <a:solidFill>
              <a:schemeClr val="bg1"/>
            </a:solidFill>
            <a:ln w="12700" cap="flat">
              <a:solidFill>
                <a:schemeClr val="accent1"/>
              </a:solidFill>
              <a:prstDash val="solid"/>
              <a:miter/>
            </a:ln>
            <a:effectLst/>
          </p:spPr>
          <p:txBody>
            <a:bodyPr lIns="100584" tIns="50292" rIns="100584" bIns="50292"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FontTx/>
                <a:buNone/>
                <a:defRPr/>
              </a:pPr>
              <a:endParaRPr kumimoji="0" lang="zh-CN" altLang="en-US" sz="198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69" name="文本框 68"/>
            <p:cNvSpPr txBox="1"/>
            <p:nvPr>
              <p:custDataLst>
                <p:tags r:id="rId11"/>
              </p:custDataLst>
            </p:nvPr>
          </p:nvSpPr>
          <p:spPr>
            <a:xfrm>
              <a:off x="2991306" y="3566618"/>
              <a:ext cx="598113" cy="338555"/>
            </a:xfrm>
            <a:prstGeom prst="rect">
              <a:avLst/>
            </a:prstGeom>
            <a:noFill/>
            <a:effectLst/>
          </p:spPr>
          <p:txBody>
            <a:bodyPr wrap="none" lIns="100584" tIns="50292" rIns="100584" bIns="50292">
              <a:spAutoFit/>
            </a:bodyPr>
            <a:lstStyle/>
            <a:p>
              <a:pPr algn="ctr"/>
              <a:r>
                <a:rPr lang="zh-CN" altLang="en-US" sz="1540">
                  <a:solidFill>
                    <a:schemeClr val="bg1"/>
                  </a:solidFill>
                  <a:effectLst>
                    <a:outerShdw blurRad="55880" dist="41910" dir="5400000" algn="t" rotWithShape="0">
                      <a:schemeClr val="accent6">
                        <a:lumMod val="50000"/>
                        <a:alpha val="40000"/>
                      </a:schemeClr>
                    </a:outerShdw>
                  </a:effectLst>
                  <a:latin typeface="+mj-ea"/>
                  <a:ea typeface="+mj-ea"/>
                </a:rPr>
                <a:t>历史</a:t>
              </a:r>
              <a:endPar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endParaRPr>
            </a:p>
          </p:txBody>
        </p:sp>
        <p:sp>
          <p:nvSpPr>
            <p:cNvPr id="70" name="文本框 69"/>
            <p:cNvSpPr txBox="1"/>
            <p:nvPr/>
          </p:nvSpPr>
          <p:spPr>
            <a:xfrm>
              <a:off x="3606945" y="3566618"/>
              <a:ext cx="598113" cy="338555"/>
            </a:xfrm>
            <a:prstGeom prst="rect">
              <a:avLst/>
            </a:prstGeom>
            <a:noFill/>
            <a:effectLst/>
          </p:spPr>
          <p:txBody>
            <a:bodyPr wrap="none" lIns="100584" tIns="50292" rIns="100584" bIns="50292">
              <a:spAutoFit/>
            </a:bodyPr>
            <a:lstStyle/>
            <a:p>
              <a:pPr algn="ctr"/>
              <a:r>
                <a:rPr lang="zh-CN" altLang="en-US" sz="1540">
                  <a:solidFill>
                    <a:schemeClr val="accent1"/>
                  </a:solidFill>
                  <a:latin typeface="思源黑体 CN Bold" panose="020B0800000000000000" pitchFamily="34" charset="-122"/>
                  <a:ea typeface="思源黑体 CN Bold" panose="020B0800000000000000" pitchFamily="34" charset="-122"/>
                </a:rPr>
                <a:t>理论</a:t>
              </a:r>
              <a:endParaRPr lang="zh-CN" altLang="en-US" sz="1540" dirty="0">
                <a:solidFill>
                  <a:schemeClr val="accent1"/>
                </a:solidFill>
                <a:latin typeface="思源黑体 CN Bold" panose="020B0800000000000000" pitchFamily="34" charset="-122"/>
                <a:ea typeface="思源黑体 CN Bold" panose="020B0800000000000000" pitchFamily="34" charset="-122"/>
              </a:endParaRPr>
            </a:p>
          </p:txBody>
        </p:sp>
        <p:sp>
          <p:nvSpPr>
            <p:cNvPr id="86" name="椭圆 85"/>
            <p:cNvSpPr/>
            <p:nvPr/>
          </p:nvSpPr>
          <p:spPr>
            <a:xfrm>
              <a:off x="1662093" y="3221925"/>
              <a:ext cx="1030100" cy="10301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4504172" y="3221925"/>
              <a:ext cx="1030100" cy="10301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7346250" y="3221925"/>
              <a:ext cx="1030100" cy="10301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文本框 105"/>
            <p:cNvSpPr txBox="1"/>
            <p:nvPr/>
          </p:nvSpPr>
          <p:spPr>
            <a:xfrm>
              <a:off x="1828330" y="3383032"/>
              <a:ext cx="697627" cy="707886"/>
            </a:xfrm>
            <a:prstGeom prst="rect">
              <a:avLst/>
            </a:prstGeom>
            <a:noFill/>
          </p:spPr>
          <p:txBody>
            <a:bodyPr wrap="square">
              <a:spAutoFit/>
            </a:bodyPr>
            <a:lstStyle>
              <a:defPPr>
                <a:defRPr lang="zh-CN"/>
              </a:defPPr>
              <a:lvl1pPr>
                <a:defRPr sz="2000">
                  <a:solidFill>
                    <a:schemeClr val="accent1">
                      <a:lumMod val="75000"/>
                    </a:schemeClr>
                  </a:solidFill>
                </a:defRPr>
              </a:lvl1pPr>
            </a:lstStyle>
            <a:p>
              <a:pPr algn="ctr"/>
              <a:r>
                <a:rPr lang="zh-CN" altLang="en-US">
                  <a:solidFill>
                    <a:schemeClr val="bg1"/>
                  </a:solidFill>
                </a:rPr>
                <a:t>认知目标</a:t>
              </a:r>
              <a:endParaRPr lang="zh-CN" altLang="en-US" dirty="0">
                <a:solidFill>
                  <a:schemeClr val="bg1"/>
                </a:solidFill>
              </a:endParaRPr>
            </a:p>
          </p:txBody>
        </p:sp>
        <p:sp>
          <p:nvSpPr>
            <p:cNvPr id="107" name="文本框 106"/>
            <p:cNvSpPr txBox="1"/>
            <p:nvPr/>
          </p:nvSpPr>
          <p:spPr>
            <a:xfrm>
              <a:off x="4670409" y="3383032"/>
              <a:ext cx="697627" cy="707886"/>
            </a:xfrm>
            <a:prstGeom prst="rect">
              <a:avLst/>
            </a:prstGeom>
            <a:noFill/>
          </p:spPr>
          <p:txBody>
            <a:bodyPr wrap="square">
              <a:spAutoFit/>
            </a:bodyPr>
            <a:lstStyle>
              <a:defPPr>
                <a:defRPr lang="zh-CN"/>
              </a:defPPr>
              <a:lvl1pPr>
                <a:defRPr sz="2000">
                  <a:solidFill>
                    <a:schemeClr val="accent1">
                      <a:lumMod val="75000"/>
                    </a:schemeClr>
                  </a:solidFill>
                </a:defRPr>
              </a:lvl1pPr>
            </a:lstStyle>
            <a:p>
              <a:pPr algn="ctr"/>
              <a:r>
                <a:rPr lang="zh-CN" altLang="en-US">
                  <a:solidFill>
                    <a:schemeClr val="bg1"/>
                  </a:solidFill>
                </a:rPr>
                <a:t>情感目标</a:t>
              </a:r>
              <a:endParaRPr lang="zh-CN" altLang="en-US" dirty="0">
                <a:solidFill>
                  <a:schemeClr val="bg1"/>
                </a:solidFill>
              </a:endParaRPr>
            </a:p>
          </p:txBody>
        </p:sp>
        <p:sp>
          <p:nvSpPr>
            <p:cNvPr id="108" name="文本框 107"/>
            <p:cNvSpPr txBox="1"/>
            <p:nvPr/>
          </p:nvSpPr>
          <p:spPr>
            <a:xfrm>
              <a:off x="7512487" y="3383032"/>
              <a:ext cx="697627" cy="707886"/>
            </a:xfrm>
            <a:prstGeom prst="rect">
              <a:avLst/>
            </a:prstGeom>
            <a:noFill/>
          </p:spPr>
          <p:txBody>
            <a:bodyPr wrap="square">
              <a:spAutoFit/>
            </a:bodyPr>
            <a:lstStyle>
              <a:defPPr>
                <a:defRPr lang="zh-CN"/>
              </a:defPPr>
              <a:lvl1pPr>
                <a:defRPr sz="2000">
                  <a:solidFill>
                    <a:schemeClr val="accent1">
                      <a:lumMod val="75000"/>
                    </a:schemeClr>
                  </a:solidFill>
                </a:defRPr>
              </a:lvl1pPr>
            </a:lstStyle>
            <a:p>
              <a:pPr algn="ctr"/>
              <a:r>
                <a:rPr lang="zh-CN" altLang="en-US">
                  <a:solidFill>
                    <a:schemeClr val="bg1"/>
                  </a:solidFill>
                </a:rPr>
                <a:t>实践目标</a:t>
              </a:r>
              <a:endParaRPr lang="zh-CN" altLang="en-US" dirty="0">
                <a:solidFill>
                  <a:schemeClr val="bg1"/>
                </a:solidFill>
              </a:endParaRPr>
            </a:p>
          </p:txBody>
        </p:sp>
      </p:grpSp>
      <p:sp>
        <p:nvSpPr>
          <p:cNvPr id="116" name="箭头: 右 115"/>
          <p:cNvSpPr/>
          <p:nvPr/>
        </p:nvSpPr>
        <p:spPr>
          <a:xfrm>
            <a:off x="2663729" y="4725561"/>
            <a:ext cx="8484764" cy="898793"/>
          </a:xfrm>
          <a:prstGeom prst="rightArrow">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2161039" y="1618224"/>
            <a:ext cx="1699761" cy="1397976"/>
            <a:chOff x="2161039" y="1618224"/>
            <a:chExt cx="1699761" cy="1397976"/>
          </a:xfrm>
        </p:grpSpPr>
        <p:sp>
          <p:nvSpPr>
            <p:cNvPr id="90" name="矩形 89"/>
            <p:cNvSpPr/>
            <p:nvPr/>
          </p:nvSpPr>
          <p:spPr>
            <a:xfrm>
              <a:off x="2161040" y="1618224"/>
              <a:ext cx="1699760" cy="1397976"/>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p:cNvSpPr/>
            <p:nvPr/>
          </p:nvSpPr>
          <p:spPr>
            <a:xfrm>
              <a:off x="2161039" y="1618224"/>
              <a:ext cx="1699759" cy="4086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文本框 120"/>
            <p:cNvSpPr txBox="1"/>
            <p:nvPr/>
          </p:nvSpPr>
          <p:spPr>
            <a:xfrm>
              <a:off x="2226088" y="1637906"/>
              <a:ext cx="1569660" cy="369332"/>
            </a:xfrm>
            <a:prstGeom prst="rect">
              <a:avLst/>
            </a:prstGeom>
            <a:noFill/>
          </p:spPr>
          <p:txBody>
            <a:bodyPr wrap="none">
              <a:spAutoFit/>
            </a:bodyPr>
            <a:lstStyle/>
            <a:p>
              <a:pPr algn="ctr"/>
              <a:r>
                <a:rPr lang="zh-CN" altLang="en-US" dirty="0">
                  <a:solidFill>
                    <a:schemeClr val="bg1"/>
                  </a:solidFill>
                </a:rPr>
                <a:t>历史发展脉络</a:t>
              </a:r>
            </a:p>
          </p:txBody>
        </p:sp>
        <p:pic>
          <p:nvPicPr>
            <p:cNvPr id="1032" name="Picture 8"/>
            <p:cNvPicPr>
              <a:picLocks noChangeArrowheads="1"/>
            </p:cNvPicPr>
            <p:nvPr/>
          </p:nvPicPr>
          <p:blipFill>
            <a:blip r:embed="rId13">
              <a:extLst>
                <a:ext uri="{BEBA8EAE-BF5A-486C-A8C5-ECC9F3942E4B}">
                  <a14:imgProps xmlns:a14="http://schemas.microsoft.com/office/drawing/2010/main">
                    <a14:imgLayer r:embed="rId14">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2228506" y="2103148"/>
              <a:ext cx="1564830" cy="83101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组合 4"/>
          <p:cNvGrpSpPr/>
          <p:nvPr/>
        </p:nvGrpSpPr>
        <p:grpSpPr>
          <a:xfrm>
            <a:off x="8765279" y="1618224"/>
            <a:ext cx="1699760" cy="1397976"/>
            <a:chOff x="8765279" y="1618224"/>
            <a:chExt cx="1699760" cy="1397976"/>
          </a:xfrm>
        </p:grpSpPr>
        <p:sp>
          <p:nvSpPr>
            <p:cNvPr id="98" name="矩形 97"/>
            <p:cNvSpPr/>
            <p:nvPr/>
          </p:nvSpPr>
          <p:spPr>
            <a:xfrm>
              <a:off x="8765279" y="1618224"/>
              <a:ext cx="1699760" cy="1397976"/>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矩形 122"/>
            <p:cNvSpPr/>
            <p:nvPr/>
          </p:nvSpPr>
          <p:spPr>
            <a:xfrm>
              <a:off x="8765280" y="1618224"/>
              <a:ext cx="1699759" cy="4086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文本框 123"/>
            <p:cNvSpPr txBox="1"/>
            <p:nvPr/>
          </p:nvSpPr>
          <p:spPr>
            <a:xfrm>
              <a:off x="8945745" y="1637906"/>
              <a:ext cx="1338828" cy="369332"/>
            </a:xfrm>
            <a:prstGeom prst="rect">
              <a:avLst/>
            </a:prstGeom>
            <a:noFill/>
          </p:spPr>
          <p:txBody>
            <a:bodyPr wrap="none">
              <a:spAutoFit/>
            </a:bodyPr>
            <a:lstStyle/>
            <a:p>
              <a:r>
                <a:rPr lang="zh-CN" altLang="en-US" dirty="0">
                  <a:solidFill>
                    <a:schemeClr val="bg1"/>
                  </a:solidFill>
                </a:rPr>
                <a:t>全学段贯通</a:t>
              </a:r>
            </a:p>
          </p:txBody>
        </p:sp>
        <p:pic>
          <p:nvPicPr>
            <p:cNvPr id="1028" name="Picture 4"/>
            <p:cNvPicPr>
              <a:picLocks noChangeArrowheads="1"/>
            </p:cNvPicPr>
            <p:nvPr/>
          </p:nvPicPr>
          <p:blipFill>
            <a:blip r:embed="rId15">
              <a:extLst>
                <a:ext uri="{BEBA8EAE-BF5A-486C-A8C5-ECC9F3942E4B}">
                  <a14:imgProps xmlns:a14="http://schemas.microsoft.com/office/drawing/2010/main">
                    <a14:imgLayer r:embed="rId16">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8832744" y="2103148"/>
              <a:ext cx="1564830" cy="83101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组合 14"/>
          <p:cNvGrpSpPr/>
          <p:nvPr/>
        </p:nvGrpSpPr>
        <p:grpSpPr>
          <a:xfrm>
            <a:off x="2161039" y="4475969"/>
            <a:ext cx="1699761" cy="1397976"/>
            <a:chOff x="2161039" y="4475969"/>
            <a:chExt cx="1699761" cy="1397976"/>
          </a:xfrm>
        </p:grpSpPr>
        <p:sp>
          <p:nvSpPr>
            <p:cNvPr id="117" name="矩形 116"/>
            <p:cNvSpPr/>
            <p:nvPr/>
          </p:nvSpPr>
          <p:spPr>
            <a:xfrm>
              <a:off x="2161040" y="4475969"/>
              <a:ext cx="1699760" cy="1397976"/>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矩形 125"/>
            <p:cNvSpPr/>
            <p:nvPr/>
          </p:nvSpPr>
          <p:spPr>
            <a:xfrm>
              <a:off x="2161039" y="4475969"/>
              <a:ext cx="1699759" cy="4086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文本框 126"/>
            <p:cNvSpPr txBox="1"/>
            <p:nvPr/>
          </p:nvSpPr>
          <p:spPr>
            <a:xfrm>
              <a:off x="2341504" y="4495651"/>
              <a:ext cx="1338828" cy="369332"/>
            </a:xfrm>
            <a:prstGeom prst="rect">
              <a:avLst/>
            </a:prstGeom>
            <a:noFill/>
          </p:spPr>
          <p:txBody>
            <a:bodyPr wrap="none">
              <a:spAutoFit/>
            </a:bodyPr>
            <a:lstStyle/>
            <a:p>
              <a:pPr algn="ctr"/>
              <a:r>
                <a:rPr lang="zh-CN" altLang="en-US" dirty="0">
                  <a:solidFill>
                    <a:schemeClr val="bg1"/>
                  </a:solidFill>
                </a:rPr>
                <a:t>全要素协同</a:t>
              </a:r>
            </a:p>
          </p:txBody>
        </p:sp>
        <p:pic>
          <p:nvPicPr>
            <p:cNvPr id="1026" name="Picture 2"/>
            <p:cNvPicPr>
              <a:picLocks noChangeArrowheads="1"/>
            </p:cNvPicPr>
            <p:nvPr/>
          </p:nvPicPr>
          <p:blipFill>
            <a:blip r:embed="rId17">
              <a:extLst>
                <a:ext uri="{BEBA8EAE-BF5A-486C-A8C5-ECC9F3942E4B}">
                  <a14:imgProps xmlns:a14="http://schemas.microsoft.com/office/drawing/2010/main">
                    <a14:imgLayer r:embed="rId18">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2228506" y="4960893"/>
              <a:ext cx="1564830" cy="83101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组合 11"/>
          <p:cNvGrpSpPr/>
          <p:nvPr/>
        </p:nvGrpSpPr>
        <p:grpSpPr>
          <a:xfrm>
            <a:off x="8765279" y="4475969"/>
            <a:ext cx="1699760" cy="1397976"/>
            <a:chOff x="8765279" y="4475969"/>
            <a:chExt cx="1699760" cy="1397976"/>
          </a:xfrm>
        </p:grpSpPr>
        <p:sp>
          <p:nvSpPr>
            <p:cNvPr id="119" name="矩形 118"/>
            <p:cNvSpPr/>
            <p:nvPr/>
          </p:nvSpPr>
          <p:spPr>
            <a:xfrm>
              <a:off x="8765279" y="4475969"/>
              <a:ext cx="1699760" cy="1397976"/>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nvSpPr>
          <p:spPr>
            <a:xfrm>
              <a:off x="8765280" y="4475969"/>
              <a:ext cx="1699759" cy="4086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文本框 131"/>
            <p:cNvSpPr txBox="1"/>
            <p:nvPr/>
          </p:nvSpPr>
          <p:spPr>
            <a:xfrm>
              <a:off x="8945745" y="4495651"/>
              <a:ext cx="1338828" cy="369332"/>
            </a:xfrm>
            <a:prstGeom prst="rect">
              <a:avLst/>
            </a:prstGeom>
            <a:noFill/>
          </p:spPr>
          <p:txBody>
            <a:bodyPr wrap="none">
              <a:spAutoFit/>
            </a:bodyPr>
            <a:lstStyle/>
            <a:p>
              <a:r>
                <a:rPr lang="zh-CN" altLang="en-US" dirty="0">
                  <a:solidFill>
                    <a:schemeClr val="bg1"/>
                  </a:solidFill>
                </a:rPr>
                <a:t>全领域覆盖</a:t>
              </a:r>
            </a:p>
          </p:txBody>
        </p:sp>
        <p:pic>
          <p:nvPicPr>
            <p:cNvPr id="1030" name="Picture 6"/>
            <p:cNvPicPr>
              <a:picLocks noChangeArrowheads="1"/>
            </p:cNvPicPr>
            <p:nvPr/>
          </p:nvPicPr>
          <p:blipFill>
            <a:blip r:embed="rId19">
              <a:extLst>
                <a:ext uri="{BEBA8EAE-BF5A-486C-A8C5-ECC9F3942E4B}">
                  <a14:imgProps xmlns:a14="http://schemas.microsoft.com/office/drawing/2010/main">
                    <a14:imgLayer r:embed="rId20">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8832747" y="4960893"/>
              <a:ext cx="1564830" cy="83101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 name="组合 39"/>
          <p:cNvGrpSpPr/>
          <p:nvPr/>
        </p:nvGrpSpPr>
        <p:grpSpPr>
          <a:xfrm>
            <a:off x="3891389" y="1579379"/>
            <a:ext cx="7068289" cy="1477328"/>
            <a:chOff x="3891389" y="1579379"/>
            <a:chExt cx="7068289" cy="1477328"/>
          </a:xfrm>
        </p:grpSpPr>
        <p:sp>
          <p:nvSpPr>
            <p:cNvPr id="134" name="文本框 133"/>
            <p:cNvSpPr txBox="1"/>
            <p:nvPr/>
          </p:nvSpPr>
          <p:spPr>
            <a:xfrm>
              <a:off x="3891389" y="1994047"/>
              <a:ext cx="374260" cy="646331"/>
            </a:xfrm>
            <a:prstGeom prst="rect">
              <a:avLst/>
            </a:prstGeom>
            <a:noFill/>
          </p:spPr>
          <p:txBody>
            <a:bodyPr wrap="square">
              <a:spAutoFit/>
            </a:bodyPr>
            <a:lstStyle/>
            <a:p>
              <a:r>
                <a:rPr lang="zh-CN" altLang="en-US" dirty="0">
                  <a:solidFill>
                    <a:srgbClr val="C00000"/>
                  </a:solidFill>
                  <a:effectLst>
                    <a:glow rad="63500">
                      <a:schemeClr val="bg1"/>
                    </a:glow>
                  </a:effectLst>
                </a:rPr>
                <a:t>爱党</a:t>
              </a:r>
            </a:p>
          </p:txBody>
        </p:sp>
        <p:sp>
          <p:nvSpPr>
            <p:cNvPr id="135" name="文本框 134"/>
            <p:cNvSpPr txBox="1"/>
            <p:nvPr/>
          </p:nvSpPr>
          <p:spPr>
            <a:xfrm>
              <a:off x="8360429" y="1994047"/>
              <a:ext cx="374260" cy="646331"/>
            </a:xfrm>
            <a:prstGeom prst="rect">
              <a:avLst/>
            </a:prstGeom>
            <a:noFill/>
          </p:spPr>
          <p:txBody>
            <a:bodyPr wrap="square">
              <a:spAutoFit/>
            </a:bodyPr>
            <a:lstStyle/>
            <a:p>
              <a:r>
                <a:rPr lang="zh-CN" altLang="en-US" dirty="0">
                  <a:solidFill>
                    <a:srgbClr val="C00000"/>
                  </a:solidFill>
                  <a:effectLst>
                    <a:glow rad="63500">
                      <a:schemeClr val="bg1"/>
                    </a:glow>
                  </a:effectLst>
                </a:rPr>
                <a:t>爱国</a:t>
              </a:r>
            </a:p>
          </p:txBody>
        </p:sp>
        <p:sp>
          <p:nvSpPr>
            <p:cNvPr id="136" name="文本框 135"/>
            <p:cNvSpPr txBox="1"/>
            <p:nvPr/>
          </p:nvSpPr>
          <p:spPr>
            <a:xfrm>
              <a:off x="10585418" y="1579379"/>
              <a:ext cx="374260" cy="1477328"/>
            </a:xfrm>
            <a:prstGeom prst="rect">
              <a:avLst/>
            </a:prstGeom>
            <a:noFill/>
          </p:spPr>
          <p:txBody>
            <a:bodyPr wrap="square">
              <a:spAutoFit/>
            </a:bodyPr>
            <a:lstStyle/>
            <a:p>
              <a:r>
                <a:rPr lang="zh-CN" altLang="en-US" dirty="0">
                  <a:solidFill>
                    <a:srgbClr val="C00000"/>
                  </a:solidFill>
                  <a:effectLst>
                    <a:glow rad="63500">
                      <a:schemeClr val="bg1"/>
                    </a:glow>
                  </a:effectLst>
                </a:rPr>
                <a:t>爱社会主义</a:t>
              </a:r>
            </a:p>
          </p:txBody>
        </p:sp>
      </p:grpSp>
      <p:grpSp>
        <p:nvGrpSpPr>
          <p:cNvPr id="44" name="组合 43"/>
          <p:cNvGrpSpPr/>
          <p:nvPr/>
        </p:nvGrpSpPr>
        <p:grpSpPr>
          <a:xfrm>
            <a:off x="3891389" y="4713292"/>
            <a:ext cx="7068289" cy="923330"/>
            <a:chOff x="3891389" y="4713292"/>
            <a:chExt cx="7068289" cy="923330"/>
          </a:xfrm>
        </p:grpSpPr>
        <p:sp>
          <p:nvSpPr>
            <p:cNvPr id="137" name="文本框 136"/>
            <p:cNvSpPr txBox="1"/>
            <p:nvPr/>
          </p:nvSpPr>
          <p:spPr>
            <a:xfrm>
              <a:off x="3891389" y="4713292"/>
              <a:ext cx="374260" cy="923330"/>
            </a:xfrm>
            <a:prstGeom prst="rect">
              <a:avLst/>
            </a:prstGeom>
            <a:noFill/>
          </p:spPr>
          <p:txBody>
            <a:bodyPr wrap="square">
              <a:spAutoFit/>
            </a:bodyPr>
            <a:lstStyle/>
            <a:p>
              <a:r>
                <a:rPr lang="zh-CN" altLang="en-US">
                  <a:solidFill>
                    <a:srgbClr val="C00000"/>
                  </a:solidFill>
                  <a:effectLst>
                    <a:glow rad="63500">
                      <a:schemeClr val="bg1"/>
                    </a:glow>
                  </a:effectLst>
                </a:rPr>
                <a:t>爱国情</a:t>
              </a:r>
              <a:endParaRPr lang="zh-CN" altLang="en-US" dirty="0">
                <a:solidFill>
                  <a:srgbClr val="C00000"/>
                </a:solidFill>
                <a:effectLst>
                  <a:glow rad="63500">
                    <a:schemeClr val="bg1"/>
                  </a:glow>
                </a:effectLst>
              </a:endParaRPr>
            </a:p>
          </p:txBody>
        </p:sp>
        <p:sp>
          <p:nvSpPr>
            <p:cNvPr id="138" name="文本框 137"/>
            <p:cNvSpPr txBox="1"/>
            <p:nvPr/>
          </p:nvSpPr>
          <p:spPr>
            <a:xfrm>
              <a:off x="8360429" y="4713292"/>
              <a:ext cx="374260" cy="923330"/>
            </a:xfrm>
            <a:prstGeom prst="rect">
              <a:avLst/>
            </a:prstGeom>
            <a:noFill/>
          </p:spPr>
          <p:txBody>
            <a:bodyPr wrap="square">
              <a:spAutoFit/>
            </a:bodyPr>
            <a:lstStyle/>
            <a:p>
              <a:r>
                <a:rPr lang="zh-CN" altLang="en-US" dirty="0">
                  <a:solidFill>
                    <a:srgbClr val="C00000"/>
                  </a:solidFill>
                  <a:effectLst>
                    <a:glow rad="63500">
                      <a:schemeClr val="bg1"/>
                    </a:glow>
                  </a:effectLst>
                </a:rPr>
                <a:t>强国志</a:t>
              </a:r>
            </a:p>
          </p:txBody>
        </p:sp>
        <p:sp>
          <p:nvSpPr>
            <p:cNvPr id="139" name="文本框 138"/>
            <p:cNvSpPr txBox="1"/>
            <p:nvPr/>
          </p:nvSpPr>
          <p:spPr>
            <a:xfrm>
              <a:off x="10585418" y="4713292"/>
              <a:ext cx="374260" cy="923330"/>
            </a:xfrm>
            <a:prstGeom prst="rect">
              <a:avLst/>
            </a:prstGeom>
            <a:noFill/>
          </p:spPr>
          <p:txBody>
            <a:bodyPr wrap="square">
              <a:spAutoFit/>
            </a:bodyPr>
            <a:lstStyle/>
            <a:p>
              <a:r>
                <a:rPr lang="zh-CN" altLang="en-US" dirty="0">
                  <a:solidFill>
                    <a:srgbClr val="C00000"/>
                  </a:solidFill>
                  <a:effectLst>
                    <a:glow rad="63500">
                      <a:schemeClr val="bg1"/>
                    </a:glow>
                  </a:effectLst>
                </a:rPr>
                <a:t>报国行</a:t>
              </a:r>
            </a:p>
          </p:txBody>
        </p:sp>
      </p:grpSp>
      <p:grpSp>
        <p:nvGrpSpPr>
          <p:cNvPr id="38" name="组合 37"/>
          <p:cNvGrpSpPr/>
          <p:nvPr/>
        </p:nvGrpSpPr>
        <p:grpSpPr>
          <a:xfrm>
            <a:off x="4296238" y="1618224"/>
            <a:ext cx="4033602" cy="1397976"/>
            <a:chOff x="4296238" y="1618224"/>
            <a:chExt cx="4033602" cy="1397976"/>
          </a:xfrm>
        </p:grpSpPr>
        <p:sp>
          <p:nvSpPr>
            <p:cNvPr id="97" name="矩形 96"/>
            <p:cNvSpPr/>
            <p:nvPr/>
          </p:nvSpPr>
          <p:spPr>
            <a:xfrm>
              <a:off x="4296238" y="1618224"/>
              <a:ext cx="4033602" cy="1397976"/>
            </a:xfrm>
            <a:prstGeom prst="rect">
              <a:avLst/>
            </a:prstGeom>
            <a:gradFill>
              <a:gsLst>
                <a:gs pos="0">
                  <a:schemeClr val="accent4">
                    <a:alpha val="10000"/>
                  </a:schemeClr>
                </a:gs>
                <a:gs pos="100000">
                  <a:schemeClr val="accent4">
                    <a:alpha val="0"/>
                  </a:schemeClr>
                </a:gs>
              </a:gsLst>
              <a:lin ang="16200000" scaled="0"/>
            </a:gra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nvSpPr>
          <p:spPr>
            <a:xfrm>
              <a:off x="4402389"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nvSpPr>
          <p:spPr>
            <a:xfrm>
              <a:off x="4961760"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矩形 144"/>
            <p:cNvSpPr/>
            <p:nvPr/>
          </p:nvSpPr>
          <p:spPr>
            <a:xfrm>
              <a:off x="5521131"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p:cNvSpPr/>
            <p:nvPr/>
          </p:nvSpPr>
          <p:spPr>
            <a:xfrm>
              <a:off x="6080502"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a:off x="6639873"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a:off x="7199244"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a:off x="7758615"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文本框 151"/>
            <p:cNvSpPr txBox="1"/>
            <p:nvPr/>
          </p:nvSpPr>
          <p:spPr>
            <a:xfrm>
              <a:off x="4469499" y="1778603"/>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社会意识</a:t>
              </a:r>
              <a:endParaRPr lang="zh-CN" altLang="en-US" sz="1600" dirty="0">
                <a:solidFill>
                  <a:schemeClr val="tx1">
                    <a:lumMod val="85000"/>
                    <a:lumOff val="15000"/>
                  </a:schemeClr>
                </a:solidFill>
              </a:endParaRPr>
            </a:p>
          </p:txBody>
        </p:sp>
        <p:sp>
          <p:nvSpPr>
            <p:cNvPr id="153" name="文本框 152"/>
            <p:cNvSpPr txBox="1"/>
            <p:nvPr/>
          </p:nvSpPr>
          <p:spPr>
            <a:xfrm>
              <a:off x="5028870" y="1778603"/>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社会价值</a:t>
              </a:r>
              <a:endParaRPr lang="zh-CN" altLang="en-US" sz="1600" dirty="0">
                <a:solidFill>
                  <a:schemeClr val="tx1">
                    <a:lumMod val="85000"/>
                    <a:lumOff val="15000"/>
                  </a:schemeClr>
                </a:solidFill>
              </a:endParaRPr>
            </a:p>
          </p:txBody>
        </p:sp>
        <p:sp>
          <p:nvSpPr>
            <p:cNvPr id="154" name="文本框 153"/>
            <p:cNvSpPr txBox="1"/>
            <p:nvPr/>
          </p:nvSpPr>
          <p:spPr>
            <a:xfrm>
              <a:off x="5588241" y="1778603"/>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爱国主义</a:t>
              </a:r>
              <a:endParaRPr lang="zh-CN" altLang="en-US" sz="1600" dirty="0">
                <a:solidFill>
                  <a:schemeClr val="tx1">
                    <a:lumMod val="85000"/>
                    <a:lumOff val="15000"/>
                  </a:schemeClr>
                </a:solidFill>
              </a:endParaRPr>
            </a:p>
          </p:txBody>
        </p:sp>
        <p:sp>
          <p:nvSpPr>
            <p:cNvPr id="155" name="文本框 154"/>
            <p:cNvSpPr txBox="1"/>
            <p:nvPr/>
          </p:nvSpPr>
          <p:spPr>
            <a:xfrm>
              <a:off x="6147612" y="1778603"/>
              <a:ext cx="330854" cy="1077218"/>
            </a:xfrm>
            <a:prstGeom prst="rect">
              <a:avLst/>
            </a:prstGeom>
            <a:noFill/>
          </p:spPr>
          <p:txBody>
            <a:bodyPr wrap="square">
              <a:spAutoFit/>
            </a:bodyPr>
            <a:lstStyle/>
            <a:p>
              <a:pPr algn="ctr"/>
              <a:r>
                <a:rPr lang="zh-CN" altLang="en-US" sz="1600" dirty="0">
                  <a:solidFill>
                    <a:schemeClr val="tx1">
                      <a:lumMod val="85000"/>
                      <a:lumOff val="15000"/>
                    </a:schemeClr>
                  </a:solidFill>
                </a:rPr>
                <a:t>优秀文化</a:t>
              </a:r>
            </a:p>
          </p:txBody>
        </p:sp>
        <p:sp>
          <p:nvSpPr>
            <p:cNvPr id="156" name="文本框 155"/>
            <p:cNvSpPr txBox="1"/>
            <p:nvPr/>
          </p:nvSpPr>
          <p:spPr>
            <a:xfrm>
              <a:off x="6706983" y="1778603"/>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基本原理</a:t>
              </a:r>
              <a:endParaRPr lang="zh-CN" altLang="en-US" sz="1600" dirty="0">
                <a:solidFill>
                  <a:schemeClr val="tx1">
                    <a:lumMod val="85000"/>
                    <a:lumOff val="15000"/>
                  </a:schemeClr>
                </a:solidFill>
              </a:endParaRPr>
            </a:p>
          </p:txBody>
        </p:sp>
        <p:sp>
          <p:nvSpPr>
            <p:cNvPr id="158" name="文本框 157"/>
            <p:cNvSpPr txBox="1"/>
            <p:nvPr/>
          </p:nvSpPr>
          <p:spPr>
            <a:xfrm>
              <a:off x="7825725" y="1778603"/>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价值形塑</a:t>
              </a:r>
              <a:endParaRPr lang="zh-CN" altLang="en-US" sz="1600" dirty="0">
                <a:solidFill>
                  <a:schemeClr val="tx1">
                    <a:lumMod val="85000"/>
                    <a:lumOff val="15000"/>
                  </a:schemeClr>
                </a:solidFill>
              </a:endParaRPr>
            </a:p>
          </p:txBody>
        </p:sp>
        <p:sp>
          <p:nvSpPr>
            <p:cNvPr id="159" name="文本框 158"/>
            <p:cNvSpPr txBox="1"/>
            <p:nvPr/>
          </p:nvSpPr>
          <p:spPr>
            <a:xfrm>
              <a:off x="7266354" y="1778603"/>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情感奠基</a:t>
              </a:r>
              <a:endParaRPr lang="zh-CN" altLang="en-US" sz="1600" dirty="0">
                <a:solidFill>
                  <a:schemeClr val="tx1">
                    <a:lumMod val="85000"/>
                    <a:lumOff val="15000"/>
                  </a:schemeClr>
                </a:solidFill>
              </a:endParaRPr>
            </a:p>
          </p:txBody>
        </p:sp>
      </p:grpSp>
      <p:grpSp>
        <p:nvGrpSpPr>
          <p:cNvPr id="42" name="组合 41"/>
          <p:cNvGrpSpPr/>
          <p:nvPr/>
        </p:nvGrpSpPr>
        <p:grpSpPr>
          <a:xfrm>
            <a:off x="4296238" y="4475969"/>
            <a:ext cx="4033602" cy="1397976"/>
            <a:chOff x="4296238" y="4475969"/>
            <a:chExt cx="4033602" cy="1397976"/>
          </a:xfrm>
        </p:grpSpPr>
        <p:sp>
          <p:nvSpPr>
            <p:cNvPr id="118" name="矩形 117"/>
            <p:cNvSpPr/>
            <p:nvPr/>
          </p:nvSpPr>
          <p:spPr>
            <a:xfrm>
              <a:off x="4296238" y="4475969"/>
              <a:ext cx="4033602" cy="1397976"/>
            </a:xfrm>
            <a:prstGeom prst="rect">
              <a:avLst/>
            </a:prstGeom>
            <a:gradFill flip="none" rotWithShape="1">
              <a:gsLst>
                <a:gs pos="0">
                  <a:schemeClr val="accent2">
                    <a:alpha val="10000"/>
                  </a:schemeClr>
                </a:gs>
                <a:gs pos="100000">
                  <a:schemeClr val="accent2">
                    <a:alpha val="0"/>
                  </a:schemeClr>
                </a:gs>
              </a:gsLst>
              <a:lin ang="5400000" scaled="1"/>
              <a:tileRect/>
            </a:gra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4402389"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4961760"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矩形 163"/>
            <p:cNvSpPr/>
            <p:nvPr/>
          </p:nvSpPr>
          <p:spPr>
            <a:xfrm>
              <a:off x="5521131"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矩形 164"/>
            <p:cNvSpPr/>
            <p:nvPr/>
          </p:nvSpPr>
          <p:spPr>
            <a:xfrm>
              <a:off x="6080502"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矩形 165"/>
            <p:cNvSpPr/>
            <p:nvPr/>
          </p:nvSpPr>
          <p:spPr>
            <a:xfrm>
              <a:off x="6639873"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7" name="矩形 166"/>
            <p:cNvSpPr/>
            <p:nvPr/>
          </p:nvSpPr>
          <p:spPr>
            <a:xfrm>
              <a:off x="7199244"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安全意识</a:t>
              </a:r>
            </a:p>
          </p:txBody>
        </p:sp>
        <p:sp>
          <p:nvSpPr>
            <p:cNvPr id="168" name="矩形 167"/>
            <p:cNvSpPr/>
            <p:nvPr/>
          </p:nvSpPr>
          <p:spPr>
            <a:xfrm>
              <a:off x="7758615"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文本框 168"/>
            <p:cNvSpPr txBox="1"/>
            <p:nvPr/>
          </p:nvSpPr>
          <p:spPr>
            <a:xfrm>
              <a:off x="4469499" y="4636348"/>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实践创新</a:t>
              </a:r>
              <a:endParaRPr lang="zh-CN" altLang="en-US" sz="1600" dirty="0">
                <a:solidFill>
                  <a:schemeClr val="tx1">
                    <a:lumMod val="85000"/>
                    <a:lumOff val="15000"/>
                  </a:schemeClr>
                </a:solidFill>
              </a:endParaRPr>
            </a:p>
          </p:txBody>
        </p:sp>
        <p:sp>
          <p:nvSpPr>
            <p:cNvPr id="170" name="文本框 169"/>
            <p:cNvSpPr txBox="1"/>
            <p:nvPr/>
          </p:nvSpPr>
          <p:spPr>
            <a:xfrm>
              <a:off x="5028870" y="4636348"/>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网络文学</a:t>
              </a:r>
              <a:endParaRPr lang="zh-CN" altLang="en-US" sz="1600" dirty="0">
                <a:solidFill>
                  <a:schemeClr val="tx1">
                    <a:lumMod val="85000"/>
                    <a:lumOff val="15000"/>
                  </a:schemeClr>
                </a:solidFill>
              </a:endParaRPr>
            </a:p>
          </p:txBody>
        </p:sp>
        <p:sp>
          <p:nvSpPr>
            <p:cNvPr id="171" name="文本框 170"/>
            <p:cNvSpPr txBox="1"/>
            <p:nvPr/>
          </p:nvSpPr>
          <p:spPr>
            <a:xfrm>
              <a:off x="5588241" y="4636348"/>
              <a:ext cx="330854" cy="1077218"/>
            </a:xfrm>
            <a:prstGeom prst="rect">
              <a:avLst/>
            </a:prstGeom>
            <a:noFill/>
          </p:spPr>
          <p:txBody>
            <a:bodyPr wrap="square">
              <a:spAutoFit/>
            </a:bodyPr>
            <a:lstStyle/>
            <a:p>
              <a:pPr algn="ctr"/>
              <a:r>
                <a:rPr lang="zh-CN" altLang="en-US" sz="1600" dirty="0">
                  <a:solidFill>
                    <a:schemeClr val="tx1">
                      <a:lumMod val="85000"/>
                      <a:lumOff val="15000"/>
                    </a:schemeClr>
                  </a:solidFill>
                </a:rPr>
                <a:t>现代强国</a:t>
              </a:r>
            </a:p>
          </p:txBody>
        </p:sp>
        <p:sp>
          <p:nvSpPr>
            <p:cNvPr id="172" name="文本框 171"/>
            <p:cNvSpPr txBox="1"/>
            <p:nvPr/>
          </p:nvSpPr>
          <p:spPr>
            <a:xfrm>
              <a:off x="6147612" y="4636348"/>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伟大复兴</a:t>
              </a:r>
              <a:endParaRPr lang="zh-CN" altLang="en-US" sz="1600" dirty="0">
                <a:solidFill>
                  <a:schemeClr val="tx1">
                    <a:lumMod val="85000"/>
                    <a:lumOff val="15000"/>
                  </a:schemeClr>
                </a:solidFill>
              </a:endParaRPr>
            </a:p>
          </p:txBody>
        </p:sp>
        <p:sp>
          <p:nvSpPr>
            <p:cNvPr id="173" name="文本框 172"/>
            <p:cNvSpPr txBox="1"/>
            <p:nvPr/>
          </p:nvSpPr>
          <p:spPr>
            <a:xfrm>
              <a:off x="6706983" y="4636348"/>
              <a:ext cx="330854" cy="1077218"/>
            </a:xfrm>
            <a:prstGeom prst="rect">
              <a:avLst/>
            </a:prstGeom>
            <a:noFill/>
          </p:spPr>
          <p:txBody>
            <a:bodyPr wrap="square">
              <a:spAutoFit/>
            </a:bodyPr>
            <a:lstStyle/>
            <a:p>
              <a:pPr algn="ctr"/>
              <a:r>
                <a:rPr lang="zh-CN" altLang="en-US" sz="1600" dirty="0">
                  <a:solidFill>
                    <a:schemeClr val="tx1">
                      <a:lumMod val="85000"/>
                      <a:lumOff val="15000"/>
                    </a:schemeClr>
                  </a:solidFill>
                </a:rPr>
                <a:t>文化精髓</a:t>
              </a:r>
            </a:p>
          </p:txBody>
        </p:sp>
        <p:sp>
          <p:nvSpPr>
            <p:cNvPr id="174" name="文本框 173"/>
            <p:cNvSpPr txBox="1"/>
            <p:nvPr/>
          </p:nvSpPr>
          <p:spPr>
            <a:xfrm>
              <a:off x="7825725" y="4636348"/>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民族团结</a:t>
              </a:r>
              <a:endParaRPr lang="zh-CN" altLang="en-US" sz="1600" dirty="0">
                <a:solidFill>
                  <a:schemeClr val="tx1">
                    <a:lumMod val="85000"/>
                    <a:lumOff val="15000"/>
                  </a:schemeClr>
                </a:solidFill>
              </a:endParaRPr>
            </a:p>
          </p:txBody>
        </p:sp>
        <p:sp>
          <p:nvSpPr>
            <p:cNvPr id="175" name="文本框 174"/>
            <p:cNvSpPr txBox="1"/>
            <p:nvPr/>
          </p:nvSpPr>
          <p:spPr>
            <a:xfrm>
              <a:off x="7266354" y="4636348"/>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安全意识</a:t>
              </a:r>
              <a:endParaRPr lang="zh-CN" altLang="en-US" sz="1600" dirty="0">
                <a:solidFill>
                  <a:schemeClr val="tx1">
                    <a:lumMod val="85000"/>
                    <a:lumOff val="15000"/>
                  </a:schemeClr>
                </a:solidFill>
              </a:endParaRPr>
            </a:p>
          </p:txBody>
        </p:sp>
      </p:grpSp>
      <p:grpSp>
        <p:nvGrpSpPr>
          <p:cNvPr id="16" name="组合 15"/>
          <p:cNvGrpSpPr/>
          <p:nvPr/>
        </p:nvGrpSpPr>
        <p:grpSpPr>
          <a:xfrm>
            <a:off x="495299" y="1199149"/>
            <a:ext cx="930849" cy="5085678"/>
            <a:chOff x="495299" y="1199149"/>
            <a:chExt cx="930849" cy="5085678"/>
          </a:xfrm>
        </p:grpSpPr>
        <p:sp>
          <p:nvSpPr>
            <p:cNvPr id="9" name="矩形: 圆角 8"/>
            <p:cNvSpPr/>
            <p:nvPr/>
          </p:nvSpPr>
          <p:spPr>
            <a:xfrm>
              <a:off x="495299" y="2089150"/>
              <a:ext cx="520702" cy="3295650"/>
            </a:xfrm>
            <a:prstGeom prst="roundRect">
              <a:avLst>
                <a:gd name="adj" fmla="val 0"/>
              </a:avLst>
            </a:prstGeom>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536575" y="2305814"/>
              <a:ext cx="438151" cy="2862322"/>
            </a:xfrm>
            <a:prstGeom prst="rect">
              <a:avLst/>
            </a:prstGeom>
            <a:noFill/>
          </p:spPr>
          <p:txBody>
            <a:bodyPr wrap="square">
              <a:spAutoFit/>
            </a:bodyPr>
            <a:lstStyle/>
            <a:p>
              <a:r>
                <a:rPr lang="zh-CN" altLang="en-US" sz="2000">
                  <a:solidFill>
                    <a:schemeClr val="bg1"/>
                  </a:solidFill>
                </a:rPr>
                <a:t>马克思主义理论基础</a:t>
              </a:r>
              <a:endParaRPr lang="zh-CN" altLang="en-US" sz="2000" dirty="0">
                <a:solidFill>
                  <a:schemeClr val="bg1"/>
                </a:solidFill>
              </a:endParaRPr>
            </a:p>
          </p:txBody>
        </p:sp>
        <p:sp>
          <p:nvSpPr>
            <p:cNvPr id="176" name="箭头: 圆角右 175"/>
            <p:cNvSpPr/>
            <p:nvPr/>
          </p:nvSpPr>
          <p:spPr>
            <a:xfrm>
              <a:off x="688912" y="1199149"/>
              <a:ext cx="737236" cy="886241"/>
            </a:xfrm>
            <a:prstGeom prst="bentArrow">
              <a:avLst>
                <a:gd name="adj1" fmla="val 17248"/>
                <a:gd name="adj2" fmla="val 17248"/>
                <a:gd name="adj3" fmla="val 27584"/>
                <a:gd name="adj4" fmla="val 2221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7" name="箭头: 圆角右 176"/>
            <p:cNvSpPr/>
            <p:nvPr/>
          </p:nvSpPr>
          <p:spPr>
            <a:xfrm flipV="1">
              <a:off x="688912" y="5398586"/>
              <a:ext cx="737236" cy="886241"/>
            </a:xfrm>
            <a:prstGeom prst="bentArrow">
              <a:avLst>
                <a:gd name="adj1" fmla="val 17248"/>
                <a:gd name="adj2" fmla="val 17248"/>
                <a:gd name="adj3" fmla="val 27584"/>
                <a:gd name="adj4" fmla="val 2221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2"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heel(2)">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5"/>
                                        </p:tgtEl>
                                        <p:attrNameLst>
                                          <p:attrName>style.visibility</p:attrName>
                                        </p:attrNameLst>
                                      </p:cBhvr>
                                      <p:to>
                                        <p:strVal val="visible"/>
                                      </p:to>
                                    </p:set>
                                    <p:animEffect transition="in" filter="wipe(left)">
                                      <p:cBhvr>
                                        <p:cTn id="23" dur="500"/>
                                        <p:tgtEl>
                                          <p:spTgt spid="105"/>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randombar(horizontal)">
                                      <p:cBhvr>
                                        <p:cTn id="28" dur="500"/>
                                        <p:tgtEl>
                                          <p:spTgt spid="3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wipe(up)">
                                      <p:cBhvr>
                                        <p:cTn id="38" dur="500"/>
                                        <p:tgtEl>
                                          <p:spTgt spid="40"/>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2"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heel(2)">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16"/>
                                        </p:tgtEl>
                                        <p:attrNameLst>
                                          <p:attrName>style.visibility</p:attrName>
                                        </p:attrNameLst>
                                      </p:cBhvr>
                                      <p:to>
                                        <p:strVal val="visible"/>
                                      </p:to>
                                    </p:set>
                                    <p:animEffect transition="in" filter="wipe(left)">
                                      <p:cBhvr>
                                        <p:cTn id="53" dur="500"/>
                                        <p:tgtEl>
                                          <p:spTgt spid="116"/>
                                        </p:tgtEl>
                                      </p:cBhvr>
                                    </p:animEffec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nodeType="click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randombar(horizontal)">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44"/>
                                        </p:tgtEl>
                                        <p:attrNameLst>
                                          <p:attrName>style.visibility</p:attrName>
                                        </p:attrNameLst>
                                      </p:cBhvr>
                                      <p:to>
                                        <p:strVal val="visible"/>
                                      </p:to>
                                    </p:set>
                                    <p:animEffect transition="in" filter="wipe(up)">
                                      <p:cBhvr>
                                        <p:cTn id="68" dur="500"/>
                                        <p:tgtEl>
                                          <p:spTgt spid="4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wipe(left)">
                                      <p:cBhvr>
                                        <p:cTn id="7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bldLvl="0" animBg="1"/>
      <p:bldP spid="116"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17" name="文本框 78"/>
          <p:cNvSpPr txBox="1"/>
          <p:nvPr/>
        </p:nvSpPr>
        <p:spPr>
          <a:xfrm>
            <a:off x="2727161" y="186640"/>
            <a:ext cx="2291012"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教学内容分析</a:t>
            </a:r>
          </a:p>
        </p:txBody>
      </p:sp>
      <p:cxnSp>
        <p:nvCxnSpPr>
          <p:cNvPr id="18" name="直接连接符 17"/>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3" name="组合 22"/>
          <p:cNvGrpSpPr/>
          <p:nvPr/>
        </p:nvGrpSpPr>
        <p:grpSpPr>
          <a:xfrm>
            <a:off x="2140757" y="908050"/>
            <a:ext cx="198671" cy="5581650"/>
            <a:chOff x="2140757" y="908050"/>
            <a:chExt cx="198671" cy="5581650"/>
          </a:xfrm>
        </p:grpSpPr>
        <p:sp>
          <p:nvSpPr>
            <p:cNvPr id="42" name="等腰三角形 41"/>
            <p:cNvSpPr/>
            <p:nvPr/>
          </p:nvSpPr>
          <p:spPr>
            <a:xfrm rot="5400000">
              <a:off x="2048763" y="2123164"/>
              <a:ext cx="382660" cy="19867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2141264" y="908050"/>
              <a:ext cx="1" cy="558165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495300" y="1968500"/>
            <a:ext cx="1447800" cy="3677443"/>
            <a:chOff x="495300" y="1968500"/>
            <a:chExt cx="1447800" cy="3677443"/>
          </a:xfrm>
        </p:grpSpPr>
        <p:sp>
          <p:nvSpPr>
            <p:cNvPr id="2" name="矩形: 圆角 1"/>
            <p:cNvSpPr/>
            <p:nvPr/>
          </p:nvSpPr>
          <p:spPr>
            <a:xfrm>
              <a:off x="495300" y="1968500"/>
              <a:ext cx="1447800" cy="508000"/>
            </a:xfrm>
            <a:prstGeom prst="roundRect">
              <a:avLst>
                <a:gd name="adj" fmla="val 5556"/>
              </a:avLst>
            </a:prstGeom>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495300" y="2760861"/>
              <a:ext cx="1447800" cy="508000"/>
            </a:xfrm>
            <a:prstGeom prst="roundRect">
              <a:avLst>
                <a:gd name="adj" fmla="val 5556"/>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495300" y="3553222"/>
              <a:ext cx="1447800" cy="508000"/>
            </a:xfrm>
            <a:prstGeom prst="roundRect">
              <a:avLst>
                <a:gd name="adj" fmla="val 5556"/>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p:cNvSpPr/>
            <p:nvPr/>
          </p:nvSpPr>
          <p:spPr>
            <a:xfrm>
              <a:off x="495300" y="4345583"/>
              <a:ext cx="1447800" cy="508000"/>
            </a:xfrm>
            <a:prstGeom prst="roundRect">
              <a:avLst>
                <a:gd name="adj" fmla="val 5556"/>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p:cNvSpPr/>
            <p:nvPr/>
          </p:nvSpPr>
          <p:spPr>
            <a:xfrm>
              <a:off x="495300" y="5137943"/>
              <a:ext cx="1447800" cy="508000"/>
            </a:xfrm>
            <a:prstGeom prst="roundRect">
              <a:avLst>
                <a:gd name="adj" fmla="val 5556"/>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511314" y="1991668"/>
              <a:ext cx="1415772" cy="461665"/>
            </a:xfrm>
            <a:prstGeom prst="rect">
              <a:avLst/>
            </a:prstGeom>
            <a:noFill/>
          </p:spPr>
          <p:txBody>
            <a:bodyPr wrap="none">
              <a:spAutoFit/>
            </a:bodyPr>
            <a:lstStyle/>
            <a:p>
              <a:r>
                <a:rPr lang="zh-CN" altLang="en-US" sz="2400" dirty="0">
                  <a:solidFill>
                    <a:schemeClr val="bg1"/>
                  </a:solidFill>
                </a:rPr>
                <a:t>理论根基</a:t>
              </a:r>
            </a:p>
          </p:txBody>
        </p:sp>
        <p:sp>
          <p:nvSpPr>
            <p:cNvPr id="36" name="文本框 35"/>
            <p:cNvSpPr txBox="1"/>
            <p:nvPr/>
          </p:nvSpPr>
          <p:spPr>
            <a:xfrm>
              <a:off x="511314" y="2784029"/>
              <a:ext cx="1415772" cy="461665"/>
            </a:xfrm>
            <a:prstGeom prst="rect">
              <a:avLst/>
            </a:prstGeom>
            <a:noFill/>
          </p:spPr>
          <p:txBody>
            <a:bodyPr wrap="none">
              <a:spAutoFit/>
            </a:bodyPr>
            <a:lstStyle/>
            <a:p>
              <a:r>
                <a:rPr lang="zh-CN" altLang="en-US" sz="2400">
                  <a:solidFill>
                    <a:schemeClr val="bg1">
                      <a:lumMod val="65000"/>
                    </a:schemeClr>
                  </a:solidFill>
                </a:rPr>
                <a:t>传承脉络</a:t>
              </a:r>
              <a:endParaRPr lang="zh-CN" altLang="en-US" sz="2400" dirty="0">
                <a:solidFill>
                  <a:schemeClr val="bg1">
                    <a:lumMod val="65000"/>
                  </a:schemeClr>
                </a:solidFill>
              </a:endParaRPr>
            </a:p>
          </p:txBody>
        </p:sp>
        <p:sp>
          <p:nvSpPr>
            <p:cNvPr id="37" name="文本框 36"/>
            <p:cNvSpPr txBox="1"/>
            <p:nvPr/>
          </p:nvSpPr>
          <p:spPr>
            <a:xfrm>
              <a:off x="511314" y="3576390"/>
              <a:ext cx="1415772" cy="461665"/>
            </a:xfrm>
            <a:prstGeom prst="rect">
              <a:avLst/>
            </a:prstGeom>
            <a:noFill/>
          </p:spPr>
          <p:txBody>
            <a:bodyPr wrap="none">
              <a:spAutoFit/>
            </a:bodyPr>
            <a:lstStyle/>
            <a:p>
              <a:r>
                <a:rPr lang="zh-CN" altLang="en-US" sz="2400">
                  <a:solidFill>
                    <a:schemeClr val="bg1">
                      <a:lumMod val="65000"/>
                    </a:schemeClr>
                  </a:solidFill>
                </a:rPr>
                <a:t>教育体系</a:t>
              </a:r>
              <a:endParaRPr lang="zh-CN" altLang="en-US" sz="2400" dirty="0">
                <a:solidFill>
                  <a:schemeClr val="bg1">
                    <a:lumMod val="65000"/>
                  </a:schemeClr>
                </a:solidFill>
              </a:endParaRPr>
            </a:p>
          </p:txBody>
        </p:sp>
        <p:sp>
          <p:nvSpPr>
            <p:cNvPr id="38" name="文本框 37"/>
            <p:cNvSpPr txBox="1"/>
            <p:nvPr/>
          </p:nvSpPr>
          <p:spPr>
            <a:xfrm>
              <a:off x="511314" y="4368751"/>
              <a:ext cx="1415772" cy="461665"/>
            </a:xfrm>
            <a:prstGeom prst="rect">
              <a:avLst/>
            </a:prstGeom>
            <a:noFill/>
          </p:spPr>
          <p:txBody>
            <a:bodyPr wrap="none">
              <a:spAutoFit/>
            </a:bodyPr>
            <a:lstStyle/>
            <a:p>
              <a:r>
                <a:rPr lang="zh-CN" altLang="en-US" sz="2400">
                  <a:solidFill>
                    <a:schemeClr val="bg1">
                      <a:lumMod val="65000"/>
                    </a:schemeClr>
                  </a:solidFill>
                </a:rPr>
                <a:t>课程体系</a:t>
              </a:r>
              <a:endParaRPr lang="zh-CN" altLang="en-US" sz="2400" dirty="0">
                <a:solidFill>
                  <a:schemeClr val="bg1">
                    <a:lumMod val="65000"/>
                  </a:schemeClr>
                </a:solidFill>
              </a:endParaRPr>
            </a:p>
          </p:txBody>
        </p:sp>
        <p:sp>
          <p:nvSpPr>
            <p:cNvPr id="39" name="文本框 38"/>
            <p:cNvSpPr txBox="1"/>
            <p:nvPr/>
          </p:nvSpPr>
          <p:spPr>
            <a:xfrm>
              <a:off x="511314" y="5161111"/>
              <a:ext cx="1415772" cy="461665"/>
            </a:xfrm>
            <a:prstGeom prst="rect">
              <a:avLst/>
            </a:prstGeom>
            <a:noFill/>
          </p:spPr>
          <p:txBody>
            <a:bodyPr wrap="none">
              <a:spAutoFit/>
            </a:bodyPr>
            <a:lstStyle/>
            <a:p>
              <a:r>
                <a:rPr lang="zh-CN" altLang="en-US" sz="2400">
                  <a:solidFill>
                    <a:schemeClr val="bg1">
                      <a:lumMod val="65000"/>
                    </a:schemeClr>
                  </a:solidFill>
                </a:rPr>
                <a:t>课程体系</a:t>
              </a:r>
              <a:endParaRPr lang="zh-CN" altLang="en-US" sz="2400" dirty="0">
                <a:solidFill>
                  <a:schemeClr val="bg1">
                    <a:lumMod val="65000"/>
                  </a:schemeClr>
                </a:solidFill>
              </a:endParaRPr>
            </a:p>
          </p:txBody>
        </p:sp>
      </p:grpSp>
      <p:grpSp>
        <p:nvGrpSpPr>
          <p:cNvPr id="25" name="组合 24"/>
          <p:cNvGrpSpPr/>
          <p:nvPr/>
        </p:nvGrpSpPr>
        <p:grpSpPr>
          <a:xfrm>
            <a:off x="2141264" y="908050"/>
            <a:ext cx="9550397" cy="881064"/>
            <a:chOff x="2141264" y="908050"/>
            <a:chExt cx="9550397" cy="881064"/>
          </a:xfrm>
        </p:grpSpPr>
        <p:sp>
          <p:nvSpPr>
            <p:cNvPr id="32" name="矩形 31"/>
            <p:cNvSpPr/>
            <p:nvPr/>
          </p:nvSpPr>
          <p:spPr>
            <a:xfrm>
              <a:off x="2141264" y="908050"/>
              <a:ext cx="9550397" cy="881064"/>
            </a:xfrm>
            <a:prstGeom prst="rect">
              <a:avLst/>
            </a:pr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p:cNvSpPr/>
            <p:nvPr/>
          </p:nvSpPr>
          <p:spPr>
            <a:xfrm>
              <a:off x="2299154" y="1094582"/>
              <a:ext cx="9234617" cy="508000"/>
            </a:xfrm>
            <a:prstGeom prst="roundRect">
              <a:avLst>
                <a:gd name="adj" fmla="val 50000"/>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2720441" y="1148527"/>
              <a:ext cx="8392042" cy="400110"/>
            </a:xfrm>
            <a:prstGeom prst="rect">
              <a:avLst/>
            </a:prstGeom>
            <a:noFill/>
          </p:spPr>
          <p:txBody>
            <a:bodyPr wrap="none">
              <a:spAutoFit/>
            </a:bodyPr>
            <a:lstStyle/>
            <a:p>
              <a:pPr algn="ctr"/>
              <a:r>
                <a:rPr lang="zh-CN" altLang="en-US" sz="2000" dirty="0"/>
                <a:t>通过“原理课</a:t>
              </a:r>
              <a:r>
                <a:rPr lang="en-US" altLang="zh-CN" sz="2000" dirty="0"/>
                <a:t>”</a:t>
              </a:r>
              <a:r>
                <a:rPr lang="zh-CN" altLang="en-US" sz="2000" dirty="0"/>
                <a:t>解析国家与阶级的关系，帮助学生理解三爱统一的科学性</a:t>
              </a:r>
            </a:p>
          </p:txBody>
        </p:sp>
      </p:grpSp>
      <p:sp>
        <p:nvSpPr>
          <p:cNvPr id="55" name="等腰三角形 54"/>
          <p:cNvSpPr/>
          <p:nvPr/>
        </p:nvSpPr>
        <p:spPr>
          <a:xfrm rot="10800000">
            <a:off x="4830325" y="4539661"/>
            <a:ext cx="4864099" cy="321357"/>
          </a:xfrm>
          <a:prstGeom prst="triangle">
            <a:avLst/>
          </a:prstGeom>
          <a:gradFill flip="none" rotWithShape="1">
            <a:gsLst>
              <a:gs pos="0">
                <a:schemeClr val="accent1">
                  <a:alpha val="20000"/>
                </a:schemeClr>
              </a:gs>
              <a:gs pos="99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p:nvGrpSpPr>
        <p:grpSpPr>
          <a:xfrm>
            <a:off x="9750564" y="4904978"/>
            <a:ext cx="1942089" cy="1584722"/>
            <a:chOff x="9750564" y="4904978"/>
            <a:chExt cx="1942089" cy="1584722"/>
          </a:xfrm>
        </p:grpSpPr>
        <p:pic>
          <p:nvPicPr>
            <p:cNvPr id="2060" name="Picture 12"/>
            <p:cNvPicPr>
              <a:picLocks noChangeAspect="1" noChangeArrowheads="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rcRect l="7627" r="7627"/>
            <a:stretch>
              <a:fillRect/>
            </a:stretch>
          </p:blipFill>
          <p:spPr bwMode="auto">
            <a:xfrm>
              <a:off x="10244853" y="4904978"/>
              <a:ext cx="1447800" cy="1137047"/>
            </a:xfrm>
            <a:prstGeom prst="rect">
              <a:avLst/>
            </a:prstGeom>
            <a:noFill/>
            <a:extLst>
              <a:ext uri="{909E8E84-426E-40DD-AFC4-6F175D3DCCD1}">
                <a14:hiddenFill xmlns:a14="http://schemas.microsoft.com/office/drawing/2010/main">
                  <a:solidFill>
                    <a:srgbClr val="FFFFFF"/>
                  </a:solidFill>
                </a14:hiddenFill>
              </a:ext>
            </a:extLst>
          </p:spPr>
        </p:pic>
        <p:sp>
          <p:nvSpPr>
            <p:cNvPr id="63" name="矩形: 圆角 62"/>
            <p:cNvSpPr/>
            <p:nvPr/>
          </p:nvSpPr>
          <p:spPr>
            <a:xfrm>
              <a:off x="10244853" y="6042026"/>
              <a:ext cx="1447800" cy="447674"/>
            </a:xfrm>
            <a:prstGeom prst="roundRect">
              <a:avLst>
                <a:gd name="adj" fmla="val 0"/>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10530172" y="6081197"/>
              <a:ext cx="877163" cy="369332"/>
            </a:xfrm>
            <a:prstGeom prst="rect">
              <a:avLst/>
            </a:prstGeom>
            <a:noFill/>
          </p:spPr>
          <p:txBody>
            <a:bodyPr wrap="none">
              <a:spAutoFit/>
            </a:bodyPr>
            <a:lstStyle/>
            <a:p>
              <a:r>
                <a:rPr lang="zh-CN" altLang="en-US" dirty="0">
                  <a:solidFill>
                    <a:schemeClr val="bg1"/>
                  </a:solidFill>
                </a:rPr>
                <a:t>马克思</a:t>
              </a:r>
            </a:p>
          </p:txBody>
        </p:sp>
        <p:sp>
          <p:nvSpPr>
            <p:cNvPr id="84" name="文本框 83"/>
            <p:cNvSpPr txBox="1"/>
            <p:nvPr/>
          </p:nvSpPr>
          <p:spPr>
            <a:xfrm>
              <a:off x="9750564" y="5029022"/>
              <a:ext cx="438151" cy="1323439"/>
            </a:xfrm>
            <a:prstGeom prst="rect">
              <a:avLst/>
            </a:prstGeom>
            <a:noFill/>
          </p:spPr>
          <p:txBody>
            <a:bodyPr wrap="square">
              <a:spAutoFit/>
            </a:bodyPr>
            <a:lstStyle/>
            <a:p>
              <a:r>
                <a:rPr lang="zh-CN" altLang="en-US" sz="2000">
                  <a:solidFill>
                    <a:srgbClr val="C00000"/>
                  </a:solidFill>
                </a:rPr>
                <a:t>国家战略</a:t>
              </a:r>
              <a:endParaRPr lang="zh-CN" altLang="en-US" sz="2000" dirty="0">
                <a:solidFill>
                  <a:srgbClr val="C00000"/>
                </a:solidFill>
              </a:endParaRPr>
            </a:p>
          </p:txBody>
        </p:sp>
      </p:grpSp>
      <p:grpSp>
        <p:nvGrpSpPr>
          <p:cNvPr id="26" name="组合 25"/>
          <p:cNvGrpSpPr/>
          <p:nvPr/>
        </p:nvGrpSpPr>
        <p:grpSpPr>
          <a:xfrm>
            <a:off x="2832100" y="1968500"/>
            <a:ext cx="8860553" cy="894516"/>
            <a:chOff x="2832100" y="1968500"/>
            <a:chExt cx="8860553" cy="894516"/>
          </a:xfrm>
        </p:grpSpPr>
        <p:sp>
          <p:nvSpPr>
            <p:cNvPr id="27" name="矩形: 圆角 26"/>
            <p:cNvSpPr/>
            <p:nvPr/>
          </p:nvSpPr>
          <p:spPr>
            <a:xfrm>
              <a:off x="2832100" y="1968500"/>
              <a:ext cx="1447800" cy="508000"/>
            </a:xfrm>
            <a:prstGeom prst="roundRect">
              <a:avLst>
                <a:gd name="adj" fmla="val 5556"/>
              </a:avLst>
            </a:prstGeom>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圆角 30"/>
            <p:cNvSpPr/>
            <p:nvPr/>
          </p:nvSpPr>
          <p:spPr>
            <a:xfrm>
              <a:off x="4830327" y="1968500"/>
              <a:ext cx="4864100" cy="508000"/>
            </a:xfrm>
            <a:prstGeom prst="roundRect">
              <a:avLst>
                <a:gd name="adj" fmla="val 5556"/>
              </a:avLst>
            </a:prstGeom>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2950706" y="2022445"/>
              <a:ext cx="1210588" cy="400110"/>
            </a:xfrm>
            <a:prstGeom prst="rect">
              <a:avLst/>
            </a:prstGeom>
            <a:noFill/>
          </p:spPr>
          <p:txBody>
            <a:bodyPr wrap="none">
              <a:spAutoFit/>
            </a:bodyPr>
            <a:lstStyle/>
            <a:p>
              <a:pPr algn="ctr"/>
              <a:r>
                <a:rPr lang="zh-CN" altLang="en-US" sz="2000" dirty="0">
                  <a:solidFill>
                    <a:schemeClr val="bg1"/>
                  </a:solidFill>
                </a:rPr>
                <a:t>理论武装</a:t>
              </a:r>
            </a:p>
          </p:txBody>
        </p:sp>
        <p:sp>
          <p:nvSpPr>
            <p:cNvPr id="51" name="文本框 50"/>
            <p:cNvSpPr txBox="1"/>
            <p:nvPr/>
          </p:nvSpPr>
          <p:spPr>
            <a:xfrm>
              <a:off x="5477273" y="1991668"/>
              <a:ext cx="3570208" cy="461665"/>
            </a:xfrm>
            <a:prstGeom prst="rect">
              <a:avLst/>
            </a:prstGeom>
            <a:noFill/>
          </p:spPr>
          <p:txBody>
            <a:bodyPr wrap="none">
              <a:spAutoFit/>
            </a:bodyPr>
            <a:lstStyle/>
            <a:p>
              <a:pPr algn="ctr"/>
              <a:r>
                <a:rPr lang="zh-CN" altLang="en-US" sz="2400">
                  <a:solidFill>
                    <a:schemeClr val="bg1"/>
                  </a:solidFill>
                </a:rPr>
                <a:t>爱国主义教育一体化体系</a:t>
              </a:r>
              <a:endParaRPr lang="zh-CN" altLang="en-US" sz="2400" dirty="0">
                <a:solidFill>
                  <a:schemeClr val="bg1"/>
                </a:solidFill>
              </a:endParaRPr>
            </a:p>
          </p:txBody>
        </p:sp>
        <p:sp>
          <p:nvSpPr>
            <p:cNvPr id="52" name="矩形: 圆角 51"/>
            <p:cNvSpPr/>
            <p:nvPr/>
          </p:nvSpPr>
          <p:spPr>
            <a:xfrm>
              <a:off x="10244853" y="1968500"/>
              <a:ext cx="1447800" cy="508000"/>
            </a:xfrm>
            <a:prstGeom prst="roundRect">
              <a:avLst>
                <a:gd name="adj" fmla="val 5556"/>
              </a:avLst>
            </a:prstGeom>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10363459" y="2022445"/>
              <a:ext cx="1210588" cy="400110"/>
            </a:xfrm>
            <a:prstGeom prst="rect">
              <a:avLst/>
            </a:prstGeom>
            <a:noFill/>
          </p:spPr>
          <p:txBody>
            <a:bodyPr wrap="none">
              <a:spAutoFit/>
            </a:bodyPr>
            <a:lstStyle/>
            <a:p>
              <a:pPr algn="ctr"/>
              <a:r>
                <a:rPr lang="zh-CN" altLang="en-US" sz="2000">
                  <a:solidFill>
                    <a:schemeClr val="bg1"/>
                  </a:solidFill>
                </a:rPr>
                <a:t>课堂教学</a:t>
              </a:r>
              <a:endParaRPr lang="zh-CN" altLang="en-US" sz="2000" dirty="0">
                <a:solidFill>
                  <a:schemeClr val="bg1"/>
                </a:solidFill>
              </a:endParaRPr>
            </a:p>
          </p:txBody>
        </p:sp>
        <p:sp>
          <p:nvSpPr>
            <p:cNvPr id="74" name="文本框 73"/>
            <p:cNvSpPr txBox="1"/>
            <p:nvPr/>
          </p:nvSpPr>
          <p:spPr>
            <a:xfrm>
              <a:off x="4578322" y="2524462"/>
              <a:ext cx="4849404" cy="338554"/>
            </a:xfrm>
            <a:prstGeom prst="rect">
              <a:avLst/>
            </a:prstGeom>
            <a:noFill/>
          </p:spPr>
          <p:txBody>
            <a:bodyPr wrap="none">
              <a:spAutoFit/>
            </a:bodyPr>
            <a:lstStyle/>
            <a:p>
              <a:r>
                <a:rPr lang="zh-CN" altLang="en-US" sz="1600" dirty="0">
                  <a:solidFill>
                    <a:schemeClr val="accent1"/>
                  </a:solidFill>
                </a:rPr>
                <a:t>高校思政课形成“原理</a:t>
              </a:r>
              <a:r>
                <a:rPr lang="en-US" altLang="zh-CN" sz="1600" dirty="0">
                  <a:solidFill>
                    <a:schemeClr val="accent1"/>
                  </a:solidFill>
                </a:rPr>
                <a:t>-</a:t>
              </a:r>
              <a:r>
                <a:rPr lang="zh-CN" altLang="en-US" sz="1600" dirty="0">
                  <a:solidFill>
                    <a:schemeClr val="accent1"/>
                  </a:solidFill>
                </a:rPr>
                <a:t>纲要</a:t>
              </a:r>
              <a:r>
                <a:rPr lang="en-US" altLang="zh-CN" sz="1600" dirty="0">
                  <a:solidFill>
                    <a:schemeClr val="accent1"/>
                  </a:solidFill>
                </a:rPr>
                <a:t>-</a:t>
              </a:r>
              <a:r>
                <a:rPr lang="zh-CN" altLang="en-US" sz="1600" dirty="0">
                  <a:solidFill>
                    <a:schemeClr val="accent1"/>
                  </a:solidFill>
                </a:rPr>
                <a:t>概论</a:t>
              </a:r>
              <a:r>
                <a:rPr lang="en-US" altLang="zh-CN" sz="1600" dirty="0">
                  <a:solidFill>
                    <a:schemeClr val="accent1"/>
                  </a:solidFill>
                </a:rPr>
                <a:t>”</a:t>
              </a:r>
              <a:r>
                <a:rPr lang="zh-CN" altLang="en-US" sz="1600" dirty="0">
                  <a:solidFill>
                    <a:schemeClr val="accent1"/>
                  </a:solidFill>
                </a:rPr>
                <a:t>的递进式教学链</a:t>
              </a:r>
            </a:p>
          </p:txBody>
        </p:sp>
        <p:sp>
          <p:nvSpPr>
            <p:cNvPr id="94" name="箭头: 右 93"/>
            <p:cNvSpPr/>
            <p:nvPr/>
          </p:nvSpPr>
          <p:spPr>
            <a:xfrm>
              <a:off x="4344429" y="2055587"/>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2267607" y="4904978"/>
            <a:ext cx="2498191" cy="1584722"/>
            <a:chOff x="2267607" y="4904978"/>
            <a:chExt cx="2498191" cy="1584722"/>
          </a:xfrm>
        </p:grpSpPr>
        <p:pic>
          <p:nvPicPr>
            <p:cNvPr id="2058" name="Picture 10"/>
            <p:cNvPicPr>
              <a:picLocks noChangeAspect="1" noChangeArrowheads="1"/>
            </p:cNvPicPr>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2275" r="2275"/>
            <a:stretch>
              <a:fillRect/>
            </a:stretch>
          </p:blipFill>
          <p:spPr bwMode="auto">
            <a:xfrm>
              <a:off x="2832100" y="4904978"/>
              <a:ext cx="1447800" cy="1137047"/>
            </a:xfrm>
            <a:prstGeom prst="rect">
              <a:avLst/>
            </a:prstGeom>
            <a:noFill/>
            <a:extLst>
              <a:ext uri="{909E8E84-426E-40DD-AFC4-6F175D3DCCD1}">
                <a14:hiddenFill xmlns:a14="http://schemas.microsoft.com/office/drawing/2010/main">
                  <a:solidFill>
                    <a:srgbClr val="FFFFFF"/>
                  </a:solidFill>
                </a14:hiddenFill>
              </a:ext>
            </a:extLst>
          </p:spPr>
        </p:pic>
        <p:sp>
          <p:nvSpPr>
            <p:cNvPr id="49" name="矩形: 圆角 48"/>
            <p:cNvSpPr/>
            <p:nvPr/>
          </p:nvSpPr>
          <p:spPr>
            <a:xfrm>
              <a:off x="2832100" y="6042026"/>
              <a:ext cx="1447800" cy="447674"/>
            </a:xfrm>
            <a:prstGeom prst="roundRect">
              <a:avLst>
                <a:gd name="adj" fmla="val 0"/>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2886586" y="6081197"/>
              <a:ext cx="1338828" cy="369332"/>
            </a:xfrm>
            <a:prstGeom prst="rect">
              <a:avLst/>
            </a:prstGeom>
            <a:noFill/>
          </p:spPr>
          <p:txBody>
            <a:bodyPr wrap="none">
              <a:spAutoFit/>
            </a:bodyPr>
            <a:lstStyle/>
            <a:p>
              <a:r>
                <a:rPr lang="zh-CN" altLang="en-US">
                  <a:solidFill>
                    <a:schemeClr val="bg1"/>
                  </a:solidFill>
                </a:rPr>
                <a:t>道德与法治</a:t>
              </a:r>
              <a:endParaRPr lang="zh-CN" altLang="en-US" dirty="0">
                <a:solidFill>
                  <a:schemeClr val="bg1"/>
                </a:solidFill>
              </a:endParaRPr>
            </a:p>
          </p:txBody>
        </p:sp>
        <p:sp>
          <p:nvSpPr>
            <p:cNvPr id="83" name="文本框 82"/>
            <p:cNvSpPr txBox="1"/>
            <p:nvPr/>
          </p:nvSpPr>
          <p:spPr>
            <a:xfrm>
              <a:off x="2267607" y="5029022"/>
              <a:ext cx="438151" cy="1323439"/>
            </a:xfrm>
            <a:prstGeom prst="rect">
              <a:avLst/>
            </a:prstGeom>
            <a:noFill/>
          </p:spPr>
          <p:txBody>
            <a:bodyPr wrap="square">
              <a:spAutoFit/>
            </a:bodyPr>
            <a:lstStyle/>
            <a:p>
              <a:r>
                <a:rPr lang="zh-CN" altLang="en-US" sz="2000">
                  <a:solidFill>
                    <a:srgbClr val="C00000"/>
                  </a:solidFill>
                </a:rPr>
                <a:t>教学模块</a:t>
              </a:r>
              <a:endParaRPr lang="zh-CN" altLang="en-US" sz="2000" dirty="0">
                <a:solidFill>
                  <a:srgbClr val="C00000"/>
                </a:solidFill>
              </a:endParaRPr>
            </a:p>
          </p:txBody>
        </p:sp>
        <p:sp>
          <p:nvSpPr>
            <p:cNvPr id="97" name="箭头: 右 96"/>
            <p:cNvSpPr/>
            <p:nvPr/>
          </p:nvSpPr>
          <p:spPr>
            <a:xfrm>
              <a:off x="4344429" y="5523828"/>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9750564" y="2924174"/>
            <a:ext cx="1942089" cy="1584722"/>
            <a:chOff x="9750564" y="2924174"/>
            <a:chExt cx="1942089" cy="1584722"/>
          </a:xfrm>
        </p:grpSpPr>
        <p:pic>
          <p:nvPicPr>
            <p:cNvPr id="2056" name="Picture 8"/>
            <p:cNvPicPr>
              <a:picLocks noChangeAspect="1" noChangeArrowheads="1"/>
            </p:cNvPicPr>
            <p:nvPr/>
          </p:nvPicPr>
          <p:blipFill>
            <a:blip r:embed="rId6">
              <a:extLst>
                <a:ext uri="{BEBA8EAE-BF5A-486C-A8C5-ECC9F3942E4B}">
                  <a14:imgProps xmlns:a14="http://schemas.microsoft.com/office/drawing/2010/main">
                    <a14:imgLayer r:embed="rId7">
                      <a14:imgEffect>
                        <a14:artisticBlur/>
                      </a14:imgEffect>
                    </a14:imgLayer>
                  </a14:imgProps>
                </a:ext>
                <a:ext uri="{28A0092B-C50C-407E-A947-70E740481C1C}">
                  <a14:useLocalDpi xmlns:a14="http://schemas.microsoft.com/office/drawing/2010/main" val="0"/>
                </a:ext>
              </a:extLst>
            </a:blip>
            <a:srcRect l="7500" r="7500"/>
            <a:stretch>
              <a:fillRect/>
            </a:stretch>
          </p:blipFill>
          <p:spPr bwMode="auto">
            <a:xfrm>
              <a:off x="10244853" y="2924174"/>
              <a:ext cx="1447800" cy="1137047"/>
            </a:xfrm>
            <a:prstGeom prst="rect">
              <a:avLst/>
            </a:prstGeom>
            <a:noFill/>
            <a:extLst>
              <a:ext uri="{909E8E84-426E-40DD-AFC4-6F175D3DCCD1}">
                <a14:hiddenFill xmlns:a14="http://schemas.microsoft.com/office/drawing/2010/main">
                  <a:solidFill>
                    <a:srgbClr val="FFFFFF"/>
                  </a:solidFill>
                </a14:hiddenFill>
              </a:ext>
            </a:extLst>
          </p:spPr>
        </p:pic>
        <p:sp>
          <p:nvSpPr>
            <p:cNvPr id="61" name="矩形: 圆角 60"/>
            <p:cNvSpPr/>
            <p:nvPr/>
          </p:nvSpPr>
          <p:spPr>
            <a:xfrm>
              <a:off x="10244853" y="4061222"/>
              <a:ext cx="1447800" cy="447674"/>
            </a:xfrm>
            <a:prstGeom prst="roundRect">
              <a:avLst>
                <a:gd name="adj" fmla="val 0"/>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10645588" y="4100393"/>
              <a:ext cx="646331" cy="369332"/>
            </a:xfrm>
            <a:prstGeom prst="rect">
              <a:avLst/>
            </a:prstGeom>
            <a:noFill/>
          </p:spPr>
          <p:txBody>
            <a:bodyPr wrap="none">
              <a:spAutoFit/>
            </a:bodyPr>
            <a:lstStyle/>
            <a:p>
              <a:r>
                <a:rPr lang="zh-CN" altLang="en-US" dirty="0">
                  <a:solidFill>
                    <a:schemeClr val="bg1"/>
                  </a:solidFill>
                </a:rPr>
                <a:t>历史</a:t>
              </a:r>
            </a:p>
          </p:txBody>
        </p:sp>
        <p:sp>
          <p:nvSpPr>
            <p:cNvPr id="82" name="文本框 81"/>
            <p:cNvSpPr txBox="1"/>
            <p:nvPr/>
          </p:nvSpPr>
          <p:spPr>
            <a:xfrm>
              <a:off x="9750564" y="3048218"/>
              <a:ext cx="438151" cy="1323439"/>
            </a:xfrm>
            <a:prstGeom prst="rect">
              <a:avLst/>
            </a:prstGeom>
            <a:noFill/>
          </p:spPr>
          <p:txBody>
            <a:bodyPr wrap="square">
              <a:spAutoFit/>
            </a:bodyPr>
            <a:lstStyle/>
            <a:p>
              <a:r>
                <a:rPr lang="zh-CN" altLang="en-US" sz="2000">
                  <a:solidFill>
                    <a:srgbClr val="C00000"/>
                  </a:solidFill>
                </a:rPr>
                <a:t>爱国情怀</a:t>
              </a:r>
              <a:endParaRPr lang="zh-CN" altLang="en-US" sz="2000" dirty="0">
                <a:solidFill>
                  <a:srgbClr val="C00000"/>
                </a:solidFill>
              </a:endParaRPr>
            </a:p>
          </p:txBody>
        </p:sp>
      </p:grpSp>
      <p:grpSp>
        <p:nvGrpSpPr>
          <p:cNvPr id="29" name="组合 28"/>
          <p:cNvGrpSpPr/>
          <p:nvPr/>
        </p:nvGrpSpPr>
        <p:grpSpPr>
          <a:xfrm>
            <a:off x="2267607" y="2924174"/>
            <a:ext cx="2498191" cy="1584722"/>
            <a:chOff x="2267607" y="2924174"/>
            <a:chExt cx="2498191" cy="1584722"/>
          </a:xfrm>
        </p:grpSpPr>
        <p:pic>
          <p:nvPicPr>
            <p:cNvPr id="2054" name="Picture 6"/>
            <p:cNvPicPr>
              <a:picLocks noChangeAspect="1" noChangeArrowheads="1"/>
            </p:cNvPicPr>
            <p:nvPr/>
          </p:nvPicPr>
          <p:blipFill>
            <a:blip r:embed="rId8">
              <a:extLst>
                <a:ext uri="{BEBA8EAE-BF5A-486C-A8C5-ECC9F3942E4B}">
                  <a14:imgProps xmlns:a14="http://schemas.microsoft.com/office/drawing/2010/main">
                    <a14:imgLayer r:embed="rId9">
                      <a14:imgEffect>
                        <a14:artisticBlur/>
                      </a14:imgEffect>
                    </a14:imgLayer>
                  </a14:imgProps>
                </a:ext>
                <a:ext uri="{28A0092B-C50C-407E-A947-70E740481C1C}">
                  <a14:useLocalDpi xmlns:a14="http://schemas.microsoft.com/office/drawing/2010/main" val="0"/>
                </a:ext>
              </a:extLst>
            </a:blip>
            <a:srcRect l="1769" r="1769"/>
            <a:stretch>
              <a:fillRect/>
            </a:stretch>
          </p:blipFill>
          <p:spPr bwMode="auto">
            <a:xfrm>
              <a:off x="2832100" y="2924174"/>
              <a:ext cx="1447800" cy="1137047"/>
            </a:xfrm>
            <a:prstGeom prst="rect">
              <a:avLst/>
            </a:prstGeom>
            <a:noFill/>
            <a:extLst>
              <a:ext uri="{909E8E84-426E-40DD-AFC4-6F175D3DCCD1}">
                <a14:hiddenFill xmlns:a14="http://schemas.microsoft.com/office/drawing/2010/main">
                  <a:solidFill>
                    <a:srgbClr val="FFFFFF"/>
                  </a:solidFill>
                </a14:hiddenFill>
              </a:ext>
            </a:extLst>
          </p:spPr>
        </p:pic>
        <p:sp>
          <p:nvSpPr>
            <p:cNvPr id="43" name="文本框 42"/>
            <p:cNvSpPr txBox="1"/>
            <p:nvPr/>
          </p:nvSpPr>
          <p:spPr>
            <a:xfrm>
              <a:off x="2267607" y="3048218"/>
              <a:ext cx="438151" cy="1323439"/>
            </a:xfrm>
            <a:prstGeom prst="rect">
              <a:avLst/>
            </a:prstGeom>
            <a:noFill/>
          </p:spPr>
          <p:txBody>
            <a:bodyPr wrap="square">
              <a:spAutoFit/>
            </a:bodyPr>
            <a:lstStyle/>
            <a:p>
              <a:r>
                <a:rPr lang="zh-CN" altLang="en-US" sz="2000" dirty="0">
                  <a:solidFill>
                    <a:srgbClr val="C00000"/>
                  </a:solidFill>
                </a:rPr>
                <a:t>社会意识</a:t>
              </a:r>
            </a:p>
          </p:txBody>
        </p:sp>
        <p:sp>
          <p:nvSpPr>
            <p:cNvPr id="47" name="矩形: 圆角 46"/>
            <p:cNvSpPr/>
            <p:nvPr/>
          </p:nvSpPr>
          <p:spPr>
            <a:xfrm>
              <a:off x="2832100" y="4061222"/>
              <a:ext cx="1447800" cy="447674"/>
            </a:xfrm>
            <a:prstGeom prst="roundRect">
              <a:avLst>
                <a:gd name="adj" fmla="val 0"/>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3232835" y="4100393"/>
              <a:ext cx="646331" cy="369332"/>
            </a:xfrm>
            <a:prstGeom prst="rect">
              <a:avLst/>
            </a:prstGeom>
            <a:noFill/>
          </p:spPr>
          <p:txBody>
            <a:bodyPr wrap="none">
              <a:spAutoFit/>
            </a:bodyPr>
            <a:lstStyle/>
            <a:p>
              <a:r>
                <a:rPr lang="zh-CN" altLang="en-US" dirty="0">
                  <a:solidFill>
                    <a:schemeClr val="bg1"/>
                  </a:solidFill>
                </a:rPr>
                <a:t>语文</a:t>
              </a:r>
            </a:p>
          </p:txBody>
        </p:sp>
        <p:sp>
          <p:nvSpPr>
            <p:cNvPr id="96" name="箭头: 右 95"/>
            <p:cNvSpPr/>
            <p:nvPr/>
          </p:nvSpPr>
          <p:spPr>
            <a:xfrm>
              <a:off x="4344429" y="3543024"/>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p:cNvGrpSpPr/>
          <p:nvPr/>
        </p:nvGrpSpPr>
        <p:grpSpPr>
          <a:xfrm>
            <a:off x="4832845" y="2910978"/>
            <a:ext cx="4861582" cy="1597918"/>
            <a:chOff x="4832845" y="2910978"/>
            <a:chExt cx="4861582" cy="1597918"/>
          </a:xfrm>
        </p:grpSpPr>
        <p:sp>
          <p:nvSpPr>
            <p:cNvPr id="56" name="矩形 55"/>
            <p:cNvSpPr/>
            <p:nvPr/>
          </p:nvSpPr>
          <p:spPr>
            <a:xfrm>
              <a:off x="4832845" y="2910978"/>
              <a:ext cx="4861582" cy="1597918"/>
            </a:xfrm>
            <a:prstGeom prst="rect">
              <a:avLst/>
            </a:prstGeom>
            <a:solidFill>
              <a:schemeClr val="accent4">
                <a:alpha val="10000"/>
              </a:schemeClr>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圆角 65"/>
            <p:cNvSpPr/>
            <p:nvPr/>
          </p:nvSpPr>
          <p:spPr>
            <a:xfrm>
              <a:off x="4946250" y="3033469"/>
              <a:ext cx="1500046" cy="372671"/>
            </a:xfrm>
            <a:prstGeom prst="roundRect">
              <a:avLst>
                <a:gd name="adj" fmla="val 5556"/>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a:off x="6514957" y="3033469"/>
              <a:ext cx="1500046" cy="372671"/>
            </a:xfrm>
            <a:prstGeom prst="roundRect">
              <a:avLst>
                <a:gd name="adj" fmla="val 5556"/>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圆角 69"/>
            <p:cNvSpPr/>
            <p:nvPr/>
          </p:nvSpPr>
          <p:spPr>
            <a:xfrm>
              <a:off x="8083664" y="3033469"/>
              <a:ext cx="1500046" cy="372671"/>
            </a:xfrm>
            <a:prstGeom prst="roundRect">
              <a:avLst>
                <a:gd name="adj" fmla="val 5556"/>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圆角 70"/>
            <p:cNvSpPr/>
            <p:nvPr/>
          </p:nvSpPr>
          <p:spPr>
            <a:xfrm>
              <a:off x="4946250" y="3451861"/>
              <a:ext cx="1500046" cy="967739"/>
            </a:xfrm>
            <a:prstGeom prst="roundRect">
              <a:avLst>
                <a:gd name="adj" fmla="val 2275"/>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圆角 71"/>
            <p:cNvSpPr/>
            <p:nvPr/>
          </p:nvSpPr>
          <p:spPr>
            <a:xfrm>
              <a:off x="6514957" y="3451861"/>
              <a:ext cx="1500046" cy="967739"/>
            </a:xfrm>
            <a:prstGeom prst="roundRect">
              <a:avLst>
                <a:gd name="adj" fmla="val 2275"/>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圆角 72"/>
            <p:cNvSpPr/>
            <p:nvPr/>
          </p:nvSpPr>
          <p:spPr>
            <a:xfrm>
              <a:off x="8083664" y="3451861"/>
              <a:ext cx="1500046" cy="967739"/>
            </a:xfrm>
            <a:prstGeom prst="roundRect">
              <a:avLst>
                <a:gd name="adj" fmla="val 2275"/>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710982" y="3035138"/>
              <a:ext cx="1107996" cy="369332"/>
            </a:xfrm>
            <a:prstGeom prst="rect">
              <a:avLst/>
            </a:prstGeom>
            <a:noFill/>
          </p:spPr>
          <p:txBody>
            <a:bodyPr wrap="none">
              <a:spAutoFit/>
            </a:bodyPr>
            <a:lstStyle/>
            <a:p>
              <a:pPr algn="ctr"/>
              <a:r>
                <a:rPr lang="zh-CN" altLang="en-US">
                  <a:solidFill>
                    <a:schemeClr val="bg1"/>
                  </a:solidFill>
                </a:rPr>
                <a:t>中学阶段</a:t>
              </a:r>
              <a:endParaRPr lang="zh-CN" altLang="en-US" dirty="0">
                <a:solidFill>
                  <a:schemeClr val="bg1"/>
                </a:solidFill>
              </a:endParaRPr>
            </a:p>
          </p:txBody>
        </p:sp>
        <p:sp>
          <p:nvSpPr>
            <p:cNvPr id="76" name="文本框 75"/>
            <p:cNvSpPr txBox="1"/>
            <p:nvPr/>
          </p:nvSpPr>
          <p:spPr>
            <a:xfrm>
              <a:off x="5142275" y="3035138"/>
              <a:ext cx="1107996" cy="369332"/>
            </a:xfrm>
            <a:prstGeom prst="rect">
              <a:avLst/>
            </a:prstGeom>
            <a:noFill/>
          </p:spPr>
          <p:txBody>
            <a:bodyPr wrap="none">
              <a:spAutoFit/>
            </a:bodyPr>
            <a:lstStyle/>
            <a:p>
              <a:pPr algn="ctr"/>
              <a:r>
                <a:rPr lang="zh-CN" altLang="en-US">
                  <a:solidFill>
                    <a:schemeClr val="bg1"/>
                  </a:solidFill>
                </a:rPr>
                <a:t>小学阶段</a:t>
              </a:r>
              <a:endParaRPr lang="zh-CN" altLang="en-US" dirty="0">
                <a:solidFill>
                  <a:schemeClr val="bg1"/>
                </a:solidFill>
              </a:endParaRPr>
            </a:p>
          </p:txBody>
        </p:sp>
        <p:sp>
          <p:nvSpPr>
            <p:cNvPr id="77" name="文本框 76"/>
            <p:cNvSpPr txBox="1"/>
            <p:nvPr/>
          </p:nvSpPr>
          <p:spPr>
            <a:xfrm>
              <a:off x="8279689" y="3035138"/>
              <a:ext cx="1107996" cy="369332"/>
            </a:xfrm>
            <a:prstGeom prst="rect">
              <a:avLst/>
            </a:prstGeom>
            <a:noFill/>
          </p:spPr>
          <p:txBody>
            <a:bodyPr wrap="none">
              <a:spAutoFit/>
            </a:bodyPr>
            <a:lstStyle/>
            <a:p>
              <a:pPr algn="ctr"/>
              <a:r>
                <a:rPr lang="zh-CN" altLang="en-US">
                  <a:solidFill>
                    <a:schemeClr val="bg1"/>
                  </a:solidFill>
                </a:rPr>
                <a:t>大学阶段</a:t>
              </a:r>
              <a:endParaRPr lang="zh-CN" altLang="en-US" dirty="0">
                <a:solidFill>
                  <a:schemeClr val="bg1"/>
                </a:solidFill>
              </a:endParaRPr>
            </a:p>
          </p:txBody>
        </p:sp>
        <p:sp>
          <p:nvSpPr>
            <p:cNvPr id="98" name="文本框 97"/>
            <p:cNvSpPr txBox="1"/>
            <p:nvPr/>
          </p:nvSpPr>
          <p:spPr>
            <a:xfrm flipH="1">
              <a:off x="4982851" y="3496196"/>
              <a:ext cx="1426844" cy="850041"/>
            </a:xfrm>
            <a:prstGeom prst="rect">
              <a:avLst/>
            </a:prstGeom>
            <a:noFill/>
          </p:spPr>
          <p:txBody>
            <a:bodyPr wrap="square">
              <a:spAutoFit/>
            </a:bodyPr>
            <a:lstStyle/>
            <a:p>
              <a:pPr algn="ctr">
                <a:lnSpc>
                  <a:spcPct val="120000"/>
                </a:lnSpc>
              </a:pPr>
              <a:r>
                <a:rPr lang="zh-CN" altLang="en-US" sz="1400" dirty="0"/>
                <a:t>构建学生感性认知，培养爱国情感</a:t>
              </a:r>
            </a:p>
          </p:txBody>
        </p:sp>
        <p:sp>
          <p:nvSpPr>
            <p:cNvPr id="99" name="文本框 98"/>
            <p:cNvSpPr txBox="1"/>
            <p:nvPr/>
          </p:nvSpPr>
          <p:spPr>
            <a:xfrm flipH="1">
              <a:off x="6551558" y="3496196"/>
              <a:ext cx="1426844" cy="850041"/>
            </a:xfrm>
            <a:prstGeom prst="rect">
              <a:avLst/>
            </a:prstGeom>
            <a:noFill/>
          </p:spPr>
          <p:txBody>
            <a:bodyPr wrap="square">
              <a:spAutoFit/>
            </a:bodyPr>
            <a:lstStyle/>
            <a:p>
              <a:pPr algn="ctr">
                <a:lnSpc>
                  <a:spcPct val="120000"/>
                </a:lnSpc>
              </a:pPr>
              <a:r>
                <a:rPr lang="zh-CN" altLang="en-US" sz="1400"/>
                <a:t>引导学生理解个人与国家的关系逻辑</a:t>
              </a:r>
              <a:endParaRPr lang="zh-CN" altLang="en-US" sz="1400" dirty="0"/>
            </a:p>
          </p:txBody>
        </p:sp>
        <p:sp>
          <p:nvSpPr>
            <p:cNvPr id="100" name="文本框 99"/>
            <p:cNvSpPr txBox="1"/>
            <p:nvPr/>
          </p:nvSpPr>
          <p:spPr>
            <a:xfrm flipH="1">
              <a:off x="8163807" y="3496196"/>
              <a:ext cx="1426844" cy="850041"/>
            </a:xfrm>
            <a:prstGeom prst="rect">
              <a:avLst/>
            </a:prstGeom>
            <a:noFill/>
          </p:spPr>
          <p:txBody>
            <a:bodyPr wrap="square">
              <a:spAutoFit/>
            </a:bodyPr>
            <a:lstStyle/>
            <a:p>
              <a:pPr algn="ctr">
                <a:lnSpc>
                  <a:spcPct val="120000"/>
                </a:lnSpc>
              </a:pPr>
              <a:r>
                <a:rPr lang="zh-CN" altLang="en-US" sz="1400" dirty="0"/>
                <a:t>在“中国</a:t>
              </a:r>
              <a:r>
                <a:rPr lang="en-US" altLang="zh-CN" sz="1400" dirty="0"/>
                <a:t>—</a:t>
              </a:r>
              <a:r>
                <a:rPr lang="zh-CN" altLang="en-US" sz="1400" dirty="0"/>
                <a:t>世界”互动框架重构爱国主义内涵</a:t>
              </a:r>
            </a:p>
          </p:txBody>
        </p:sp>
      </p:grpSp>
      <p:grpSp>
        <p:nvGrpSpPr>
          <p:cNvPr id="40" name="组合 39"/>
          <p:cNvGrpSpPr/>
          <p:nvPr/>
        </p:nvGrpSpPr>
        <p:grpSpPr>
          <a:xfrm>
            <a:off x="4832845" y="4891782"/>
            <a:ext cx="4861581" cy="1597918"/>
            <a:chOff x="4832845" y="4891782"/>
            <a:chExt cx="4861581" cy="1597918"/>
          </a:xfrm>
        </p:grpSpPr>
        <p:sp>
          <p:nvSpPr>
            <p:cNvPr id="57" name="矩形 56"/>
            <p:cNvSpPr/>
            <p:nvPr/>
          </p:nvSpPr>
          <p:spPr>
            <a:xfrm>
              <a:off x="4832845" y="4891782"/>
              <a:ext cx="4861581" cy="1597918"/>
            </a:xfrm>
            <a:prstGeom prst="rect">
              <a:avLst/>
            </a:pr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圆角 84"/>
            <p:cNvSpPr/>
            <p:nvPr/>
          </p:nvSpPr>
          <p:spPr>
            <a:xfrm>
              <a:off x="4946250" y="5004854"/>
              <a:ext cx="1500046" cy="372671"/>
            </a:xfrm>
            <a:prstGeom prst="roundRect">
              <a:avLst>
                <a:gd name="adj" fmla="val 5556"/>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圆角 85"/>
            <p:cNvSpPr/>
            <p:nvPr/>
          </p:nvSpPr>
          <p:spPr>
            <a:xfrm>
              <a:off x="6514957" y="5004854"/>
              <a:ext cx="1500046" cy="372671"/>
            </a:xfrm>
            <a:prstGeom prst="roundRect">
              <a:avLst>
                <a:gd name="adj" fmla="val 5556"/>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圆角 86"/>
            <p:cNvSpPr/>
            <p:nvPr/>
          </p:nvSpPr>
          <p:spPr>
            <a:xfrm>
              <a:off x="8083664" y="5004854"/>
              <a:ext cx="1500046" cy="372671"/>
            </a:xfrm>
            <a:prstGeom prst="roundRect">
              <a:avLst>
                <a:gd name="adj" fmla="val 5556"/>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圆角 87"/>
            <p:cNvSpPr/>
            <p:nvPr/>
          </p:nvSpPr>
          <p:spPr>
            <a:xfrm>
              <a:off x="4946250" y="5423246"/>
              <a:ext cx="1500046" cy="967739"/>
            </a:xfrm>
            <a:prstGeom prst="roundRect">
              <a:avLst>
                <a:gd name="adj" fmla="val 2275"/>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圆角 88"/>
            <p:cNvSpPr/>
            <p:nvPr/>
          </p:nvSpPr>
          <p:spPr>
            <a:xfrm>
              <a:off x="6514957" y="5423246"/>
              <a:ext cx="1500046" cy="967739"/>
            </a:xfrm>
            <a:prstGeom prst="roundRect">
              <a:avLst>
                <a:gd name="adj" fmla="val 2275"/>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圆角 89"/>
            <p:cNvSpPr/>
            <p:nvPr/>
          </p:nvSpPr>
          <p:spPr>
            <a:xfrm>
              <a:off x="8083664" y="5423246"/>
              <a:ext cx="1500046" cy="967739"/>
            </a:xfrm>
            <a:prstGeom prst="roundRect">
              <a:avLst>
                <a:gd name="adj" fmla="val 2275"/>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文本框 90"/>
            <p:cNvSpPr txBox="1"/>
            <p:nvPr/>
          </p:nvSpPr>
          <p:spPr>
            <a:xfrm>
              <a:off x="6595566" y="5006523"/>
              <a:ext cx="1338829" cy="369332"/>
            </a:xfrm>
            <a:prstGeom prst="rect">
              <a:avLst/>
            </a:prstGeom>
            <a:noFill/>
          </p:spPr>
          <p:txBody>
            <a:bodyPr wrap="none">
              <a:spAutoFit/>
            </a:bodyPr>
            <a:lstStyle/>
            <a:p>
              <a:pPr algn="ctr"/>
              <a:r>
                <a:rPr lang="zh-CN" altLang="en-US">
                  <a:solidFill>
                    <a:schemeClr val="bg1"/>
                  </a:solidFill>
                </a:rPr>
                <a:t>体验式教育</a:t>
              </a:r>
              <a:endParaRPr lang="zh-CN" altLang="en-US" dirty="0">
                <a:solidFill>
                  <a:schemeClr val="bg1"/>
                </a:solidFill>
              </a:endParaRPr>
            </a:p>
          </p:txBody>
        </p:sp>
        <p:sp>
          <p:nvSpPr>
            <p:cNvPr id="92" name="文本框 91"/>
            <p:cNvSpPr txBox="1"/>
            <p:nvPr/>
          </p:nvSpPr>
          <p:spPr>
            <a:xfrm>
              <a:off x="5026859" y="5006523"/>
              <a:ext cx="1338829" cy="369332"/>
            </a:xfrm>
            <a:prstGeom prst="rect">
              <a:avLst/>
            </a:prstGeom>
            <a:noFill/>
          </p:spPr>
          <p:txBody>
            <a:bodyPr wrap="none">
              <a:spAutoFit/>
            </a:bodyPr>
            <a:lstStyle/>
            <a:p>
              <a:pPr algn="ctr"/>
              <a:r>
                <a:rPr lang="zh-CN" altLang="en-US">
                  <a:solidFill>
                    <a:schemeClr val="bg1"/>
                  </a:solidFill>
                </a:rPr>
                <a:t>互动式教学</a:t>
              </a:r>
              <a:endParaRPr lang="zh-CN" altLang="en-US" dirty="0">
                <a:solidFill>
                  <a:schemeClr val="bg1"/>
                </a:solidFill>
              </a:endParaRPr>
            </a:p>
          </p:txBody>
        </p:sp>
        <p:sp>
          <p:nvSpPr>
            <p:cNvPr id="93" name="文本框 92"/>
            <p:cNvSpPr txBox="1"/>
            <p:nvPr/>
          </p:nvSpPr>
          <p:spPr>
            <a:xfrm>
              <a:off x="8164273" y="5006523"/>
              <a:ext cx="1338829" cy="369332"/>
            </a:xfrm>
            <a:prstGeom prst="rect">
              <a:avLst/>
            </a:prstGeom>
            <a:noFill/>
          </p:spPr>
          <p:txBody>
            <a:bodyPr wrap="none">
              <a:spAutoFit/>
            </a:bodyPr>
            <a:lstStyle/>
            <a:p>
              <a:pPr algn="ctr"/>
              <a:r>
                <a:rPr lang="zh-CN" altLang="en-US">
                  <a:solidFill>
                    <a:schemeClr val="bg1"/>
                  </a:solidFill>
                </a:rPr>
                <a:t>案例教学法</a:t>
              </a:r>
              <a:endParaRPr lang="zh-CN" altLang="en-US" dirty="0">
                <a:solidFill>
                  <a:schemeClr val="bg1"/>
                </a:solidFill>
              </a:endParaRPr>
            </a:p>
          </p:txBody>
        </p:sp>
        <p:sp>
          <p:nvSpPr>
            <p:cNvPr id="101" name="文本框 100"/>
            <p:cNvSpPr txBox="1"/>
            <p:nvPr/>
          </p:nvSpPr>
          <p:spPr>
            <a:xfrm flipH="1">
              <a:off x="4982851" y="5467581"/>
              <a:ext cx="1426844" cy="850041"/>
            </a:xfrm>
            <a:prstGeom prst="rect">
              <a:avLst/>
            </a:prstGeom>
            <a:noFill/>
          </p:spPr>
          <p:txBody>
            <a:bodyPr wrap="square">
              <a:spAutoFit/>
            </a:bodyPr>
            <a:lstStyle/>
            <a:p>
              <a:pPr algn="ctr">
                <a:lnSpc>
                  <a:spcPct val="120000"/>
                </a:lnSpc>
              </a:pPr>
              <a:r>
                <a:rPr lang="zh-CN" altLang="en-US" sz="1400" dirty="0"/>
                <a:t>运用“青年大学习</a:t>
              </a:r>
              <a:r>
                <a:rPr lang="en-US" altLang="zh-CN" sz="1400" dirty="0"/>
                <a:t>”</a:t>
              </a:r>
              <a:r>
                <a:rPr lang="zh-CN" altLang="en-US" sz="1400" dirty="0"/>
                <a:t>等品牌活动载体</a:t>
              </a:r>
            </a:p>
          </p:txBody>
        </p:sp>
        <p:sp>
          <p:nvSpPr>
            <p:cNvPr id="102" name="文本框 101"/>
            <p:cNvSpPr txBox="1"/>
            <p:nvPr/>
          </p:nvSpPr>
          <p:spPr>
            <a:xfrm flipH="1">
              <a:off x="6551558" y="5467581"/>
              <a:ext cx="1426844" cy="850041"/>
            </a:xfrm>
            <a:prstGeom prst="rect">
              <a:avLst/>
            </a:prstGeom>
            <a:noFill/>
          </p:spPr>
          <p:txBody>
            <a:bodyPr wrap="square">
              <a:spAutoFit/>
            </a:bodyPr>
            <a:lstStyle/>
            <a:p>
              <a:pPr algn="ctr">
                <a:lnSpc>
                  <a:spcPct val="120000"/>
                </a:lnSpc>
              </a:pPr>
              <a:r>
                <a:rPr lang="zh-CN" altLang="en-US" sz="1400"/>
                <a:t>开发红色基地虚拟仿真教学项目</a:t>
              </a:r>
              <a:endParaRPr lang="zh-CN" altLang="en-US" sz="1400" dirty="0"/>
            </a:p>
          </p:txBody>
        </p:sp>
        <p:sp>
          <p:nvSpPr>
            <p:cNvPr id="103" name="文本框 102"/>
            <p:cNvSpPr txBox="1"/>
            <p:nvPr/>
          </p:nvSpPr>
          <p:spPr>
            <a:xfrm flipH="1">
              <a:off x="8120265" y="5467581"/>
              <a:ext cx="1426844" cy="850041"/>
            </a:xfrm>
            <a:prstGeom prst="rect">
              <a:avLst/>
            </a:prstGeom>
            <a:noFill/>
          </p:spPr>
          <p:txBody>
            <a:bodyPr wrap="square">
              <a:spAutoFit/>
            </a:bodyPr>
            <a:lstStyle/>
            <a:p>
              <a:pPr algn="ctr">
                <a:lnSpc>
                  <a:spcPct val="120000"/>
                </a:lnSpc>
              </a:pPr>
              <a:r>
                <a:rPr lang="zh-CN" altLang="en-US" sz="1400"/>
                <a:t>解析脱贫攻坚等新时代实践成就</a:t>
              </a:r>
              <a:endParaRPr lang="zh-CN" altLang="en-US" sz="14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barn(inVertical)">
                                      <p:cBhvr>
                                        <p:cTn id="14" dur="500"/>
                                        <p:tgtEl>
                                          <p:spTgt spid="2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down)">
                                      <p:cBhvr>
                                        <p:cTn id="19" dur="5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left)">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wipe(left)">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randombar(horizontal)">
                                      <p:cBhvr>
                                        <p:cTn id="34" dur="5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anim calcmode="lin" valueType="num">
                                      <p:cBhvr>
                                        <p:cTn id="40" dur="500" fill="hold"/>
                                        <p:tgtEl>
                                          <p:spTgt spid="33"/>
                                        </p:tgtEl>
                                        <p:attrNameLst>
                                          <p:attrName>ppt_x</p:attrName>
                                        </p:attrNameLst>
                                      </p:cBhvr>
                                      <p:tavLst>
                                        <p:tav tm="0">
                                          <p:val>
                                            <p:strVal val="#ppt_x"/>
                                          </p:val>
                                        </p:tav>
                                        <p:tav tm="100000">
                                          <p:val>
                                            <p:strVal val="#ppt_x"/>
                                          </p:val>
                                        </p:tav>
                                      </p:tavLst>
                                    </p:anim>
                                    <p:anim calcmode="lin" valueType="num">
                                      <p:cBhvr>
                                        <p:cTn id="41"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wipe(up)">
                                      <p:cBhvr>
                                        <p:cTn id="46" dur="500"/>
                                        <p:tgtEl>
                                          <p:spTgt spid="5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wipe(left)">
                                      <p:cBhvr>
                                        <p:cTn id="51" dur="500"/>
                                        <p:tgtEl>
                                          <p:spTgt spid="34"/>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nodeType="click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randombar(horizontal)">
                                      <p:cBhvr>
                                        <p:cTn id="56" dur="500"/>
                                        <p:tgtEl>
                                          <p:spTgt spid="40"/>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500"/>
                                        <p:tgtEl>
                                          <p:spTgt spid="41"/>
                                        </p:tgtEl>
                                      </p:cBhvr>
                                    </p:animEffect>
                                    <p:anim calcmode="lin" valueType="num">
                                      <p:cBhvr>
                                        <p:cTn id="62" dur="500" fill="hold"/>
                                        <p:tgtEl>
                                          <p:spTgt spid="41"/>
                                        </p:tgtEl>
                                        <p:attrNameLst>
                                          <p:attrName>ppt_x</p:attrName>
                                        </p:attrNameLst>
                                      </p:cBhvr>
                                      <p:tavLst>
                                        <p:tav tm="0">
                                          <p:val>
                                            <p:strVal val="#ppt_x"/>
                                          </p:val>
                                        </p:tav>
                                        <p:tav tm="100000">
                                          <p:val>
                                            <p:strVal val="#ppt_x"/>
                                          </p:val>
                                        </p:tav>
                                      </p:tavLst>
                                    </p:anim>
                                    <p:anim calcmode="lin" valueType="num">
                                      <p:cBhvr>
                                        <p:cTn id="63"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622425" y="1232809"/>
            <a:ext cx="8940905" cy="4932134"/>
            <a:chOff x="1622425" y="1232809"/>
            <a:chExt cx="8940905" cy="4932134"/>
          </a:xfrm>
        </p:grpSpPr>
        <p:grpSp>
          <p:nvGrpSpPr>
            <p:cNvPr id="32" name="组合 31"/>
            <p:cNvGrpSpPr/>
            <p:nvPr/>
          </p:nvGrpSpPr>
          <p:grpSpPr>
            <a:xfrm>
              <a:off x="9417415" y="1232809"/>
              <a:ext cx="1145915" cy="4932134"/>
              <a:chOff x="9417415" y="1232809"/>
              <a:chExt cx="1145915" cy="4932134"/>
            </a:xfrm>
          </p:grpSpPr>
          <p:sp>
            <p:nvSpPr>
              <p:cNvPr id="66" name="矩形: 圆角 65"/>
              <p:cNvSpPr/>
              <p:nvPr/>
            </p:nvSpPr>
            <p:spPr>
              <a:xfrm>
                <a:off x="9648930" y="1232810"/>
                <a:ext cx="914400" cy="4932133"/>
              </a:xfrm>
              <a:prstGeom prst="roundRect">
                <a:avLst>
                  <a:gd name="adj" fmla="val 0"/>
                </a:avLst>
              </a:prstGeom>
              <a:solidFill>
                <a:schemeClr val="accent1">
                  <a:lumMod val="20000"/>
                  <a:lumOff val="80000"/>
                  <a:alpha val="5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箭头: 五边形 116"/>
              <p:cNvSpPr/>
              <p:nvPr/>
            </p:nvSpPr>
            <p:spPr>
              <a:xfrm flipH="1">
                <a:off x="9417415" y="1232809"/>
                <a:ext cx="1145915" cy="484632"/>
              </a:xfrm>
              <a:prstGeom prst="homePlate">
                <a:avLst>
                  <a:gd name="adj" fmla="val 4754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箭头: 五边形 117"/>
              <p:cNvSpPr/>
              <p:nvPr/>
            </p:nvSpPr>
            <p:spPr>
              <a:xfrm flipH="1">
                <a:off x="9417415" y="5680311"/>
                <a:ext cx="1145915" cy="484632"/>
              </a:xfrm>
              <a:prstGeom prst="homePlate">
                <a:avLst>
                  <a:gd name="adj" fmla="val 468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文本框 118"/>
              <p:cNvSpPr txBox="1"/>
              <p:nvPr>
                <p:custDataLst>
                  <p:tags r:id="rId14"/>
                </p:custDataLst>
              </p:nvPr>
            </p:nvSpPr>
            <p:spPr>
              <a:xfrm flipH="1">
                <a:off x="9706887" y="5722572"/>
                <a:ext cx="697627" cy="400110"/>
              </a:xfrm>
              <a:prstGeom prst="rect">
                <a:avLst/>
              </a:prstGeom>
              <a:noFill/>
            </p:spPr>
            <p:txBody>
              <a:bodyPr wrap="none" rtlCol="0">
                <a:spAutoFit/>
              </a:bodyPr>
              <a:lstStyle/>
              <a:p>
                <a:pPr algn="ctr"/>
                <a:r>
                  <a:rPr lang="zh-CN" altLang="en-US" sz="2000">
                    <a:solidFill>
                      <a:schemeClr val="bg1"/>
                    </a:solidFill>
                    <a:sym typeface="+mn-ea"/>
                  </a:rPr>
                  <a:t>知识</a:t>
                </a:r>
                <a:endParaRPr kumimoji="1" lang="en-US" altLang="zh-CN" sz="2000" i="0" u="none" strike="noStrike" kern="1200" cap="none" spc="0" normalizeH="0" baseline="0" noProof="0" dirty="0">
                  <a:ln>
                    <a:noFill/>
                  </a:ln>
                  <a:solidFill>
                    <a:schemeClr val="bg1"/>
                  </a:solidFill>
                  <a:effectLst/>
                  <a:uLnTx/>
                  <a:uFillTx/>
                  <a:latin typeface="Gill Sans MT" panose="020B0502020104020203" charset="0"/>
                  <a:ea typeface="Gill Sans MT" panose="020B0502020104020203" charset="0"/>
                  <a:cs typeface="+mn-cs"/>
                </a:endParaRPr>
              </a:p>
            </p:txBody>
          </p:sp>
          <p:sp>
            <p:nvSpPr>
              <p:cNvPr id="120" name="文本框 119"/>
              <p:cNvSpPr txBox="1"/>
              <p:nvPr>
                <p:custDataLst>
                  <p:tags r:id="rId15"/>
                </p:custDataLst>
              </p:nvPr>
            </p:nvSpPr>
            <p:spPr>
              <a:xfrm flipH="1">
                <a:off x="9706887" y="1275070"/>
                <a:ext cx="697627" cy="400110"/>
              </a:xfrm>
              <a:prstGeom prst="rect">
                <a:avLst/>
              </a:prstGeom>
              <a:noFill/>
            </p:spPr>
            <p:txBody>
              <a:bodyPr wrap="none" rtlCol="0">
                <a:spAutoFit/>
              </a:bodyPr>
              <a:lstStyle/>
              <a:p>
                <a:pPr algn="ctr"/>
                <a:r>
                  <a:rPr lang="zh-CN" altLang="en-US" sz="2000" dirty="0">
                    <a:solidFill>
                      <a:schemeClr val="bg1"/>
                    </a:solidFill>
                    <a:sym typeface="+mn-ea"/>
                  </a:rPr>
                  <a:t>能力</a:t>
                </a:r>
                <a:endParaRPr kumimoji="1" lang="en-US" altLang="zh-CN" sz="2000" i="0" u="none" strike="noStrike" kern="1200" cap="none" spc="0" normalizeH="0" baseline="0" noProof="0" dirty="0">
                  <a:ln>
                    <a:noFill/>
                  </a:ln>
                  <a:solidFill>
                    <a:schemeClr val="bg1"/>
                  </a:solidFill>
                  <a:effectLst/>
                  <a:uLnTx/>
                  <a:uFillTx/>
                  <a:latin typeface="Gill Sans MT" panose="020B0502020104020203" charset="0"/>
                  <a:ea typeface="Gill Sans MT" panose="020B0502020104020203" charset="0"/>
                  <a:cs typeface="+mn-cs"/>
                </a:endParaRPr>
              </a:p>
            </p:txBody>
          </p:sp>
          <p:sp>
            <p:nvSpPr>
              <p:cNvPr id="122" name="文本框 121"/>
              <p:cNvSpPr txBox="1"/>
              <p:nvPr/>
            </p:nvSpPr>
            <p:spPr>
              <a:xfrm flipH="1">
                <a:off x="9668238" y="1828727"/>
                <a:ext cx="875784" cy="619785"/>
              </a:xfrm>
              <a:prstGeom prst="rect">
                <a:avLst/>
              </a:prstGeom>
              <a:noFill/>
            </p:spPr>
            <p:txBody>
              <a:bodyPr wrap="square">
                <a:spAutoFit/>
              </a:bodyPr>
              <a:lstStyle/>
              <a:p>
                <a:pPr algn="ctr">
                  <a:lnSpc>
                    <a:spcPct val="110000"/>
                  </a:lnSpc>
                </a:pPr>
                <a:r>
                  <a:rPr lang="zh-CN" altLang="en-US" sz="1600"/>
                  <a:t>教学方法改革</a:t>
                </a:r>
                <a:endParaRPr lang="zh-CN" altLang="en-US" sz="1600" dirty="0"/>
              </a:p>
            </p:txBody>
          </p:sp>
          <p:sp>
            <p:nvSpPr>
              <p:cNvPr id="123" name="文本框 122"/>
              <p:cNvSpPr txBox="1"/>
              <p:nvPr/>
            </p:nvSpPr>
            <p:spPr>
              <a:xfrm flipH="1">
                <a:off x="9668238" y="4949240"/>
                <a:ext cx="875784" cy="619785"/>
              </a:xfrm>
              <a:prstGeom prst="rect">
                <a:avLst/>
              </a:prstGeom>
              <a:noFill/>
            </p:spPr>
            <p:txBody>
              <a:bodyPr wrap="square">
                <a:spAutoFit/>
              </a:bodyPr>
              <a:lstStyle/>
              <a:p>
                <a:pPr algn="ctr">
                  <a:lnSpc>
                    <a:spcPct val="110000"/>
                  </a:lnSpc>
                </a:pPr>
                <a:r>
                  <a:rPr lang="zh-CN" altLang="en-US" sz="1600" dirty="0"/>
                  <a:t>社会实践结合</a:t>
                </a:r>
              </a:p>
            </p:txBody>
          </p:sp>
        </p:grpSp>
        <p:grpSp>
          <p:nvGrpSpPr>
            <p:cNvPr id="31" name="组合 30"/>
            <p:cNvGrpSpPr/>
            <p:nvPr/>
          </p:nvGrpSpPr>
          <p:grpSpPr>
            <a:xfrm>
              <a:off x="1622425" y="1232809"/>
              <a:ext cx="1145915" cy="4932134"/>
              <a:chOff x="1622425" y="1232809"/>
              <a:chExt cx="1145915" cy="4932134"/>
            </a:xfrm>
          </p:grpSpPr>
          <p:sp>
            <p:nvSpPr>
              <p:cNvPr id="4" name="矩形: 圆角 3"/>
              <p:cNvSpPr/>
              <p:nvPr/>
            </p:nvSpPr>
            <p:spPr>
              <a:xfrm>
                <a:off x="1622425" y="1232810"/>
                <a:ext cx="914400" cy="4932133"/>
              </a:xfrm>
              <a:prstGeom prst="roundRect">
                <a:avLst>
                  <a:gd name="adj" fmla="val 0"/>
                </a:avLst>
              </a:prstGeom>
              <a:solidFill>
                <a:schemeClr val="accent1">
                  <a:lumMod val="20000"/>
                  <a:lumOff val="80000"/>
                  <a:alpha val="5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箭头: 五边形 106"/>
              <p:cNvSpPr/>
              <p:nvPr/>
            </p:nvSpPr>
            <p:spPr>
              <a:xfrm>
                <a:off x="1622425" y="1232809"/>
                <a:ext cx="1145915" cy="484632"/>
              </a:xfrm>
              <a:prstGeom prst="homePlate">
                <a:avLst>
                  <a:gd name="adj" fmla="val 4754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箭头: 五边形 107"/>
              <p:cNvSpPr/>
              <p:nvPr/>
            </p:nvSpPr>
            <p:spPr>
              <a:xfrm>
                <a:off x="1622425" y="5680311"/>
                <a:ext cx="1145915" cy="484632"/>
              </a:xfrm>
              <a:prstGeom prst="homePlate">
                <a:avLst>
                  <a:gd name="adj" fmla="val 468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p:cNvSpPr txBox="1"/>
              <p:nvPr>
                <p:custDataLst>
                  <p:tags r:id="rId12"/>
                </p:custDataLst>
              </p:nvPr>
            </p:nvSpPr>
            <p:spPr>
              <a:xfrm>
                <a:off x="1781241" y="5722572"/>
                <a:ext cx="697627" cy="400110"/>
              </a:xfrm>
              <a:prstGeom prst="rect">
                <a:avLst/>
              </a:prstGeom>
              <a:noFill/>
            </p:spPr>
            <p:txBody>
              <a:bodyPr wrap="none" rtlCol="0">
                <a:spAutoFit/>
              </a:bodyPr>
              <a:lstStyle/>
              <a:p>
                <a:pPr algn="ctr"/>
                <a:r>
                  <a:rPr lang="zh-CN" altLang="en-US" sz="2000" dirty="0">
                    <a:solidFill>
                      <a:schemeClr val="bg1"/>
                    </a:solidFill>
                    <a:sym typeface="+mn-ea"/>
                  </a:rPr>
                  <a:t>情感</a:t>
                </a:r>
                <a:endParaRPr kumimoji="1" lang="en-US" altLang="zh-CN" sz="2000" i="0" u="none" strike="noStrike" kern="1200" cap="none" spc="0" normalizeH="0" baseline="0" noProof="0" dirty="0">
                  <a:ln>
                    <a:noFill/>
                  </a:ln>
                  <a:solidFill>
                    <a:schemeClr val="bg1"/>
                  </a:solidFill>
                  <a:effectLst/>
                  <a:uLnTx/>
                  <a:uFillTx/>
                  <a:latin typeface="Gill Sans MT" panose="020B0502020104020203" charset="0"/>
                  <a:ea typeface="Gill Sans MT" panose="020B0502020104020203" charset="0"/>
                  <a:cs typeface="+mn-cs"/>
                </a:endParaRPr>
              </a:p>
            </p:txBody>
          </p:sp>
          <p:sp>
            <p:nvSpPr>
              <p:cNvPr id="110" name="文本框 109"/>
              <p:cNvSpPr txBox="1"/>
              <p:nvPr>
                <p:custDataLst>
                  <p:tags r:id="rId13"/>
                </p:custDataLst>
              </p:nvPr>
            </p:nvSpPr>
            <p:spPr>
              <a:xfrm>
                <a:off x="1781241" y="1275070"/>
                <a:ext cx="697627" cy="400110"/>
              </a:xfrm>
              <a:prstGeom prst="rect">
                <a:avLst/>
              </a:prstGeom>
              <a:noFill/>
            </p:spPr>
            <p:txBody>
              <a:bodyPr wrap="none" rtlCol="0">
                <a:spAutoFit/>
              </a:bodyPr>
              <a:lstStyle/>
              <a:p>
                <a:pPr algn="ctr"/>
                <a:r>
                  <a:rPr lang="zh-CN" altLang="en-US" sz="2000" dirty="0">
                    <a:solidFill>
                      <a:schemeClr val="bg1"/>
                    </a:solidFill>
                    <a:sym typeface="+mn-ea"/>
                  </a:rPr>
                  <a:t>五爱</a:t>
                </a:r>
                <a:endParaRPr kumimoji="1" lang="en-US" altLang="zh-CN" sz="2000" i="0" u="none" strike="noStrike" kern="1200" cap="none" spc="0" normalizeH="0" baseline="0" noProof="0" dirty="0">
                  <a:ln>
                    <a:noFill/>
                  </a:ln>
                  <a:solidFill>
                    <a:schemeClr val="bg1"/>
                  </a:solidFill>
                  <a:effectLst/>
                  <a:uLnTx/>
                  <a:uFillTx/>
                  <a:latin typeface="Gill Sans MT" panose="020B0502020104020203" charset="0"/>
                  <a:ea typeface="Gill Sans MT" panose="020B0502020104020203" charset="0"/>
                  <a:cs typeface="+mn-cs"/>
                </a:endParaRPr>
              </a:p>
            </p:txBody>
          </p:sp>
          <p:sp>
            <p:nvSpPr>
              <p:cNvPr id="112" name="文本框 111"/>
              <p:cNvSpPr txBox="1"/>
              <p:nvPr/>
            </p:nvSpPr>
            <p:spPr>
              <a:xfrm flipH="1">
                <a:off x="1641733" y="1828727"/>
                <a:ext cx="875784" cy="619785"/>
              </a:xfrm>
              <a:prstGeom prst="rect">
                <a:avLst/>
              </a:prstGeom>
              <a:noFill/>
            </p:spPr>
            <p:txBody>
              <a:bodyPr wrap="square">
                <a:spAutoFit/>
              </a:bodyPr>
              <a:lstStyle/>
              <a:p>
                <a:pPr algn="ctr">
                  <a:lnSpc>
                    <a:spcPct val="110000"/>
                  </a:lnSpc>
                </a:pPr>
                <a:r>
                  <a:rPr lang="zh-CN" altLang="en-US" sz="1600"/>
                  <a:t>爱国主义教育</a:t>
                </a:r>
                <a:endParaRPr lang="zh-CN" altLang="en-US" sz="1600" dirty="0"/>
              </a:p>
            </p:txBody>
          </p:sp>
          <p:sp>
            <p:nvSpPr>
              <p:cNvPr id="113" name="文本框 112"/>
              <p:cNvSpPr txBox="1"/>
              <p:nvPr/>
            </p:nvSpPr>
            <p:spPr>
              <a:xfrm flipH="1">
                <a:off x="1641733" y="4949240"/>
                <a:ext cx="875784" cy="619785"/>
              </a:xfrm>
              <a:prstGeom prst="rect">
                <a:avLst/>
              </a:prstGeom>
              <a:noFill/>
            </p:spPr>
            <p:txBody>
              <a:bodyPr wrap="square">
                <a:spAutoFit/>
              </a:bodyPr>
              <a:lstStyle/>
              <a:p>
                <a:pPr algn="ctr">
                  <a:lnSpc>
                    <a:spcPct val="110000"/>
                  </a:lnSpc>
                </a:pPr>
                <a:r>
                  <a:rPr lang="zh-CN" altLang="en-US" sz="1600"/>
                  <a:t>剖析理论创新</a:t>
                </a:r>
                <a:endParaRPr lang="zh-CN" altLang="en-US" sz="1600" dirty="0"/>
              </a:p>
            </p:txBody>
          </p:sp>
        </p:grpSp>
      </p:grpSp>
      <p:sp>
        <p:nvSpPr>
          <p:cNvPr id="17"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18" name="文本框 78"/>
          <p:cNvSpPr txBox="1"/>
          <p:nvPr/>
        </p:nvSpPr>
        <p:spPr>
          <a:xfrm>
            <a:off x="2727161" y="186640"/>
            <a:ext cx="2291012"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教学策略设计</a:t>
            </a:r>
          </a:p>
        </p:txBody>
      </p:sp>
      <p:cxnSp>
        <p:nvCxnSpPr>
          <p:cNvPr id="19" name="直接连接符 18"/>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sp>
        <p:nvSpPr>
          <p:cNvPr id="67" name="圆角矩形 6"/>
          <p:cNvSpPr/>
          <p:nvPr>
            <p:custDataLst>
              <p:tags r:id="rId1"/>
            </p:custDataLst>
          </p:nvPr>
        </p:nvSpPr>
        <p:spPr>
          <a:xfrm>
            <a:off x="2736533" y="6059805"/>
            <a:ext cx="6718935" cy="429895"/>
          </a:xfrm>
          <a:prstGeom prst="roundRect">
            <a:avLst>
              <a:gd name="adj" fmla="val 0"/>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ym typeface="+mn-ea"/>
              </a:rPr>
              <a:t>推动爱国主义教育的理论创新和实践发展</a:t>
            </a:r>
            <a:endParaRPr kumimoji="0" lang="zh-CN" altLang="en-US" sz="1800" b="0" i="0" u="none" strike="noStrike" kern="1200" cap="none" spc="0" normalizeH="0" baseline="0" noProof="0" dirty="0">
              <a:ln>
                <a:noFill/>
              </a:ln>
              <a:solidFill>
                <a:prstClr val="white"/>
              </a:solidFill>
              <a:effectLst/>
              <a:uLnTx/>
              <a:uFillTx/>
              <a:latin typeface="Gill Sans MT" panose="020B0502020104020203" charset="0"/>
              <a:ea typeface="Gill Sans MT" panose="020B0502020104020203" charset="0"/>
              <a:cs typeface="+mn-cs"/>
            </a:endParaRPr>
          </a:p>
        </p:txBody>
      </p:sp>
      <p:grpSp>
        <p:nvGrpSpPr>
          <p:cNvPr id="22" name="组合 21"/>
          <p:cNvGrpSpPr/>
          <p:nvPr/>
        </p:nvGrpSpPr>
        <p:grpSpPr>
          <a:xfrm>
            <a:off x="1991678" y="1947229"/>
            <a:ext cx="2879725" cy="2879725"/>
            <a:chOff x="1991678" y="1947229"/>
            <a:chExt cx="2879725" cy="2879725"/>
          </a:xfrm>
        </p:grpSpPr>
        <p:sp>
          <p:nvSpPr>
            <p:cNvPr id="39" name="椭圆 38"/>
            <p:cNvSpPr/>
            <p:nvPr>
              <p:custDataLst>
                <p:tags r:id="rId10"/>
              </p:custDataLst>
            </p:nvPr>
          </p:nvSpPr>
          <p:spPr>
            <a:xfrm>
              <a:off x="1991678" y="1947229"/>
              <a:ext cx="2879725" cy="2879725"/>
            </a:xfrm>
            <a:prstGeom prst="ellipse">
              <a:avLst/>
            </a:prstGeom>
            <a:solidFill>
              <a:schemeClr val="bg1"/>
            </a:solidFill>
            <a:ln w="9525">
              <a:solidFill>
                <a:schemeClr val="accent2"/>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Gill Sans MT" panose="020B0502020104020203" charset="0"/>
                <a:ea typeface="Gill Sans MT" panose="020B0502020104020203" charset="0"/>
                <a:cs typeface="+mn-cs"/>
              </a:endParaRPr>
            </a:p>
          </p:txBody>
        </p:sp>
        <p:sp>
          <p:nvSpPr>
            <p:cNvPr id="41" name="文本框 40"/>
            <p:cNvSpPr txBox="1"/>
            <p:nvPr>
              <p:custDataLst>
                <p:tags r:id="rId11"/>
              </p:custDataLst>
            </p:nvPr>
          </p:nvSpPr>
          <p:spPr>
            <a:xfrm>
              <a:off x="2730183" y="2466659"/>
              <a:ext cx="1402080" cy="460375"/>
            </a:xfrm>
            <a:prstGeom prst="rect">
              <a:avLst/>
            </a:prstGeom>
            <a:solidFill>
              <a:schemeClr val="accent2">
                <a:alpha val="10000"/>
              </a:schemeClr>
            </a:solidFill>
          </p:spPr>
          <p:txBody>
            <a:bodyPr wrap="none" rtlCol="0">
              <a:spAutoFit/>
            </a:bodyPr>
            <a:lstStyle/>
            <a:p>
              <a:pPr algn="ctr"/>
              <a:r>
                <a:rPr lang="zh-CN" altLang="en-US" sz="2400" dirty="0">
                  <a:solidFill>
                    <a:schemeClr val="accent2"/>
                  </a:solidFill>
                  <a:sym typeface="+mn-ea"/>
                </a:rPr>
                <a:t>理论逻辑</a:t>
              </a:r>
              <a:endParaRPr kumimoji="1" lang="en-US" altLang="zh-CN" sz="2400" i="0" u="none" strike="noStrike" kern="1200" cap="none" spc="0" normalizeH="0" baseline="0" noProof="0" dirty="0">
                <a:ln>
                  <a:noFill/>
                </a:ln>
                <a:solidFill>
                  <a:schemeClr val="accent2"/>
                </a:solidFill>
                <a:effectLst/>
                <a:uLnTx/>
                <a:uFillTx/>
                <a:latin typeface="Gill Sans MT" panose="020B0502020104020203" charset="0"/>
                <a:ea typeface="Gill Sans MT" panose="020B0502020104020203" charset="0"/>
                <a:cs typeface="+mn-cs"/>
              </a:endParaRPr>
            </a:p>
          </p:txBody>
        </p:sp>
        <p:sp>
          <p:nvSpPr>
            <p:cNvPr id="90" name="文本框 89"/>
            <p:cNvSpPr txBox="1"/>
            <p:nvPr/>
          </p:nvSpPr>
          <p:spPr>
            <a:xfrm flipH="1">
              <a:off x="2021404" y="2993160"/>
              <a:ext cx="2820272" cy="890628"/>
            </a:xfrm>
            <a:prstGeom prst="rect">
              <a:avLst/>
            </a:prstGeom>
            <a:noFill/>
          </p:spPr>
          <p:txBody>
            <a:bodyPr wrap="square">
              <a:spAutoFit/>
            </a:bodyPr>
            <a:lstStyle/>
            <a:p>
              <a:pPr algn="ctr">
                <a:lnSpc>
                  <a:spcPct val="110000"/>
                </a:lnSpc>
              </a:pPr>
              <a:r>
                <a:rPr lang="zh-CN" altLang="en-US" sz="1600" dirty="0"/>
                <a:t>教学讲解强调“弘扬爱国主义精神，必须把爱国主义教育作为永恒主题”</a:t>
              </a:r>
            </a:p>
          </p:txBody>
        </p:sp>
        <p:cxnSp>
          <p:nvCxnSpPr>
            <p:cNvPr id="91" name="直接箭头连接符 90"/>
            <p:cNvCxnSpPr>
              <a:endCxn id="92" idx="0"/>
            </p:cNvCxnSpPr>
            <p:nvPr/>
          </p:nvCxnSpPr>
          <p:spPr>
            <a:xfrm flipH="1">
              <a:off x="3431540" y="3816054"/>
              <a:ext cx="158" cy="30115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92" name="文本框 91"/>
            <p:cNvSpPr txBox="1"/>
            <p:nvPr/>
          </p:nvSpPr>
          <p:spPr>
            <a:xfrm flipH="1">
              <a:off x="2654051" y="4117206"/>
              <a:ext cx="1554979" cy="400110"/>
            </a:xfrm>
            <a:prstGeom prst="rect">
              <a:avLst/>
            </a:prstGeom>
            <a:solidFill>
              <a:srgbClr val="C00000">
                <a:alpha val="10000"/>
              </a:srgbClr>
            </a:solidFill>
          </p:spPr>
          <p:txBody>
            <a:bodyPr wrap="square">
              <a:spAutoFit/>
            </a:bodyPr>
            <a:lstStyle/>
            <a:p>
              <a:pPr algn="ctr"/>
              <a:r>
                <a:rPr lang="zh-CN" altLang="en-US" sz="2000">
                  <a:solidFill>
                    <a:srgbClr val="C00000"/>
                  </a:solidFill>
                  <a:latin typeface="+mj-ea"/>
                  <a:ea typeface="+mj-ea"/>
                </a:rPr>
                <a:t>重要论述</a:t>
              </a:r>
              <a:endParaRPr lang="zh-CN" altLang="en-US" sz="2000" dirty="0">
                <a:solidFill>
                  <a:srgbClr val="C00000"/>
                </a:solidFill>
                <a:latin typeface="+mj-ea"/>
                <a:ea typeface="+mj-ea"/>
              </a:endParaRPr>
            </a:p>
          </p:txBody>
        </p:sp>
      </p:grpSp>
      <p:grpSp>
        <p:nvGrpSpPr>
          <p:cNvPr id="24" name="组合 23"/>
          <p:cNvGrpSpPr/>
          <p:nvPr/>
        </p:nvGrpSpPr>
        <p:grpSpPr>
          <a:xfrm>
            <a:off x="7320598" y="1947229"/>
            <a:ext cx="2879725" cy="2879725"/>
            <a:chOff x="7320598" y="1947229"/>
            <a:chExt cx="2879725" cy="2879725"/>
          </a:xfrm>
        </p:grpSpPr>
        <p:sp>
          <p:nvSpPr>
            <p:cNvPr id="40" name="椭圆 39"/>
            <p:cNvSpPr/>
            <p:nvPr>
              <p:custDataLst>
                <p:tags r:id="rId8"/>
              </p:custDataLst>
            </p:nvPr>
          </p:nvSpPr>
          <p:spPr>
            <a:xfrm>
              <a:off x="7320598" y="1947229"/>
              <a:ext cx="2879725" cy="2879725"/>
            </a:xfrm>
            <a:prstGeom prst="ellipse">
              <a:avLst/>
            </a:prstGeom>
            <a:solidFill>
              <a:schemeClr val="bg1"/>
            </a:solidFill>
            <a:ln w="9525">
              <a:solidFill>
                <a:schemeClr val="accent4"/>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Gill Sans MT" panose="020B0502020104020203" charset="0"/>
              </a:endParaRPr>
            </a:p>
          </p:txBody>
        </p:sp>
        <p:sp>
          <p:nvSpPr>
            <p:cNvPr id="46" name="文本框 45"/>
            <p:cNvSpPr txBox="1"/>
            <p:nvPr>
              <p:custDataLst>
                <p:tags r:id="rId9"/>
              </p:custDataLst>
            </p:nvPr>
          </p:nvSpPr>
          <p:spPr>
            <a:xfrm>
              <a:off x="8059420" y="2466659"/>
              <a:ext cx="1402080" cy="460375"/>
            </a:xfrm>
            <a:prstGeom prst="rect">
              <a:avLst/>
            </a:prstGeom>
            <a:solidFill>
              <a:schemeClr val="accent4">
                <a:alpha val="10000"/>
              </a:schemeClr>
            </a:solidFill>
          </p:spPr>
          <p:txBody>
            <a:bodyPr wrap="none" rtlCol="0">
              <a:spAutoFit/>
            </a:bodyPr>
            <a:lstStyle>
              <a:defPPr>
                <a:defRPr lang="zh-CN"/>
              </a:defPPr>
              <a:lvl1pPr algn="ctr">
                <a:defRPr sz="2400">
                  <a:solidFill>
                    <a:schemeClr val="accent2">
                      <a:lumMod val="75000"/>
                    </a:schemeClr>
                  </a:solidFill>
                </a:defRPr>
              </a:lvl1pPr>
            </a:lstStyle>
            <a:p>
              <a:r>
                <a:rPr lang="zh-CN" altLang="en-US">
                  <a:solidFill>
                    <a:schemeClr val="accent4"/>
                  </a:solidFill>
                  <a:sym typeface="+mn-ea"/>
                </a:rPr>
                <a:t>教学策略</a:t>
              </a:r>
              <a:endParaRPr lang="zh-CN" altLang="en-US" dirty="0">
                <a:solidFill>
                  <a:schemeClr val="accent4"/>
                </a:solidFill>
                <a:sym typeface="+mn-ea"/>
              </a:endParaRPr>
            </a:p>
          </p:txBody>
        </p:sp>
        <p:sp>
          <p:nvSpPr>
            <p:cNvPr id="104" name="文本框 103"/>
            <p:cNvSpPr txBox="1"/>
            <p:nvPr/>
          </p:nvSpPr>
          <p:spPr>
            <a:xfrm flipH="1">
              <a:off x="7350324" y="2993160"/>
              <a:ext cx="2820272" cy="890628"/>
            </a:xfrm>
            <a:prstGeom prst="rect">
              <a:avLst/>
            </a:prstGeom>
            <a:noFill/>
          </p:spPr>
          <p:txBody>
            <a:bodyPr wrap="square">
              <a:spAutoFit/>
            </a:bodyPr>
            <a:lstStyle/>
            <a:p>
              <a:pPr algn="ctr">
                <a:lnSpc>
                  <a:spcPct val="110000"/>
                </a:lnSpc>
              </a:pPr>
              <a:r>
                <a:rPr lang="zh-CN" altLang="en-US" sz="1600" dirty="0"/>
                <a:t>对教学内容进行整合和革新将爱国主义教育贯穿到专业课程知识各方面</a:t>
              </a:r>
            </a:p>
          </p:txBody>
        </p:sp>
        <p:cxnSp>
          <p:nvCxnSpPr>
            <p:cNvPr id="105" name="直接箭头连接符 104"/>
            <p:cNvCxnSpPr/>
            <p:nvPr/>
          </p:nvCxnSpPr>
          <p:spPr>
            <a:xfrm flipH="1">
              <a:off x="8760381" y="3816054"/>
              <a:ext cx="158" cy="30115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6" name="文本框 105"/>
            <p:cNvSpPr txBox="1"/>
            <p:nvPr/>
          </p:nvSpPr>
          <p:spPr>
            <a:xfrm flipH="1">
              <a:off x="7982971" y="4117206"/>
              <a:ext cx="1554979" cy="400110"/>
            </a:xfrm>
            <a:prstGeom prst="rect">
              <a:avLst/>
            </a:prstGeom>
            <a:solidFill>
              <a:srgbClr val="C00000">
                <a:alpha val="10000"/>
              </a:srgbClr>
            </a:solidFill>
          </p:spPr>
          <p:txBody>
            <a:bodyPr wrap="square">
              <a:spAutoFit/>
            </a:bodyPr>
            <a:lstStyle/>
            <a:p>
              <a:pPr algn="ctr"/>
              <a:r>
                <a:rPr lang="zh-CN" altLang="en-US" sz="2000">
                  <a:solidFill>
                    <a:srgbClr val="C00000"/>
                  </a:solidFill>
                  <a:latin typeface="+mj-ea"/>
                  <a:ea typeface="+mj-ea"/>
                </a:rPr>
                <a:t>内容整合</a:t>
              </a:r>
              <a:endParaRPr lang="zh-CN" altLang="en-US" sz="2000" dirty="0">
                <a:solidFill>
                  <a:srgbClr val="C00000"/>
                </a:solidFill>
                <a:latin typeface="+mj-ea"/>
                <a:ea typeface="+mj-ea"/>
              </a:endParaRPr>
            </a:p>
          </p:txBody>
        </p:sp>
      </p:grpSp>
      <p:grpSp>
        <p:nvGrpSpPr>
          <p:cNvPr id="35" name="组合 34"/>
          <p:cNvGrpSpPr/>
          <p:nvPr/>
        </p:nvGrpSpPr>
        <p:grpSpPr>
          <a:xfrm>
            <a:off x="488010" y="908053"/>
            <a:ext cx="11207284" cy="5581648"/>
            <a:chOff x="488010" y="908053"/>
            <a:chExt cx="11207284" cy="5581648"/>
          </a:xfrm>
        </p:grpSpPr>
        <p:grpSp>
          <p:nvGrpSpPr>
            <p:cNvPr id="2" name="组合 1"/>
            <p:cNvGrpSpPr/>
            <p:nvPr/>
          </p:nvGrpSpPr>
          <p:grpSpPr>
            <a:xfrm>
              <a:off x="488010" y="908053"/>
              <a:ext cx="1133509" cy="5581648"/>
              <a:chOff x="488010" y="908053"/>
              <a:chExt cx="1133509" cy="5581648"/>
            </a:xfrm>
          </p:grpSpPr>
          <p:sp>
            <p:nvSpPr>
              <p:cNvPr id="3" name="梯形 2"/>
              <p:cNvSpPr/>
              <p:nvPr/>
            </p:nvSpPr>
            <p:spPr>
              <a:xfrm rot="5400000">
                <a:off x="-1953094" y="3349157"/>
                <a:ext cx="5581648" cy="699439"/>
              </a:xfrm>
              <a:prstGeom prst="trapezoid">
                <a:avLst>
                  <a:gd name="adj" fmla="val 61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等线" panose="02010600030101010101" charset="-122"/>
                </a:endParaRPr>
              </a:p>
            </p:txBody>
          </p:sp>
          <p:sp>
            <p:nvSpPr>
              <p:cNvPr id="25" name="文本框 24"/>
              <p:cNvSpPr txBox="1"/>
              <p:nvPr/>
            </p:nvSpPr>
            <p:spPr>
              <a:xfrm>
                <a:off x="488917" y="2012678"/>
                <a:ext cx="697627" cy="400110"/>
              </a:xfrm>
              <a:prstGeom prst="rect">
                <a:avLst/>
              </a:prstGeom>
              <a:noFill/>
            </p:spPr>
            <p:txBody>
              <a:bodyPr wrap="none">
                <a:spAutoFit/>
              </a:bodyPr>
              <a:lstStyle/>
              <a:p>
                <a:r>
                  <a:rPr lang="zh-CN" altLang="en-US" sz="2000">
                    <a:solidFill>
                      <a:schemeClr val="bg1"/>
                    </a:solidFill>
                  </a:rPr>
                  <a:t>爱党</a:t>
                </a:r>
                <a:endParaRPr lang="zh-CN" altLang="en-US" sz="2000" dirty="0">
                  <a:solidFill>
                    <a:schemeClr val="bg1"/>
                  </a:solidFill>
                </a:endParaRPr>
              </a:p>
            </p:txBody>
          </p:sp>
          <p:sp>
            <p:nvSpPr>
              <p:cNvPr id="26" name="文本框 25"/>
              <p:cNvSpPr txBox="1"/>
              <p:nvPr/>
            </p:nvSpPr>
            <p:spPr>
              <a:xfrm>
                <a:off x="488917" y="3003440"/>
                <a:ext cx="697627" cy="400110"/>
              </a:xfrm>
              <a:prstGeom prst="rect">
                <a:avLst/>
              </a:prstGeom>
              <a:noFill/>
            </p:spPr>
            <p:txBody>
              <a:bodyPr wrap="none">
                <a:spAutoFit/>
              </a:bodyPr>
              <a:lstStyle/>
              <a:p>
                <a:r>
                  <a:rPr lang="zh-CN" altLang="en-US" sz="2000">
                    <a:solidFill>
                      <a:schemeClr val="bg1"/>
                    </a:solidFill>
                  </a:rPr>
                  <a:t>爱国</a:t>
                </a:r>
                <a:endParaRPr lang="zh-CN" altLang="en-US" sz="2000" dirty="0">
                  <a:solidFill>
                    <a:schemeClr val="bg1"/>
                  </a:solidFill>
                </a:endParaRPr>
              </a:p>
            </p:txBody>
          </p:sp>
          <p:sp>
            <p:nvSpPr>
              <p:cNvPr id="27" name="文本框 26"/>
              <p:cNvSpPr txBox="1"/>
              <p:nvPr/>
            </p:nvSpPr>
            <p:spPr>
              <a:xfrm>
                <a:off x="488917" y="3994202"/>
                <a:ext cx="697627" cy="400110"/>
              </a:xfrm>
              <a:prstGeom prst="rect">
                <a:avLst/>
              </a:prstGeom>
              <a:noFill/>
            </p:spPr>
            <p:txBody>
              <a:bodyPr wrap="none">
                <a:spAutoFit/>
              </a:bodyPr>
              <a:lstStyle/>
              <a:p>
                <a:r>
                  <a:rPr lang="zh-CN" altLang="en-US" sz="2000">
                    <a:solidFill>
                      <a:schemeClr val="bg1"/>
                    </a:solidFill>
                  </a:rPr>
                  <a:t>传承</a:t>
                </a:r>
                <a:endParaRPr lang="zh-CN" altLang="en-US" sz="2000" dirty="0">
                  <a:solidFill>
                    <a:schemeClr val="bg1"/>
                  </a:solidFill>
                </a:endParaRPr>
              </a:p>
            </p:txBody>
          </p:sp>
          <p:sp>
            <p:nvSpPr>
              <p:cNvPr id="28" name="文本框 27"/>
              <p:cNvSpPr txBox="1"/>
              <p:nvPr/>
            </p:nvSpPr>
            <p:spPr>
              <a:xfrm>
                <a:off x="488917" y="4984964"/>
                <a:ext cx="697627" cy="400110"/>
              </a:xfrm>
              <a:prstGeom prst="rect">
                <a:avLst/>
              </a:prstGeom>
              <a:noFill/>
            </p:spPr>
            <p:txBody>
              <a:bodyPr wrap="none">
                <a:spAutoFit/>
              </a:bodyPr>
              <a:lstStyle/>
              <a:p>
                <a:r>
                  <a:rPr lang="zh-CN" altLang="en-US" sz="2000">
                    <a:solidFill>
                      <a:schemeClr val="bg1"/>
                    </a:solidFill>
                  </a:rPr>
                  <a:t>价值</a:t>
                </a:r>
                <a:endParaRPr lang="zh-CN" altLang="en-US" sz="2000" dirty="0">
                  <a:solidFill>
                    <a:schemeClr val="bg1"/>
                  </a:solidFill>
                </a:endParaRPr>
              </a:p>
            </p:txBody>
          </p:sp>
          <p:cxnSp>
            <p:nvCxnSpPr>
              <p:cNvPr id="30" name="直接连接符 29"/>
              <p:cNvCxnSpPr/>
              <p:nvPr/>
            </p:nvCxnSpPr>
            <p:spPr>
              <a:xfrm>
                <a:off x="546458" y="3698876"/>
                <a:ext cx="5825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46458" y="2708114"/>
                <a:ext cx="5825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546458" y="4689638"/>
                <a:ext cx="5825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箭头: 右 35"/>
              <p:cNvSpPr/>
              <p:nvPr/>
            </p:nvSpPr>
            <p:spPr>
              <a:xfrm>
                <a:off x="1200150" y="3531963"/>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10568908" y="908053"/>
              <a:ext cx="1126386" cy="5581648"/>
              <a:chOff x="10568908" y="908053"/>
              <a:chExt cx="1126386" cy="5581648"/>
            </a:xfrm>
          </p:grpSpPr>
          <p:sp>
            <p:nvSpPr>
              <p:cNvPr id="57" name="梯形 56"/>
              <p:cNvSpPr/>
              <p:nvPr/>
            </p:nvSpPr>
            <p:spPr>
              <a:xfrm rot="16200000" flipH="1">
                <a:off x="8554751" y="3349157"/>
                <a:ext cx="5581648" cy="699439"/>
              </a:xfrm>
              <a:prstGeom prst="trapezoid">
                <a:avLst>
                  <a:gd name="adj" fmla="val 61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等线" panose="02010600030101010101" charset="-122"/>
                </a:endParaRPr>
              </a:p>
            </p:txBody>
          </p:sp>
          <p:sp>
            <p:nvSpPr>
              <p:cNvPr id="59" name="文本框 58"/>
              <p:cNvSpPr txBox="1"/>
              <p:nvPr/>
            </p:nvSpPr>
            <p:spPr>
              <a:xfrm flipH="1">
                <a:off x="10996761" y="2012678"/>
                <a:ext cx="697627" cy="400110"/>
              </a:xfrm>
              <a:prstGeom prst="rect">
                <a:avLst/>
              </a:prstGeom>
              <a:noFill/>
            </p:spPr>
            <p:txBody>
              <a:bodyPr wrap="none">
                <a:spAutoFit/>
              </a:bodyPr>
              <a:lstStyle/>
              <a:p>
                <a:r>
                  <a:rPr lang="zh-CN" altLang="en-US" sz="2000">
                    <a:solidFill>
                      <a:schemeClr val="bg1"/>
                    </a:solidFill>
                  </a:rPr>
                  <a:t>教材</a:t>
                </a:r>
                <a:endParaRPr lang="zh-CN" altLang="en-US" sz="2000" dirty="0">
                  <a:solidFill>
                    <a:schemeClr val="bg1"/>
                  </a:solidFill>
                </a:endParaRPr>
              </a:p>
            </p:txBody>
          </p:sp>
          <p:sp>
            <p:nvSpPr>
              <p:cNvPr id="60" name="文本框 59"/>
              <p:cNvSpPr txBox="1"/>
              <p:nvPr/>
            </p:nvSpPr>
            <p:spPr>
              <a:xfrm flipH="1">
                <a:off x="10996761" y="3003440"/>
                <a:ext cx="697627" cy="400110"/>
              </a:xfrm>
              <a:prstGeom prst="rect">
                <a:avLst/>
              </a:prstGeom>
              <a:noFill/>
            </p:spPr>
            <p:txBody>
              <a:bodyPr wrap="none">
                <a:spAutoFit/>
              </a:bodyPr>
              <a:lstStyle/>
              <a:p>
                <a:r>
                  <a:rPr lang="zh-CN" altLang="en-US" sz="2000">
                    <a:solidFill>
                      <a:schemeClr val="bg1"/>
                    </a:solidFill>
                  </a:rPr>
                  <a:t>案例</a:t>
                </a:r>
                <a:endParaRPr lang="zh-CN" altLang="en-US" sz="2000" dirty="0">
                  <a:solidFill>
                    <a:schemeClr val="bg1"/>
                  </a:solidFill>
                </a:endParaRPr>
              </a:p>
            </p:txBody>
          </p:sp>
          <p:sp>
            <p:nvSpPr>
              <p:cNvPr id="61" name="文本框 60"/>
              <p:cNvSpPr txBox="1"/>
              <p:nvPr/>
            </p:nvSpPr>
            <p:spPr>
              <a:xfrm flipH="1">
                <a:off x="10996761" y="3994202"/>
                <a:ext cx="697627" cy="400110"/>
              </a:xfrm>
              <a:prstGeom prst="rect">
                <a:avLst/>
              </a:prstGeom>
              <a:noFill/>
            </p:spPr>
            <p:txBody>
              <a:bodyPr wrap="none">
                <a:spAutoFit/>
              </a:bodyPr>
              <a:lstStyle/>
              <a:p>
                <a:r>
                  <a:rPr lang="zh-CN" altLang="en-US" sz="2000">
                    <a:solidFill>
                      <a:schemeClr val="bg1"/>
                    </a:solidFill>
                  </a:rPr>
                  <a:t>资源</a:t>
                </a:r>
                <a:endParaRPr lang="zh-CN" altLang="en-US" sz="2000" dirty="0">
                  <a:solidFill>
                    <a:schemeClr val="bg1"/>
                  </a:solidFill>
                </a:endParaRPr>
              </a:p>
            </p:txBody>
          </p:sp>
          <p:sp>
            <p:nvSpPr>
              <p:cNvPr id="62" name="文本框 61"/>
              <p:cNvSpPr txBox="1"/>
              <p:nvPr/>
            </p:nvSpPr>
            <p:spPr>
              <a:xfrm flipH="1">
                <a:off x="10996761" y="4984964"/>
                <a:ext cx="697627" cy="400110"/>
              </a:xfrm>
              <a:prstGeom prst="rect">
                <a:avLst/>
              </a:prstGeom>
              <a:noFill/>
            </p:spPr>
            <p:txBody>
              <a:bodyPr wrap="none">
                <a:spAutoFit/>
              </a:bodyPr>
              <a:lstStyle/>
              <a:p>
                <a:r>
                  <a:rPr lang="zh-CN" altLang="en-US" sz="2000">
                    <a:solidFill>
                      <a:schemeClr val="bg1"/>
                    </a:solidFill>
                  </a:rPr>
                  <a:t>素材</a:t>
                </a:r>
                <a:endParaRPr lang="zh-CN" altLang="en-US" sz="2000" dirty="0">
                  <a:solidFill>
                    <a:schemeClr val="bg1"/>
                  </a:solidFill>
                </a:endParaRPr>
              </a:p>
            </p:txBody>
          </p:sp>
          <p:cxnSp>
            <p:nvCxnSpPr>
              <p:cNvPr id="63" name="直接连接符 62"/>
              <p:cNvCxnSpPr/>
              <p:nvPr/>
            </p:nvCxnSpPr>
            <p:spPr>
              <a:xfrm flipH="1">
                <a:off x="11054302" y="3698876"/>
                <a:ext cx="5825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11054302" y="2708114"/>
                <a:ext cx="5825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11054302" y="4689638"/>
                <a:ext cx="5825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4" name="箭头: 右 123"/>
              <p:cNvSpPr/>
              <p:nvPr/>
            </p:nvSpPr>
            <p:spPr>
              <a:xfrm flipH="1">
                <a:off x="10568908" y="3531963"/>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3" name="组合 22"/>
          <p:cNvGrpSpPr/>
          <p:nvPr/>
        </p:nvGrpSpPr>
        <p:grpSpPr>
          <a:xfrm>
            <a:off x="4656365" y="1947229"/>
            <a:ext cx="2879725" cy="2879725"/>
            <a:chOff x="4656365" y="1947229"/>
            <a:chExt cx="2879725" cy="2879725"/>
          </a:xfrm>
        </p:grpSpPr>
        <p:sp>
          <p:nvSpPr>
            <p:cNvPr id="43" name="椭圆 42"/>
            <p:cNvSpPr/>
            <p:nvPr>
              <p:custDataLst>
                <p:tags r:id="rId6"/>
              </p:custDataLst>
            </p:nvPr>
          </p:nvSpPr>
          <p:spPr>
            <a:xfrm>
              <a:off x="4656365" y="1947229"/>
              <a:ext cx="2879725" cy="2879725"/>
            </a:xfrm>
            <a:prstGeom prst="ellipse">
              <a:avLst/>
            </a:prstGeom>
            <a:solidFill>
              <a:schemeClr val="bg1"/>
            </a:solidFill>
            <a:ln w="952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Gill Sans MT" panose="020B0502020104020203" charset="0"/>
              </a:endParaRPr>
            </a:p>
          </p:txBody>
        </p:sp>
        <p:sp>
          <p:nvSpPr>
            <p:cNvPr id="44" name="文本框 43"/>
            <p:cNvSpPr txBox="1"/>
            <p:nvPr>
              <p:custDataLst>
                <p:tags r:id="rId7"/>
              </p:custDataLst>
            </p:nvPr>
          </p:nvSpPr>
          <p:spPr>
            <a:xfrm>
              <a:off x="5387162" y="2466659"/>
              <a:ext cx="1415772" cy="461665"/>
            </a:xfrm>
            <a:prstGeom prst="rect">
              <a:avLst/>
            </a:prstGeom>
            <a:solidFill>
              <a:schemeClr val="accent1">
                <a:alpha val="10000"/>
              </a:schemeClr>
            </a:solidFill>
          </p:spPr>
          <p:txBody>
            <a:bodyPr wrap="none" rtlCol="0">
              <a:spAutoFit/>
            </a:bodyPr>
            <a:lstStyle>
              <a:defPPr>
                <a:defRPr lang="zh-CN"/>
              </a:defPPr>
              <a:lvl1pPr algn="ctr">
                <a:defRPr sz="2400">
                  <a:solidFill>
                    <a:schemeClr val="accent2">
                      <a:lumMod val="75000"/>
                    </a:schemeClr>
                  </a:solidFill>
                </a:defRPr>
              </a:lvl1pPr>
            </a:lstStyle>
            <a:p>
              <a:r>
                <a:rPr lang="zh-CN" altLang="en-US">
                  <a:solidFill>
                    <a:schemeClr val="accent1"/>
                  </a:solidFill>
                  <a:sym typeface="+mn-ea"/>
                </a:rPr>
                <a:t>实践路径</a:t>
              </a:r>
              <a:endParaRPr lang="en-US" altLang="zh-CN" dirty="0">
                <a:solidFill>
                  <a:schemeClr val="accent1"/>
                </a:solidFill>
              </a:endParaRPr>
            </a:p>
          </p:txBody>
        </p:sp>
        <p:grpSp>
          <p:nvGrpSpPr>
            <p:cNvPr id="179" name="组合 178"/>
            <p:cNvGrpSpPr/>
            <p:nvPr/>
          </p:nvGrpSpPr>
          <p:grpSpPr>
            <a:xfrm>
              <a:off x="4869413" y="3063805"/>
              <a:ext cx="2453629" cy="438150"/>
              <a:chOff x="3235337" y="2112107"/>
              <a:chExt cx="2453629" cy="438150"/>
            </a:xfrm>
          </p:grpSpPr>
          <p:sp>
            <p:nvSpPr>
              <p:cNvPr id="180" name="矩形: 圆角 179"/>
              <p:cNvSpPr/>
              <p:nvPr/>
            </p:nvSpPr>
            <p:spPr>
              <a:xfrm>
                <a:off x="3235337" y="2112107"/>
                <a:ext cx="2453629" cy="438150"/>
              </a:xfrm>
              <a:prstGeom prst="roundRect">
                <a:avLst>
                  <a:gd name="adj" fmla="val 50000"/>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文本框 180"/>
              <p:cNvSpPr txBox="1"/>
              <p:nvPr/>
            </p:nvSpPr>
            <p:spPr>
              <a:xfrm>
                <a:off x="3596435" y="2146516"/>
                <a:ext cx="1731433" cy="369332"/>
              </a:xfrm>
              <a:prstGeom prst="rect">
                <a:avLst/>
              </a:prstGeom>
              <a:noFill/>
            </p:spPr>
            <p:txBody>
              <a:bodyPr wrap="square">
                <a:spAutoFit/>
              </a:bodyPr>
              <a:lstStyle/>
              <a:p>
                <a:pPr algn="ctr"/>
                <a:r>
                  <a:rPr lang="zh-CN" altLang="en-US" dirty="0">
                    <a:latin typeface="+mj-ea"/>
                    <a:ea typeface="+mj-ea"/>
                  </a:rPr>
                  <a:t>强化理论武装</a:t>
                </a:r>
              </a:p>
            </p:txBody>
          </p:sp>
        </p:grpSp>
        <p:sp>
          <p:nvSpPr>
            <p:cNvPr id="165" name="矩形: 圆角 164"/>
            <p:cNvSpPr/>
            <p:nvPr/>
          </p:nvSpPr>
          <p:spPr>
            <a:xfrm>
              <a:off x="6563627" y="3597457"/>
              <a:ext cx="763350" cy="424247"/>
            </a:xfrm>
            <a:prstGeom prst="roundRect">
              <a:avLst>
                <a:gd name="adj" fmla="val 8809"/>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166" name="文本框 165"/>
            <p:cNvSpPr txBox="1"/>
            <p:nvPr/>
          </p:nvSpPr>
          <p:spPr>
            <a:xfrm>
              <a:off x="6645227" y="3640303"/>
              <a:ext cx="595035" cy="338554"/>
            </a:xfrm>
            <a:prstGeom prst="rect">
              <a:avLst/>
            </a:prstGeom>
            <a:noFill/>
          </p:spPr>
          <p:txBody>
            <a:bodyPr wrap="none">
              <a:spAutoFit/>
            </a:bodyPr>
            <a:lstStyle/>
            <a:p>
              <a:pPr algn="ctr"/>
              <a:r>
                <a:rPr lang="zh-CN" altLang="en-US" sz="1600" dirty="0">
                  <a:solidFill>
                    <a:schemeClr val="bg1"/>
                  </a:solidFill>
                  <a:effectLst>
                    <a:outerShdw blurRad="50800" dist="38100" dir="5400000" algn="t" rotWithShape="0">
                      <a:schemeClr val="accent6">
                        <a:lumMod val="50000"/>
                        <a:alpha val="40000"/>
                      </a:schemeClr>
                    </a:outerShdw>
                  </a:effectLst>
                  <a:latin typeface="+mj-ea"/>
                  <a:ea typeface="+mj-ea"/>
                </a:rPr>
                <a:t>社会</a:t>
              </a:r>
            </a:p>
          </p:txBody>
        </p:sp>
        <p:sp>
          <p:nvSpPr>
            <p:cNvPr id="170" name="矩形: 圆角 169"/>
            <p:cNvSpPr/>
            <p:nvPr/>
          </p:nvSpPr>
          <p:spPr>
            <a:xfrm>
              <a:off x="4865478" y="3597457"/>
              <a:ext cx="763350" cy="424247"/>
            </a:xfrm>
            <a:prstGeom prst="roundRect">
              <a:avLst>
                <a:gd name="adj" fmla="val 8809"/>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mj-ea"/>
                <a:ea typeface="+mj-ea"/>
              </a:endParaRPr>
            </a:p>
          </p:txBody>
        </p:sp>
        <p:sp>
          <p:nvSpPr>
            <p:cNvPr id="171" name="文本框 170"/>
            <p:cNvSpPr txBox="1"/>
            <p:nvPr/>
          </p:nvSpPr>
          <p:spPr>
            <a:xfrm>
              <a:off x="4949636" y="3640303"/>
              <a:ext cx="595035" cy="338554"/>
            </a:xfrm>
            <a:prstGeom prst="rect">
              <a:avLst/>
            </a:prstGeom>
            <a:noFill/>
          </p:spPr>
          <p:txBody>
            <a:bodyPr wrap="none">
              <a:spAutoFit/>
            </a:bodyPr>
            <a:lstStyle/>
            <a:p>
              <a:pPr algn="ctr"/>
              <a:r>
                <a:rPr lang="zh-CN" altLang="en-US" sz="1600" dirty="0">
                  <a:solidFill>
                    <a:schemeClr val="bg1"/>
                  </a:solidFill>
                  <a:effectLst>
                    <a:outerShdw blurRad="50800" dist="38100" dir="5400000" algn="t" rotWithShape="0">
                      <a:schemeClr val="accent6">
                        <a:lumMod val="50000"/>
                        <a:alpha val="40000"/>
                      </a:schemeClr>
                    </a:outerShdw>
                  </a:effectLst>
                  <a:latin typeface="+mj-ea"/>
                  <a:ea typeface="+mj-ea"/>
                </a:rPr>
                <a:t>家庭</a:t>
              </a:r>
            </a:p>
          </p:txBody>
        </p:sp>
        <p:sp>
          <p:nvSpPr>
            <p:cNvPr id="175" name="矩形: 圆角 174"/>
            <p:cNvSpPr/>
            <p:nvPr/>
          </p:nvSpPr>
          <p:spPr>
            <a:xfrm>
              <a:off x="5714552" y="3597457"/>
              <a:ext cx="763350" cy="424247"/>
            </a:xfrm>
            <a:prstGeom prst="roundRect">
              <a:avLst>
                <a:gd name="adj" fmla="val 8809"/>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mj-ea"/>
                <a:ea typeface="+mj-ea"/>
              </a:endParaRPr>
            </a:p>
          </p:txBody>
        </p:sp>
        <p:sp>
          <p:nvSpPr>
            <p:cNvPr id="176" name="文本框 175"/>
            <p:cNvSpPr txBox="1"/>
            <p:nvPr/>
          </p:nvSpPr>
          <p:spPr>
            <a:xfrm>
              <a:off x="5808694" y="3640303"/>
              <a:ext cx="595035" cy="338554"/>
            </a:xfrm>
            <a:prstGeom prst="rect">
              <a:avLst/>
            </a:prstGeom>
            <a:noFill/>
          </p:spPr>
          <p:txBody>
            <a:bodyPr wrap="none">
              <a:spAutoFit/>
            </a:bodyPr>
            <a:lstStyle/>
            <a:p>
              <a:pPr algn="ctr"/>
              <a:r>
                <a:rPr lang="zh-CN" altLang="en-US" sz="1600" dirty="0">
                  <a:solidFill>
                    <a:schemeClr val="bg1"/>
                  </a:solidFill>
                  <a:effectLst>
                    <a:outerShdw blurRad="50800" dist="38100" dir="5400000" algn="t" rotWithShape="0">
                      <a:schemeClr val="accent6">
                        <a:lumMod val="50000"/>
                        <a:alpha val="40000"/>
                      </a:schemeClr>
                    </a:outerShdw>
                  </a:effectLst>
                  <a:latin typeface="+mj-ea"/>
                  <a:ea typeface="+mj-ea"/>
                </a:rPr>
                <a:t>学校</a:t>
              </a:r>
            </a:p>
          </p:txBody>
        </p:sp>
        <p:sp>
          <p:nvSpPr>
            <p:cNvPr id="184" name="文本框 183"/>
            <p:cNvSpPr txBox="1"/>
            <p:nvPr/>
          </p:nvSpPr>
          <p:spPr>
            <a:xfrm flipH="1">
              <a:off x="5318738" y="4117206"/>
              <a:ext cx="1554979" cy="400110"/>
            </a:xfrm>
            <a:prstGeom prst="rect">
              <a:avLst/>
            </a:prstGeom>
            <a:solidFill>
              <a:srgbClr val="C00000">
                <a:alpha val="10000"/>
              </a:srgbClr>
            </a:solidFill>
          </p:spPr>
          <p:txBody>
            <a:bodyPr wrap="square">
              <a:spAutoFit/>
            </a:bodyPr>
            <a:lstStyle/>
            <a:p>
              <a:pPr algn="ctr"/>
              <a:r>
                <a:rPr lang="zh-CN" altLang="en-US" sz="2000">
                  <a:solidFill>
                    <a:srgbClr val="C00000"/>
                  </a:solidFill>
                  <a:latin typeface="+mj-ea"/>
                  <a:ea typeface="+mj-ea"/>
                </a:rPr>
                <a:t>教育合力</a:t>
              </a:r>
              <a:endParaRPr lang="zh-CN" altLang="en-US" sz="2000" dirty="0">
                <a:solidFill>
                  <a:srgbClr val="C00000"/>
                </a:solidFill>
                <a:latin typeface="+mj-ea"/>
                <a:ea typeface="+mj-ea"/>
              </a:endParaRPr>
            </a:p>
          </p:txBody>
        </p:sp>
      </p:grpSp>
      <p:grpSp>
        <p:nvGrpSpPr>
          <p:cNvPr id="21" name="组合 20"/>
          <p:cNvGrpSpPr/>
          <p:nvPr/>
        </p:nvGrpSpPr>
        <p:grpSpPr>
          <a:xfrm>
            <a:off x="2897188" y="929930"/>
            <a:ext cx="6397625" cy="1380200"/>
            <a:chOff x="2897188" y="929930"/>
            <a:chExt cx="6397625" cy="1380200"/>
          </a:xfrm>
        </p:grpSpPr>
        <p:cxnSp>
          <p:nvCxnSpPr>
            <p:cNvPr id="69" name="直接连接符 68"/>
            <p:cNvCxnSpPr/>
            <p:nvPr/>
          </p:nvCxnSpPr>
          <p:spPr>
            <a:xfrm>
              <a:off x="3431541" y="1268413"/>
              <a:ext cx="0" cy="646429"/>
            </a:xfrm>
            <a:prstGeom prst="line">
              <a:avLst/>
            </a:prstGeom>
            <a:ln w="9525">
              <a:solidFill>
                <a:schemeClr val="accent2"/>
              </a:solidFill>
              <a:headEnd type="ova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a:off x="6094729" y="1268413"/>
              <a:ext cx="0" cy="646429"/>
            </a:xfrm>
            <a:prstGeom prst="line">
              <a:avLst/>
            </a:prstGeom>
            <a:ln w="9525">
              <a:solidFill>
                <a:schemeClr val="accent1"/>
              </a:solidFill>
              <a:headEnd type="ova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a:off x="8760460" y="1268413"/>
              <a:ext cx="0" cy="646429"/>
            </a:xfrm>
            <a:prstGeom prst="line">
              <a:avLst/>
            </a:prstGeom>
            <a:ln w="952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52" name="椭圆 51"/>
            <p:cNvSpPr/>
            <p:nvPr>
              <p:custDataLst>
                <p:tags r:id="rId3"/>
              </p:custDataLst>
            </p:nvPr>
          </p:nvSpPr>
          <p:spPr>
            <a:xfrm>
              <a:off x="2897188" y="1621474"/>
              <a:ext cx="1068705" cy="688656"/>
            </a:xfrm>
            <a:prstGeom prst="ellipse">
              <a:avLst/>
            </a:prstGeom>
            <a:solidFill>
              <a:schemeClr val="accent2"/>
            </a:solidFill>
          </p:spPr>
          <p:style>
            <a:lnRef idx="0">
              <a:srgbClr val="FFFFFF"/>
            </a:lnRef>
            <a:fillRef idx="1">
              <a:schemeClr val="accent6"/>
            </a:fillRef>
            <a:effectRef idx="0">
              <a:srgbClr val="FFFFFF"/>
            </a:effectRef>
            <a:fontRef idx="minor">
              <a:schemeClr val="lt1"/>
            </a:fontRef>
          </p:style>
          <p:txBody>
            <a:bodyPr rtlCol="0" anchor="ctr"/>
            <a:lstStyle/>
            <a:p>
              <a:pPr algn="ctr"/>
              <a:r>
                <a:rPr lang="en-US" altLang="zh-CN" sz="2400" dirty="0"/>
                <a:t>01</a:t>
              </a:r>
            </a:p>
          </p:txBody>
        </p:sp>
        <p:sp>
          <p:nvSpPr>
            <p:cNvPr id="53" name="椭圆 52"/>
            <p:cNvSpPr/>
            <p:nvPr>
              <p:custDataLst>
                <p:tags r:id="rId4"/>
              </p:custDataLst>
            </p:nvPr>
          </p:nvSpPr>
          <p:spPr>
            <a:xfrm>
              <a:off x="5560378" y="1621474"/>
              <a:ext cx="1068705" cy="688656"/>
            </a:xfrm>
            <a:prstGeom prst="ellipse">
              <a:avLst/>
            </a:prstGeom>
            <a:solidFill>
              <a:schemeClr val="accent1"/>
            </a:solidFill>
          </p:spPr>
          <p:style>
            <a:lnRef idx="0">
              <a:srgbClr val="FFFFFF"/>
            </a:lnRef>
            <a:fillRef idx="1">
              <a:schemeClr val="accent6"/>
            </a:fillRef>
            <a:effectRef idx="0">
              <a:srgbClr val="FFFFFF"/>
            </a:effectRef>
            <a:fontRef idx="minor">
              <a:schemeClr val="lt1"/>
            </a:fontRef>
          </p:style>
          <p:txBody>
            <a:bodyPr rtlCol="0" anchor="ctr"/>
            <a:lstStyle/>
            <a:p>
              <a:pPr algn="ctr"/>
              <a:r>
                <a:rPr lang="en-US" altLang="zh-CN" sz="2400" dirty="0"/>
                <a:t>02</a:t>
              </a:r>
            </a:p>
          </p:txBody>
        </p:sp>
        <p:sp>
          <p:nvSpPr>
            <p:cNvPr id="54" name="椭圆 53"/>
            <p:cNvSpPr/>
            <p:nvPr>
              <p:custDataLst>
                <p:tags r:id="rId5"/>
              </p:custDataLst>
            </p:nvPr>
          </p:nvSpPr>
          <p:spPr>
            <a:xfrm>
              <a:off x="8226108" y="1621474"/>
              <a:ext cx="1068705" cy="688656"/>
            </a:xfrm>
            <a:prstGeom prst="ellipse">
              <a:avLst/>
            </a:prstGeom>
            <a:solidFill>
              <a:schemeClr val="accent4"/>
            </a:solidFill>
          </p:spPr>
          <p:style>
            <a:lnRef idx="0">
              <a:srgbClr val="FFFFFF"/>
            </a:lnRef>
            <a:fillRef idx="1">
              <a:schemeClr val="accent6"/>
            </a:fillRef>
            <a:effectRef idx="0">
              <a:srgbClr val="FFFFFF"/>
            </a:effectRef>
            <a:fontRef idx="minor">
              <a:schemeClr val="lt1"/>
            </a:fontRef>
          </p:style>
          <p:txBody>
            <a:bodyPr rtlCol="0" anchor="ctr"/>
            <a:lstStyle/>
            <a:p>
              <a:pPr algn="ctr"/>
              <a:r>
                <a:rPr lang="en-US" altLang="zh-CN" sz="2400" dirty="0"/>
                <a:t>03</a:t>
              </a:r>
            </a:p>
          </p:txBody>
        </p:sp>
        <p:sp>
          <p:nvSpPr>
            <p:cNvPr id="146" name="圆角矩形 2"/>
            <p:cNvSpPr/>
            <p:nvPr/>
          </p:nvSpPr>
          <p:spPr>
            <a:xfrm>
              <a:off x="2906136" y="929930"/>
              <a:ext cx="6379728" cy="413325"/>
            </a:xfrm>
            <a:prstGeom prst="roundRect">
              <a:avLst>
                <a:gd name="adj" fmla="val 50000"/>
              </a:avLst>
            </a:prstGeom>
            <a:solidFill>
              <a:schemeClr val="accent2"/>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2000" b="1" dirty="0"/>
                <a:t>阐释马克思主义作为社会价值观由社会存在决定观点</a:t>
              </a:r>
            </a:p>
          </p:txBody>
        </p:sp>
      </p:grpSp>
      <p:grpSp>
        <p:nvGrpSpPr>
          <p:cNvPr id="29" name="组合 28"/>
          <p:cNvGrpSpPr/>
          <p:nvPr/>
        </p:nvGrpSpPr>
        <p:grpSpPr>
          <a:xfrm>
            <a:off x="2736533" y="4689637"/>
            <a:ext cx="6718935" cy="1213641"/>
            <a:chOff x="2736533" y="4689637"/>
            <a:chExt cx="6718935" cy="1213641"/>
          </a:xfrm>
        </p:grpSpPr>
        <p:sp>
          <p:nvSpPr>
            <p:cNvPr id="76" name="箭头: 五边形 75"/>
            <p:cNvSpPr/>
            <p:nvPr/>
          </p:nvSpPr>
          <p:spPr>
            <a:xfrm rot="16200000">
              <a:off x="7036540" y="3749916"/>
              <a:ext cx="783746" cy="2663187"/>
            </a:xfrm>
            <a:prstGeom prst="homePlate">
              <a:avLst>
                <a:gd name="adj" fmla="val 46084"/>
              </a:avLst>
            </a:prstGeom>
            <a:solidFill>
              <a:srgbClr val="C0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箭头: 五边形 74"/>
            <p:cNvSpPr/>
            <p:nvPr/>
          </p:nvSpPr>
          <p:spPr>
            <a:xfrm rot="16200000">
              <a:off x="4371262" y="3749916"/>
              <a:ext cx="783746" cy="2663187"/>
            </a:xfrm>
            <a:prstGeom prst="homePlate">
              <a:avLst>
                <a:gd name="adj" fmla="val 46084"/>
              </a:avLst>
            </a:prstGeom>
            <a:solidFill>
              <a:srgbClr val="C0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6"/>
            <p:cNvSpPr/>
            <p:nvPr>
              <p:custDataLst>
                <p:tags r:id="rId2"/>
              </p:custDataLst>
            </p:nvPr>
          </p:nvSpPr>
          <p:spPr>
            <a:xfrm>
              <a:off x="2736533" y="5473383"/>
              <a:ext cx="6718935" cy="429895"/>
            </a:xfrm>
            <a:prstGeom prst="roundRect">
              <a:avLst>
                <a:gd name="adj" fmla="val 0"/>
              </a:avLst>
            </a:prstGeom>
            <a:solidFill>
              <a:schemeClr val="accent4"/>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ym typeface="+mn-ea"/>
                </a:rPr>
                <a:t>维护国家统一和民族团结，关注并投入“一带一路”建设</a:t>
              </a:r>
              <a:endParaRPr kumimoji="0" lang="zh-CN" altLang="en-US" sz="1800" b="0" i="0" u="none" strike="noStrike" kern="1200" cap="none" spc="0" normalizeH="0" baseline="0" noProof="0" dirty="0">
                <a:ln>
                  <a:noFill/>
                </a:ln>
                <a:solidFill>
                  <a:prstClr val="white"/>
                </a:solidFill>
                <a:effectLst/>
                <a:uLnTx/>
                <a:uFillTx/>
                <a:latin typeface="Gill Sans MT" panose="020B0502020104020203" charset="0"/>
                <a:ea typeface="Gill Sans MT" panose="020B0502020104020203" charset="0"/>
                <a:cs typeface="+mn-cs"/>
              </a:endParaRPr>
            </a:p>
          </p:txBody>
        </p:sp>
        <p:sp>
          <p:nvSpPr>
            <p:cNvPr id="97" name="文本框 96"/>
            <p:cNvSpPr txBox="1"/>
            <p:nvPr/>
          </p:nvSpPr>
          <p:spPr>
            <a:xfrm flipH="1">
              <a:off x="3545623" y="4880806"/>
              <a:ext cx="2435025" cy="553806"/>
            </a:xfrm>
            <a:prstGeom prst="rect">
              <a:avLst/>
            </a:prstGeom>
            <a:noFill/>
          </p:spPr>
          <p:txBody>
            <a:bodyPr wrap="square">
              <a:spAutoFit/>
            </a:bodyPr>
            <a:lstStyle/>
            <a:p>
              <a:pPr algn="ctr">
                <a:lnSpc>
                  <a:spcPct val="110000"/>
                </a:lnSpc>
              </a:pPr>
              <a:r>
                <a:rPr lang="zh-CN" altLang="en-US" sz="1400" dirty="0">
                  <a:solidFill>
                    <a:schemeClr val="accent4">
                      <a:lumMod val="75000"/>
                    </a:schemeClr>
                  </a:solidFill>
                </a:rPr>
                <a:t>利用网络课堂为学</a:t>
              </a:r>
              <a:endParaRPr lang="en-US" altLang="zh-CN" sz="1400" dirty="0">
                <a:solidFill>
                  <a:schemeClr val="accent4">
                    <a:lumMod val="75000"/>
                  </a:schemeClr>
                </a:solidFill>
              </a:endParaRPr>
            </a:p>
            <a:p>
              <a:pPr algn="ctr">
                <a:lnSpc>
                  <a:spcPct val="110000"/>
                </a:lnSpc>
              </a:pPr>
              <a:r>
                <a:rPr lang="zh-CN" altLang="en-US" sz="1400" dirty="0">
                  <a:solidFill>
                    <a:schemeClr val="accent4">
                      <a:lumMod val="75000"/>
                    </a:schemeClr>
                  </a:solidFill>
                </a:rPr>
                <a:t>生打造更加多元化学习环境</a:t>
              </a:r>
            </a:p>
          </p:txBody>
        </p:sp>
        <p:sp>
          <p:nvSpPr>
            <p:cNvPr id="99" name="文本框 98"/>
            <p:cNvSpPr txBox="1"/>
            <p:nvPr/>
          </p:nvSpPr>
          <p:spPr>
            <a:xfrm flipH="1">
              <a:off x="6210901" y="4880806"/>
              <a:ext cx="2435025" cy="553806"/>
            </a:xfrm>
            <a:prstGeom prst="rect">
              <a:avLst/>
            </a:prstGeom>
            <a:noFill/>
          </p:spPr>
          <p:txBody>
            <a:bodyPr wrap="square">
              <a:spAutoFit/>
            </a:bodyPr>
            <a:lstStyle/>
            <a:p>
              <a:pPr algn="ctr">
                <a:lnSpc>
                  <a:spcPct val="110000"/>
                </a:lnSpc>
              </a:pPr>
              <a:r>
                <a:rPr lang="zh-CN" altLang="en-US" sz="1400" dirty="0">
                  <a:solidFill>
                    <a:schemeClr val="accent4">
                      <a:lumMod val="75000"/>
                    </a:schemeClr>
                  </a:solidFill>
                </a:rPr>
                <a:t>加强专业课程“课</a:t>
              </a:r>
              <a:endParaRPr lang="en-US" altLang="zh-CN" sz="1400" dirty="0">
                <a:solidFill>
                  <a:schemeClr val="accent4">
                    <a:lumMod val="75000"/>
                  </a:schemeClr>
                </a:solidFill>
              </a:endParaRPr>
            </a:p>
            <a:p>
              <a:pPr algn="ctr">
                <a:lnSpc>
                  <a:spcPct val="110000"/>
                </a:lnSpc>
              </a:pPr>
              <a:r>
                <a:rPr lang="zh-CN" altLang="en-US" sz="1400" dirty="0">
                  <a:solidFill>
                    <a:schemeClr val="accent4">
                      <a:lumMod val="75000"/>
                    </a:schemeClr>
                  </a:solidFill>
                </a:rPr>
                <a:t>程思政”建设打破学科壁垒</a:t>
              </a:r>
            </a:p>
          </p:txBody>
        </p:sp>
        <p:cxnSp>
          <p:nvCxnSpPr>
            <p:cNvPr id="73" name="直接连接符 72"/>
            <p:cNvCxnSpPr/>
            <p:nvPr/>
          </p:nvCxnSpPr>
          <p:spPr>
            <a:xfrm>
              <a:off x="6094730" y="4826954"/>
              <a:ext cx="0" cy="646429"/>
            </a:xfrm>
            <a:prstGeom prst="line">
              <a:avLst/>
            </a:prstGeom>
            <a:ln w="9525">
              <a:solidFill>
                <a:schemeClr val="accent1"/>
              </a:solidFill>
              <a:headEnd type="ova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8760460" y="4826954"/>
              <a:ext cx="0" cy="646429"/>
            </a:xfrm>
            <a:prstGeom prst="line">
              <a:avLst/>
            </a:prstGeom>
            <a:ln w="9525">
              <a:solidFill>
                <a:schemeClr val="accent4"/>
              </a:solidFill>
              <a:headEnd type="ova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a:off x="3431540" y="4826954"/>
              <a:ext cx="0" cy="646429"/>
            </a:xfrm>
            <a:prstGeom prst="line">
              <a:avLst/>
            </a:prstGeom>
            <a:ln w="9525">
              <a:solidFill>
                <a:schemeClr val="accent2"/>
              </a:solidFill>
              <a:headEnd type="ova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circle(in)">
                                      <p:cBhvr>
                                        <p:cTn id="7" dur="75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down)">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anim calcmode="lin" valueType="num">
                                      <p:cBhvr>
                                        <p:cTn id="18" dur="500" fill="hold"/>
                                        <p:tgtEl>
                                          <p:spTgt spid="22"/>
                                        </p:tgtEl>
                                        <p:attrNameLst>
                                          <p:attrName>ppt_x</p:attrName>
                                        </p:attrNameLst>
                                      </p:cBhvr>
                                      <p:tavLst>
                                        <p:tav tm="0">
                                          <p:val>
                                            <p:strVal val="#ppt_x"/>
                                          </p:val>
                                        </p:tav>
                                        <p:tav tm="100000">
                                          <p:val>
                                            <p:strVal val="#ppt_x"/>
                                          </p:val>
                                        </p:tav>
                                      </p:tavLst>
                                    </p:anim>
                                    <p:anim calcmode="lin" valueType="num">
                                      <p:cBhvr>
                                        <p:cTn id="19"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anim calcmode="lin" valueType="num">
                                      <p:cBhvr>
                                        <p:cTn id="25" dur="500" fill="hold"/>
                                        <p:tgtEl>
                                          <p:spTgt spid="23"/>
                                        </p:tgtEl>
                                        <p:attrNameLst>
                                          <p:attrName>ppt_x</p:attrName>
                                        </p:attrNameLst>
                                      </p:cBhvr>
                                      <p:tavLst>
                                        <p:tav tm="0">
                                          <p:val>
                                            <p:strVal val="#ppt_x"/>
                                          </p:val>
                                        </p:tav>
                                        <p:tav tm="100000">
                                          <p:val>
                                            <p:strVal val="#ppt_x"/>
                                          </p:val>
                                        </p:tav>
                                      </p:tavLst>
                                    </p:anim>
                                    <p:anim calcmode="lin" valueType="num">
                                      <p:cBhvr>
                                        <p:cTn id="26"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anim calcmode="lin" valueType="num">
                                      <p:cBhvr>
                                        <p:cTn id="32" dur="500" fill="hold"/>
                                        <p:tgtEl>
                                          <p:spTgt spid="24"/>
                                        </p:tgtEl>
                                        <p:attrNameLst>
                                          <p:attrName>ppt_x</p:attrName>
                                        </p:attrNameLst>
                                      </p:cBhvr>
                                      <p:tavLst>
                                        <p:tav tm="0">
                                          <p:val>
                                            <p:strVal val="#ppt_x"/>
                                          </p:val>
                                        </p:tav>
                                        <p:tav tm="100000">
                                          <p:val>
                                            <p:strVal val="#ppt_x"/>
                                          </p:val>
                                        </p:tav>
                                      </p:tavLst>
                                    </p:anim>
                                    <p:anim calcmode="lin" valueType="num">
                                      <p:cBhvr>
                                        <p:cTn id="33"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up)">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67"/>
                                        </p:tgtEl>
                                        <p:attrNameLst>
                                          <p:attrName>style.visibility</p:attrName>
                                        </p:attrNameLst>
                                      </p:cBhvr>
                                      <p:to>
                                        <p:strVal val="visible"/>
                                      </p:to>
                                    </p:set>
                                    <p:animEffect transition="in" filter="barn(inVertical)">
                                      <p:cBhvr>
                                        <p:cTn id="43" dur="500"/>
                                        <p:tgtEl>
                                          <p:spTgt spid="67"/>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6" fill="hold"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barn(inHorizontal)">
                                      <p:cBhvr>
                                        <p:cTn id="48"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教学实施过程</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6"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课前准备</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91" name="组合 90"/>
          <p:cNvGrpSpPr/>
          <p:nvPr/>
        </p:nvGrpSpPr>
        <p:grpSpPr>
          <a:xfrm>
            <a:off x="6013844" y="2554162"/>
            <a:ext cx="3034381" cy="3124461"/>
            <a:chOff x="6013844" y="2554162"/>
            <a:chExt cx="3034381" cy="3124461"/>
          </a:xfrm>
        </p:grpSpPr>
        <p:sp>
          <p:nvSpPr>
            <p:cNvPr id="19" name="PA-值得玩PPT_PPT弹药库60"/>
            <p:cNvSpPr/>
            <p:nvPr>
              <p:custDataLst>
                <p:tags r:id="rId1"/>
              </p:custDataLst>
            </p:nvPr>
          </p:nvSpPr>
          <p:spPr>
            <a:xfrm>
              <a:off x="7100298" y="3498016"/>
              <a:ext cx="430690" cy="313599"/>
            </a:xfrm>
            <a:custGeom>
              <a:avLst/>
              <a:gdLst>
                <a:gd name="connsiteX0" fmla="*/ 125164 w 398787"/>
                <a:gd name="connsiteY0" fmla="*/ 290370 h 290369"/>
                <a:gd name="connsiteX1" fmla="*/ 134643 w 398787"/>
                <a:gd name="connsiteY1" fmla="*/ 281354 h 290369"/>
                <a:gd name="connsiteX2" fmla="*/ 145819 w 398787"/>
                <a:gd name="connsiteY2" fmla="*/ 271343 h 290369"/>
                <a:gd name="connsiteX3" fmla="*/ 152779 w 398787"/>
                <a:gd name="connsiteY3" fmla="*/ 265293 h 290369"/>
                <a:gd name="connsiteX4" fmla="*/ 160835 w 398787"/>
                <a:gd name="connsiteY4" fmla="*/ 258985 h 290369"/>
                <a:gd name="connsiteX5" fmla="*/ 200945 w 398787"/>
                <a:gd name="connsiteY5" fmla="*/ 231439 h 290369"/>
                <a:gd name="connsiteX6" fmla="*/ 250723 w 398787"/>
                <a:gd name="connsiteY6" fmla="*/ 206430 h 290369"/>
                <a:gd name="connsiteX7" fmla="*/ 303534 w 398787"/>
                <a:gd name="connsiteY7" fmla="*/ 188878 h 290369"/>
                <a:gd name="connsiteX8" fmla="*/ 328612 w 398787"/>
                <a:gd name="connsiteY8" fmla="*/ 183512 h 290369"/>
                <a:gd name="connsiteX9" fmla="*/ 340302 w 398787"/>
                <a:gd name="connsiteY9" fmla="*/ 181421 h 290369"/>
                <a:gd name="connsiteX10" fmla="*/ 351324 w 398787"/>
                <a:gd name="connsiteY10" fmla="*/ 180050 h 290369"/>
                <a:gd name="connsiteX11" fmla="*/ 370693 w 398787"/>
                <a:gd name="connsiteY11" fmla="*/ 178182 h 290369"/>
                <a:gd name="connsiteX12" fmla="*/ 378784 w 398787"/>
                <a:gd name="connsiteY12" fmla="*/ 177530 h 290369"/>
                <a:gd name="connsiteX13" fmla="*/ 385692 w 398787"/>
                <a:gd name="connsiteY13" fmla="*/ 177376 h 290369"/>
                <a:gd name="connsiteX14" fmla="*/ 398787 w 398787"/>
                <a:gd name="connsiteY14" fmla="*/ 177016 h 290369"/>
                <a:gd name="connsiteX15" fmla="*/ 398787 w 398787"/>
                <a:gd name="connsiteY15" fmla="*/ 0 h 290369"/>
                <a:gd name="connsiteX16" fmla="*/ 379812 w 398787"/>
                <a:gd name="connsiteY16" fmla="*/ 446 h 290369"/>
                <a:gd name="connsiteX17" fmla="*/ 369819 w 398787"/>
                <a:gd name="connsiteY17" fmla="*/ 720 h 290369"/>
                <a:gd name="connsiteX18" fmla="*/ 358043 w 398787"/>
                <a:gd name="connsiteY18" fmla="*/ 1577 h 290369"/>
                <a:gd name="connsiteX19" fmla="*/ 329863 w 398787"/>
                <a:gd name="connsiteY19" fmla="*/ 4302 h 290369"/>
                <a:gd name="connsiteX20" fmla="*/ 313802 w 398787"/>
                <a:gd name="connsiteY20" fmla="*/ 6359 h 290369"/>
                <a:gd name="connsiteX21" fmla="*/ 296729 w 398787"/>
                <a:gd name="connsiteY21" fmla="*/ 9342 h 290369"/>
                <a:gd name="connsiteX22" fmla="*/ 260116 w 398787"/>
                <a:gd name="connsiteY22" fmla="*/ 17210 h 290369"/>
                <a:gd name="connsiteX23" fmla="*/ 182913 w 398787"/>
                <a:gd name="connsiteY23" fmla="*/ 42853 h 290369"/>
                <a:gd name="connsiteX24" fmla="*/ 110269 w 398787"/>
                <a:gd name="connsiteY24" fmla="*/ 79346 h 290369"/>
                <a:gd name="connsiteX25" fmla="*/ 51835 w 398787"/>
                <a:gd name="connsiteY25" fmla="*/ 119439 h 290369"/>
                <a:gd name="connsiteX26" fmla="*/ 40144 w 398787"/>
                <a:gd name="connsiteY26" fmla="*/ 128661 h 290369"/>
                <a:gd name="connsiteX27" fmla="*/ 29980 w 398787"/>
                <a:gd name="connsiteY27" fmla="*/ 137420 h 290369"/>
                <a:gd name="connsiteX28" fmla="*/ 13747 w 398787"/>
                <a:gd name="connsiteY28" fmla="*/ 152007 h 290369"/>
                <a:gd name="connsiteX29" fmla="*/ 0 w 398787"/>
                <a:gd name="connsiteY29" fmla="*/ 165137 h 290369"/>
                <a:gd name="connsiteX30" fmla="*/ 125164 w 398787"/>
                <a:gd name="connsiteY30" fmla="*/ 290318 h 290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98787" h="290369">
                  <a:moveTo>
                    <a:pt x="125164" y="290370"/>
                  </a:moveTo>
                  <a:cubicBezTo>
                    <a:pt x="125164" y="290370"/>
                    <a:pt x="128610" y="287096"/>
                    <a:pt x="134643" y="281354"/>
                  </a:cubicBezTo>
                  <a:cubicBezTo>
                    <a:pt x="137574" y="278388"/>
                    <a:pt x="141414" y="275114"/>
                    <a:pt x="145819" y="271343"/>
                  </a:cubicBezTo>
                  <a:cubicBezTo>
                    <a:pt x="147996" y="269441"/>
                    <a:pt x="150327" y="267418"/>
                    <a:pt x="152779" y="265293"/>
                  </a:cubicBezTo>
                  <a:cubicBezTo>
                    <a:pt x="155333" y="263287"/>
                    <a:pt x="158024" y="261179"/>
                    <a:pt x="160835" y="258985"/>
                  </a:cubicBezTo>
                  <a:cubicBezTo>
                    <a:pt x="171942" y="250037"/>
                    <a:pt x="185741" y="240695"/>
                    <a:pt x="200945" y="231439"/>
                  </a:cubicBezTo>
                  <a:cubicBezTo>
                    <a:pt x="216183" y="222217"/>
                    <a:pt x="233273" y="213869"/>
                    <a:pt x="250723" y="206430"/>
                  </a:cubicBezTo>
                  <a:cubicBezTo>
                    <a:pt x="268207" y="199059"/>
                    <a:pt x="286376" y="193471"/>
                    <a:pt x="303534" y="188878"/>
                  </a:cubicBezTo>
                  <a:cubicBezTo>
                    <a:pt x="312225" y="186992"/>
                    <a:pt x="320521" y="184712"/>
                    <a:pt x="328612" y="183512"/>
                  </a:cubicBezTo>
                  <a:cubicBezTo>
                    <a:pt x="332623" y="182793"/>
                    <a:pt x="336531" y="182107"/>
                    <a:pt x="340302" y="181421"/>
                  </a:cubicBezTo>
                  <a:cubicBezTo>
                    <a:pt x="344107" y="180941"/>
                    <a:pt x="347793" y="180496"/>
                    <a:pt x="351324" y="180050"/>
                  </a:cubicBezTo>
                  <a:cubicBezTo>
                    <a:pt x="358369" y="178970"/>
                    <a:pt x="364917" y="178627"/>
                    <a:pt x="370693" y="178182"/>
                  </a:cubicBezTo>
                  <a:cubicBezTo>
                    <a:pt x="373590" y="177959"/>
                    <a:pt x="376281" y="177736"/>
                    <a:pt x="378784" y="177530"/>
                  </a:cubicBezTo>
                  <a:cubicBezTo>
                    <a:pt x="381303" y="177479"/>
                    <a:pt x="383600" y="177427"/>
                    <a:pt x="385692" y="177376"/>
                  </a:cubicBezTo>
                  <a:cubicBezTo>
                    <a:pt x="394022" y="177153"/>
                    <a:pt x="398787" y="177016"/>
                    <a:pt x="398787" y="177016"/>
                  </a:cubicBezTo>
                  <a:lnTo>
                    <a:pt x="398787" y="0"/>
                  </a:lnTo>
                  <a:cubicBezTo>
                    <a:pt x="398787" y="0"/>
                    <a:pt x="391880" y="171"/>
                    <a:pt x="379812" y="446"/>
                  </a:cubicBezTo>
                  <a:cubicBezTo>
                    <a:pt x="376795" y="531"/>
                    <a:pt x="373453" y="634"/>
                    <a:pt x="369819" y="720"/>
                  </a:cubicBezTo>
                  <a:cubicBezTo>
                    <a:pt x="366185" y="994"/>
                    <a:pt x="362243" y="1268"/>
                    <a:pt x="358043" y="1577"/>
                  </a:cubicBezTo>
                  <a:cubicBezTo>
                    <a:pt x="349644" y="2211"/>
                    <a:pt x="340148" y="2828"/>
                    <a:pt x="329863" y="4302"/>
                  </a:cubicBezTo>
                  <a:cubicBezTo>
                    <a:pt x="324721" y="4971"/>
                    <a:pt x="319356" y="5657"/>
                    <a:pt x="313802" y="6359"/>
                  </a:cubicBezTo>
                  <a:cubicBezTo>
                    <a:pt x="308282" y="7319"/>
                    <a:pt x="302592" y="8313"/>
                    <a:pt x="296729" y="9342"/>
                  </a:cubicBezTo>
                  <a:cubicBezTo>
                    <a:pt x="284971" y="11210"/>
                    <a:pt x="272783" y="14313"/>
                    <a:pt x="260116" y="17210"/>
                  </a:cubicBezTo>
                  <a:cubicBezTo>
                    <a:pt x="234987" y="23809"/>
                    <a:pt x="208487" y="32122"/>
                    <a:pt x="182913" y="42853"/>
                  </a:cubicBezTo>
                  <a:cubicBezTo>
                    <a:pt x="157389" y="53634"/>
                    <a:pt x="132501" y="65942"/>
                    <a:pt x="110269" y="79346"/>
                  </a:cubicBezTo>
                  <a:cubicBezTo>
                    <a:pt x="88071" y="92767"/>
                    <a:pt x="68050" y="106498"/>
                    <a:pt x="51835" y="119439"/>
                  </a:cubicBezTo>
                  <a:cubicBezTo>
                    <a:pt x="47755" y="122644"/>
                    <a:pt x="43864" y="125730"/>
                    <a:pt x="40144" y="128661"/>
                  </a:cubicBezTo>
                  <a:cubicBezTo>
                    <a:pt x="36562" y="131746"/>
                    <a:pt x="33168" y="134677"/>
                    <a:pt x="29980" y="137420"/>
                  </a:cubicBezTo>
                  <a:cubicBezTo>
                    <a:pt x="23586" y="142922"/>
                    <a:pt x="18050" y="147739"/>
                    <a:pt x="13747" y="152007"/>
                  </a:cubicBezTo>
                  <a:cubicBezTo>
                    <a:pt x="5005" y="160372"/>
                    <a:pt x="0" y="165137"/>
                    <a:pt x="0" y="165137"/>
                  </a:cubicBezTo>
                  <a:lnTo>
                    <a:pt x="125164" y="290318"/>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0" name="PA-值得玩PPT_PPT弹药库61"/>
            <p:cNvSpPr/>
            <p:nvPr>
              <p:custDataLst>
                <p:tags r:id="rId2"/>
              </p:custDataLst>
            </p:nvPr>
          </p:nvSpPr>
          <p:spPr>
            <a:xfrm>
              <a:off x="7531007" y="3498089"/>
              <a:ext cx="430745" cy="313525"/>
            </a:xfrm>
            <a:custGeom>
              <a:avLst/>
              <a:gdLst>
                <a:gd name="connsiteX0" fmla="*/ 0 w 398838"/>
                <a:gd name="connsiteY0" fmla="*/ 176947 h 290301"/>
                <a:gd name="connsiteX1" fmla="*/ 13113 w 398838"/>
                <a:gd name="connsiteY1" fmla="*/ 177307 h 290301"/>
                <a:gd name="connsiteX2" fmla="*/ 20021 w 398838"/>
                <a:gd name="connsiteY2" fmla="*/ 177462 h 290301"/>
                <a:gd name="connsiteX3" fmla="*/ 28111 w 398838"/>
                <a:gd name="connsiteY3" fmla="*/ 178113 h 290301"/>
                <a:gd name="connsiteX4" fmla="*/ 47481 w 398838"/>
                <a:gd name="connsiteY4" fmla="*/ 179981 h 290301"/>
                <a:gd name="connsiteX5" fmla="*/ 58520 w 398838"/>
                <a:gd name="connsiteY5" fmla="*/ 181353 h 290301"/>
                <a:gd name="connsiteX6" fmla="*/ 70210 w 398838"/>
                <a:gd name="connsiteY6" fmla="*/ 183444 h 290301"/>
                <a:gd name="connsiteX7" fmla="*/ 95270 w 398838"/>
                <a:gd name="connsiteY7" fmla="*/ 188809 h 290301"/>
                <a:gd name="connsiteX8" fmla="*/ 148082 w 398838"/>
                <a:gd name="connsiteY8" fmla="*/ 206362 h 290301"/>
                <a:gd name="connsiteX9" fmla="*/ 197860 w 398838"/>
                <a:gd name="connsiteY9" fmla="*/ 231370 h 290301"/>
                <a:gd name="connsiteX10" fmla="*/ 237970 w 398838"/>
                <a:gd name="connsiteY10" fmla="*/ 258916 h 290301"/>
                <a:gd name="connsiteX11" fmla="*/ 246026 w 398838"/>
                <a:gd name="connsiteY11" fmla="*/ 265224 h 290301"/>
                <a:gd name="connsiteX12" fmla="*/ 253003 w 398838"/>
                <a:gd name="connsiteY12" fmla="*/ 271275 h 290301"/>
                <a:gd name="connsiteX13" fmla="*/ 264178 w 398838"/>
                <a:gd name="connsiteY13" fmla="*/ 281285 h 290301"/>
                <a:gd name="connsiteX14" fmla="*/ 273657 w 398838"/>
                <a:gd name="connsiteY14" fmla="*/ 290301 h 290301"/>
                <a:gd name="connsiteX15" fmla="*/ 398839 w 398838"/>
                <a:gd name="connsiteY15" fmla="*/ 165120 h 290301"/>
                <a:gd name="connsiteX16" fmla="*/ 385092 w 398838"/>
                <a:gd name="connsiteY16" fmla="*/ 151990 h 290301"/>
                <a:gd name="connsiteX17" fmla="*/ 368842 w 398838"/>
                <a:gd name="connsiteY17" fmla="*/ 137420 h 290301"/>
                <a:gd name="connsiteX18" fmla="*/ 358677 w 398838"/>
                <a:gd name="connsiteY18" fmla="*/ 128661 h 290301"/>
                <a:gd name="connsiteX19" fmla="*/ 346987 w 398838"/>
                <a:gd name="connsiteY19" fmla="*/ 119439 h 290301"/>
                <a:gd name="connsiteX20" fmla="*/ 288553 w 398838"/>
                <a:gd name="connsiteY20" fmla="*/ 79346 h 290301"/>
                <a:gd name="connsiteX21" fmla="*/ 215909 w 398838"/>
                <a:gd name="connsiteY21" fmla="*/ 42853 h 290301"/>
                <a:gd name="connsiteX22" fmla="*/ 138706 w 398838"/>
                <a:gd name="connsiteY22" fmla="*/ 17210 h 290301"/>
                <a:gd name="connsiteX23" fmla="*/ 102092 w 398838"/>
                <a:gd name="connsiteY23" fmla="*/ 9342 h 290301"/>
                <a:gd name="connsiteX24" fmla="*/ 85020 w 398838"/>
                <a:gd name="connsiteY24" fmla="*/ 6359 h 290301"/>
                <a:gd name="connsiteX25" fmla="*/ 68959 w 398838"/>
                <a:gd name="connsiteY25" fmla="*/ 4302 h 290301"/>
                <a:gd name="connsiteX26" fmla="*/ 40779 w 398838"/>
                <a:gd name="connsiteY26" fmla="*/ 1577 h 290301"/>
                <a:gd name="connsiteX27" fmla="*/ 29003 w 398838"/>
                <a:gd name="connsiteY27" fmla="*/ 720 h 290301"/>
                <a:gd name="connsiteX28" fmla="*/ 19010 w 398838"/>
                <a:gd name="connsiteY28" fmla="*/ 446 h 290301"/>
                <a:gd name="connsiteX29" fmla="*/ 17 w 398838"/>
                <a:gd name="connsiteY29" fmla="*/ 0 h 290301"/>
                <a:gd name="connsiteX30" fmla="*/ 17 w 398838"/>
                <a:gd name="connsiteY30" fmla="*/ 177016 h 29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98838" h="290301">
                  <a:moveTo>
                    <a:pt x="0" y="176947"/>
                  </a:moveTo>
                  <a:cubicBezTo>
                    <a:pt x="0" y="176947"/>
                    <a:pt x="4765" y="177085"/>
                    <a:pt x="13113" y="177307"/>
                  </a:cubicBezTo>
                  <a:cubicBezTo>
                    <a:pt x="15204" y="177359"/>
                    <a:pt x="17501" y="177410"/>
                    <a:pt x="20021" y="177462"/>
                  </a:cubicBezTo>
                  <a:cubicBezTo>
                    <a:pt x="22523" y="177667"/>
                    <a:pt x="25232" y="177873"/>
                    <a:pt x="28111" y="178113"/>
                  </a:cubicBezTo>
                  <a:cubicBezTo>
                    <a:pt x="33888" y="178559"/>
                    <a:pt x="40436" y="178901"/>
                    <a:pt x="47481" y="179981"/>
                  </a:cubicBezTo>
                  <a:cubicBezTo>
                    <a:pt x="51012" y="180427"/>
                    <a:pt x="54697" y="180873"/>
                    <a:pt x="58520" y="181353"/>
                  </a:cubicBezTo>
                  <a:cubicBezTo>
                    <a:pt x="62291" y="182021"/>
                    <a:pt x="66199" y="182724"/>
                    <a:pt x="70210" y="183444"/>
                  </a:cubicBezTo>
                  <a:cubicBezTo>
                    <a:pt x="78300" y="184644"/>
                    <a:pt x="86597" y="186906"/>
                    <a:pt x="95270" y="188809"/>
                  </a:cubicBezTo>
                  <a:cubicBezTo>
                    <a:pt x="112428" y="193403"/>
                    <a:pt x="130598" y="198991"/>
                    <a:pt x="148082" y="206362"/>
                  </a:cubicBezTo>
                  <a:cubicBezTo>
                    <a:pt x="165514" y="213801"/>
                    <a:pt x="182604" y="222148"/>
                    <a:pt x="197860" y="231370"/>
                  </a:cubicBezTo>
                  <a:cubicBezTo>
                    <a:pt x="213064" y="240627"/>
                    <a:pt x="226862" y="249968"/>
                    <a:pt x="237970" y="258916"/>
                  </a:cubicBezTo>
                  <a:cubicBezTo>
                    <a:pt x="240781" y="261110"/>
                    <a:pt x="243472" y="263218"/>
                    <a:pt x="246026" y="265224"/>
                  </a:cubicBezTo>
                  <a:cubicBezTo>
                    <a:pt x="248477" y="267349"/>
                    <a:pt x="250808" y="269389"/>
                    <a:pt x="253003" y="271275"/>
                  </a:cubicBezTo>
                  <a:cubicBezTo>
                    <a:pt x="257408" y="275046"/>
                    <a:pt x="261247" y="278337"/>
                    <a:pt x="264178" y="281285"/>
                  </a:cubicBezTo>
                  <a:cubicBezTo>
                    <a:pt x="270212" y="287010"/>
                    <a:pt x="273657" y="290301"/>
                    <a:pt x="273657" y="290301"/>
                  </a:cubicBezTo>
                  <a:lnTo>
                    <a:pt x="398839" y="165120"/>
                  </a:lnTo>
                  <a:cubicBezTo>
                    <a:pt x="398839" y="165120"/>
                    <a:pt x="393851" y="160338"/>
                    <a:pt x="385092" y="151990"/>
                  </a:cubicBezTo>
                  <a:cubicBezTo>
                    <a:pt x="380772" y="147739"/>
                    <a:pt x="375235" y="142905"/>
                    <a:pt x="368842" y="137420"/>
                  </a:cubicBezTo>
                  <a:cubicBezTo>
                    <a:pt x="365654" y="134660"/>
                    <a:pt x="362260" y="131746"/>
                    <a:pt x="358677" y="128661"/>
                  </a:cubicBezTo>
                  <a:cubicBezTo>
                    <a:pt x="354958" y="125730"/>
                    <a:pt x="351067" y="122662"/>
                    <a:pt x="346987" y="119439"/>
                  </a:cubicBezTo>
                  <a:cubicBezTo>
                    <a:pt x="330772" y="106498"/>
                    <a:pt x="310751" y="92768"/>
                    <a:pt x="288553" y="79346"/>
                  </a:cubicBezTo>
                  <a:cubicBezTo>
                    <a:pt x="266304" y="65942"/>
                    <a:pt x="241432" y="53634"/>
                    <a:pt x="215909" y="42853"/>
                  </a:cubicBezTo>
                  <a:cubicBezTo>
                    <a:pt x="190335" y="32122"/>
                    <a:pt x="163817" y="23809"/>
                    <a:pt x="138706" y="17210"/>
                  </a:cubicBezTo>
                  <a:cubicBezTo>
                    <a:pt x="126038" y="14313"/>
                    <a:pt x="113868" y="11210"/>
                    <a:pt x="102092" y="9342"/>
                  </a:cubicBezTo>
                  <a:cubicBezTo>
                    <a:pt x="96230" y="8313"/>
                    <a:pt x="90522" y="7319"/>
                    <a:pt x="85020" y="6359"/>
                  </a:cubicBezTo>
                  <a:cubicBezTo>
                    <a:pt x="79466" y="5639"/>
                    <a:pt x="74101" y="4954"/>
                    <a:pt x="68959" y="4302"/>
                  </a:cubicBezTo>
                  <a:cubicBezTo>
                    <a:pt x="58674" y="2828"/>
                    <a:pt x="49178" y="2211"/>
                    <a:pt x="40779" y="1577"/>
                  </a:cubicBezTo>
                  <a:cubicBezTo>
                    <a:pt x="36579" y="1268"/>
                    <a:pt x="32637" y="977"/>
                    <a:pt x="29003" y="720"/>
                  </a:cubicBezTo>
                  <a:cubicBezTo>
                    <a:pt x="25369" y="617"/>
                    <a:pt x="22026" y="514"/>
                    <a:pt x="19010" y="446"/>
                  </a:cubicBezTo>
                  <a:cubicBezTo>
                    <a:pt x="6925" y="154"/>
                    <a:pt x="17" y="0"/>
                    <a:pt x="17" y="0"/>
                  </a:cubicBezTo>
                  <a:lnTo>
                    <a:pt x="17" y="177016"/>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1" name="PA-值得玩PPT_PPT弹药库62"/>
            <p:cNvSpPr/>
            <p:nvPr>
              <p:custDataLst>
                <p:tags r:id="rId3"/>
              </p:custDataLst>
            </p:nvPr>
          </p:nvSpPr>
          <p:spPr>
            <a:xfrm>
              <a:off x="7168738" y="2589797"/>
              <a:ext cx="724722" cy="724722"/>
            </a:xfrm>
            <a:custGeom>
              <a:avLst/>
              <a:gdLst>
                <a:gd name="connsiteX0" fmla="*/ 671039 w 671039"/>
                <a:gd name="connsiteY0" fmla="*/ 335520 h 671039"/>
                <a:gd name="connsiteX1" fmla="*/ 335520 w 671039"/>
                <a:gd name="connsiteY1" fmla="*/ 0 h 671039"/>
                <a:gd name="connsiteX2" fmla="*/ 0 w 671039"/>
                <a:gd name="connsiteY2" fmla="*/ 335520 h 671039"/>
                <a:gd name="connsiteX3" fmla="*/ 335520 w 671039"/>
                <a:gd name="connsiteY3" fmla="*/ 671039 h 671039"/>
                <a:gd name="connsiteX4" fmla="*/ 671039 w 671039"/>
                <a:gd name="connsiteY4" fmla="*/ 335520 h 671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39">
                  <a:moveTo>
                    <a:pt x="671039" y="335520"/>
                  </a:moveTo>
                  <a:cubicBezTo>
                    <a:pt x="671039" y="150207"/>
                    <a:pt x="520815" y="0"/>
                    <a:pt x="335520" y="0"/>
                  </a:cubicBezTo>
                  <a:cubicBezTo>
                    <a:pt x="150225" y="0"/>
                    <a:pt x="0" y="150207"/>
                    <a:pt x="0" y="335520"/>
                  </a:cubicBezTo>
                  <a:cubicBezTo>
                    <a:pt x="0" y="520832"/>
                    <a:pt x="150225" y="671039"/>
                    <a:pt x="335520" y="671039"/>
                  </a:cubicBezTo>
                  <a:cubicBezTo>
                    <a:pt x="520815" y="671039"/>
                    <a:pt x="671039" y="520815"/>
                    <a:pt x="671039" y="335520"/>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2" name="PA-值得玩PPT_PPT弹药库63"/>
            <p:cNvSpPr/>
            <p:nvPr>
              <p:custDataLst>
                <p:tags r:id="rId4"/>
              </p:custDataLst>
            </p:nvPr>
          </p:nvSpPr>
          <p:spPr>
            <a:xfrm>
              <a:off x="7133121" y="2554162"/>
              <a:ext cx="795976" cy="795958"/>
            </a:xfrm>
            <a:custGeom>
              <a:avLst/>
              <a:gdLst>
                <a:gd name="connsiteX0" fmla="*/ 724862 w 737015"/>
                <a:gd name="connsiteY0" fmla="*/ 369305 h 736998"/>
                <a:gd name="connsiteX1" fmla="*/ 724862 w 737015"/>
                <a:gd name="connsiteY1" fmla="*/ 368499 h 736998"/>
                <a:gd name="connsiteX2" fmla="*/ 368499 w 737015"/>
                <a:gd name="connsiteY2" fmla="*/ 12136 h 736998"/>
                <a:gd name="connsiteX3" fmla="*/ 12136 w 737015"/>
                <a:gd name="connsiteY3" fmla="*/ 368499 h 736998"/>
                <a:gd name="connsiteX4" fmla="*/ 368499 w 737015"/>
                <a:gd name="connsiteY4" fmla="*/ 724862 h 736998"/>
                <a:gd name="connsiteX5" fmla="*/ 368499 w 737015"/>
                <a:gd name="connsiteY5" fmla="*/ 736998 h 736998"/>
                <a:gd name="connsiteX6" fmla="*/ 0 w 737015"/>
                <a:gd name="connsiteY6" fmla="*/ 368499 h 736998"/>
                <a:gd name="connsiteX7" fmla="*/ 368499 w 737015"/>
                <a:gd name="connsiteY7" fmla="*/ 0 h 736998"/>
                <a:gd name="connsiteX8" fmla="*/ 737015 w 737015"/>
                <a:gd name="connsiteY8" fmla="*/ 368516 h 736998"/>
                <a:gd name="connsiteX9" fmla="*/ 737015 w 737015"/>
                <a:gd name="connsiteY9" fmla="*/ 369322 h 736998"/>
                <a:gd name="connsiteX10" fmla="*/ 724879 w 737015"/>
                <a:gd name="connsiteY10" fmla="*/ 369322 h 736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015" h="736998">
                  <a:moveTo>
                    <a:pt x="724862" y="369305"/>
                  </a:moveTo>
                  <a:lnTo>
                    <a:pt x="724862" y="368499"/>
                  </a:lnTo>
                  <a:cubicBezTo>
                    <a:pt x="724862" y="171994"/>
                    <a:pt x="565005" y="12136"/>
                    <a:pt x="368499" y="12136"/>
                  </a:cubicBezTo>
                  <a:cubicBezTo>
                    <a:pt x="171994" y="12136"/>
                    <a:pt x="12136" y="171994"/>
                    <a:pt x="12136" y="368499"/>
                  </a:cubicBezTo>
                  <a:cubicBezTo>
                    <a:pt x="12136" y="565004"/>
                    <a:pt x="171994" y="724862"/>
                    <a:pt x="368499" y="724862"/>
                  </a:cubicBezTo>
                  <a:lnTo>
                    <a:pt x="368499" y="736998"/>
                  </a:lnTo>
                  <a:cubicBezTo>
                    <a:pt x="165309" y="736998"/>
                    <a:pt x="0" y="571689"/>
                    <a:pt x="0" y="368499"/>
                  </a:cubicBezTo>
                  <a:cubicBezTo>
                    <a:pt x="0" y="165309"/>
                    <a:pt x="165309" y="0"/>
                    <a:pt x="368499" y="0"/>
                  </a:cubicBezTo>
                  <a:cubicBezTo>
                    <a:pt x="571690" y="0"/>
                    <a:pt x="737015" y="165309"/>
                    <a:pt x="737015" y="368516"/>
                  </a:cubicBezTo>
                  <a:cubicBezTo>
                    <a:pt x="737015" y="368773"/>
                    <a:pt x="737015" y="369048"/>
                    <a:pt x="737015" y="369322"/>
                  </a:cubicBezTo>
                  <a:lnTo>
                    <a:pt x="724879" y="369322"/>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3" name="PA-值得玩PPT_PPT弹药库64"/>
            <p:cNvSpPr/>
            <p:nvPr>
              <p:custDataLst>
                <p:tags r:id="rId5"/>
              </p:custDataLst>
            </p:nvPr>
          </p:nvSpPr>
          <p:spPr>
            <a:xfrm>
              <a:off x="7524360" y="3336957"/>
              <a:ext cx="13458" cy="304287"/>
            </a:xfrm>
            <a:custGeom>
              <a:avLst/>
              <a:gdLst>
                <a:gd name="connsiteX0" fmla="*/ 0 w 12461"/>
                <a:gd name="connsiteY0" fmla="*/ 0 h 281747"/>
                <a:gd name="connsiteX1" fmla="*/ 12462 w 12461"/>
                <a:gd name="connsiteY1" fmla="*/ 0 h 281747"/>
                <a:gd name="connsiteX2" fmla="*/ 12462 w 12461"/>
                <a:gd name="connsiteY2" fmla="*/ 281748 h 281747"/>
                <a:gd name="connsiteX3" fmla="*/ 0 w 12461"/>
                <a:gd name="connsiteY3" fmla="*/ 281748 h 281747"/>
              </a:gdLst>
              <a:ahLst/>
              <a:cxnLst>
                <a:cxn ang="0">
                  <a:pos x="connsiteX0" y="connsiteY0"/>
                </a:cxn>
                <a:cxn ang="0">
                  <a:pos x="connsiteX1" y="connsiteY1"/>
                </a:cxn>
                <a:cxn ang="0">
                  <a:pos x="connsiteX2" y="connsiteY2"/>
                </a:cxn>
                <a:cxn ang="0">
                  <a:pos x="connsiteX3" y="connsiteY3"/>
                </a:cxn>
              </a:cxnLst>
              <a:rect l="l" t="t" r="r" b="b"/>
              <a:pathLst>
                <a:path w="12461" h="281747">
                  <a:moveTo>
                    <a:pt x="0" y="0"/>
                  </a:moveTo>
                  <a:lnTo>
                    <a:pt x="12462" y="0"/>
                  </a:lnTo>
                  <a:lnTo>
                    <a:pt x="12462" y="281748"/>
                  </a:lnTo>
                  <a:lnTo>
                    <a:pt x="0" y="281748"/>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4" name="PA-值得玩PPT_PPT弹药库65"/>
            <p:cNvSpPr/>
            <p:nvPr>
              <p:custDataLst>
                <p:tags r:id="rId6"/>
              </p:custDataLst>
            </p:nvPr>
          </p:nvSpPr>
          <p:spPr>
            <a:xfrm>
              <a:off x="7464048" y="3526431"/>
              <a:ext cx="134104" cy="134104"/>
            </a:xfrm>
            <a:custGeom>
              <a:avLst/>
              <a:gdLst>
                <a:gd name="connsiteX0" fmla="*/ 124170 w 124170"/>
                <a:gd name="connsiteY0" fmla="*/ 62085 h 124170"/>
                <a:gd name="connsiteX1" fmla="*/ 62085 w 124170"/>
                <a:gd name="connsiteY1" fmla="*/ 0 h 124170"/>
                <a:gd name="connsiteX2" fmla="*/ 0 w 124170"/>
                <a:gd name="connsiteY2" fmla="*/ 62085 h 124170"/>
                <a:gd name="connsiteX3" fmla="*/ 62085 w 124170"/>
                <a:gd name="connsiteY3" fmla="*/ 124170 h 124170"/>
                <a:gd name="connsiteX4" fmla="*/ 124170 w 124170"/>
                <a:gd name="connsiteY4" fmla="*/ 62085 h 124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70" h="124170">
                  <a:moveTo>
                    <a:pt x="124170" y="62085"/>
                  </a:moveTo>
                  <a:cubicBezTo>
                    <a:pt x="124170" y="27803"/>
                    <a:pt x="96367" y="0"/>
                    <a:pt x="62085" y="0"/>
                  </a:cubicBezTo>
                  <a:cubicBezTo>
                    <a:pt x="27803" y="0"/>
                    <a:pt x="0" y="27803"/>
                    <a:pt x="0" y="62085"/>
                  </a:cubicBezTo>
                  <a:cubicBezTo>
                    <a:pt x="0" y="96367"/>
                    <a:pt x="27803" y="124170"/>
                    <a:pt x="62085" y="124170"/>
                  </a:cubicBezTo>
                  <a:cubicBezTo>
                    <a:pt x="96367" y="124170"/>
                    <a:pt x="124170" y="96367"/>
                    <a:pt x="124170" y="62085"/>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25" name="PA-值得玩PPT_PPT弹药库66"/>
            <p:cNvSpPr/>
            <p:nvPr>
              <p:custDataLst>
                <p:tags r:id="rId7"/>
              </p:custDataLst>
            </p:nvPr>
          </p:nvSpPr>
          <p:spPr>
            <a:xfrm>
              <a:off x="7479896" y="3542277"/>
              <a:ext cx="102410" cy="102410"/>
            </a:xfrm>
            <a:custGeom>
              <a:avLst/>
              <a:gdLst>
                <a:gd name="connsiteX0" fmla="*/ 94825 w 94824"/>
                <a:gd name="connsiteY0" fmla="*/ 47412 h 94824"/>
                <a:gd name="connsiteX1" fmla="*/ 47412 w 94824"/>
                <a:gd name="connsiteY1" fmla="*/ 0 h 94824"/>
                <a:gd name="connsiteX2" fmla="*/ 0 w 94824"/>
                <a:gd name="connsiteY2" fmla="*/ 47412 h 94824"/>
                <a:gd name="connsiteX3" fmla="*/ 47412 w 94824"/>
                <a:gd name="connsiteY3" fmla="*/ 94824 h 94824"/>
                <a:gd name="connsiteX4" fmla="*/ 94825 w 94824"/>
                <a:gd name="connsiteY4" fmla="*/ 47412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94825" y="47412"/>
                  </a:moveTo>
                  <a:cubicBezTo>
                    <a:pt x="94825" y="21238"/>
                    <a:pt x="73604" y="0"/>
                    <a:pt x="47412" y="0"/>
                  </a:cubicBezTo>
                  <a:cubicBezTo>
                    <a:pt x="21221" y="0"/>
                    <a:pt x="0" y="21221"/>
                    <a:pt x="0" y="47412"/>
                  </a:cubicBezTo>
                  <a:cubicBezTo>
                    <a:pt x="0" y="73604"/>
                    <a:pt x="21221" y="94824"/>
                    <a:pt x="47412" y="94824"/>
                  </a:cubicBezTo>
                  <a:cubicBezTo>
                    <a:pt x="73604" y="94824"/>
                    <a:pt x="94825" y="73604"/>
                    <a:pt x="94825" y="47412"/>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1</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26" name="PA-值得玩PPT_PPT弹药库67"/>
            <p:cNvSpPr/>
            <p:nvPr>
              <p:custDataLst>
                <p:tags r:id="rId8"/>
              </p:custDataLst>
            </p:nvPr>
          </p:nvSpPr>
          <p:spPr>
            <a:xfrm>
              <a:off x="7219055" y="2640116"/>
              <a:ext cx="624070" cy="624089"/>
            </a:xfrm>
            <a:custGeom>
              <a:avLst/>
              <a:gdLst>
                <a:gd name="connsiteX0" fmla="*/ 577843 w 577843"/>
                <a:gd name="connsiteY0" fmla="*/ 288930 h 577860"/>
                <a:gd name="connsiteX1" fmla="*/ 288913 w 577843"/>
                <a:gd name="connsiteY1" fmla="*/ 0 h 577860"/>
                <a:gd name="connsiteX2" fmla="*/ 0 w 577843"/>
                <a:gd name="connsiteY2" fmla="*/ 288930 h 577860"/>
                <a:gd name="connsiteX3" fmla="*/ 288913 w 577843"/>
                <a:gd name="connsiteY3" fmla="*/ 577860 h 577860"/>
                <a:gd name="connsiteX4" fmla="*/ 577843 w 577843"/>
                <a:gd name="connsiteY4" fmla="*/ 288930 h 577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43" h="577860">
                  <a:moveTo>
                    <a:pt x="577843" y="288930"/>
                  </a:moveTo>
                  <a:cubicBezTo>
                    <a:pt x="577843" y="129347"/>
                    <a:pt x="448496" y="0"/>
                    <a:pt x="288913" y="0"/>
                  </a:cubicBezTo>
                  <a:cubicBezTo>
                    <a:pt x="129329" y="0"/>
                    <a:pt x="0" y="129347"/>
                    <a:pt x="0" y="288930"/>
                  </a:cubicBezTo>
                  <a:cubicBezTo>
                    <a:pt x="0" y="448514"/>
                    <a:pt x="129347" y="577860"/>
                    <a:pt x="288913" y="577860"/>
                  </a:cubicBezTo>
                  <a:cubicBezTo>
                    <a:pt x="448479" y="577860"/>
                    <a:pt x="577843" y="448496"/>
                    <a:pt x="577843" y="28893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27" name="PA-值得玩PPT_PPT弹药库68"/>
            <p:cNvSpPr/>
            <p:nvPr>
              <p:custDataLst>
                <p:tags r:id="rId9"/>
              </p:custDataLst>
            </p:nvPr>
          </p:nvSpPr>
          <p:spPr>
            <a:xfrm>
              <a:off x="7826538" y="3676436"/>
              <a:ext cx="313618" cy="430690"/>
            </a:xfrm>
            <a:custGeom>
              <a:avLst/>
              <a:gdLst>
                <a:gd name="connsiteX0" fmla="*/ 0 w 290387"/>
                <a:gd name="connsiteY0" fmla="*/ 125164 h 398787"/>
                <a:gd name="connsiteX1" fmla="*/ 9016 w 290387"/>
                <a:gd name="connsiteY1" fmla="*/ 134643 h 398787"/>
                <a:gd name="connsiteX2" fmla="*/ 19044 w 290387"/>
                <a:gd name="connsiteY2" fmla="*/ 145819 h 398787"/>
                <a:gd name="connsiteX3" fmla="*/ 25095 w 290387"/>
                <a:gd name="connsiteY3" fmla="*/ 152778 h 398787"/>
                <a:gd name="connsiteX4" fmla="*/ 31402 w 290387"/>
                <a:gd name="connsiteY4" fmla="*/ 160835 h 398787"/>
                <a:gd name="connsiteX5" fmla="*/ 58948 w 290387"/>
                <a:gd name="connsiteY5" fmla="*/ 200945 h 398787"/>
                <a:gd name="connsiteX6" fmla="*/ 83957 w 290387"/>
                <a:gd name="connsiteY6" fmla="*/ 250723 h 398787"/>
                <a:gd name="connsiteX7" fmla="*/ 101510 w 290387"/>
                <a:gd name="connsiteY7" fmla="*/ 303534 h 398787"/>
                <a:gd name="connsiteX8" fmla="*/ 106875 w 290387"/>
                <a:gd name="connsiteY8" fmla="*/ 328612 h 398787"/>
                <a:gd name="connsiteX9" fmla="*/ 108966 w 290387"/>
                <a:gd name="connsiteY9" fmla="*/ 340302 h 398787"/>
                <a:gd name="connsiteX10" fmla="*/ 110337 w 290387"/>
                <a:gd name="connsiteY10" fmla="*/ 351324 h 398787"/>
                <a:gd name="connsiteX11" fmla="*/ 112206 w 290387"/>
                <a:gd name="connsiteY11" fmla="*/ 370693 h 398787"/>
                <a:gd name="connsiteX12" fmla="*/ 112857 w 290387"/>
                <a:gd name="connsiteY12" fmla="*/ 378784 h 398787"/>
                <a:gd name="connsiteX13" fmla="*/ 113011 w 290387"/>
                <a:gd name="connsiteY13" fmla="*/ 385692 h 398787"/>
                <a:gd name="connsiteX14" fmla="*/ 113371 w 290387"/>
                <a:gd name="connsiteY14" fmla="*/ 398787 h 398787"/>
                <a:gd name="connsiteX15" fmla="*/ 290387 w 290387"/>
                <a:gd name="connsiteY15" fmla="*/ 398787 h 398787"/>
                <a:gd name="connsiteX16" fmla="*/ 289941 w 290387"/>
                <a:gd name="connsiteY16" fmla="*/ 379812 h 398787"/>
                <a:gd name="connsiteX17" fmla="*/ 289650 w 290387"/>
                <a:gd name="connsiteY17" fmla="*/ 369819 h 398787"/>
                <a:gd name="connsiteX18" fmla="*/ 288793 w 290387"/>
                <a:gd name="connsiteY18" fmla="*/ 358043 h 398787"/>
                <a:gd name="connsiteX19" fmla="*/ 286068 w 290387"/>
                <a:gd name="connsiteY19" fmla="*/ 329863 h 398787"/>
                <a:gd name="connsiteX20" fmla="*/ 284011 w 290387"/>
                <a:gd name="connsiteY20" fmla="*/ 313802 h 398787"/>
                <a:gd name="connsiteX21" fmla="*/ 281028 w 290387"/>
                <a:gd name="connsiteY21" fmla="*/ 296729 h 398787"/>
                <a:gd name="connsiteX22" fmla="*/ 273160 w 290387"/>
                <a:gd name="connsiteY22" fmla="*/ 260116 h 398787"/>
                <a:gd name="connsiteX23" fmla="*/ 247517 w 290387"/>
                <a:gd name="connsiteY23" fmla="*/ 182913 h 398787"/>
                <a:gd name="connsiteX24" fmla="*/ 211007 w 290387"/>
                <a:gd name="connsiteY24" fmla="*/ 110269 h 398787"/>
                <a:gd name="connsiteX25" fmla="*/ 170914 w 290387"/>
                <a:gd name="connsiteY25" fmla="*/ 51835 h 398787"/>
                <a:gd name="connsiteX26" fmla="*/ 161692 w 290387"/>
                <a:gd name="connsiteY26" fmla="*/ 40144 h 398787"/>
                <a:gd name="connsiteX27" fmla="*/ 152933 w 290387"/>
                <a:gd name="connsiteY27" fmla="*/ 29980 h 398787"/>
                <a:gd name="connsiteX28" fmla="*/ 138363 w 290387"/>
                <a:gd name="connsiteY28" fmla="*/ 13747 h 398787"/>
                <a:gd name="connsiteX29" fmla="*/ 125216 w 290387"/>
                <a:gd name="connsiteY29" fmla="*/ 0 h 398787"/>
                <a:gd name="connsiteX30" fmla="*/ 34 w 290387"/>
                <a:gd name="connsiteY30" fmla="*/ 125181 h 398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90387" h="398787">
                  <a:moveTo>
                    <a:pt x="0" y="125164"/>
                  </a:moveTo>
                  <a:cubicBezTo>
                    <a:pt x="0" y="125164"/>
                    <a:pt x="3274" y="128610"/>
                    <a:pt x="9016" y="134643"/>
                  </a:cubicBezTo>
                  <a:cubicBezTo>
                    <a:pt x="11982" y="137574"/>
                    <a:pt x="15273" y="141414"/>
                    <a:pt x="19044" y="145819"/>
                  </a:cubicBezTo>
                  <a:cubicBezTo>
                    <a:pt x="20946" y="148013"/>
                    <a:pt x="22969" y="150327"/>
                    <a:pt x="25095" y="152778"/>
                  </a:cubicBezTo>
                  <a:cubicBezTo>
                    <a:pt x="27100" y="155333"/>
                    <a:pt x="29208" y="158024"/>
                    <a:pt x="31402" y="160835"/>
                  </a:cubicBezTo>
                  <a:cubicBezTo>
                    <a:pt x="40350" y="171942"/>
                    <a:pt x="49692" y="185741"/>
                    <a:pt x="58948" y="200945"/>
                  </a:cubicBezTo>
                  <a:cubicBezTo>
                    <a:pt x="68170" y="216183"/>
                    <a:pt x="76518" y="233273"/>
                    <a:pt x="83957" y="250723"/>
                  </a:cubicBezTo>
                  <a:cubicBezTo>
                    <a:pt x="91328" y="268224"/>
                    <a:pt x="96916" y="286376"/>
                    <a:pt x="101510" y="303534"/>
                  </a:cubicBezTo>
                  <a:cubicBezTo>
                    <a:pt x="103395" y="312225"/>
                    <a:pt x="105675" y="320521"/>
                    <a:pt x="106875" y="328612"/>
                  </a:cubicBezTo>
                  <a:cubicBezTo>
                    <a:pt x="107595" y="332623"/>
                    <a:pt x="108280" y="336531"/>
                    <a:pt x="108966" y="340302"/>
                  </a:cubicBezTo>
                  <a:cubicBezTo>
                    <a:pt x="109446" y="344107"/>
                    <a:pt x="109892" y="347793"/>
                    <a:pt x="110337" y="351324"/>
                  </a:cubicBezTo>
                  <a:cubicBezTo>
                    <a:pt x="111417" y="358369"/>
                    <a:pt x="111760" y="364917"/>
                    <a:pt x="112206" y="370693"/>
                  </a:cubicBezTo>
                  <a:cubicBezTo>
                    <a:pt x="112446" y="373590"/>
                    <a:pt x="112651" y="376281"/>
                    <a:pt x="112857" y="378784"/>
                  </a:cubicBezTo>
                  <a:cubicBezTo>
                    <a:pt x="112908" y="381303"/>
                    <a:pt x="112960" y="383600"/>
                    <a:pt x="113011" y="385692"/>
                  </a:cubicBezTo>
                  <a:cubicBezTo>
                    <a:pt x="113234" y="394039"/>
                    <a:pt x="113371" y="398787"/>
                    <a:pt x="113371" y="398787"/>
                  </a:cubicBezTo>
                  <a:lnTo>
                    <a:pt x="290387" y="398787"/>
                  </a:lnTo>
                  <a:cubicBezTo>
                    <a:pt x="290387" y="398787"/>
                    <a:pt x="290216" y="391879"/>
                    <a:pt x="289941" y="379812"/>
                  </a:cubicBezTo>
                  <a:cubicBezTo>
                    <a:pt x="289856" y="376795"/>
                    <a:pt x="289753" y="373453"/>
                    <a:pt x="289650" y="369819"/>
                  </a:cubicBezTo>
                  <a:cubicBezTo>
                    <a:pt x="289393" y="366185"/>
                    <a:pt x="289102" y="362243"/>
                    <a:pt x="288793" y="358043"/>
                  </a:cubicBezTo>
                  <a:cubicBezTo>
                    <a:pt x="288159" y="349644"/>
                    <a:pt x="287542" y="340148"/>
                    <a:pt x="286068" y="329863"/>
                  </a:cubicBezTo>
                  <a:cubicBezTo>
                    <a:pt x="285399" y="324721"/>
                    <a:pt x="284714" y="319356"/>
                    <a:pt x="284011" y="313802"/>
                  </a:cubicBezTo>
                  <a:cubicBezTo>
                    <a:pt x="283051" y="308282"/>
                    <a:pt x="282057" y="302574"/>
                    <a:pt x="281028" y="296729"/>
                  </a:cubicBezTo>
                  <a:cubicBezTo>
                    <a:pt x="279160" y="284971"/>
                    <a:pt x="276057" y="272783"/>
                    <a:pt x="273160" y="260116"/>
                  </a:cubicBezTo>
                  <a:cubicBezTo>
                    <a:pt x="266561" y="234987"/>
                    <a:pt x="258248" y="208487"/>
                    <a:pt x="247517" y="182913"/>
                  </a:cubicBezTo>
                  <a:cubicBezTo>
                    <a:pt x="236736" y="157389"/>
                    <a:pt x="224411" y="132501"/>
                    <a:pt x="211007" y="110269"/>
                  </a:cubicBezTo>
                  <a:cubicBezTo>
                    <a:pt x="197585" y="88071"/>
                    <a:pt x="183855" y="68050"/>
                    <a:pt x="170914" y="51835"/>
                  </a:cubicBezTo>
                  <a:cubicBezTo>
                    <a:pt x="167691" y="47755"/>
                    <a:pt x="164623" y="43847"/>
                    <a:pt x="161692" y="40144"/>
                  </a:cubicBezTo>
                  <a:cubicBezTo>
                    <a:pt x="158606" y="36562"/>
                    <a:pt x="155675" y="33168"/>
                    <a:pt x="152933" y="29980"/>
                  </a:cubicBezTo>
                  <a:cubicBezTo>
                    <a:pt x="147430" y="23586"/>
                    <a:pt x="142614" y="18050"/>
                    <a:pt x="138363" y="13747"/>
                  </a:cubicBezTo>
                  <a:cubicBezTo>
                    <a:pt x="129998" y="5005"/>
                    <a:pt x="125216" y="0"/>
                    <a:pt x="125216" y="0"/>
                  </a:cubicBezTo>
                  <a:lnTo>
                    <a:pt x="34" y="125181"/>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8" name="PA-值得玩PPT_PPT弹药库69"/>
            <p:cNvSpPr/>
            <p:nvPr>
              <p:custDataLst>
                <p:tags r:id="rId10"/>
              </p:custDataLst>
            </p:nvPr>
          </p:nvSpPr>
          <p:spPr>
            <a:xfrm>
              <a:off x="7978970" y="2934480"/>
              <a:ext cx="724722" cy="724704"/>
            </a:xfrm>
            <a:custGeom>
              <a:avLst/>
              <a:gdLst>
                <a:gd name="connsiteX0" fmla="*/ 572769 w 671039"/>
                <a:gd name="connsiteY0" fmla="*/ 572769 h 671022"/>
                <a:gd name="connsiteX1" fmla="*/ 572769 w 671039"/>
                <a:gd name="connsiteY1" fmla="*/ 98270 h 671022"/>
                <a:gd name="connsiteX2" fmla="*/ 98270 w 671039"/>
                <a:gd name="connsiteY2" fmla="*/ 98270 h 671022"/>
                <a:gd name="connsiteX3" fmla="*/ 98270 w 671039"/>
                <a:gd name="connsiteY3" fmla="*/ 572752 h 671022"/>
                <a:gd name="connsiteX4" fmla="*/ 572752 w 671039"/>
                <a:gd name="connsiteY4" fmla="*/ 572752 h 671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22">
                  <a:moveTo>
                    <a:pt x="572769" y="572769"/>
                  </a:moveTo>
                  <a:cubicBezTo>
                    <a:pt x="703796" y="441726"/>
                    <a:pt x="703796" y="229296"/>
                    <a:pt x="572769" y="98270"/>
                  </a:cubicBezTo>
                  <a:cubicBezTo>
                    <a:pt x="441743" y="-32757"/>
                    <a:pt x="229314" y="-32757"/>
                    <a:pt x="98270" y="98270"/>
                  </a:cubicBezTo>
                  <a:cubicBezTo>
                    <a:pt x="-32757" y="229296"/>
                    <a:pt x="-32757" y="441726"/>
                    <a:pt x="98270" y="572752"/>
                  </a:cubicBezTo>
                  <a:cubicBezTo>
                    <a:pt x="229296" y="703779"/>
                    <a:pt x="441743" y="703779"/>
                    <a:pt x="572752" y="572752"/>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9" name="PA-值得玩PPT_PPT弹药库70"/>
            <p:cNvSpPr/>
            <p:nvPr>
              <p:custDataLst>
                <p:tags r:id="rId11"/>
              </p:custDataLst>
            </p:nvPr>
          </p:nvSpPr>
          <p:spPr>
            <a:xfrm>
              <a:off x="7943527" y="2899056"/>
              <a:ext cx="795587" cy="679838"/>
            </a:xfrm>
            <a:custGeom>
              <a:avLst/>
              <a:gdLst>
                <a:gd name="connsiteX0" fmla="*/ 619762 w 736655"/>
                <a:gd name="connsiteY0" fmla="*/ 620876 h 629480"/>
                <a:gd name="connsiteX1" fmla="*/ 620327 w 736655"/>
                <a:gd name="connsiteY1" fmla="*/ 620310 h 629480"/>
                <a:gd name="connsiteX2" fmla="*/ 620327 w 736655"/>
                <a:gd name="connsiteY2" fmla="*/ 116328 h 629480"/>
                <a:gd name="connsiteX3" fmla="*/ 116345 w 736655"/>
                <a:gd name="connsiteY3" fmla="*/ 116328 h 629480"/>
                <a:gd name="connsiteX4" fmla="*/ 116345 w 736655"/>
                <a:gd name="connsiteY4" fmla="*/ 620310 h 629480"/>
                <a:gd name="connsiteX5" fmla="*/ 107757 w 736655"/>
                <a:gd name="connsiteY5" fmla="*/ 628898 h 629480"/>
                <a:gd name="connsiteX6" fmla="*/ 107757 w 736655"/>
                <a:gd name="connsiteY6" fmla="*/ 107757 h 629480"/>
                <a:gd name="connsiteX7" fmla="*/ 628898 w 736655"/>
                <a:gd name="connsiteY7" fmla="*/ 107757 h 629480"/>
                <a:gd name="connsiteX8" fmla="*/ 628898 w 736655"/>
                <a:gd name="connsiteY8" fmla="*/ 628915 h 629480"/>
                <a:gd name="connsiteX9" fmla="*/ 628315 w 736655"/>
                <a:gd name="connsiteY9" fmla="*/ 629481 h 629480"/>
                <a:gd name="connsiteX10" fmla="*/ 619728 w 736655"/>
                <a:gd name="connsiteY10" fmla="*/ 620893 h 6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6655" h="629480">
                  <a:moveTo>
                    <a:pt x="619762" y="620876"/>
                  </a:moveTo>
                  <a:cubicBezTo>
                    <a:pt x="619950" y="620687"/>
                    <a:pt x="620139" y="620499"/>
                    <a:pt x="620327" y="620310"/>
                  </a:cubicBezTo>
                  <a:cubicBezTo>
                    <a:pt x="759273" y="481365"/>
                    <a:pt x="759273" y="255274"/>
                    <a:pt x="620327" y="116328"/>
                  </a:cubicBezTo>
                  <a:cubicBezTo>
                    <a:pt x="481382" y="-22618"/>
                    <a:pt x="255291" y="-22618"/>
                    <a:pt x="116345" y="116328"/>
                  </a:cubicBezTo>
                  <a:cubicBezTo>
                    <a:pt x="-22601" y="255274"/>
                    <a:pt x="-22601" y="481365"/>
                    <a:pt x="116345" y="620310"/>
                  </a:cubicBezTo>
                  <a:lnTo>
                    <a:pt x="107757" y="628898"/>
                  </a:lnTo>
                  <a:cubicBezTo>
                    <a:pt x="-35919" y="485221"/>
                    <a:pt x="-35919" y="251434"/>
                    <a:pt x="107757" y="107757"/>
                  </a:cubicBezTo>
                  <a:cubicBezTo>
                    <a:pt x="251434" y="-35919"/>
                    <a:pt x="485221" y="-35919"/>
                    <a:pt x="628898" y="107757"/>
                  </a:cubicBezTo>
                  <a:cubicBezTo>
                    <a:pt x="772574" y="251434"/>
                    <a:pt x="772574" y="485221"/>
                    <a:pt x="628898" y="628915"/>
                  </a:cubicBezTo>
                  <a:cubicBezTo>
                    <a:pt x="628709" y="629104"/>
                    <a:pt x="628521" y="629275"/>
                    <a:pt x="628315" y="629481"/>
                  </a:cubicBezTo>
                  <a:lnTo>
                    <a:pt x="619728" y="620893"/>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30" name="PA-值得玩PPT_PPT弹药库71"/>
            <p:cNvSpPr/>
            <p:nvPr>
              <p:custDataLst>
                <p:tags r:id="rId12"/>
              </p:custDataLst>
            </p:nvPr>
          </p:nvSpPr>
          <p:spPr>
            <a:xfrm rot="18900000">
              <a:off x="7816812" y="3665642"/>
              <a:ext cx="295309" cy="13458"/>
            </a:xfrm>
            <a:custGeom>
              <a:avLst/>
              <a:gdLst>
                <a:gd name="connsiteX0" fmla="*/ 0 w 273434"/>
                <a:gd name="connsiteY0" fmla="*/ 0 h 12461"/>
                <a:gd name="connsiteX1" fmla="*/ 273435 w 273434"/>
                <a:gd name="connsiteY1" fmla="*/ 0 h 12461"/>
                <a:gd name="connsiteX2" fmla="*/ 273435 w 273434"/>
                <a:gd name="connsiteY2" fmla="*/ 12462 h 12461"/>
                <a:gd name="connsiteX3" fmla="*/ 0 w 273434"/>
                <a:gd name="connsiteY3" fmla="*/ 12462 h 12461"/>
              </a:gdLst>
              <a:ahLst/>
              <a:cxnLst>
                <a:cxn ang="0">
                  <a:pos x="connsiteX0" y="connsiteY0"/>
                </a:cxn>
                <a:cxn ang="0">
                  <a:pos x="connsiteX1" y="connsiteY1"/>
                </a:cxn>
                <a:cxn ang="0">
                  <a:pos x="connsiteX2" y="connsiteY2"/>
                </a:cxn>
                <a:cxn ang="0">
                  <a:pos x="connsiteX3" y="connsiteY3"/>
                </a:cxn>
              </a:cxnLst>
              <a:rect l="l" t="t" r="r" b="b"/>
              <a:pathLst>
                <a:path w="273434" h="12461">
                  <a:moveTo>
                    <a:pt x="0" y="0"/>
                  </a:moveTo>
                  <a:lnTo>
                    <a:pt x="273435" y="0"/>
                  </a:lnTo>
                  <a:lnTo>
                    <a:pt x="273435" y="12462"/>
                  </a:lnTo>
                  <a:lnTo>
                    <a:pt x="0" y="12462"/>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31" name="PA-值得玩PPT_PPT弹药库72"/>
            <p:cNvSpPr/>
            <p:nvPr>
              <p:custDataLst>
                <p:tags r:id="rId13"/>
              </p:custDataLst>
            </p:nvPr>
          </p:nvSpPr>
          <p:spPr>
            <a:xfrm>
              <a:off x="7827128" y="3676933"/>
              <a:ext cx="134131" cy="134112"/>
            </a:xfrm>
            <a:custGeom>
              <a:avLst/>
              <a:gdLst>
                <a:gd name="connsiteX0" fmla="*/ 106005 w 124195"/>
                <a:gd name="connsiteY0" fmla="*/ 105988 h 124178"/>
                <a:gd name="connsiteX1" fmla="*/ 106005 w 124195"/>
                <a:gd name="connsiteY1" fmla="*/ 18191 h 124178"/>
                <a:gd name="connsiteX2" fmla="*/ 18191 w 124195"/>
                <a:gd name="connsiteY2" fmla="*/ 18191 h 124178"/>
                <a:gd name="connsiteX3" fmla="*/ 18191 w 124195"/>
                <a:gd name="connsiteY3" fmla="*/ 105988 h 124178"/>
                <a:gd name="connsiteX4" fmla="*/ 106005 w 124195"/>
                <a:gd name="connsiteY4" fmla="*/ 105988 h 124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95" h="124178">
                  <a:moveTo>
                    <a:pt x="106005" y="105988"/>
                  </a:moveTo>
                  <a:cubicBezTo>
                    <a:pt x="130259" y="81733"/>
                    <a:pt x="130259" y="42428"/>
                    <a:pt x="106005" y="18191"/>
                  </a:cubicBezTo>
                  <a:cubicBezTo>
                    <a:pt x="81750" y="-6064"/>
                    <a:pt x="42446" y="-6064"/>
                    <a:pt x="18191" y="18191"/>
                  </a:cubicBezTo>
                  <a:cubicBezTo>
                    <a:pt x="-6064" y="42446"/>
                    <a:pt x="-6064" y="81750"/>
                    <a:pt x="18191" y="105988"/>
                  </a:cubicBezTo>
                  <a:cubicBezTo>
                    <a:pt x="42446" y="130242"/>
                    <a:pt x="81750" y="130242"/>
                    <a:pt x="106005" y="105988"/>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 name="PA-值得玩PPT_PPT弹药库73"/>
            <p:cNvSpPr/>
            <p:nvPr>
              <p:custDataLst>
                <p:tags r:id="rId14"/>
              </p:custDataLst>
            </p:nvPr>
          </p:nvSpPr>
          <p:spPr>
            <a:xfrm>
              <a:off x="7842996" y="3692783"/>
              <a:ext cx="102410" cy="102410"/>
            </a:xfrm>
            <a:custGeom>
              <a:avLst/>
              <a:gdLst>
                <a:gd name="connsiteX0" fmla="*/ 80940 w 94824"/>
                <a:gd name="connsiteY0" fmla="*/ 80940 h 94824"/>
                <a:gd name="connsiteX1" fmla="*/ 80940 w 94824"/>
                <a:gd name="connsiteY1" fmla="*/ 13884 h 94824"/>
                <a:gd name="connsiteX2" fmla="*/ 13884 w 94824"/>
                <a:gd name="connsiteY2" fmla="*/ 13884 h 94824"/>
                <a:gd name="connsiteX3" fmla="*/ 13884 w 94824"/>
                <a:gd name="connsiteY3" fmla="*/ 80940 h 94824"/>
                <a:gd name="connsiteX4" fmla="*/ 80940 w 94824"/>
                <a:gd name="connsiteY4" fmla="*/ 80940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80940" y="80940"/>
                  </a:moveTo>
                  <a:cubicBezTo>
                    <a:pt x="99453" y="62428"/>
                    <a:pt x="99453" y="32397"/>
                    <a:pt x="80940" y="13884"/>
                  </a:cubicBezTo>
                  <a:cubicBezTo>
                    <a:pt x="62428" y="-4628"/>
                    <a:pt x="32397" y="-4628"/>
                    <a:pt x="13884" y="13884"/>
                  </a:cubicBezTo>
                  <a:cubicBezTo>
                    <a:pt x="-4628" y="32397"/>
                    <a:pt x="-4628" y="62428"/>
                    <a:pt x="13884" y="80940"/>
                  </a:cubicBezTo>
                  <a:cubicBezTo>
                    <a:pt x="32397" y="99453"/>
                    <a:pt x="62428" y="99453"/>
                    <a:pt x="80940" y="8094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2</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33" name="PA-值得玩PPT_PPT弹药库74"/>
            <p:cNvSpPr/>
            <p:nvPr>
              <p:custDataLst>
                <p:tags r:id="rId15"/>
              </p:custDataLst>
            </p:nvPr>
          </p:nvSpPr>
          <p:spPr>
            <a:xfrm>
              <a:off x="8029289" y="2984806"/>
              <a:ext cx="624091" cy="624059"/>
            </a:xfrm>
            <a:custGeom>
              <a:avLst/>
              <a:gdLst>
                <a:gd name="connsiteX0" fmla="*/ 493233 w 577862"/>
                <a:gd name="connsiteY0" fmla="*/ 493226 h 577832"/>
                <a:gd name="connsiteX1" fmla="*/ 493233 w 577862"/>
                <a:gd name="connsiteY1" fmla="*/ 84617 h 577832"/>
                <a:gd name="connsiteX2" fmla="*/ 84623 w 577862"/>
                <a:gd name="connsiteY2" fmla="*/ 84617 h 577832"/>
                <a:gd name="connsiteX3" fmla="*/ 84623 w 577862"/>
                <a:gd name="connsiteY3" fmla="*/ 493209 h 577832"/>
                <a:gd name="connsiteX4" fmla="*/ 493215 w 577862"/>
                <a:gd name="connsiteY4" fmla="*/ 493209 h 577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62" h="577832">
                  <a:moveTo>
                    <a:pt x="493233" y="493226"/>
                  </a:moveTo>
                  <a:cubicBezTo>
                    <a:pt x="606072" y="380386"/>
                    <a:pt x="606072" y="197457"/>
                    <a:pt x="493233" y="84617"/>
                  </a:cubicBezTo>
                  <a:cubicBezTo>
                    <a:pt x="380393" y="-28206"/>
                    <a:pt x="197463" y="-28206"/>
                    <a:pt x="84623" y="84617"/>
                  </a:cubicBezTo>
                  <a:cubicBezTo>
                    <a:pt x="-28199" y="197440"/>
                    <a:pt x="-28216" y="380386"/>
                    <a:pt x="84623" y="493209"/>
                  </a:cubicBezTo>
                  <a:cubicBezTo>
                    <a:pt x="197446" y="606049"/>
                    <a:pt x="380393" y="606032"/>
                    <a:pt x="493215" y="493209"/>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4" name="PA-值得玩PPT_PPT弹药库75"/>
            <p:cNvSpPr/>
            <p:nvPr>
              <p:custDataLst>
                <p:tags r:id="rId16"/>
              </p:custDataLst>
            </p:nvPr>
          </p:nvSpPr>
          <p:spPr>
            <a:xfrm>
              <a:off x="7826538" y="4107146"/>
              <a:ext cx="313618" cy="430690"/>
            </a:xfrm>
            <a:custGeom>
              <a:avLst/>
              <a:gdLst>
                <a:gd name="connsiteX0" fmla="*/ 0 w 290387"/>
                <a:gd name="connsiteY0" fmla="*/ 273623 h 398787"/>
                <a:gd name="connsiteX1" fmla="*/ 9016 w 290387"/>
                <a:gd name="connsiteY1" fmla="*/ 264144 h 398787"/>
                <a:gd name="connsiteX2" fmla="*/ 19044 w 290387"/>
                <a:gd name="connsiteY2" fmla="*/ 252968 h 398787"/>
                <a:gd name="connsiteX3" fmla="*/ 25095 w 290387"/>
                <a:gd name="connsiteY3" fmla="*/ 246009 h 398787"/>
                <a:gd name="connsiteX4" fmla="*/ 31402 w 290387"/>
                <a:gd name="connsiteY4" fmla="*/ 237953 h 398787"/>
                <a:gd name="connsiteX5" fmla="*/ 58948 w 290387"/>
                <a:gd name="connsiteY5" fmla="*/ 197842 h 398787"/>
                <a:gd name="connsiteX6" fmla="*/ 83957 w 290387"/>
                <a:gd name="connsiteY6" fmla="*/ 148065 h 398787"/>
                <a:gd name="connsiteX7" fmla="*/ 101510 w 290387"/>
                <a:gd name="connsiteY7" fmla="*/ 95253 h 398787"/>
                <a:gd name="connsiteX8" fmla="*/ 106875 w 290387"/>
                <a:gd name="connsiteY8" fmla="*/ 70176 h 398787"/>
                <a:gd name="connsiteX9" fmla="*/ 108966 w 290387"/>
                <a:gd name="connsiteY9" fmla="*/ 58485 h 398787"/>
                <a:gd name="connsiteX10" fmla="*/ 110337 w 290387"/>
                <a:gd name="connsiteY10" fmla="*/ 47464 h 398787"/>
                <a:gd name="connsiteX11" fmla="*/ 112206 w 290387"/>
                <a:gd name="connsiteY11" fmla="*/ 28094 h 398787"/>
                <a:gd name="connsiteX12" fmla="*/ 112857 w 290387"/>
                <a:gd name="connsiteY12" fmla="*/ 20004 h 398787"/>
                <a:gd name="connsiteX13" fmla="*/ 113011 w 290387"/>
                <a:gd name="connsiteY13" fmla="*/ 13096 h 398787"/>
                <a:gd name="connsiteX14" fmla="*/ 113371 w 290387"/>
                <a:gd name="connsiteY14" fmla="*/ 0 h 398787"/>
                <a:gd name="connsiteX15" fmla="*/ 290387 w 290387"/>
                <a:gd name="connsiteY15" fmla="*/ 0 h 398787"/>
                <a:gd name="connsiteX16" fmla="*/ 289941 w 290387"/>
                <a:gd name="connsiteY16" fmla="*/ 18975 h 398787"/>
                <a:gd name="connsiteX17" fmla="*/ 289650 w 290387"/>
                <a:gd name="connsiteY17" fmla="*/ 28968 h 398787"/>
                <a:gd name="connsiteX18" fmla="*/ 288793 w 290387"/>
                <a:gd name="connsiteY18" fmla="*/ 40744 h 398787"/>
                <a:gd name="connsiteX19" fmla="*/ 286068 w 290387"/>
                <a:gd name="connsiteY19" fmla="*/ 68924 h 398787"/>
                <a:gd name="connsiteX20" fmla="*/ 284011 w 290387"/>
                <a:gd name="connsiteY20" fmla="*/ 84985 h 398787"/>
                <a:gd name="connsiteX21" fmla="*/ 281028 w 290387"/>
                <a:gd name="connsiteY21" fmla="*/ 102058 h 398787"/>
                <a:gd name="connsiteX22" fmla="*/ 273160 w 290387"/>
                <a:gd name="connsiteY22" fmla="*/ 138671 h 398787"/>
                <a:gd name="connsiteX23" fmla="*/ 247517 w 290387"/>
                <a:gd name="connsiteY23" fmla="*/ 215875 h 398787"/>
                <a:gd name="connsiteX24" fmla="*/ 211007 w 290387"/>
                <a:gd name="connsiteY24" fmla="*/ 288519 h 398787"/>
                <a:gd name="connsiteX25" fmla="*/ 170914 w 290387"/>
                <a:gd name="connsiteY25" fmla="*/ 346953 h 398787"/>
                <a:gd name="connsiteX26" fmla="*/ 161692 w 290387"/>
                <a:gd name="connsiteY26" fmla="*/ 358643 h 398787"/>
                <a:gd name="connsiteX27" fmla="*/ 152933 w 290387"/>
                <a:gd name="connsiteY27" fmla="*/ 368808 h 398787"/>
                <a:gd name="connsiteX28" fmla="*/ 138363 w 290387"/>
                <a:gd name="connsiteY28" fmla="*/ 385040 h 398787"/>
                <a:gd name="connsiteX29" fmla="*/ 125216 w 290387"/>
                <a:gd name="connsiteY29" fmla="*/ 398787 h 398787"/>
                <a:gd name="connsiteX30" fmla="*/ 34 w 290387"/>
                <a:gd name="connsiteY30" fmla="*/ 273606 h 398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90387" h="398787">
                  <a:moveTo>
                    <a:pt x="0" y="273623"/>
                  </a:moveTo>
                  <a:cubicBezTo>
                    <a:pt x="0" y="273623"/>
                    <a:pt x="3274" y="270178"/>
                    <a:pt x="9016" y="264144"/>
                  </a:cubicBezTo>
                  <a:cubicBezTo>
                    <a:pt x="11982" y="261213"/>
                    <a:pt x="15273" y="257373"/>
                    <a:pt x="19044" y="252968"/>
                  </a:cubicBezTo>
                  <a:cubicBezTo>
                    <a:pt x="20946" y="250774"/>
                    <a:pt x="22969" y="248460"/>
                    <a:pt x="25095" y="246009"/>
                  </a:cubicBezTo>
                  <a:cubicBezTo>
                    <a:pt x="27100" y="243455"/>
                    <a:pt x="29208" y="240764"/>
                    <a:pt x="31402" y="237953"/>
                  </a:cubicBezTo>
                  <a:cubicBezTo>
                    <a:pt x="40350" y="226845"/>
                    <a:pt x="49692" y="213047"/>
                    <a:pt x="58948" y="197842"/>
                  </a:cubicBezTo>
                  <a:cubicBezTo>
                    <a:pt x="68170" y="182604"/>
                    <a:pt x="76518" y="165514"/>
                    <a:pt x="83957" y="148065"/>
                  </a:cubicBezTo>
                  <a:cubicBezTo>
                    <a:pt x="91328" y="130564"/>
                    <a:pt x="96916" y="112411"/>
                    <a:pt x="101510" y="95253"/>
                  </a:cubicBezTo>
                  <a:cubicBezTo>
                    <a:pt x="103395" y="86562"/>
                    <a:pt x="105675" y="78266"/>
                    <a:pt x="106875" y="70176"/>
                  </a:cubicBezTo>
                  <a:cubicBezTo>
                    <a:pt x="107595" y="66165"/>
                    <a:pt x="108280" y="62256"/>
                    <a:pt x="108966" y="58485"/>
                  </a:cubicBezTo>
                  <a:cubicBezTo>
                    <a:pt x="109446" y="54680"/>
                    <a:pt x="109892" y="50995"/>
                    <a:pt x="110337" y="47464"/>
                  </a:cubicBezTo>
                  <a:cubicBezTo>
                    <a:pt x="111417" y="40419"/>
                    <a:pt x="111760" y="33871"/>
                    <a:pt x="112206" y="28094"/>
                  </a:cubicBezTo>
                  <a:cubicBezTo>
                    <a:pt x="112446" y="25197"/>
                    <a:pt x="112651" y="22506"/>
                    <a:pt x="112857" y="20004"/>
                  </a:cubicBezTo>
                  <a:cubicBezTo>
                    <a:pt x="112908" y="17484"/>
                    <a:pt x="112960" y="15187"/>
                    <a:pt x="113011" y="13096"/>
                  </a:cubicBezTo>
                  <a:cubicBezTo>
                    <a:pt x="113234" y="4748"/>
                    <a:pt x="113371" y="0"/>
                    <a:pt x="113371" y="0"/>
                  </a:cubicBezTo>
                  <a:lnTo>
                    <a:pt x="290387" y="0"/>
                  </a:lnTo>
                  <a:cubicBezTo>
                    <a:pt x="290387" y="0"/>
                    <a:pt x="290216" y="6908"/>
                    <a:pt x="289941" y="18975"/>
                  </a:cubicBezTo>
                  <a:cubicBezTo>
                    <a:pt x="289856" y="21992"/>
                    <a:pt x="289753" y="25334"/>
                    <a:pt x="289650" y="28968"/>
                  </a:cubicBezTo>
                  <a:cubicBezTo>
                    <a:pt x="289393" y="32602"/>
                    <a:pt x="289102" y="36545"/>
                    <a:pt x="288793" y="40744"/>
                  </a:cubicBezTo>
                  <a:cubicBezTo>
                    <a:pt x="288159" y="49143"/>
                    <a:pt x="287542" y="58640"/>
                    <a:pt x="286068" y="68924"/>
                  </a:cubicBezTo>
                  <a:cubicBezTo>
                    <a:pt x="285399" y="74067"/>
                    <a:pt x="284714" y="79432"/>
                    <a:pt x="284011" y="84985"/>
                  </a:cubicBezTo>
                  <a:cubicBezTo>
                    <a:pt x="283051" y="90505"/>
                    <a:pt x="282057" y="96213"/>
                    <a:pt x="281028" y="102058"/>
                  </a:cubicBezTo>
                  <a:cubicBezTo>
                    <a:pt x="279160" y="113817"/>
                    <a:pt x="276057" y="126004"/>
                    <a:pt x="273160" y="138671"/>
                  </a:cubicBezTo>
                  <a:cubicBezTo>
                    <a:pt x="266561" y="163800"/>
                    <a:pt x="258248" y="190300"/>
                    <a:pt x="247517" y="215875"/>
                  </a:cubicBezTo>
                  <a:cubicBezTo>
                    <a:pt x="236736" y="241398"/>
                    <a:pt x="224411" y="266287"/>
                    <a:pt x="211007" y="288519"/>
                  </a:cubicBezTo>
                  <a:cubicBezTo>
                    <a:pt x="197585" y="310716"/>
                    <a:pt x="183855" y="330737"/>
                    <a:pt x="170914" y="346953"/>
                  </a:cubicBezTo>
                  <a:cubicBezTo>
                    <a:pt x="167691" y="351032"/>
                    <a:pt x="164623" y="354940"/>
                    <a:pt x="161692" y="358643"/>
                  </a:cubicBezTo>
                  <a:cubicBezTo>
                    <a:pt x="158606" y="362225"/>
                    <a:pt x="155675" y="365619"/>
                    <a:pt x="152933" y="368808"/>
                  </a:cubicBezTo>
                  <a:cubicBezTo>
                    <a:pt x="147430" y="375201"/>
                    <a:pt x="142614" y="380738"/>
                    <a:pt x="138363" y="385040"/>
                  </a:cubicBezTo>
                  <a:cubicBezTo>
                    <a:pt x="129998" y="393782"/>
                    <a:pt x="125216" y="398787"/>
                    <a:pt x="125216" y="398787"/>
                  </a:cubicBezTo>
                  <a:lnTo>
                    <a:pt x="34" y="273606"/>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35" name="PA-值得玩PPT_PPT弹药库76"/>
            <p:cNvSpPr/>
            <p:nvPr>
              <p:custDataLst>
                <p:tags r:id="rId17"/>
              </p:custDataLst>
            </p:nvPr>
          </p:nvSpPr>
          <p:spPr>
            <a:xfrm>
              <a:off x="8323503" y="3744765"/>
              <a:ext cx="724722" cy="724722"/>
            </a:xfrm>
            <a:custGeom>
              <a:avLst/>
              <a:gdLst>
                <a:gd name="connsiteX0" fmla="*/ 335520 w 671039"/>
                <a:gd name="connsiteY0" fmla="*/ 0 h 671039"/>
                <a:gd name="connsiteX1" fmla="*/ 671039 w 671039"/>
                <a:gd name="connsiteY1" fmla="*/ 335520 h 671039"/>
                <a:gd name="connsiteX2" fmla="*/ 335520 w 671039"/>
                <a:gd name="connsiteY2" fmla="*/ 671039 h 671039"/>
                <a:gd name="connsiteX3" fmla="*/ 0 w 671039"/>
                <a:gd name="connsiteY3" fmla="*/ 335520 h 671039"/>
                <a:gd name="connsiteX4" fmla="*/ 335520 w 671039"/>
                <a:gd name="connsiteY4" fmla="*/ 0 h 671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39">
                  <a:moveTo>
                    <a:pt x="335520" y="0"/>
                  </a:moveTo>
                  <a:cubicBezTo>
                    <a:pt x="520832" y="0"/>
                    <a:pt x="671039" y="150224"/>
                    <a:pt x="671039" y="335520"/>
                  </a:cubicBezTo>
                  <a:cubicBezTo>
                    <a:pt x="671039" y="520815"/>
                    <a:pt x="520832" y="671039"/>
                    <a:pt x="335520" y="671039"/>
                  </a:cubicBezTo>
                  <a:cubicBezTo>
                    <a:pt x="150207" y="671039"/>
                    <a:pt x="0" y="520815"/>
                    <a:pt x="0" y="335520"/>
                  </a:cubicBezTo>
                  <a:cubicBezTo>
                    <a:pt x="0" y="150224"/>
                    <a:pt x="150225" y="0"/>
                    <a:pt x="335520" y="0"/>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36" name="PA-值得玩PPT_PPT弹药库77"/>
            <p:cNvSpPr/>
            <p:nvPr>
              <p:custDataLst>
                <p:tags r:id="rId18"/>
              </p:custDataLst>
            </p:nvPr>
          </p:nvSpPr>
          <p:spPr>
            <a:xfrm>
              <a:off x="7996779" y="3709149"/>
              <a:ext cx="689085" cy="795957"/>
            </a:xfrm>
            <a:custGeom>
              <a:avLst/>
              <a:gdLst>
                <a:gd name="connsiteX0" fmla="*/ 638043 w 638042"/>
                <a:gd name="connsiteY0" fmla="*/ 0 h 736997"/>
                <a:gd name="connsiteX1" fmla="*/ 637237 w 638042"/>
                <a:gd name="connsiteY1" fmla="*/ 0 h 736997"/>
                <a:gd name="connsiteX2" fmla="*/ 637237 w 638042"/>
                <a:gd name="connsiteY2" fmla="*/ 0 h 736997"/>
                <a:gd name="connsiteX3" fmla="*/ 269629 w 638042"/>
                <a:gd name="connsiteY3" fmla="*/ 362260 h 736997"/>
                <a:gd name="connsiteX4" fmla="*/ 0 w 638042"/>
                <a:gd name="connsiteY4" fmla="*/ 362260 h 736997"/>
                <a:gd name="connsiteX5" fmla="*/ 0 w 638042"/>
                <a:gd name="connsiteY5" fmla="*/ 374721 h 736997"/>
                <a:gd name="connsiteX6" fmla="*/ 269629 w 638042"/>
                <a:gd name="connsiteY6" fmla="*/ 374721 h 736997"/>
                <a:gd name="connsiteX7" fmla="*/ 637237 w 638042"/>
                <a:gd name="connsiteY7" fmla="*/ 736981 h 736997"/>
                <a:gd name="connsiteX8" fmla="*/ 637237 w 638042"/>
                <a:gd name="connsiteY8" fmla="*/ 736981 h 736997"/>
                <a:gd name="connsiteX9" fmla="*/ 638043 w 638042"/>
                <a:gd name="connsiteY9" fmla="*/ 736998 h 736997"/>
                <a:gd name="connsiteX10" fmla="*/ 638043 w 638042"/>
                <a:gd name="connsiteY10" fmla="*/ 724845 h 736997"/>
                <a:gd name="connsiteX11" fmla="*/ 281748 w 638042"/>
                <a:gd name="connsiteY11" fmla="*/ 373813 h 736997"/>
                <a:gd name="connsiteX12" fmla="*/ 281748 w 638042"/>
                <a:gd name="connsiteY12" fmla="*/ 363134 h 736997"/>
                <a:gd name="connsiteX13" fmla="*/ 638043 w 638042"/>
                <a:gd name="connsiteY13" fmla="*/ 12102 h 736997"/>
                <a:gd name="connsiteX14" fmla="*/ 637991 w 638042"/>
                <a:gd name="connsiteY14" fmla="*/ 1217 h 736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8042" h="736997">
                  <a:moveTo>
                    <a:pt x="638043" y="0"/>
                  </a:moveTo>
                  <a:cubicBezTo>
                    <a:pt x="637785" y="0"/>
                    <a:pt x="637511" y="0"/>
                    <a:pt x="637237" y="0"/>
                  </a:cubicBezTo>
                  <a:lnTo>
                    <a:pt x="637237" y="0"/>
                  </a:lnTo>
                  <a:cubicBezTo>
                    <a:pt x="436498" y="446"/>
                    <a:pt x="272972" y="162206"/>
                    <a:pt x="269629" y="362260"/>
                  </a:cubicBezTo>
                  <a:lnTo>
                    <a:pt x="0" y="362260"/>
                  </a:lnTo>
                  <a:lnTo>
                    <a:pt x="0" y="374721"/>
                  </a:lnTo>
                  <a:lnTo>
                    <a:pt x="269629" y="374721"/>
                  </a:lnTo>
                  <a:cubicBezTo>
                    <a:pt x="272972" y="574775"/>
                    <a:pt x="436498" y="736552"/>
                    <a:pt x="637237" y="736981"/>
                  </a:cubicBezTo>
                  <a:lnTo>
                    <a:pt x="637237" y="736981"/>
                  </a:lnTo>
                  <a:cubicBezTo>
                    <a:pt x="637511" y="736981"/>
                    <a:pt x="637785" y="736998"/>
                    <a:pt x="638043" y="736998"/>
                  </a:cubicBezTo>
                  <a:lnTo>
                    <a:pt x="638043" y="724845"/>
                  </a:lnTo>
                  <a:cubicBezTo>
                    <a:pt x="443337" y="724845"/>
                    <a:pt x="284611" y="567867"/>
                    <a:pt x="281748" y="373813"/>
                  </a:cubicBezTo>
                  <a:lnTo>
                    <a:pt x="281748" y="363134"/>
                  </a:lnTo>
                  <a:cubicBezTo>
                    <a:pt x="284611" y="169097"/>
                    <a:pt x="443337" y="12102"/>
                    <a:pt x="638043" y="12102"/>
                  </a:cubicBezTo>
                  <a:lnTo>
                    <a:pt x="637991" y="1217"/>
                  </a:lnTo>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37" name="PA-值得玩PPT_PPT弹药库78"/>
            <p:cNvSpPr/>
            <p:nvPr>
              <p:custDataLst>
                <p:tags r:id="rId19"/>
              </p:custDataLst>
            </p:nvPr>
          </p:nvSpPr>
          <p:spPr>
            <a:xfrm>
              <a:off x="8370399" y="3795084"/>
              <a:ext cx="624070" cy="624070"/>
            </a:xfrm>
            <a:custGeom>
              <a:avLst/>
              <a:gdLst>
                <a:gd name="connsiteX0" fmla="*/ 288913 w 577843"/>
                <a:gd name="connsiteY0" fmla="*/ 0 h 577843"/>
                <a:gd name="connsiteX1" fmla="*/ 577843 w 577843"/>
                <a:gd name="connsiteY1" fmla="*/ 288930 h 577843"/>
                <a:gd name="connsiteX2" fmla="*/ 288913 w 577843"/>
                <a:gd name="connsiteY2" fmla="*/ 577843 h 577843"/>
                <a:gd name="connsiteX3" fmla="*/ 0 w 577843"/>
                <a:gd name="connsiteY3" fmla="*/ 288930 h 577843"/>
                <a:gd name="connsiteX4" fmla="*/ 288913 w 577843"/>
                <a:gd name="connsiteY4" fmla="*/ 0 h 577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43" h="577843">
                  <a:moveTo>
                    <a:pt x="288913" y="0"/>
                  </a:moveTo>
                  <a:cubicBezTo>
                    <a:pt x="448497" y="0"/>
                    <a:pt x="577843" y="129347"/>
                    <a:pt x="577843" y="288930"/>
                  </a:cubicBezTo>
                  <a:cubicBezTo>
                    <a:pt x="577843" y="448514"/>
                    <a:pt x="448497" y="577843"/>
                    <a:pt x="288913" y="577843"/>
                  </a:cubicBezTo>
                  <a:cubicBezTo>
                    <a:pt x="129330" y="577843"/>
                    <a:pt x="0" y="448496"/>
                    <a:pt x="0" y="288930"/>
                  </a:cubicBezTo>
                  <a:cubicBezTo>
                    <a:pt x="0" y="129364"/>
                    <a:pt x="129347" y="0"/>
                    <a:pt x="288913" y="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8" name="PA-值得玩PPT_PPT弹药库79"/>
            <p:cNvSpPr/>
            <p:nvPr>
              <p:custDataLst>
                <p:tags r:id="rId20"/>
              </p:custDataLst>
            </p:nvPr>
          </p:nvSpPr>
          <p:spPr>
            <a:xfrm>
              <a:off x="7977489" y="4040076"/>
              <a:ext cx="134104" cy="134104"/>
            </a:xfrm>
            <a:custGeom>
              <a:avLst/>
              <a:gdLst>
                <a:gd name="connsiteX0" fmla="*/ 62085 w 124170"/>
                <a:gd name="connsiteY0" fmla="*/ 0 h 124170"/>
                <a:gd name="connsiteX1" fmla="*/ 124170 w 124170"/>
                <a:gd name="connsiteY1" fmla="*/ 62085 h 124170"/>
                <a:gd name="connsiteX2" fmla="*/ 62085 w 124170"/>
                <a:gd name="connsiteY2" fmla="*/ 124170 h 124170"/>
                <a:gd name="connsiteX3" fmla="*/ 0 w 124170"/>
                <a:gd name="connsiteY3" fmla="*/ 62085 h 124170"/>
                <a:gd name="connsiteX4" fmla="*/ 62085 w 124170"/>
                <a:gd name="connsiteY4" fmla="*/ 0 h 124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70" h="124170">
                  <a:moveTo>
                    <a:pt x="62085" y="0"/>
                  </a:moveTo>
                  <a:cubicBezTo>
                    <a:pt x="96367" y="0"/>
                    <a:pt x="124170" y="27803"/>
                    <a:pt x="124170" y="62085"/>
                  </a:cubicBezTo>
                  <a:cubicBezTo>
                    <a:pt x="124170" y="96367"/>
                    <a:pt x="96367" y="124170"/>
                    <a:pt x="62085" y="124170"/>
                  </a:cubicBezTo>
                  <a:cubicBezTo>
                    <a:pt x="27803" y="124170"/>
                    <a:pt x="0" y="96367"/>
                    <a:pt x="0" y="62085"/>
                  </a:cubicBezTo>
                  <a:cubicBezTo>
                    <a:pt x="0" y="27803"/>
                    <a:pt x="27803" y="0"/>
                    <a:pt x="62085" y="0"/>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9" name="PA-值得玩PPT_PPT弹药库80"/>
            <p:cNvSpPr/>
            <p:nvPr>
              <p:custDataLst>
                <p:tags r:id="rId21"/>
              </p:custDataLst>
            </p:nvPr>
          </p:nvSpPr>
          <p:spPr>
            <a:xfrm>
              <a:off x="7993335" y="4055922"/>
              <a:ext cx="102410" cy="102410"/>
            </a:xfrm>
            <a:custGeom>
              <a:avLst/>
              <a:gdLst>
                <a:gd name="connsiteX0" fmla="*/ 47412 w 94824"/>
                <a:gd name="connsiteY0" fmla="*/ 0 h 94824"/>
                <a:gd name="connsiteX1" fmla="*/ 94824 w 94824"/>
                <a:gd name="connsiteY1" fmla="*/ 47412 h 94824"/>
                <a:gd name="connsiteX2" fmla="*/ 47412 w 94824"/>
                <a:gd name="connsiteY2" fmla="*/ 94824 h 94824"/>
                <a:gd name="connsiteX3" fmla="*/ 0 w 94824"/>
                <a:gd name="connsiteY3" fmla="*/ 47412 h 94824"/>
                <a:gd name="connsiteX4" fmla="*/ 47412 w 94824"/>
                <a:gd name="connsiteY4" fmla="*/ 0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47412" y="0"/>
                  </a:moveTo>
                  <a:cubicBezTo>
                    <a:pt x="73587" y="0"/>
                    <a:pt x="94824" y="21221"/>
                    <a:pt x="94824" y="47412"/>
                  </a:cubicBezTo>
                  <a:cubicBezTo>
                    <a:pt x="94824" y="73604"/>
                    <a:pt x="73587" y="94824"/>
                    <a:pt x="47412" y="94824"/>
                  </a:cubicBezTo>
                  <a:cubicBezTo>
                    <a:pt x="21238" y="94824"/>
                    <a:pt x="0" y="73587"/>
                    <a:pt x="0" y="47412"/>
                  </a:cubicBezTo>
                  <a:cubicBezTo>
                    <a:pt x="0" y="21238"/>
                    <a:pt x="21238" y="0"/>
                    <a:pt x="47412" y="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3</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40" name="PA-值得玩PPT_PPT弹药库81"/>
            <p:cNvSpPr/>
            <p:nvPr>
              <p:custDataLst>
                <p:tags r:id="rId22"/>
              </p:custDataLst>
            </p:nvPr>
          </p:nvSpPr>
          <p:spPr>
            <a:xfrm>
              <a:off x="7531007" y="4402641"/>
              <a:ext cx="430745" cy="313525"/>
            </a:xfrm>
            <a:custGeom>
              <a:avLst/>
              <a:gdLst>
                <a:gd name="connsiteX0" fmla="*/ 0 w 398838"/>
                <a:gd name="connsiteY0" fmla="*/ 113354 h 290301"/>
                <a:gd name="connsiteX1" fmla="*/ 13113 w 398838"/>
                <a:gd name="connsiteY1" fmla="*/ 112994 h 290301"/>
                <a:gd name="connsiteX2" fmla="*/ 20021 w 398838"/>
                <a:gd name="connsiteY2" fmla="*/ 112840 h 290301"/>
                <a:gd name="connsiteX3" fmla="*/ 28111 w 398838"/>
                <a:gd name="connsiteY3" fmla="*/ 112188 h 290301"/>
                <a:gd name="connsiteX4" fmla="*/ 47481 w 398838"/>
                <a:gd name="connsiteY4" fmla="*/ 110320 h 290301"/>
                <a:gd name="connsiteX5" fmla="*/ 58520 w 398838"/>
                <a:gd name="connsiteY5" fmla="*/ 108949 h 290301"/>
                <a:gd name="connsiteX6" fmla="*/ 70210 w 398838"/>
                <a:gd name="connsiteY6" fmla="*/ 106857 h 290301"/>
                <a:gd name="connsiteX7" fmla="*/ 95270 w 398838"/>
                <a:gd name="connsiteY7" fmla="*/ 101492 h 290301"/>
                <a:gd name="connsiteX8" fmla="*/ 148082 w 398838"/>
                <a:gd name="connsiteY8" fmla="*/ 83940 h 290301"/>
                <a:gd name="connsiteX9" fmla="*/ 197860 w 398838"/>
                <a:gd name="connsiteY9" fmla="*/ 58931 h 290301"/>
                <a:gd name="connsiteX10" fmla="*/ 237970 w 398838"/>
                <a:gd name="connsiteY10" fmla="*/ 31385 h 290301"/>
                <a:gd name="connsiteX11" fmla="*/ 246026 w 398838"/>
                <a:gd name="connsiteY11" fmla="*/ 25077 h 290301"/>
                <a:gd name="connsiteX12" fmla="*/ 253003 w 398838"/>
                <a:gd name="connsiteY12" fmla="*/ 19027 h 290301"/>
                <a:gd name="connsiteX13" fmla="*/ 264178 w 398838"/>
                <a:gd name="connsiteY13" fmla="*/ 9016 h 290301"/>
                <a:gd name="connsiteX14" fmla="*/ 273657 w 398838"/>
                <a:gd name="connsiteY14" fmla="*/ 0 h 290301"/>
                <a:gd name="connsiteX15" fmla="*/ 398839 w 398838"/>
                <a:gd name="connsiteY15" fmla="*/ 125181 h 290301"/>
                <a:gd name="connsiteX16" fmla="*/ 385092 w 398838"/>
                <a:gd name="connsiteY16" fmla="*/ 138311 h 290301"/>
                <a:gd name="connsiteX17" fmla="*/ 368842 w 398838"/>
                <a:gd name="connsiteY17" fmla="*/ 152881 h 290301"/>
                <a:gd name="connsiteX18" fmla="*/ 358677 w 398838"/>
                <a:gd name="connsiteY18" fmla="*/ 161641 h 290301"/>
                <a:gd name="connsiteX19" fmla="*/ 346987 w 398838"/>
                <a:gd name="connsiteY19" fmla="*/ 170862 h 290301"/>
                <a:gd name="connsiteX20" fmla="*/ 288553 w 398838"/>
                <a:gd name="connsiteY20" fmla="*/ 210955 h 290301"/>
                <a:gd name="connsiteX21" fmla="*/ 215909 w 398838"/>
                <a:gd name="connsiteY21" fmla="*/ 247449 h 290301"/>
                <a:gd name="connsiteX22" fmla="*/ 138706 w 398838"/>
                <a:gd name="connsiteY22" fmla="*/ 273092 h 290301"/>
                <a:gd name="connsiteX23" fmla="*/ 102092 w 398838"/>
                <a:gd name="connsiteY23" fmla="*/ 280960 h 290301"/>
                <a:gd name="connsiteX24" fmla="*/ 85020 w 398838"/>
                <a:gd name="connsiteY24" fmla="*/ 283942 h 290301"/>
                <a:gd name="connsiteX25" fmla="*/ 68959 w 398838"/>
                <a:gd name="connsiteY25" fmla="*/ 285999 h 290301"/>
                <a:gd name="connsiteX26" fmla="*/ 40779 w 398838"/>
                <a:gd name="connsiteY26" fmla="*/ 288724 h 290301"/>
                <a:gd name="connsiteX27" fmla="*/ 29003 w 398838"/>
                <a:gd name="connsiteY27" fmla="*/ 289581 h 290301"/>
                <a:gd name="connsiteX28" fmla="*/ 19010 w 398838"/>
                <a:gd name="connsiteY28" fmla="*/ 289856 h 290301"/>
                <a:gd name="connsiteX29" fmla="*/ 17 w 398838"/>
                <a:gd name="connsiteY29" fmla="*/ 290301 h 290301"/>
                <a:gd name="connsiteX30" fmla="*/ 17 w 398838"/>
                <a:gd name="connsiteY30" fmla="*/ 113285 h 29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98838" h="290301">
                  <a:moveTo>
                    <a:pt x="0" y="113354"/>
                  </a:moveTo>
                  <a:cubicBezTo>
                    <a:pt x="0" y="113354"/>
                    <a:pt x="4765" y="113217"/>
                    <a:pt x="13113" y="112994"/>
                  </a:cubicBezTo>
                  <a:cubicBezTo>
                    <a:pt x="15204" y="112943"/>
                    <a:pt x="17501" y="112891"/>
                    <a:pt x="20021" y="112840"/>
                  </a:cubicBezTo>
                  <a:cubicBezTo>
                    <a:pt x="22523" y="112634"/>
                    <a:pt x="25232" y="112428"/>
                    <a:pt x="28111" y="112188"/>
                  </a:cubicBezTo>
                  <a:cubicBezTo>
                    <a:pt x="33888" y="111743"/>
                    <a:pt x="40436" y="111400"/>
                    <a:pt x="47481" y="110320"/>
                  </a:cubicBezTo>
                  <a:cubicBezTo>
                    <a:pt x="51012" y="109874"/>
                    <a:pt x="54697" y="109429"/>
                    <a:pt x="58520" y="108949"/>
                  </a:cubicBezTo>
                  <a:cubicBezTo>
                    <a:pt x="62291" y="108280"/>
                    <a:pt x="66199" y="107577"/>
                    <a:pt x="70210" y="106857"/>
                  </a:cubicBezTo>
                  <a:cubicBezTo>
                    <a:pt x="78300" y="105658"/>
                    <a:pt x="86597" y="103395"/>
                    <a:pt x="95270" y="101492"/>
                  </a:cubicBezTo>
                  <a:cubicBezTo>
                    <a:pt x="112428" y="96899"/>
                    <a:pt x="130598" y="91311"/>
                    <a:pt x="148082" y="83940"/>
                  </a:cubicBezTo>
                  <a:cubicBezTo>
                    <a:pt x="165514" y="76501"/>
                    <a:pt x="182604" y="68153"/>
                    <a:pt x="197860" y="58931"/>
                  </a:cubicBezTo>
                  <a:cubicBezTo>
                    <a:pt x="213064" y="49675"/>
                    <a:pt x="226862" y="40316"/>
                    <a:pt x="237970" y="31385"/>
                  </a:cubicBezTo>
                  <a:cubicBezTo>
                    <a:pt x="240781" y="29191"/>
                    <a:pt x="243472" y="27083"/>
                    <a:pt x="246026" y="25077"/>
                  </a:cubicBezTo>
                  <a:cubicBezTo>
                    <a:pt x="248477" y="22952"/>
                    <a:pt x="250808" y="20912"/>
                    <a:pt x="253003" y="19027"/>
                  </a:cubicBezTo>
                  <a:cubicBezTo>
                    <a:pt x="257408" y="15256"/>
                    <a:pt x="261247" y="11964"/>
                    <a:pt x="264178" y="9016"/>
                  </a:cubicBezTo>
                  <a:cubicBezTo>
                    <a:pt x="270212" y="3291"/>
                    <a:pt x="273657" y="0"/>
                    <a:pt x="273657" y="0"/>
                  </a:cubicBezTo>
                  <a:lnTo>
                    <a:pt x="398839" y="125181"/>
                  </a:lnTo>
                  <a:cubicBezTo>
                    <a:pt x="398839" y="125181"/>
                    <a:pt x="393851" y="129964"/>
                    <a:pt x="385092" y="138311"/>
                  </a:cubicBezTo>
                  <a:cubicBezTo>
                    <a:pt x="380772" y="142562"/>
                    <a:pt x="375235" y="147396"/>
                    <a:pt x="368842" y="152881"/>
                  </a:cubicBezTo>
                  <a:cubicBezTo>
                    <a:pt x="365654" y="155641"/>
                    <a:pt x="362260" y="158555"/>
                    <a:pt x="358677" y="161641"/>
                  </a:cubicBezTo>
                  <a:cubicBezTo>
                    <a:pt x="354958" y="164572"/>
                    <a:pt x="351067" y="167640"/>
                    <a:pt x="346987" y="170862"/>
                  </a:cubicBezTo>
                  <a:cubicBezTo>
                    <a:pt x="330772" y="183804"/>
                    <a:pt x="310751" y="197534"/>
                    <a:pt x="288553" y="210955"/>
                  </a:cubicBezTo>
                  <a:cubicBezTo>
                    <a:pt x="266304" y="224360"/>
                    <a:pt x="241432" y="236667"/>
                    <a:pt x="215909" y="247449"/>
                  </a:cubicBezTo>
                  <a:cubicBezTo>
                    <a:pt x="190335" y="258179"/>
                    <a:pt x="163817" y="266492"/>
                    <a:pt x="138706" y="273092"/>
                  </a:cubicBezTo>
                  <a:cubicBezTo>
                    <a:pt x="126038" y="275989"/>
                    <a:pt x="113868" y="279091"/>
                    <a:pt x="102092" y="280960"/>
                  </a:cubicBezTo>
                  <a:cubicBezTo>
                    <a:pt x="96230" y="281988"/>
                    <a:pt x="90522" y="282982"/>
                    <a:pt x="85020" y="283942"/>
                  </a:cubicBezTo>
                  <a:cubicBezTo>
                    <a:pt x="79466" y="284662"/>
                    <a:pt x="74101" y="285348"/>
                    <a:pt x="68959" y="285999"/>
                  </a:cubicBezTo>
                  <a:cubicBezTo>
                    <a:pt x="58674" y="287473"/>
                    <a:pt x="49178" y="288090"/>
                    <a:pt x="40779" y="288724"/>
                  </a:cubicBezTo>
                  <a:cubicBezTo>
                    <a:pt x="36579" y="289033"/>
                    <a:pt x="32637" y="289324"/>
                    <a:pt x="29003" y="289581"/>
                  </a:cubicBezTo>
                  <a:cubicBezTo>
                    <a:pt x="25369" y="289684"/>
                    <a:pt x="22026" y="289787"/>
                    <a:pt x="19010" y="289856"/>
                  </a:cubicBezTo>
                  <a:cubicBezTo>
                    <a:pt x="6925" y="290147"/>
                    <a:pt x="17" y="290301"/>
                    <a:pt x="17" y="290301"/>
                  </a:cubicBezTo>
                  <a:lnTo>
                    <a:pt x="17" y="113285"/>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41" name="PA-值得玩PPT_PPT弹药库82"/>
            <p:cNvSpPr/>
            <p:nvPr>
              <p:custDataLst>
                <p:tags r:id="rId23"/>
              </p:custDataLst>
            </p:nvPr>
          </p:nvSpPr>
          <p:spPr>
            <a:xfrm>
              <a:off x="7978970" y="4573603"/>
              <a:ext cx="724722" cy="724710"/>
            </a:xfrm>
            <a:custGeom>
              <a:avLst/>
              <a:gdLst>
                <a:gd name="connsiteX0" fmla="*/ 572769 w 671039"/>
                <a:gd name="connsiteY0" fmla="*/ 98253 h 671028"/>
                <a:gd name="connsiteX1" fmla="*/ 572769 w 671039"/>
                <a:gd name="connsiteY1" fmla="*/ 572752 h 671028"/>
                <a:gd name="connsiteX2" fmla="*/ 98270 w 671039"/>
                <a:gd name="connsiteY2" fmla="*/ 572752 h 671028"/>
                <a:gd name="connsiteX3" fmla="*/ 98270 w 671039"/>
                <a:gd name="connsiteY3" fmla="*/ 98270 h 671028"/>
                <a:gd name="connsiteX4" fmla="*/ 572752 w 671039"/>
                <a:gd name="connsiteY4" fmla="*/ 98270 h 671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28">
                  <a:moveTo>
                    <a:pt x="572769" y="98253"/>
                  </a:moveTo>
                  <a:cubicBezTo>
                    <a:pt x="703796" y="229296"/>
                    <a:pt x="703796" y="441726"/>
                    <a:pt x="572769" y="572752"/>
                  </a:cubicBezTo>
                  <a:cubicBezTo>
                    <a:pt x="441743" y="703779"/>
                    <a:pt x="229314" y="703796"/>
                    <a:pt x="98270" y="572752"/>
                  </a:cubicBezTo>
                  <a:cubicBezTo>
                    <a:pt x="-32757" y="441726"/>
                    <a:pt x="-32757" y="229296"/>
                    <a:pt x="98270" y="98270"/>
                  </a:cubicBezTo>
                  <a:cubicBezTo>
                    <a:pt x="229296" y="-32757"/>
                    <a:pt x="441743" y="-32757"/>
                    <a:pt x="572752" y="98270"/>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42" name="PA-值得玩PPT_PPT弹药库83"/>
            <p:cNvSpPr/>
            <p:nvPr>
              <p:custDataLst>
                <p:tags r:id="rId24"/>
              </p:custDataLst>
            </p:nvPr>
          </p:nvSpPr>
          <p:spPr>
            <a:xfrm>
              <a:off x="7937511" y="4653890"/>
              <a:ext cx="801604" cy="679838"/>
            </a:xfrm>
            <a:custGeom>
              <a:avLst/>
              <a:gdLst>
                <a:gd name="connsiteX0" fmla="*/ 625333 w 742226"/>
                <a:gd name="connsiteY0" fmla="*/ 8605 h 629480"/>
                <a:gd name="connsiteX1" fmla="*/ 625899 w 742226"/>
                <a:gd name="connsiteY1" fmla="*/ 9170 h 629480"/>
                <a:gd name="connsiteX2" fmla="*/ 625899 w 742226"/>
                <a:gd name="connsiteY2" fmla="*/ 513153 h 629480"/>
                <a:gd name="connsiteX3" fmla="*/ 121916 w 742226"/>
                <a:gd name="connsiteY3" fmla="*/ 513153 h 629480"/>
                <a:gd name="connsiteX4" fmla="*/ 121916 w 742226"/>
                <a:gd name="connsiteY4" fmla="*/ 9170 h 629480"/>
                <a:gd name="connsiteX5" fmla="*/ 113329 w 742226"/>
                <a:gd name="connsiteY5" fmla="*/ 583 h 629480"/>
                <a:gd name="connsiteX6" fmla="*/ 113329 w 742226"/>
                <a:gd name="connsiteY6" fmla="*/ 521723 h 629480"/>
                <a:gd name="connsiteX7" fmla="*/ 634469 w 742226"/>
                <a:gd name="connsiteY7" fmla="*/ 521723 h 629480"/>
                <a:gd name="connsiteX8" fmla="*/ 634469 w 742226"/>
                <a:gd name="connsiteY8" fmla="*/ 566 h 629480"/>
                <a:gd name="connsiteX9" fmla="*/ 633886 w 742226"/>
                <a:gd name="connsiteY9" fmla="*/ 0 h 629480"/>
                <a:gd name="connsiteX10" fmla="*/ 625299 w 742226"/>
                <a:gd name="connsiteY10" fmla="*/ 8588 h 6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2226" h="629480">
                  <a:moveTo>
                    <a:pt x="625333" y="8605"/>
                  </a:moveTo>
                  <a:cubicBezTo>
                    <a:pt x="625522" y="8793"/>
                    <a:pt x="625710" y="8982"/>
                    <a:pt x="625899" y="9170"/>
                  </a:cubicBezTo>
                  <a:cubicBezTo>
                    <a:pt x="764844" y="148116"/>
                    <a:pt x="764844" y="374207"/>
                    <a:pt x="625899" y="513153"/>
                  </a:cubicBezTo>
                  <a:cubicBezTo>
                    <a:pt x="486953" y="652098"/>
                    <a:pt x="260862" y="652098"/>
                    <a:pt x="121916" y="513153"/>
                  </a:cubicBezTo>
                  <a:cubicBezTo>
                    <a:pt x="-85594" y="305643"/>
                    <a:pt x="51535" y="79552"/>
                    <a:pt x="121916" y="9170"/>
                  </a:cubicBezTo>
                  <a:lnTo>
                    <a:pt x="113329" y="583"/>
                  </a:lnTo>
                  <a:cubicBezTo>
                    <a:pt x="38217" y="75695"/>
                    <a:pt x="-98912" y="309482"/>
                    <a:pt x="113329" y="521723"/>
                  </a:cubicBezTo>
                  <a:cubicBezTo>
                    <a:pt x="257005" y="665400"/>
                    <a:pt x="490792" y="665400"/>
                    <a:pt x="634469" y="521723"/>
                  </a:cubicBezTo>
                  <a:cubicBezTo>
                    <a:pt x="778146" y="378047"/>
                    <a:pt x="778146" y="144259"/>
                    <a:pt x="634469" y="566"/>
                  </a:cubicBezTo>
                  <a:cubicBezTo>
                    <a:pt x="634281" y="377"/>
                    <a:pt x="634092" y="206"/>
                    <a:pt x="633886" y="0"/>
                  </a:cubicBezTo>
                  <a:lnTo>
                    <a:pt x="625299" y="8588"/>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43" name="PA-值得玩PPT_PPT弹药库84"/>
            <p:cNvSpPr/>
            <p:nvPr>
              <p:custDataLst>
                <p:tags r:id="rId25"/>
              </p:custDataLst>
            </p:nvPr>
          </p:nvSpPr>
          <p:spPr>
            <a:xfrm>
              <a:off x="7855658" y="4431760"/>
              <a:ext cx="218334" cy="236847"/>
            </a:xfrm>
            <a:custGeom>
              <a:avLst/>
              <a:gdLst>
                <a:gd name="connsiteX0" fmla="*/ 8811 w 202161"/>
                <a:gd name="connsiteY0" fmla="*/ 0 h 219303"/>
                <a:gd name="connsiteX1" fmla="*/ 202162 w 202161"/>
                <a:gd name="connsiteY1" fmla="*/ 210475 h 219303"/>
                <a:gd name="connsiteX2" fmla="*/ 193351 w 202161"/>
                <a:gd name="connsiteY2" fmla="*/ 219303 h 219303"/>
                <a:gd name="connsiteX3" fmla="*/ 0 w 202161"/>
                <a:gd name="connsiteY3" fmla="*/ 8811 h 219303"/>
                <a:gd name="connsiteX4" fmla="*/ 8811 w 202161"/>
                <a:gd name="connsiteY4" fmla="*/ 0 h 219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161" h="219303">
                  <a:moveTo>
                    <a:pt x="8811" y="0"/>
                  </a:moveTo>
                  <a:lnTo>
                    <a:pt x="202162" y="210475"/>
                  </a:lnTo>
                  <a:lnTo>
                    <a:pt x="193351" y="219303"/>
                  </a:lnTo>
                  <a:lnTo>
                    <a:pt x="0" y="8811"/>
                  </a:lnTo>
                  <a:lnTo>
                    <a:pt x="8811" y="0"/>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44" name="PA-值得玩PPT_PPT弹药库85"/>
            <p:cNvSpPr/>
            <p:nvPr>
              <p:custDataLst>
                <p:tags r:id="rId26"/>
              </p:custDataLst>
            </p:nvPr>
          </p:nvSpPr>
          <p:spPr>
            <a:xfrm>
              <a:off x="7827128" y="4403228"/>
              <a:ext cx="134131" cy="134112"/>
            </a:xfrm>
            <a:custGeom>
              <a:avLst/>
              <a:gdLst>
                <a:gd name="connsiteX0" fmla="*/ 106005 w 124195"/>
                <a:gd name="connsiteY0" fmla="*/ 18191 h 124178"/>
                <a:gd name="connsiteX1" fmla="*/ 106005 w 124195"/>
                <a:gd name="connsiteY1" fmla="*/ 105988 h 124178"/>
                <a:gd name="connsiteX2" fmla="*/ 18191 w 124195"/>
                <a:gd name="connsiteY2" fmla="*/ 105988 h 124178"/>
                <a:gd name="connsiteX3" fmla="*/ 18191 w 124195"/>
                <a:gd name="connsiteY3" fmla="*/ 18191 h 124178"/>
                <a:gd name="connsiteX4" fmla="*/ 106005 w 124195"/>
                <a:gd name="connsiteY4" fmla="*/ 18191 h 124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95" h="124178">
                  <a:moveTo>
                    <a:pt x="106005" y="18191"/>
                  </a:moveTo>
                  <a:cubicBezTo>
                    <a:pt x="130259" y="42446"/>
                    <a:pt x="130259" y="81750"/>
                    <a:pt x="106005" y="105988"/>
                  </a:cubicBezTo>
                  <a:cubicBezTo>
                    <a:pt x="81750" y="130242"/>
                    <a:pt x="42446" y="130242"/>
                    <a:pt x="18191" y="105988"/>
                  </a:cubicBezTo>
                  <a:cubicBezTo>
                    <a:pt x="-6064" y="81733"/>
                    <a:pt x="-6064" y="42429"/>
                    <a:pt x="18191" y="18191"/>
                  </a:cubicBezTo>
                  <a:cubicBezTo>
                    <a:pt x="42446" y="-6064"/>
                    <a:pt x="81750" y="-6064"/>
                    <a:pt x="106005" y="18191"/>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45" name="PA-值得玩PPT_PPT弹药库86"/>
            <p:cNvSpPr/>
            <p:nvPr>
              <p:custDataLst>
                <p:tags r:id="rId27"/>
              </p:custDataLst>
            </p:nvPr>
          </p:nvSpPr>
          <p:spPr>
            <a:xfrm>
              <a:off x="7842996" y="4419080"/>
              <a:ext cx="102410" cy="102410"/>
            </a:xfrm>
            <a:custGeom>
              <a:avLst/>
              <a:gdLst>
                <a:gd name="connsiteX0" fmla="*/ 80940 w 94824"/>
                <a:gd name="connsiteY0" fmla="*/ 13884 h 94824"/>
                <a:gd name="connsiteX1" fmla="*/ 80940 w 94824"/>
                <a:gd name="connsiteY1" fmla="*/ 80940 h 94824"/>
                <a:gd name="connsiteX2" fmla="*/ 13884 w 94824"/>
                <a:gd name="connsiteY2" fmla="*/ 80940 h 94824"/>
                <a:gd name="connsiteX3" fmla="*/ 13884 w 94824"/>
                <a:gd name="connsiteY3" fmla="*/ 13884 h 94824"/>
                <a:gd name="connsiteX4" fmla="*/ 80940 w 94824"/>
                <a:gd name="connsiteY4" fmla="*/ 13884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80940" y="13884"/>
                  </a:moveTo>
                  <a:cubicBezTo>
                    <a:pt x="99453" y="32397"/>
                    <a:pt x="99453" y="62428"/>
                    <a:pt x="80940" y="80940"/>
                  </a:cubicBezTo>
                  <a:cubicBezTo>
                    <a:pt x="62428" y="99453"/>
                    <a:pt x="32397" y="99453"/>
                    <a:pt x="13884" y="80940"/>
                  </a:cubicBezTo>
                  <a:cubicBezTo>
                    <a:pt x="-4628" y="62428"/>
                    <a:pt x="-4628" y="32397"/>
                    <a:pt x="13884" y="13884"/>
                  </a:cubicBezTo>
                  <a:cubicBezTo>
                    <a:pt x="32397" y="-4628"/>
                    <a:pt x="62428" y="-4628"/>
                    <a:pt x="80940" y="13884"/>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4</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46" name="PA-值得玩PPT_PPT弹药库87"/>
            <p:cNvSpPr/>
            <p:nvPr>
              <p:custDataLst>
                <p:tags r:id="rId28"/>
              </p:custDataLst>
            </p:nvPr>
          </p:nvSpPr>
          <p:spPr>
            <a:xfrm>
              <a:off x="8029289" y="4623921"/>
              <a:ext cx="624091" cy="624059"/>
            </a:xfrm>
            <a:custGeom>
              <a:avLst/>
              <a:gdLst>
                <a:gd name="connsiteX0" fmla="*/ 493233 w 577862"/>
                <a:gd name="connsiteY0" fmla="*/ 84606 h 577832"/>
                <a:gd name="connsiteX1" fmla="*/ 493233 w 577862"/>
                <a:gd name="connsiteY1" fmla="*/ 493216 h 577832"/>
                <a:gd name="connsiteX2" fmla="*/ 84623 w 577862"/>
                <a:gd name="connsiteY2" fmla="*/ 493216 h 577832"/>
                <a:gd name="connsiteX3" fmla="*/ 84623 w 577862"/>
                <a:gd name="connsiteY3" fmla="*/ 84623 h 577832"/>
                <a:gd name="connsiteX4" fmla="*/ 493215 w 577862"/>
                <a:gd name="connsiteY4" fmla="*/ 84623 h 577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62" h="577832">
                  <a:moveTo>
                    <a:pt x="493233" y="84606"/>
                  </a:moveTo>
                  <a:cubicBezTo>
                    <a:pt x="606072" y="197446"/>
                    <a:pt x="606072" y="380376"/>
                    <a:pt x="493233" y="493216"/>
                  </a:cubicBezTo>
                  <a:cubicBezTo>
                    <a:pt x="380393" y="606038"/>
                    <a:pt x="197463" y="606038"/>
                    <a:pt x="84623" y="493216"/>
                  </a:cubicBezTo>
                  <a:cubicBezTo>
                    <a:pt x="-28199" y="380393"/>
                    <a:pt x="-28216" y="197446"/>
                    <a:pt x="84623" y="84623"/>
                  </a:cubicBezTo>
                  <a:cubicBezTo>
                    <a:pt x="197446" y="-28216"/>
                    <a:pt x="380393" y="-28199"/>
                    <a:pt x="493215" y="84623"/>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47" name="PA-值得玩PPT_PPT弹药库88"/>
            <p:cNvSpPr/>
            <p:nvPr>
              <p:custDataLst>
                <p:tags r:id="rId29"/>
              </p:custDataLst>
            </p:nvPr>
          </p:nvSpPr>
          <p:spPr>
            <a:xfrm>
              <a:off x="7100298" y="4402659"/>
              <a:ext cx="430690" cy="313600"/>
            </a:xfrm>
            <a:custGeom>
              <a:avLst/>
              <a:gdLst>
                <a:gd name="connsiteX0" fmla="*/ 125164 w 398787"/>
                <a:gd name="connsiteY0" fmla="*/ 0 h 290370"/>
                <a:gd name="connsiteX1" fmla="*/ 134643 w 398787"/>
                <a:gd name="connsiteY1" fmla="*/ 9016 h 290370"/>
                <a:gd name="connsiteX2" fmla="*/ 145819 w 398787"/>
                <a:gd name="connsiteY2" fmla="*/ 19027 h 290370"/>
                <a:gd name="connsiteX3" fmla="*/ 152779 w 398787"/>
                <a:gd name="connsiteY3" fmla="*/ 25077 h 290370"/>
                <a:gd name="connsiteX4" fmla="*/ 160835 w 398787"/>
                <a:gd name="connsiteY4" fmla="*/ 31385 h 290370"/>
                <a:gd name="connsiteX5" fmla="*/ 200945 w 398787"/>
                <a:gd name="connsiteY5" fmla="*/ 58931 h 290370"/>
                <a:gd name="connsiteX6" fmla="*/ 250723 w 398787"/>
                <a:gd name="connsiteY6" fmla="*/ 83940 h 290370"/>
                <a:gd name="connsiteX7" fmla="*/ 303534 w 398787"/>
                <a:gd name="connsiteY7" fmla="*/ 101492 h 290370"/>
                <a:gd name="connsiteX8" fmla="*/ 328612 w 398787"/>
                <a:gd name="connsiteY8" fmla="*/ 106857 h 290370"/>
                <a:gd name="connsiteX9" fmla="*/ 340302 w 398787"/>
                <a:gd name="connsiteY9" fmla="*/ 108949 h 290370"/>
                <a:gd name="connsiteX10" fmla="*/ 351324 w 398787"/>
                <a:gd name="connsiteY10" fmla="*/ 110320 h 290370"/>
                <a:gd name="connsiteX11" fmla="*/ 370693 w 398787"/>
                <a:gd name="connsiteY11" fmla="*/ 112188 h 290370"/>
                <a:gd name="connsiteX12" fmla="*/ 378784 w 398787"/>
                <a:gd name="connsiteY12" fmla="*/ 112840 h 290370"/>
                <a:gd name="connsiteX13" fmla="*/ 385692 w 398787"/>
                <a:gd name="connsiteY13" fmla="*/ 112994 h 290370"/>
                <a:gd name="connsiteX14" fmla="*/ 398787 w 398787"/>
                <a:gd name="connsiteY14" fmla="*/ 113354 h 290370"/>
                <a:gd name="connsiteX15" fmla="*/ 398787 w 398787"/>
                <a:gd name="connsiteY15" fmla="*/ 290370 h 290370"/>
                <a:gd name="connsiteX16" fmla="*/ 379812 w 398787"/>
                <a:gd name="connsiteY16" fmla="*/ 289924 h 290370"/>
                <a:gd name="connsiteX17" fmla="*/ 369819 w 398787"/>
                <a:gd name="connsiteY17" fmla="*/ 289650 h 290370"/>
                <a:gd name="connsiteX18" fmla="*/ 358043 w 398787"/>
                <a:gd name="connsiteY18" fmla="*/ 288793 h 290370"/>
                <a:gd name="connsiteX19" fmla="*/ 329863 w 398787"/>
                <a:gd name="connsiteY19" fmla="*/ 286068 h 290370"/>
                <a:gd name="connsiteX20" fmla="*/ 313802 w 398787"/>
                <a:gd name="connsiteY20" fmla="*/ 284011 h 290370"/>
                <a:gd name="connsiteX21" fmla="*/ 296729 w 398787"/>
                <a:gd name="connsiteY21" fmla="*/ 281028 h 290370"/>
                <a:gd name="connsiteX22" fmla="*/ 260116 w 398787"/>
                <a:gd name="connsiteY22" fmla="*/ 273160 h 290370"/>
                <a:gd name="connsiteX23" fmla="*/ 182913 w 398787"/>
                <a:gd name="connsiteY23" fmla="*/ 247517 h 290370"/>
                <a:gd name="connsiteX24" fmla="*/ 110269 w 398787"/>
                <a:gd name="connsiteY24" fmla="*/ 211024 h 290370"/>
                <a:gd name="connsiteX25" fmla="*/ 51835 w 398787"/>
                <a:gd name="connsiteY25" fmla="*/ 170931 h 290370"/>
                <a:gd name="connsiteX26" fmla="*/ 40144 w 398787"/>
                <a:gd name="connsiteY26" fmla="*/ 161709 h 290370"/>
                <a:gd name="connsiteX27" fmla="*/ 29980 w 398787"/>
                <a:gd name="connsiteY27" fmla="*/ 152950 h 290370"/>
                <a:gd name="connsiteX28" fmla="*/ 13747 w 398787"/>
                <a:gd name="connsiteY28" fmla="*/ 138363 h 290370"/>
                <a:gd name="connsiteX29" fmla="*/ 0 w 398787"/>
                <a:gd name="connsiteY29" fmla="*/ 125233 h 290370"/>
                <a:gd name="connsiteX30" fmla="*/ 125164 w 398787"/>
                <a:gd name="connsiteY30" fmla="*/ 51 h 290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98787" h="290370">
                  <a:moveTo>
                    <a:pt x="125164" y="0"/>
                  </a:moveTo>
                  <a:cubicBezTo>
                    <a:pt x="125164" y="0"/>
                    <a:pt x="128610" y="3274"/>
                    <a:pt x="134643" y="9016"/>
                  </a:cubicBezTo>
                  <a:cubicBezTo>
                    <a:pt x="137574" y="11982"/>
                    <a:pt x="141414" y="15256"/>
                    <a:pt x="145819" y="19027"/>
                  </a:cubicBezTo>
                  <a:cubicBezTo>
                    <a:pt x="147996" y="20929"/>
                    <a:pt x="150327" y="22952"/>
                    <a:pt x="152779" y="25077"/>
                  </a:cubicBezTo>
                  <a:cubicBezTo>
                    <a:pt x="155333" y="27083"/>
                    <a:pt x="158024" y="29191"/>
                    <a:pt x="160835" y="31385"/>
                  </a:cubicBezTo>
                  <a:cubicBezTo>
                    <a:pt x="171942" y="40333"/>
                    <a:pt x="185741" y="49675"/>
                    <a:pt x="200945" y="58931"/>
                  </a:cubicBezTo>
                  <a:cubicBezTo>
                    <a:pt x="216183" y="68153"/>
                    <a:pt x="233273" y="76501"/>
                    <a:pt x="250723" y="83940"/>
                  </a:cubicBezTo>
                  <a:cubicBezTo>
                    <a:pt x="268207" y="91311"/>
                    <a:pt x="286376" y="96899"/>
                    <a:pt x="303534" y="101492"/>
                  </a:cubicBezTo>
                  <a:cubicBezTo>
                    <a:pt x="312225" y="103378"/>
                    <a:pt x="320521" y="105658"/>
                    <a:pt x="328612" y="106857"/>
                  </a:cubicBezTo>
                  <a:cubicBezTo>
                    <a:pt x="332623" y="107577"/>
                    <a:pt x="336531" y="108263"/>
                    <a:pt x="340302" y="108949"/>
                  </a:cubicBezTo>
                  <a:cubicBezTo>
                    <a:pt x="344107" y="109429"/>
                    <a:pt x="347793" y="109874"/>
                    <a:pt x="351324" y="110320"/>
                  </a:cubicBezTo>
                  <a:cubicBezTo>
                    <a:pt x="358369" y="111400"/>
                    <a:pt x="364917" y="111743"/>
                    <a:pt x="370693" y="112188"/>
                  </a:cubicBezTo>
                  <a:cubicBezTo>
                    <a:pt x="373590" y="112411"/>
                    <a:pt x="376281" y="112634"/>
                    <a:pt x="378784" y="112840"/>
                  </a:cubicBezTo>
                  <a:cubicBezTo>
                    <a:pt x="381303" y="112891"/>
                    <a:pt x="383600" y="112943"/>
                    <a:pt x="385692" y="112994"/>
                  </a:cubicBezTo>
                  <a:cubicBezTo>
                    <a:pt x="394022" y="113217"/>
                    <a:pt x="398787" y="113354"/>
                    <a:pt x="398787" y="113354"/>
                  </a:cubicBezTo>
                  <a:lnTo>
                    <a:pt x="398787" y="290370"/>
                  </a:lnTo>
                  <a:cubicBezTo>
                    <a:pt x="398787" y="290370"/>
                    <a:pt x="391880" y="290198"/>
                    <a:pt x="379812" y="289924"/>
                  </a:cubicBezTo>
                  <a:cubicBezTo>
                    <a:pt x="376795" y="289839"/>
                    <a:pt x="373453" y="289736"/>
                    <a:pt x="369819" y="289650"/>
                  </a:cubicBezTo>
                  <a:cubicBezTo>
                    <a:pt x="366185" y="289376"/>
                    <a:pt x="362243" y="289102"/>
                    <a:pt x="358043" y="288793"/>
                  </a:cubicBezTo>
                  <a:cubicBezTo>
                    <a:pt x="349644" y="288159"/>
                    <a:pt x="340148" y="287542"/>
                    <a:pt x="329863" y="286068"/>
                  </a:cubicBezTo>
                  <a:cubicBezTo>
                    <a:pt x="324721" y="285399"/>
                    <a:pt x="319356" y="284713"/>
                    <a:pt x="313802" y="284011"/>
                  </a:cubicBezTo>
                  <a:cubicBezTo>
                    <a:pt x="308282" y="283051"/>
                    <a:pt x="302592" y="282056"/>
                    <a:pt x="296729" y="281028"/>
                  </a:cubicBezTo>
                  <a:cubicBezTo>
                    <a:pt x="284971" y="279160"/>
                    <a:pt x="272783" y="276057"/>
                    <a:pt x="260116" y="273160"/>
                  </a:cubicBezTo>
                  <a:cubicBezTo>
                    <a:pt x="234987" y="266561"/>
                    <a:pt x="208487" y="258248"/>
                    <a:pt x="182913" y="247517"/>
                  </a:cubicBezTo>
                  <a:cubicBezTo>
                    <a:pt x="157389" y="236735"/>
                    <a:pt x="132501" y="224428"/>
                    <a:pt x="110269" y="211024"/>
                  </a:cubicBezTo>
                  <a:cubicBezTo>
                    <a:pt x="88071" y="197602"/>
                    <a:pt x="68050" y="183872"/>
                    <a:pt x="51835" y="170931"/>
                  </a:cubicBezTo>
                  <a:cubicBezTo>
                    <a:pt x="47755" y="167725"/>
                    <a:pt x="43864" y="164640"/>
                    <a:pt x="40144" y="161709"/>
                  </a:cubicBezTo>
                  <a:cubicBezTo>
                    <a:pt x="36562" y="158624"/>
                    <a:pt x="33168" y="155692"/>
                    <a:pt x="29980" y="152950"/>
                  </a:cubicBezTo>
                  <a:cubicBezTo>
                    <a:pt x="23586" y="147448"/>
                    <a:pt x="18050" y="142631"/>
                    <a:pt x="13747" y="138363"/>
                  </a:cubicBezTo>
                  <a:cubicBezTo>
                    <a:pt x="5005" y="129998"/>
                    <a:pt x="0" y="125233"/>
                    <a:pt x="0" y="125233"/>
                  </a:cubicBezTo>
                  <a:lnTo>
                    <a:pt x="125164" y="51"/>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48" name="PA-值得玩PPT_PPT弹药库89"/>
            <p:cNvSpPr/>
            <p:nvPr>
              <p:custDataLst>
                <p:tags r:id="rId30"/>
              </p:custDataLst>
            </p:nvPr>
          </p:nvSpPr>
          <p:spPr>
            <a:xfrm>
              <a:off x="7168738" y="4918267"/>
              <a:ext cx="724722" cy="724722"/>
            </a:xfrm>
            <a:custGeom>
              <a:avLst/>
              <a:gdLst>
                <a:gd name="connsiteX0" fmla="*/ 671039 w 671039"/>
                <a:gd name="connsiteY0" fmla="*/ 335520 h 671039"/>
                <a:gd name="connsiteX1" fmla="*/ 335520 w 671039"/>
                <a:gd name="connsiteY1" fmla="*/ 671039 h 671039"/>
                <a:gd name="connsiteX2" fmla="*/ 0 w 671039"/>
                <a:gd name="connsiteY2" fmla="*/ 335520 h 671039"/>
                <a:gd name="connsiteX3" fmla="*/ 335520 w 671039"/>
                <a:gd name="connsiteY3" fmla="*/ 0 h 671039"/>
                <a:gd name="connsiteX4" fmla="*/ 671039 w 671039"/>
                <a:gd name="connsiteY4" fmla="*/ 335520 h 671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39">
                  <a:moveTo>
                    <a:pt x="671039" y="335520"/>
                  </a:moveTo>
                  <a:cubicBezTo>
                    <a:pt x="671039" y="520832"/>
                    <a:pt x="520815" y="671039"/>
                    <a:pt x="335520" y="671039"/>
                  </a:cubicBezTo>
                  <a:cubicBezTo>
                    <a:pt x="150225" y="671039"/>
                    <a:pt x="0" y="520832"/>
                    <a:pt x="0" y="335520"/>
                  </a:cubicBezTo>
                  <a:cubicBezTo>
                    <a:pt x="0" y="150207"/>
                    <a:pt x="150225" y="0"/>
                    <a:pt x="335520" y="0"/>
                  </a:cubicBezTo>
                  <a:cubicBezTo>
                    <a:pt x="520815" y="0"/>
                    <a:pt x="671039" y="150224"/>
                    <a:pt x="671039" y="335520"/>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49" name="PA-值得玩PPT_PPT弹药库90"/>
            <p:cNvSpPr/>
            <p:nvPr>
              <p:custDataLst>
                <p:tags r:id="rId31"/>
              </p:custDataLst>
            </p:nvPr>
          </p:nvSpPr>
          <p:spPr>
            <a:xfrm>
              <a:off x="7133121" y="4882647"/>
              <a:ext cx="795976" cy="795976"/>
            </a:xfrm>
            <a:custGeom>
              <a:avLst/>
              <a:gdLst>
                <a:gd name="connsiteX0" fmla="*/ 724862 w 737015"/>
                <a:gd name="connsiteY0" fmla="*/ 367693 h 737015"/>
                <a:gd name="connsiteX1" fmla="*/ 724862 w 737015"/>
                <a:gd name="connsiteY1" fmla="*/ 368499 h 737015"/>
                <a:gd name="connsiteX2" fmla="*/ 368499 w 737015"/>
                <a:gd name="connsiteY2" fmla="*/ 724862 h 737015"/>
                <a:gd name="connsiteX3" fmla="*/ 12136 w 737015"/>
                <a:gd name="connsiteY3" fmla="*/ 368499 h 737015"/>
                <a:gd name="connsiteX4" fmla="*/ 368499 w 737015"/>
                <a:gd name="connsiteY4" fmla="*/ 12136 h 737015"/>
                <a:gd name="connsiteX5" fmla="*/ 368499 w 737015"/>
                <a:gd name="connsiteY5" fmla="*/ 0 h 737015"/>
                <a:gd name="connsiteX6" fmla="*/ 0 w 737015"/>
                <a:gd name="connsiteY6" fmla="*/ 368499 h 737015"/>
                <a:gd name="connsiteX7" fmla="*/ 368499 w 737015"/>
                <a:gd name="connsiteY7" fmla="*/ 737015 h 737015"/>
                <a:gd name="connsiteX8" fmla="*/ 737015 w 737015"/>
                <a:gd name="connsiteY8" fmla="*/ 368499 h 737015"/>
                <a:gd name="connsiteX9" fmla="*/ 737015 w 737015"/>
                <a:gd name="connsiteY9" fmla="*/ 367693 h 737015"/>
                <a:gd name="connsiteX10" fmla="*/ 724879 w 737015"/>
                <a:gd name="connsiteY10" fmla="*/ 367693 h 73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015" h="737015">
                  <a:moveTo>
                    <a:pt x="724862" y="367693"/>
                  </a:moveTo>
                  <a:lnTo>
                    <a:pt x="724862" y="368499"/>
                  </a:lnTo>
                  <a:cubicBezTo>
                    <a:pt x="724862" y="565004"/>
                    <a:pt x="565005" y="724862"/>
                    <a:pt x="368499" y="724862"/>
                  </a:cubicBezTo>
                  <a:cubicBezTo>
                    <a:pt x="171994" y="724862"/>
                    <a:pt x="12136" y="565004"/>
                    <a:pt x="12136" y="368499"/>
                  </a:cubicBezTo>
                  <a:cubicBezTo>
                    <a:pt x="12136" y="171994"/>
                    <a:pt x="171994" y="12136"/>
                    <a:pt x="368499" y="12136"/>
                  </a:cubicBezTo>
                  <a:lnTo>
                    <a:pt x="368499" y="0"/>
                  </a:lnTo>
                  <a:cubicBezTo>
                    <a:pt x="165309" y="0"/>
                    <a:pt x="0" y="165309"/>
                    <a:pt x="0" y="368499"/>
                  </a:cubicBezTo>
                  <a:cubicBezTo>
                    <a:pt x="0" y="571689"/>
                    <a:pt x="165309" y="737015"/>
                    <a:pt x="368499" y="737015"/>
                  </a:cubicBezTo>
                  <a:cubicBezTo>
                    <a:pt x="571690" y="737015"/>
                    <a:pt x="737015" y="571706"/>
                    <a:pt x="737015" y="368499"/>
                  </a:cubicBezTo>
                  <a:cubicBezTo>
                    <a:pt x="737015" y="368242"/>
                    <a:pt x="737015" y="367968"/>
                    <a:pt x="737015" y="367693"/>
                  </a:cubicBezTo>
                  <a:lnTo>
                    <a:pt x="724879" y="367693"/>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50" name="PA-值得玩PPT_PPT弹药库91"/>
            <p:cNvSpPr/>
            <p:nvPr>
              <p:custDataLst>
                <p:tags r:id="rId32"/>
              </p:custDataLst>
            </p:nvPr>
          </p:nvSpPr>
          <p:spPr>
            <a:xfrm>
              <a:off x="7524360" y="4573027"/>
              <a:ext cx="13458" cy="322800"/>
            </a:xfrm>
            <a:custGeom>
              <a:avLst/>
              <a:gdLst>
                <a:gd name="connsiteX0" fmla="*/ 0 w 12461"/>
                <a:gd name="connsiteY0" fmla="*/ 0 h 298889"/>
                <a:gd name="connsiteX1" fmla="*/ 12462 w 12461"/>
                <a:gd name="connsiteY1" fmla="*/ 0 h 298889"/>
                <a:gd name="connsiteX2" fmla="*/ 12462 w 12461"/>
                <a:gd name="connsiteY2" fmla="*/ 298889 h 298889"/>
                <a:gd name="connsiteX3" fmla="*/ 0 w 12461"/>
                <a:gd name="connsiteY3" fmla="*/ 298889 h 298889"/>
              </a:gdLst>
              <a:ahLst/>
              <a:cxnLst>
                <a:cxn ang="0">
                  <a:pos x="connsiteX0" y="connsiteY0"/>
                </a:cxn>
                <a:cxn ang="0">
                  <a:pos x="connsiteX1" y="connsiteY1"/>
                </a:cxn>
                <a:cxn ang="0">
                  <a:pos x="connsiteX2" y="connsiteY2"/>
                </a:cxn>
                <a:cxn ang="0">
                  <a:pos x="connsiteX3" y="connsiteY3"/>
                </a:cxn>
              </a:cxnLst>
              <a:rect l="l" t="t" r="r" b="b"/>
              <a:pathLst>
                <a:path w="12461" h="298889">
                  <a:moveTo>
                    <a:pt x="0" y="0"/>
                  </a:moveTo>
                  <a:lnTo>
                    <a:pt x="12462" y="0"/>
                  </a:lnTo>
                  <a:lnTo>
                    <a:pt x="12462" y="298889"/>
                  </a:lnTo>
                  <a:lnTo>
                    <a:pt x="0" y="298889"/>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51" name="PA-值得玩PPT_PPT弹药库92"/>
            <p:cNvSpPr/>
            <p:nvPr>
              <p:custDataLst>
                <p:tags r:id="rId33"/>
              </p:custDataLst>
            </p:nvPr>
          </p:nvSpPr>
          <p:spPr>
            <a:xfrm>
              <a:off x="7464048" y="4553738"/>
              <a:ext cx="134104" cy="134103"/>
            </a:xfrm>
            <a:custGeom>
              <a:avLst/>
              <a:gdLst>
                <a:gd name="connsiteX0" fmla="*/ 124170 w 124170"/>
                <a:gd name="connsiteY0" fmla="*/ 62085 h 124169"/>
                <a:gd name="connsiteX1" fmla="*/ 62085 w 124170"/>
                <a:gd name="connsiteY1" fmla="*/ 124170 h 124169"/>
                <a:gd name="connsiteX2" fmla="*/ 0 w 124170"/>
                <a:gd name="connsiteY2" fmla="*/ 62085 h 124169"/>
                <a:gd name="connsiteX3" fmla="*/ 62085 w 124170"/>
                <a:gd name="connsiteY3" fmla="*/ 0 h 124169"/>
                <a:gd name="connsiteX4" fmla="*/ 124170 w 124170"/>
                <a:gd name="connsiteY4" fmla="*/ 62085 h 124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70" h="124169">
                  <a:moveTo>
                    <a:pt x="124170" y="62085"/>
                  </a:moveTo>
                  <a:cubicBezTo>
                    <a:pt x="124170" y="96367"/>
                    <a:pt x="96367" y="124170"/>
                    <a:pt x="62085" y="124170"/>
                  </a:cubicBezTo>
                  <a:cubicBezTo>
                    <a:pt x="27803" y="124170"/>
                    <a:pt x="0" y="96367"/>
                    <a:pt x="0" y="62085"/>
                  </a:cubicBezTo>
                  <a:cubicBezTo>
                    <a:pt x="0" y="27803"/>
                    <a:pt x="27803" y="0"/>
                    <a:pt x="62085" y="0"/>
                  </a:cubicBezTo>
                  <a:cubicBezTo>
                    <a:pt x="96367" y="0"/>
                    <a:pt x="124170" y="27803"/>
                    <a:pt x="124170" y="62085"/>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52" name="PA-值得玩PPT_PPT弹药库93"/>
            <p:cNvSpPr/>
            <p:nvPr>
              <p:custDataLst>
                <p:tags r:id="rId34"/>
              </p:custDataLst>
            </p:nvPr>
          </p:nvSpPr>
          <p:spPr>
            <a:xfrm>
              <a:off x="7479896" y="4569585"/>
              <a:ext cx="102410" cy="102410"/>
            </a:xfrm>
            <a:custGeom>
              <a:avLst/>
              <a:gdLst>
                <a:gd name="connsiteX0" fmla="*/ 94825 w 94824"/>
                <a:gd name="connsiteY0" fmla="*/ 47412 h 94824"/>
                <a:gd name="connsiteX1" fmla="*/ 47412 w 94824"/>
                <a:gd name="connsiteY1" fmla="*/ 94825 h 94824"/>
                <a:gd name="connsiteX2" fmla="*/ 0 w 94824"/>
                <a:gd name="connsiteY2" fmla="*/ 47412 h 94824"/>
                <a:gd name="connsiteX3" fmla="*/ 47412 w 94824"/>
                <a:gd name="connsiteY3" fmla="*/ 0 h 94824"/>
                <a:gd name="connsiteX4" fmla="*/ 94825 w 94824"/>
                <a:gd name="connsiteY4" fmla="*/ 47412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94825" y="47412"/>
                  </a:moveTo>
                  <a:cubicBezTo>
                    <a:pt x="94825" y="73587"/>
                    <a:pt x="73604" y="94825"/>
                    <a:pt x="47412" y="94825"/>
                  </a:cubicBezTo>
                  <a:cubicBezTo>
                    <a:pt x="21221" y="94825"/>
                    <a:pt x="0" y="73604"/>
                    <a:pt x="0" y="47412"/>
                  </a:cubicBezTo>
                  <a:cubicBezTo>
                    <a:pt x="0" y="21221"/>
                    <a:pt x="21221" y="0"/>
                    <a:pt x="47412" y="0"/>
                  </a:cubicBezTo>
                  <a:cubicBezTo>
                    <a:pt x="73604" y="0"/>
                    <a:pt x="94825" y="21221"/>
                    <a:pt x="94825" y="47412"/>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5</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53" name="PA-值得玩PPT_PPT弹药库94"/>
            <p:cNvSpPr/>
            <p:nvPr>
              <p:custDataLst>
                <p:tags r:id="rId35"/>
              </p:custDataLst>
            </p:nvPr>
          </p:nvSpPr>
          <p:spPr>
            <a:xfrm>
              <a:off x="7219056" y="4968582"/>
              <a:ext cx="624070" cy="624089"/>
            </a:xfrm>
            <a:custGeom>
              <a:avLst/>
              <a:gdLst>
                <a:gd name="connsiteX0" fmla="*/ 577843 w 577843"/>
                <a:gd name="connsiteY0" fmla="*/ 288930 h 577860"/>
                <a:gd name="connsiteX1" fmla="*/ 288913 w 577843"/>
                <a:gd name="connsiteY1" fmla="*/ 577860 h 577860"/>
                <a:gd name="connsiteX2" fmla="*/ 0 w 577843"/>
                <a:gd name="connsiteY2" fmla="*/ 288930 h 577860"/>
                <a:gd name="connsiteX3" fmla="*/ 288913 w 577843"/>
                <a:gd name="connsiteY3" fmla="*/ 0 h 577860"/>
                <a:gd name="connsiteX4" fmla="*/ 577843 w 577843"/>
                <a:gd name="connsiteY4" fmla="*/ 288930 h 577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43" h="577860">
                  <a:moveTo>
                    <a:pt x="577843" y="288930"/>
                  </a:moveTo>
                  <a:cubicBezTo>
                    <a:pt x="577843" y="448514"/>
                    <a:pt x="448496" y="577860"/>
                    <a:pt x="288913" y="577860"/>
                  </a:cubicBezTo>
                  <a:cubicBezTo>
                    <a:pt x="129329" y="577860"/>
                    <a:pt x="0" y="448514"/>
                    <a:pt x="0" y="288930"/>
                  </a:cubicBezTo>
                  <a:cubicBezTo>
                    <a:pt x="0" y="129347"/>
                    <a:pt x="129347" y="0"/>
                    <a:pt x="288913" y="0"/>
                  </a:cubicBezTo>
                  <a:cubicBezTo>
                    <a:pt x="448479" y="0"/>
                    <a:pt x="577843" y="129364"/>
                    <a:pt x="577843" y="28893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54" name="PA-值得玩PPT_PPT弹药库95"/>
            <p:cNvSpPr/>
            <p:nvPr>
              <p:custDataLst>
                <p:tags r:id="rId36"/>
              </p:custDataLst>
            </p:nvPr>
          </p:nvSpPr>
          <p:spPr>
            <a:xfrm>
              <a:off x="6921856" y="4107109"/>
              <a:ext cx="313580" cy="430708"/>
            </a:xfrm>
            <a:custGeom>
              <a:avLst/>
              <a:gdLst>
                <a:gd name="connsiteX0" fmla="*/ 177033 w 290352"/>
                <a:gd name="connsiteY0" fmla="*/ 17 h 398804"/>
                <a:gd name="connsiteX1" fmla="*/ 177393 w 290352"/>
                <a:gd name="connsiteY1" fmla="*/ 13113 h 398804"/>
                <a:gd name="connsiteX2" fmla="*/ 177547 w 290352"/>
                <a:gd name="connsiteY2" fmla="*/ 20021 h 398804"/>
                <a:gd name="connsiteX3" fmla="*/ 178182 w 290352"/>
                <a:gd name="connsiteY3" fmla="*/ 28111 h 398804"/>
                <a:gd name="connsiteX4" fmla="*/ 180050 w 290352"/>
                <a:gd name="connsiteY4" fmla="*/ 47481 h 398804"/>
                <a:gd name="connsiteX5" fmla="*/ 181421 w 290352"/>
                <a:gd name="connsiteY5" fmla="*/ 58503 h 398804"/>
                <a:gd name="connsiteX6" fmla="*/ 183512 w 290352"/>
                <a:gd name="connsiteY6" fmla="*/ 70193 h 398804"/>
                <a:gd name="connsiteX7" fmla="*/ 188860 w 290352"/>
                <a:gd name="connsiteY7" fmla="*/ 95270 h 398804"/>
                <a:gd name="connsiteX8" fmla="*/ 206413 w 290352"/>
                <a:gd name="connsiteY8" fmla="*/ 148082 h 398804"/>
                <a:gd name="connsiteX9" fmla="*/ 231422 w 290352"/>
                <a:gd name="connsiteY9" fmla="*/ 197860 h 398804"/>
                <a:gd name="connsiteX10" fmla="*/ 258968 w 290352"/>
                <a:gd name="connsiteY10" fmla="*/ 237970 h 398804"/>
                <a:gd name="connsiteX11" fmla="*/ 265275 w 290352"/>
                <a:gd name="connsiteY11" fmla="*/ 246026 h 398804"/>
                <a:gd name="connsiteX12" fmla="*/ 271326 w 290352"/>
                <a:gd name="connsiteY12" fmla="*/ 252985 h 398804"/>
                <a:gd name="connsiteX13" fmla="*/ 281337 w 290352"/>
                <a:gd name="connsiteY13" fmla="*/ 264161 h 398804"/>
                <a:gd name="connsiteX14" fmla="*/ 290353 w 290352"/>
                <a:gd name="connsiteY14" fmla="*/ 273640 h 398804"/>
                <a:gd name="connsiteX15" fmla="*/ 165189 w 290352"/>
                <a:gd name="connsiteY15" fmla="*/ 398805 h 398804"/>
                <a:gd name="connsiteX16" fmla="*/ 152059 w 290352"/>
                <a:gd name="connsiteY16" fmla="*/ 385057 h 398804"/>
                <a:gd name="connsiteX17" fmla="*/ 137472 w 290352"/>
                <a:gd name="connsiteY17" fmla="*/ 368825 h 398804"/>
                <a:gd name="connsiteX18" fmla="*/ 128712 w 290352"/>
                <a:gd name="connsiteY18" fmla="*/ 358660 h 398804"/>
                <a:gd name="connsiteX19" fmla="*/ 119491 w 290352"/>
                <a:gd name="connsiteY19" fmla="*/ 346970 h 398804"/>
                <a:gd name="connsiteX20" fmla="*/ 79398 w 290352"/>
                <a:gd name="connsiteY20" fmla="*/ 288536 h 398804"/>
                <a:gd name="connsiteX21" fmla="*/ 42887 w 290352"/>
                <a:gd name="connsiteY21" fmla="*/ 215892 h 398804"/>
                <a:gd name="connsiteX22" fmla="*/ 17244 w 290352"/>
                <a:gd name="connsiteY22" fmla="*/ 138689 h 398804"/>
                <a:gd name="connsiteX23" fmla="*/ 9376 w 290352"/>
                <a:gd name="connsiteY23" fmla="*/ 102075 h 398804"/>
                <a:gd name="connsiteX24" fmla="*/ 6394 w 290352"/>
                <a:gd name="connsiteY24" fmla="*/ 84986 h 398804"/>
                <a:gd name="connsiteX25" fmla="*/ 4320 w 290352"/>
                <a:gd name="connsiteY25" fmla="*/ 68924 h 398804"/>
                <a:gd name="connsiteX26" fmla="*/ 1594 w 290352"/>
                <a:gd name="connsiteY26" fmla="*/ 40744 h 398804"/>
                <a:gd name="connsiteX27" fmla="*/ 720 w 290352"/>
                <a:gd name="connsiteY27" fmla="*/ 28968 h 398804"/>
                <a:gd name="connsiteX28" fmla="*/ 446 w 290352"/>
                <a:gd name="connsiteY28" fmla="*/ 18975 h 398804"/>
                <a:gd name="connsiteX29" fmla="*/ 0 w 290352"/>
                <a:gd name="connsiteY29" fmla="*/ 0 h 398804"/>
                <a:gd name="connsiteX30" fmla="*/ 177016 w 290352"/>
                <a:gd name="connsiteY30" fmla="*/ 0 h 39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90352" h="398804">
                  <a:moveTo>
                    <a:pt x="177033" y="17"/>
                  </a:moveTo>
                  <a:cubicBezTo>
                    <a:pt x="177033" y="17"/>
                    <a:pt x="177170" y="4782"/>
                    <a:pt x="177393" y="13113"/>
                  </a:cubicBezTo>
                  <a:cubicBezTo>
                    <a:pt x="177445" y="15204"/>
                    <a:pt x="177496" y="17501"/>
                    <a:pt x="177547" y="20021"/>
                  </a:cubicBezTo>
                  <a:cubicBezTo>
                    <a:pt x="177753" y="22523"/>
                    <a:pt x="177959" y="25232"/>
                    <a:pt x="178182" y="28111"/>
                  </a:cubicBezTo>
                  <a:cubicBezTo>
                    <a:pt x="178627" y="33888"/>
                    <a:pt x="178987" y="40436"/>
                    <a:pt x="180050" y="47481"/>
                  </a:cubicBezTo>
                  <a:cubicBezTo>
                    <a:pt x="180496" y="51012"/>
                    <a:pt x="180958" y="54697"/>
                    <a:pt x="181421" y="58503"/>
                  </a:cubicBezTo>
                  <a:cubicBezTo>
                    <a:pt x="182090" y="62274"/>
                    <a:pt x="182793" y="66182"/>
                    <a:pt x="183512" y="70193"/>
                  </a:cubicBezTo>
                  <a:cubicBezTo>
                    <a:pt x="184712" y="78266"/>
                    <a:pt x="186975" y="86580"/>
                    <a:pt x="188860" y="95270"/>
                  </a:cubicBezTo>
                  <a:cubicBezTo>
                    <a:pt x="193454" y="112428"/>
                    <a:pt x="199042" y="130581"/>
                    <a:pt x="206413" y="148082"/>
                  </a:cubicBezTo>
                  <a:cubicBezTo>
                    <a:pt x="213852" y="165514"/>
                    <a:pt x="222200" y="182604"/>
                    <a:pt x="231422" y="197860"/>
                  </a:cubicBezTo>
                  <a:cubicBezTo>
                    <a:pt x="240678" y="213064"/>
                    <a:pt x="250020" y="226862"/>
                    <a:pt x="258968" y="237970"/>
                  </a:cubicBezTo>
                  <a:cubicBezTo>
                    <a:pt x="261162" y="240781"/>
                    <a:pt x="263270" y="243472"/>
                    <a:pt x="265275" y="246026"/>
                  </a:cubicBezTo>
                  <a:cubicBezTo>
                    <a:pt x="267401" y="248477"/>
                    <a:pt x="269424" y="250808"/>
                    <a:pt x="271326" y="252985"/>
                  </a:cubicBezTo>
                  <a:cubicBezTo>
                    <a:pt x="275097" y="257391"/>
                    <a:pt x="278388" y="261230"/>
                    <a:pt x="281337" y="264161"/>
                  </a:cubicBezTo>
                  <a:cubicBezTo>
                    <a:pt x="287079" y="270195"/>
                    <a:pt x="290353" y="273640"/>
                    <a:pt x="290353" y="273640"/>
                  </a:cubicBezTo>
                  <a:lnTo>
                    <a:pt x="165189" y="398805"/>
                  </a:lnTo>
                  <a:cubicBezTo>
                    <a:pt x="165189" y="398805"/>
                    <a:pt x="160406" y="393816"/>
                    <a:pt x="152059" y="385057"/>
                  </a:cubicBezTo>
                  <a:cubicBezTo>
                    <a:pt x="147808" y="380738"/>
                    <a:pt x="142974" y="375218"/>
                    <a:pt x="137472" y="368825"/>
                  </a:cubicBezTo>
                  <a:cubicBezTo>
                    <a:pt x="134729" y="365637"/>
                    <a:pt x="131798" y="362242"/>
                    <a:pt x="128712" y="358660"/>
                  </a:cubicBezTo>
                  <a:cubicBezTo>
                    <a:pt x="125781" y="354940"/>
                    <a:pt x="122696" y="351050"/>
                    <a:pt x="119491" y="346970"/>
                  </a:cubicBezTo>
                  <a:cubicBezTo>
                    <a:pt x="106549" y="330754"/>
                    <a:pt x="92819" y="310734"/>
                    <a:pt x="79398" y="288536"/>
                  </a:cubicBezTo>
                  <a:cubicBezTo>
                    <a:pt x="65993" y="266304"/>
                    <a:pt x="53686" y="241415"/>
                    <a:pt x="42887" y="215892"/>
                  </a:cubicBezTo>
                  <a:cubicBezTo>
                    <a:pt x="32157" y="190318"/>
                    <a:pt x="23843" y="163817"/>
                    <a:pt x="17244" y="138689"/>
                  </a:cubicBezTo>
                  <a:cubicBezTo>
                    <a:pt x="14347" y="126021"/>
                    <a:pt x="11245" y="113851"/>
                    <a:pt x="9376" y="102075"/>
                  </a:cubicBezTo>
                  <a:cubicBezTo>
                    <a:pt x="8348" y="96213"/>
                    <a:pt x="7354" y="90505"/>
                    <a:pt x="6394" y="84986"/>
                  </a:cubicBezTo>
                  <a:cubicBezTo>
                    <a:pt x="5674" y="79432"/>
                    <a:pt x="4988" y="74067"/>
                    <a:pt x="4320" y="68924"/>
                  </a:cubicBezTo>
                  <a:cubicBezTo>
                    <a:pt x="2845" y="58640"/>
                    <a:pt x="2228" y="49143"/>
                    <a:pt x="1594" y="40744"/>
                  </a:cubicBezTo>
                  <a:cubicBezTo>
                    <a:pt x="1286" y="36545"/>
                    <a:pt x="994" y="32620"/>
                    <a:pt x="720" y="28968"/>
                  </a:cubicBezTo>
                  <a:cubicBezTo>
                    <a:pt x="617" y="25335"/>
                    <a:pt x="531" y="21992"/>
                    <a:pt x="446" y="18975"/>
                  </a:cubicBezTo>
                  <a:cubicBezTo>
                    <a:pt x="154" y="6891"/>
                    <a:pt x="0" y="0"/>
                    <a:pt x="0" y="0"/>
                  </a:cubicBezTo>
                  <a:lnTo>
                    <a:pt x="177016" y="0"/>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55" name="PA-值得玩PPT_PPT弹药库96"/>
            <p:cNvSpPr/>
            <p:nvPr>
              <p:custDataLst>
                <p:tags r:id="rId37"/>
              </p:custDataLst>
            </p:nvPr>
          </p:nvSpPr>
          <p:spPr>
            <a:xfrm>
              <a:off x="6339940" y="4573603"/>
              <a:ext cx="724722" cy="724703"/>
            </a:xfrm>
            <a:custGeom>
              <a:avLst/>
              <a:gdLst>
                <a:gd name="connsiteX0" fmla="*/ 572769 w 671039"/>
                <a:gd name="connsiteY0" fmla="*/ 572752 h 671021"/>
                <a:gd name="connsiteX1" fmla="*/ 98270 w 671039"/>
                <a:gd name="connsiteY1" fmla="*/ 572752 h 671021"/>
                <a:gd name="connsiteX2" fmla="*/ 98270 w 671039"/>
                <a:gd name="connsiteY2" fmla="*/ 98270 h 671021"/>
                <a:gd name="connsiteX3" fmla="*/ 572769 w 671039"/>
                <a:gd name="connsiteY3" fmla="*/ 98270 h 671021"/>
                <a:gd name="connsiteX4" fmla="*/ 572769 w 671039"/>
                <a:gd name="connsiteY4" fmla="*/ 572769 h 671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21">
                  <a:moveTo>
                    <a:pt x="572769" y="572752"/>
                  </a:moveTo>
                  <a:cubicBezTo>
                    <a:pt x="441743" y="703779"/>
                    <a:pt x="229313" y="703779"/>
                    <a:pt x="98270" y="572752"/>
                  </a:cubicBezTo>
                  <a:cubicBezTo>
                    <a:pt x="-32757" y="441726"/>
                    <a:pt x="-32757" y="229296"/>
                    <a:pt x="98270" y="98270"/>
                  </a:cubicBezTo>
                  <a:cubicBezTo>
                    <a:pt x="229296" y="-32757"/>
                    <a:pt x="441726" y="-32757"/>
                    <a:pt x="572769" y="98270"/>
                  </a:cubicBezTo>
                  <a:cubicBezTo>
                    <a:pt x="703796" y="229296"/>
                    <a:pt x="703796" y="441743"/>
                    <a:pt x="572769" y="572769"/>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56" name="PA-值得玩PPT_PPT弹药库97"/>
            <p:cNvSpPr/>
            <p:nvPr>
              <p:custDataLst>
                <p:tags r:id="rId38"/>
              </p:custDataLst>
            </p:nvPr>
          </p:nvSpPr>
          <p:spPr>
            <a:xfrm>
              <a:off x="6304515" y="4538123"/>
              <a:ext cx="679838" cy="795587"/>
            </a:xfrm>
            <a:custGeom>
              <a:avLst/>
              <a:gdLst>
                <a:gd name="connsiteX0" fmla="*/ 620876 w 629480"/>
                <a:gd name="connsiteY0" fmla="*/ 619762 h 736655"/>
                <a:gd name="connsiteX1" fmla="*/ 620310 w 629480"/>
                <a:gd name="connsiteY1" fmla="*/ 620327 h 736655"/>
                <a:gd name="connsiteX2" fmla="*/ 116328 w 629480"/>
                <a:gd name="connsiteY2" fmla="*/ 620327 h 736655"/>
                <a:gd name="connsiteX3" fmla="*/ 116328 w 629480"/>
                <a:gd name="connsiteY3" fmla="*/ 116345 h 736655"/>
                <a:gd name="connsiteX4" fmla="*/ 620310 w 629480"/>
                <a:gd name="connsiteY4" fmla="*/ 116345 h 736655"/>
                <a:gd name="connsiteX5" fmla="*/ 628898 w 629480"/>
                <a:gd name="connsiteY5" fmla="*/ 107758 h 736655"/>
                <a:gd name="connsiteX6" fmla="*/ 107757 w 629480"/>
                <a:gd name="connsiteY6" fmla="*/ 107758 h 736655"/>
                <a:gd name="connsiteX7" fmla="*/ 107757 w 629480"/>
                <a:gd name="connsiteY7" fmla="*/ 628898 h 736655"/>
                <a:gd name="connsiteX8" fmla="*/ 628915 w 629480"/>
                <a:gd name="connsiteY8" fmla="*/ 628898 h 736655"/>
                <a:gd name="connsiteX9" fmla="*/ 629481 w 629480"/>
                <a:gd name="connsiteY9" fmla="*/ 628315 h 736655"/>
                <a:gd name="connsiteX10" fmla="*/ 620893 w 629480"/>
                <a:gd name="connsiteY10" fmla="*/ 619727 h 736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480" h="736655">
                  <a:moveTo>
                    <a:pt x="620876" y="619762"/>
                  </a:moveTo>
                  <a:cubicBezTo>
                    <a:pt x="620687" y="619950"/>
                    <a:pt x="620499" y="620139"/>
                    <a:pt x="620310" y="620327"/>
                  </a:cubicBezTo>
                  <a:cubicBezTo>
                    <a:pt x="481365" y="759273"/>
                    <a:pt x="255274" y="759273"/>
                    <a:pt x="116328" y="620327"/>
                  </a:cubicBezTo>
                  <a:cubicBezTo>
                    <a:pt x="-22618" y="481382"/>
                    <a:pt x="-22618" y="255308"/>
                    <a:pt x="116328" y="116345"/>
                  </a:cubicBezTo>
                  <a:cubicBezTo>
                    <a:pt x="255274" y="-22601"/>
                    <a:pt x="481365" y="-22601"/>
                    <a:pt x="620310" y="116345"/>
                  </a:cubicBezTo>
                  <a:lnTo>
                    <a:pt x="628898" y="107758"/>
                  </a:lnTo>
                  <a:cubicBezTo>
                    <a:pt x="485221" y="-35919"/>
                    <a:pt x="251434" y="-35919"/>
                    <a:pt x="107757" y="107758"/>
                  </a:cubicBezTo>
                  <a:cubicBezTo>
                    <a:pt x="-35919" y="251434"/>
                    <a:pt x="-35919" y="485221"/>
                    <a:pt x="107757" y="628898"/>
                  </a:cubicBezTo>
                  <a:cubicBezTo>
                    <a:pt x="251434" y="772574"/>
                    <a:pt x="485221" y="772574"/>
                    <a:pt x="628915" y="628898"/>
                  </a:cubicBezTo>
                  <a:cubicBezTo>
                    <a:pt x="629104" y="628709"/>
                    <a:pt x="629275" y="628521"/>
                    <a:pt x="629481" y="628315"/>
                  </a:cubicBezTo>
                  <a:lnTo>
                    <a:pt x="620893" y="619727"/>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57" name="PA-值得玩PPT_PPT弹药库98"/>
            <p:cNvSpPr/>
            <p:nvPr>
              <p:custDataLst>
                <p:tags r:id="rId39"/>
              </p:custDataLst>
            </p:nvPr>
          </p:nvSpPr>
          <p:spPr>
            <a:xfrm rot="18900000">
              <a:off x="6926955" y="4542359"/>
              <a:ext cx="321486" cy="13458"/>
            </a:xfrm>
            <a:custGeom>
              <a:avLst/>
              <a:gdLst>
                <a:gd name="connsiteX0" fmla="*/ 0 w 297672"/>
                <a:gd name="connsiteY0" fmla="*/ 0 h 12461"/>
                <a:gd name="connsiteX1" fmla="*/ 297672 w 297672"/>
                <a:gd name="connsiteY1" fmla="*/ 0 h 12461"/>
                <a:gd name="connsiteX2" fmla="*/ 297672 w 297672"/>
                <a:gd name="connsiteY2" fmla="*/ 12462 h 12461"/>
                <a:gd name="connsiteX3" fmla="*/ 0 w 297672"/>
                <a:gd name="connsiteY3" fmla="*/ 12462 h 12461"/>
              </a:gdLst>
              <a:ahLst/>
              <a:cxnLst>
                <a:cxn ang="0">
                  <a:pos x="connsiteX0" y="connsiteY0"/>
                </a:cxn>
                <a:cxn ang="0">
                  <a:pos x="connsiteX1" y="connsiteY1"/>
                </a:cxn>
                <a:cxn ang="0">
                  <a:pos x="connsiteX2" y="connsiteY2"/>
                </a:cxn>
                <a:cxn ang="0">
                  <a:pos x="connsiteX3" y="connsiteY3"/>
                </a:cxn>
              </a:cxnLst>
              <a:rect l="l" t="t" r="r" b="b"/>
              <a:pathLst>
                <a:path w="297672" h="12461">
                  <a:moveTo>
                    <a:pt x="0" y="0"/>
                  </a:moveTo>
                  <a:lnTo>
                    <a:pt x="297672" y="0"/>
                  </a:lnTo>
                  <a:lnTo>
                    <a:pt x="297672" y="12462"/>
                  </a:lnTo>
                  <a:lnTo>
                    <a:pt x="0" y="12462"/>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58" name="PA-值得玩PPT_PPT弹药库99"/>
            <p:cNvSpPr/>
            <p:nvPr>
              <p:custDataLst>
                <p:tags r:id="rId40"/>
              </p:custDataLst>
            </p:nvPr>
          </p:nvSpPr>
          <p:spPr>
            <a:xfrm>
              <a:off x="7100904" y="4403228"/>
              <a:ext cx="134112" cy="134112"/>
            </a:xfrm>
            <a:custGeom>
              <a:avLst/>
              <a:gdLst>
                <a:gd name="connsiteX0" fmla="*/ 105988 w 124178"/>
                <a:gd name="connsiteY0" fmla="*/ 105988 h 124178"/>
                <a:gd name="connsiteX1" fmla="*/ 18191 w 124178"/>
                <a:gd name="connsiteY1" fmla="*/ 105988 h 124178"/>
                <a:gd name="connsiteX2" fmla="*/ 18191 w 124178"/>
                <a:gd name="connsiteY2" fmla="*/ 18191 h 124178"/>
                <a:gd name="connsiteX3" fmla="*/ 105988 w 124178"/>
                <a:gd name="connsiteY3" fmla="*/ 18191 h 124178"/>
                <a:gd name="connsiteX4" fmla="*/ 105988 w 124178"/>
                <a:gd name="connsiteY4" fmla="*/ 105988 h 124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78" h="124178">
                  <a:moveTo>
                    <a:pt x="105988" y="105988"/>
                  </a:moveTo>
                  <a:cubicBezTo>
                    <a:pt x="81733" y="130242"/>
                    <a:pt x="42429" y="130242"/>
                    <a:pt x="18191" y="105988"/>
                  </a:cubicBezTo>
                  <a:cubicBezTo>
                    <a:pt x="-6064" y="81733"/>
                    <a:pt x="-6064" y="42429"/>
                    <a:pt x="18191" y="18191"/>
                  </a:cubicBezTo>
                  <a:cubicBezTo>
                    <a:pt x="42446" y="-6064"/>
                    <a:pt x="81750" y="-6064"/>
                    <a:pt x="105988" y="18191"/>
                  </a:cubicBezTo>
                  <a:cubicBezTo>
                    <a:pt x="130242" y="42446"/>
                    <a:pt x="130242" y="81750"/>
                    <a:pt x="105988" y="105988"/>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59" name="PA-值得玩PPT_PPT弹药库100"/>
            <p:cNvSpPr/>
            <p:nvPr>
              <p:custDataLst>
                <p:tags r:id="rId41"/>
              </p:custDataLst>
            </p:nvPr>
          </p:nvSpPr>
          <p:spPr>
            <a:xfrm>
              <a:off x="7116755" y="4419080"/>
              <a:ext cx="102410" cy="102410"/>
            </a:xfrm>
            <a:custGeom>
              <a:avLst/>
              <a:gdLst>
                <a:gd name="connsiteX0" fmla="*/ 80940 w 94824"/>
                <a:gd name="connsiteY0" fmla="*/ 80940 h 94824"/>
                <a:gd name="connsiteX1" fmla="*/ 13884 w 94824"/>
                <a:gd name="connsiteY1" fmla="*/ 80940 h 94824"/>
                <a:gd name="connsiteX2" fmla="*/ 13884 w 94824"/>
                <a:gd name="connsiteY2" fmla="*/ 13884 h 94824"/>
                <a:gd name="connsiteX3" fmla="*/ 80940 w 94824"/>
                <a:gd name="connsiteY3" fmla="*/ 13884 h 94824"/>
                <a:gd name="connsiteX4" fmla="*/ 80940 w 94824"/>
                <a:gd name="connsiteY4" fmla="*/ 80940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80940" y="80940"/>
                  </a:moveTo>
                  <a:cubicBezTo>
                    <a:pt x="62428" y="99453"/>
                    <a:pt x="32397" y="99453"/>
                    <a:pt x="13884" y="80940"/>
                  </a:cubicBezTo>
                  <a:cubicBezTo>
                    <a:pt x="-4628" y="62428"/>
                    <a:pt x="-4628" y="32397"/>
                    <a:pt x="13884" y="13884"/>
                  </a:cubicBezTo>
                  <a:cubicBezTo>
                    <a:pt x="32397" y="-4628"/>
                    <a:pt x="62428" y="-4628"/>
                    <a:pt x="80940" y="13884"/>
                  </a:cubicBezTo>
                  <a:cubicBezTo>
                    <a:pt x="99453" y="32397"/>
                    <a:pt x="99453" y="62428"/>
                    <a:pt x="80940" y="8094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6</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60" name="PA-值得玩PPT_PPT弹药库101"/>
            <p:cNvSpPr/>
            <p:nvPr>
              <p:custDataLst>
                <p:tags r:id="rId42"/>
              </p:custDataLst>
            </p:nvPr>
          </p:nvSpPr>
          <p:spPr>
            <a:xfrm>
              <a:off x="6390251" y="4623884"/>
              <a:ext cx="624073" cy="624091"/>
            </a:xfrm>
            <a:custGeom>
              <a:avLst/>
              <a:gdLst>
                <a:gd name="connsiteX0" fmla="*/ 493239 w 577845"/>
                <a:gd name="connsiteY0" fmla="*/ 493233 h 577862"/>
                <a:gd name="connsiteX1" fmla="*/ 84630 w 577845"/>
                <a:gd name="connsiteY1" fmla="*/ 493233 h 577862"/>
                <a:gd name="connsiteX2" fmla="*/ 84630 w 577845"/>
                <a:gd name="connsiteY2" fmla="*/ 84623 h 577862"/>
                <a:gd name="connsiteX3" fmla="*/ 493222 w 577845"/>
                <a:gd name="connsiteY3" fmla="*/ 84623 h 577862"/>
                <a:gd name="connsiteX4" fmla="*/ 493222 w 577845"/>
                <a:gd name="connsiteY4" fmla="*/ 493215 h 577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45" h="577862">
                  <a:moveTo>
                    <a:pt x="493239" y="493233"/>
                  </a:moveTo>
                  <a:cubicBezTo>
                    <a:pt x="380399" y="606072"/>
                    <a:pt x="197470" y="606072"/>
                    <a:pt x="84630" y="493233"/>
                  </a:cubicBezTo>
                  <a:cubicBezTo>
                    <a:pt x="-28210" y="380393"/>
                    <a:pt x="-28210" y="197463"/>
                    <a:pt x="84630" y="84623"/>
                  </a:cubicBezTo>
                  <a:cubicBezTo>
                    <a:pt x="197452" y="-28199"/>
                    <a:pt x="380399" y="-28216"/>
                    <a:pt x="493222" y="84623"/>
                  </a:cubicBezTo>
                  <a:cubicBezTo>
                    <a:pt x="606062" y="197463"/>
                    <a:pt x="606045" y="380393"/>
                    <a:pt x="493222" y="493215"/>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61" name="PA-值得玩PPT_PPT弹药库102"/>
            <p:cNvSpPr/>
            <p:nvPr>
              <p:custDataLst>
                <p:tags r:id="rId43"/>
              </p:custDataLst>
            </p:nvPr>
          </p:nvSpPr>
          <p:spPr>
            <a:xfrm>
              <a:off x="6921856" y="3676456"/>
              <a:ext cx="313580" cy="430708"/>
            </a:xfrm>
            <a:custGeom>
              <a:avLst/>
              <a:gdLst>
                <a:gd name="connsiteX0" fmla="*/ 177033 w 290352"/>
                <a:gd name="connsiteY0" fmla="*/ 398787 h 398804"/>
                <a:gd name="connsiteX1" fmla="*/ 177393 w 290352"/>
                <a:gd name="connsiteY1" fmla="*/ 385692 h 398804"/>
                <a:gd name="connsiteX2" fmla="*/ 177547 w 290352"/>
                <a:gd name="connsiteY2" fmla="*/ 378784 h 398804"/>
                <a:gd name="connsiteX3" fmla="*/ 178182 w 290352"/>
                <a:gd name="connsiteY3" fmla="*/ 370693 h 398804"/>
                <a:gd name="connsiteX4" fmla="*/ 180050 w 290352"/>
                <a:gd name="connsiteY4" fmla="*/ 351324 h 398804"/>
                <a:gd name="connsiteX5" fmla="*/ 181421 w 290352"/>
                <a:gd name="connsiteY5" fmla="*/ 340302 h 398804"/>
                <a:gd name="connsiteX6" fmla="*/ 183512 w 290352"/>
                <a:gd name="connsiteY6" fmla="*/ 328612 h 398804"/>
                <a:gd name="connsiteX7" fmla="*/ 188860 w 290352"/>
                <a:gd name="connsiteY7" fmla="*/ 303534 h 398804"/>
                <a:gd name="connsiteX8" fmla="*/ 206413 w 290352"/>
                <a:gd name="connsiteY8" fmla="*/ 250723 h 398804"/>
                <a:gd name="connsiteX9" fmla="*/ 231422 w 290352"/>
                <a:gd name="connsiteY9" fmla="*/ 200945 h 398804"/>
                <a:gd name="connsiteX10" fmla="*/ 258968 w 290352"/>
                <a:gd name="connsiteY10" fmla="*/ 160835 h 398804"/>
                <a:gd name="connsiteX11" fmla="*/ 265275 w 290352"/>
                <a:gd name="connsiteY11" fmla="*/ 152778 h 398804"/>
                <a:gd name="connsiteX12" fmla="*/ 271326 w 290352"/>
                <a:gd name="connsiteY12" fmla="*/ 145819 h 398804"/>
                <a:gd name="connsiteX13" fmla="*/ 281337 w 290352"/>
                <a:gd name="connsiteY13" fmla="*/ 134643 h 398804"/>
                <a:gd name="connsiteX14" fmla="*/ 290353 w 290352"/>
                <a:gd name="connsiteY14" fmla="*/ 125164 h 398804"/>
                <a:gd name="connsiteX15" fmla="*/ 165189 w 290352"/>
                <a:gd name="connsiteY15" fmla="*/ 0 h 398804"/>
                <a:gd name="connsiteX16" fmla="*/ 152059 w 290352"/>
                <a:gd name="connsiteY16" fmla="*/ 13747 h 398804"/>
                <a:gd name="connsiteX17" fmla="*/ 137472 w 290352"/>
                <a:gd name="connsiteY17" fmla="*/ 29980 h 398804"/>
                <a:gd name="connsiteX18" fmla="*/ 128712 w 290352"/>
                <a:gd name="connsiteY18" fmla="*/ 40144 h 398804"/>
                <a:gd name="connsiteX19" fmla="*/ 119491 w 290352"/>
                <a:gd name="connsiteY19" fmla="*/ 51835 h 398804"/>
                <a:gd name="connsiteX20" fmla="*/ 79398 w 290352"/>
                <a:gd name="connsiteY20" fmla="*/ 110269 h 398804"/>
                <a:gd name="connsiteX21" fmla="*/ 42887 w 290352"/>
                <a:gd name="connsiteY21" fmla="*/ 182913 h 398804"/>
                <a:gd name="connsiteX22" fmla="*/ 17244 w 290352"/>
                <a:gd name="connsiteY22" fmla="*/ 260116 h 398804"/>
                <a:gd name="connsiteX23" fmla="*/ 9376 w 290352"/>
                <a:gd name="connsiteY23" fmla="*/ 296729 h 398804"/>
                <a:gd name="connsiteX24" fmla="*/ 6394 w 290352"/>
                <a:gd name="connsiteY24" fmla="*/ 313819 h 398804"/>
                <a:gd name="connsiteX25" fmla="*/ 4320 w 290352"/>
                <a:gd name="connsiteY25" fmla="*/ 329880 h 398804"/>
                <a:gd name="connsiteX26" fmla="*/ 1594 w 290352"/>
                <a:gd name="connsiteY26" fmla="*/ 358060 h 398804"/>
                <a:gd name="connsiteX27" fmla="*/ 720 w 290352"/>
                <a:gd name="connsiteY27" fmla="*/ 369836 h 398804"/>
                <a:gd name="connsiteX28" fmla="*/ 446 w 290352"/>
                <a:gd name="connsiteY28" fmla="*/ 379829 h 398804"/>
                <a:gd name="connsiteX29" fmla="*/ 0 w 290352"/>
                <a:gd name="connsiteY29" fmla="*/ 398805 h 398804"/>
                <a:gd name="connsiteX30" fmla="*/ 177016 w 290352"/>
                <a:gd name="connsiteY30" fmla="*/ 398805 h 39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90352" h="398804">
                  <a:moveTo>
                    <a:pt x="177033" y="398787"/>
                  </a:moveTo>
                  <a:cubicBezTo>
                    <a:pt x="177033" y="398787"/>
                    <a:pt x="177170" y="394022"/>
                    <a:pt x="177393" y="385692"/>
                  </a:cubicBezTo>
                  <a:cubicBezTo>
                    <a:pt x="177445" y="383600"/>
                    <a:pt x="177496" y="381303"/>
                    <a:pt x="177547" y="378784"/>
                  </a:cubicBezTo>
                  <a:cubicBezTo>
                    <a:pt x="177753" y="376281"/>
                    <a:pt x="177959" y="373573"/>
                    <a:pt x="178182" y="370693"/>
                  </a:cubicBezTo>
                  <a:cubicBezTo>
                    <a:pt x="178627" y="364917"/>
                    <a:pt x="178987" y="358369"/>
                    <a:pt x="180050" y="351324"/>
                  </a:cubicBezTo>
                  <a:cubicBezTo>
                    <a:pt x="180496" y="347793"/>
                    <a:pt x="180958" y="344107"/>
                    <a:pt x="181421" y="340302"/>
                  </a:cubicBezTo>
                  <a:cubicBezTo>
                    <a:pt x="182090" y="336531"/>
                    <a:pt x="182793" y="332623"/>
                    <a:pt x="183512" y="328612"/>
                  </a:cubicBezTo>
                  <a:cubicBezTo>
                    <a:pt x="184712" y="320538"/>
                    <a:pt x="186975" y="312225"/>
                    <a:pt x="188860" y="303534"/>
                  </a:cubicBezTo>
                  <a:cubicBezTo>
                    <a:pt x="193454" y="286376"/>
                    <a:pt x="199042" y="268224"/>
                    <a:pt x="206413" y="250723"/>
                  </a:cubicBezTo>
                  <a:cubicBezTo>
                    <a:pt x="213852" y="233290"/>
                    <a:pt x="222200" y="216201"/>
                    <a:pt x="231422" y="200945"/>
                  </a:cubicBezTo>
                  <a:cubicBezTo>
                    <a:pt x="240678" y="185741"/>
                    <a:pt x="250020" y="171942"/>
                    <a:pt x="258968" y="160835"/>
                  </a:cubicBezTo>
                  <a:cubicBezTo>
                    <a:pt x="261162" y="158024"/>
                    <a:pt x="263270" y="155333"/>
                    <a:pt x="265275" y="152778"/>
                  </a:cubicBezTo>
                  <a:cubicBezTo>
                    <a:pt x="267401" y="150327"/>
                    <a:pt x="269424" y="147996"/>
                    <a:pt x="271326" y="145819"/>
                  </a:cubicBezTo>
                  <a:cubicBezTo>
                    <a:pt x="275097" y="141414"/>
                    <a:pt x="278388" y="137574"/>
                    <a:pt x="281337" y="134643"/>
                  </a:cubicBezTo>
                  <a:cubicBezTo>
                    <a:pt x="287079" y="128610"/>
                    <a:pt x="290353" y="125164"/>
                    <a:pt x="290353" y="125164"/>
                  </a:cubicBezTo>
                  <a:lnTo>
                    <a:pt x="165189" y="0"/>
                  </a:lnTo>
                  <a:cubicBezTo>
                    <a:pt x="165189" y="0"/>
                    <a:pt x="160406" y="4988"/>
                    <a:pt x="152059" y="13747"/>
                  </a:cubicBezTo>
                  <a:cubicBezTo>
                    <a:pt x="147808" y="18067"/>
                    <a:pt x="142974" y="23586"/>
                    <a:pt x="137472" y="29980"/>
                  </a:cubicBezTo>
                  <a:cubicBezTo>
                    <a:pt x="134729" y="33168"/>
                    <a:pt x="131798" y="36562"/>
                    <a:pt x="128712" y="40144"/>
                  </a:cubicBezTo>
                  <a:cubicBezTo>
                    <a:pt x="125781" y="43864"/>
                    <a:pt x="122696" y="47755"/>
                    <a:pt x="119491" y="51835"/>
                  </a:cubicBezTo>
                  <a:cubicBezTo>
                    <a:pt x="106549" y="68050"/>
                    <a:pt x="92819" y="88071"/>
                    <a:pt x="79398" y="110269"/>
                  </a:cubicBezTo>
                  <a:cubicBezTo>
                    <a:pt x="65993" y="132501"/>
                    <a:pt x="53686" y="157389"/>
                    <a:pt x="42887" y="182913"/>
                  </a:cubicBezTo>
                  <a:cubicBezTo>
                    <a:pt x="32157" y="208487"/>
                    <a:pt x="23843" y="234987"/>
                    <a:pt x="17244" y="260116"/>
                  </a:cubicBezTo>
                  <a:cubicBezTo>
                    <a:pt x="14347" y="272783"/>
                    <a:pt x="11245" y="284953"/>
                    <a:pt x="9376" y="296729"/>
                  </a:cubicBezTo>
                  <a:cubicBezTo>
                    <a:pt x="8348" y="302592"/>
                    <a:pt x="7354" y="308300"/>
                    <a:pt x="6394" y="313819"/>
                  </a:cubicBezTo>
                  <a:cubicBezTo>
                    <a:pt x="5674" y="319373"/>
                    <a:pt x="4988" y="324738"/>
                    <a:pt x="4320" y="329880"/>
                  </a:cubicBezTo>
                  <a:cubicBezTo>
                    <a:pt x="2845" y="340165"/>
                    <a:pt x="2228" y="349661"/>
                    <a:pt x="1594" y="358060"/>
                  </a:cubicBezTo>
                  <a:cubicBezTo>
                    <a:pt x="1286" y="362260"/>
                    <a:pt x="994" y="366185"/>
                    <a:pt x="720" y="369836"/>
                  </a:cubicBezTo>
                  <a:cubicBezTo>
                    <a:pt x="617" y="373470"/>
                    <a:pt x="531" y="376812"/>
                    <a:pt x="446" y="379829"/>
                  </a:cubicBezTo>
                  <a:cubicBezTo>
                    <a:pt x="154" y="391914"/>
                    <a:pt x="0" y="398805"/>
                    <a:pt x="0" y="398805"/>
                  </a:cubicBezTo>
                  <a:lnTo>
                    <a:pt x="177016" y="398805"/>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62" name="PA-值得玩PPT_PPT弹药库103"/>
            <p:cNvSpPr/>
            <p:nvPr>
              <p:custDataLst>
                <p:tags r:id="rId44"/>
              </p:custDataLst>
            </p:nvPr>
          </p:nvSpPr>
          <p:spPr>
            <a:xfrm>
              <a:off x="6013844" y="3744765"/>
              <a:ext cx="724722" cy="724722"/>
            </a:xfrm>
            <a:custGeom>
              <a:avLst/>
              <a:gdLst>
                <a:gd name="connsiteX0" fmla="*/ 335520 w 671039"/>
                <a:gd name="connsiteY0" fmla="*/ 0 h 671039"/>
                <a:gd name="connsiteX1" fmla="*/ 0 w 671039"/>
                <a:gd name="connsiteY1" fmla="*/ 335520 h 671039"/>
                <a:gd name="connsiteX2" fmla="*/ 335520 w 671039"/>
                <a:gd name="connsiteY2" fmla="*/ 671039 h 671039"/>
                <a:gd name="connsiteX3" fmla="*/ 671039 w 671039"/>
                <a:gd name="connsiteY3" fmla="*/ 335520 h 671039"/>
                <a:gd name="connsiteX4" fmla="*/ 335520 w 671039"/>
                <a:gd name="connsiteY4" fmla="*/ 0 h 671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39">
                  <a:moveTo>
                    <a:pt x="335520" y="0"/>
                  </a:moveTo>
                  <a:cubicBezTo>
                    <a:pt x="150207" y="0"/>
                    <a:pt x="0" y="150224"/>
                    <a:pt x="0" y="335520"/>
                  </a:cubicBezTo>
                  <a:cubicBezTo>
                    <a:pt x="0" y="520815"/>
                    <a:pt x="150207" y="671039"/>
                    <a:pt x="335520" y="671039"/>
                  </a:cubicBezTo>
                  <a:cubicBezTo>
                    <a:pt x="520832" y="671039"/>
                    <a:pt x="671039" y="520815"/>
                    <a:pt x="671039" y="335520"/>
                  </a:cubicBezTo>
                  <a:cubicBezTo>
                    <a:pt x="671039" y="150224"/>
                    <a:pt x="520815" y="0"/>
                    <a:pt x="335520" y="0"/>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63" name="PA-值得玩PPT_PPT弹药库104"/>
            <p:cNvSpPr/>
            <p:nvPr>
              <p:custDataLst>
                <p:tags r:id="rId45"/>
              </p:custDataLst>
            </p:nvPr>
          </p:nvSpPr>
          <p:spPr>
            <a:xfrm>
              <a:off x="6376205" y="3709093"/>
              <a:ext cx="689085" cy="796013"/>
            </a:xfrm>
            <a:custGeom>
              <a:avLst/>
              <a:gdLst>
                <a:gd name="connsiteX0" fmla="*/ 0 w 638042"/>
                <a:gd name="connsiteY0" fmla="*/ 51 h 737049"/>
                <a:gd name="connsiteX1" fmla="*/ 806 w 638042"/>
                <a:gd name="connsiteY1" fmla="*/ 51 h 737049"/>
                <a:gd name="connsiteX2" fmla="*/ 806 w 638042"/>
                <a:gd name="connsiteY2" fmla="*/ 51 h 737049"/>
                <a:gd name="connsiteX3" fmla="*/ 368413 w 638042"/>
                <a:gd name="connsiteY3" fmla="*/ 362311 h 737049"/>
                <a:gd name="connsiteX4" fmla="*/ 638043 w 638042"/>
                <a:gd name="connsiteY4" fmla="*/ 362311 h 737049"/>
                <a:gd name="connsiteX5" fmla="*/ 638043 w 638042"/>
                <a:gd name="connsiteY5" fmla="*/ 374773 h 737049"/>
                <a:gd name="connsiteX6" fmla="*/ 368413 w 638042"/>
                <a:gd name="connsiteY6" fmla="*/ 374773 h 737049"/>
                <a:gd name="connsiteX7" fmla="*/ 806 w 638042"/>
                <a:gd name="connsiteY7" fmla="*/ 737032 h 737049"/>
                <a:gd name="connsiteX8" fmla="*/ 806 w 638042"/>
                <a:gd name="connsiteY8" fmla="*/ 737032 h 737049"/>
                <a:gd name="connsiteX9" fmla="*/ 0 w 638042"/>
                <a:gd name="connsiteY9" fmla="*/ 737049 h 737049"/>
                <a:gd name="connsiteX10" fmla="*/ 0 w 638042"/>
                <a:gd name="connsiteY10" fmla="*/ 724897 h 737049"/>
                <a:gd name="connsiteX11" fmla="*/ 356295 w 638042"/>
                <a:gd name="connsiteY11" fmla="*/ 373864 h 737049"/>
                <a:gd name="connsiteX12" fmla="*/ 356295 w 638042"/>
                <a:gd name="connsiteY12" fmla="*/ 363185 h 737049"/>
                <a:gd name="connsiteX13" fmla="*/ 0 w 638042"/>
                <a:gd name="connsiteY13" fmla="*/ 12153 h 737049"/>
                <a:gd name="connsiteX14" fmla="*/ 0 w 638042"/>
                <a:gd name="connsiteY14" fmla="*/ 0 h 737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8042" h="737049">
                  <a:moveTo>
                    <a:pt x="0" y="51"/>
                  </a:moveTo>
                  <a:cubicBezTo>
                    <a:pt x="257" y="51"/>
                    <a:pt x="531" y="51"/>
                    <a:pt x="806" y="51"/>
                  </a:cubicBezTo>
                  <a:lnTo>
                    <a:pt x="806" y="51"/>
                  </a:lnTo>
                  <a:cubicBezTo>
                    <a:pt x="201545" y="497"/>
                    <a:pt x="365071" y="162258"/>
                    <a:pt x="368413" y="362311"/>
                  </a:cubicBezTo>
                  <a:lnTo>
                    <a:pt x="638043" y="362311"/>
                  </a:lnTo>
                  <a:lnTo>
                    <a:pt x="638043" y="374773"/>
                  </a:lnTo>
                  <a:lnTo>
                    <a:pt x="368413" y="374773"/>
                  </a:lnTo>
                  <a:cubicBezTo>
                    <a:pt x="365071" y="574826"/>
                    <a:pt x="201545" y="736604"/>
                    <a:pt x="806" y="737032"/>
                  </a:cubicBezTo>
                  <a:lnTo>
                    <a:pt x="806" y="737032"/>
                  </a:lnTo>
                  <a:cubicBezTo>
                    <a:pt x="531" y="737032"/>
                    <a:pt x="257" y="737049"/>
                    <a:pt x="0" y="737049"/>
                  </a:cubicBezTo>
                  <a:lnTo>
                    <a:pt x="0" y="724897"/>
                  </a:lnTo>
                  <a:cubicBezTo>
                    <a:pt x="194706" y="724897"/>
                    <a:pt x="353432" y="567918"/>
                    <a:pt x="356295" y="373864"/>
                  </a:cubicBezTo>
                  <a:lnTo>
                    <a:pt x="356295" y="363185"/>
                  </a:lnTo>
                  <a:cubicBezTo>
                    <a:pt x="353432" y="169148"/>
                    <a:pt x="194706" y="12153"/>
                    <a:pt x="0" y="12153"/>
                  </a:cubicBezTo>
                  <a:lnTo>
                    <a:pt x="0" y="0"/>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64" name="PA-值得玩PPT_PPT弹药库105"/>
            <p:cNvSpPr/>
            <p:nvPr>
              <p:custDataLst>
                <p:tags r:id="rId46"/>
              </p:custDataLst>
            </p:nvPr>
          </p:nvSpPr>
          <p:spPr>
            <a:xfrm>
              <a:off x="6064160" y="3795084"/>
              <a:ext cx="624070" cy="624070"/>
            </a:xfrm>
            <a:custGeom>
              <a:avLst/>
              <a:gdLst>
                <a:gd name="connsiteX0" fmla="*/ 288930 w 577843"/>
                <a:gd name="connsiteY0" fmla="*/ 0 h 577843"/>
                <a:gd name="connsiteX1" fmla="*/ 0 w 577843"/>
                <a:gd name="connsiteY1" fmla="*/ 288930 h 577843"/>
                <a:gd name="connsiteX2" fmla="*/ 288930 w 577843"/>
                <a:gd name="connsiteY2" fmla="*/ 577843 h 577843"/>
                <a:gd name="connsiteX3" fmla="*/ 577843 w 577843"/>
                <a:gd name="connsiteY3" fmla="*/ 288930 h 577843"/>
                <a:gd name="connsiteX4" fmla="*/ 288930 w 577843"/>
                <a:gd name="connsiteY4" fmla="*/ 0 h 577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43" h="577843">
                  <a:moveTo>
                    <a:pt x="288930" y="0"/>
                  </a:moveTo>
                  <a:cubicBezTo>
                    <a:pt x="129347" y="0"/>
                    <a:pt x="0" y="129347"/>
                    <a:pt x="0" y="288930"/>
                  </a:cubicBezTo>
                  <a:cubicBezTo>
                    <a:pt x="0" y="448514"/>
                    <a:pt x="129347" y="577843"/>
                    <a:pt x="288930" y="577843"/>
                  </a:cubicBezTo>
                  <a:cubicBezTo>
                    <a:pt x="448514" y="577843"/>
                    <a:pt x="577843" y="448496"/>
                    <a:pt x="577843" y="288930"/>
                  </a:cubicBezTo>
                  <a:cubicBezTo>
                    <a:pt x="577843" y="129364"/>
                    <a:pt x="448497" y="0"/>
                    <a:pt x="288930" y="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65" name="PA-值得玩PPT_PPT弹药库106"/>
            <p:cNvSpPr/>
            <p:nvPr>
              <p:custDataLst>
                <p:tags r:id="rId47"/>
              </p:custDataLst>
            </p:nvPr>
          </p:nvSpPr>
          <p:spPr>
            <a:xfrm>
              <a:off x="6950459" y="4040076"/>
              <a:ext cx="134104" cy="134104"/>
            </a:xfrm>
            <a:custGeom>
              <a:avLst/>
              <a:gdLst>
                <a:gd name="connsiteX0" fmla="*/ 62085 w 124170"/>
                <a:gd name="connsiteY0" fmla="*/ 0 h 124170"/>
                <a:gd name="connsiteX1" fmla="*/ 0 w 124170"/>
                <a:gd name="connsiteY1" fmla="*/ 62085 h 124170"/>
                <a:gd name="connsiteX2" fmla="*/ 62085 w 124170"/>
                <a:gd name="connsiteY2" fmla="*/ 124170 h 124170"/>
                <a:gd name="connsiteX3" fmla="*/ 124170 w 124170"/>
                <a:gd name="connsiteY3" fmla="*/ 62085 h 124170"/>
                <a:gd name="connsiteX4" fmla="*/ 62085 w 124170"/>
                <a:gd name="connsiteY4" fmla="*/ 0 h 124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70" h="124170">
                  <a:moveTo>
                    <a:pt x="62085" y="0"/>
                  </a:moveTo>
                  <a:cubicBezTo>
                    <a:pt x="27803" y="0"/>
                    <a:pt x="0" y="27803"/>
                    <a:pt x="0" y="62085"/>
                  </a:cubicBezTo>
                  <a:cubicBezTo>
                    <a:pt x="0" y="96367"/>
                    <a:pt x="27803" y="124170"/>
                    <a:pt x="62085" y="124170"/>
                  </a:cubicBezTo>
                  <a:cubicBezTo>
                    <a:pt x="96367" y="124170"/>
                    <a:pt x="124170" y="96367"/>
                    <a:pt x="124170" y="62085"/>
                  </a:cubicBezTo>
                  <a:cubicBezTo>
                    <a:pt x="124170" y="27803"/>
                    <a:pt x="96367" y="0"/>
                    <a:pt x="62085" y="0"/>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66" name="PA-值得玩PPT_PPT弹药库107"/>
            <p:cNvSpPr/>
            <p:nvPr>
              <p:custDataLst>
                <p:tags r:id="rId48"/>
              </p:custDataLst>
            </p:nvPr>
          </p:nvSpPr>
          <p:spPr>
            <a:xfrm>
              <a:off x="6966306" y="4055922"/>
              <a:ext cx="102410" cy="102410"/>
            </a:xfrm>
            <a:custGeom>
              <a:avLst/>
              <a:gdLst>
                <a:gd name="connsiteX0" fmla="*/ 47412 w 94824"/>
                <a:gd name="connsiteY0" fmla="*/ 0 h 94824"/>
                <a:gd name="connsiteX1" fmla="*/ 0 w 94824"/>
                <a:gd name="connsiteY1" fmla="*/ 47412 h 94824"/>
                <a:gd name="connsiteX2" fmla="*/ 47412 w 94824"/>
                <a:gd name="connsiteY2" fmla="*/ 94824 h 94824"/>
                <a:gd name="connsiteX3" fmla="*/ 94825 w 94824"/>
                <a:gd name="connsiteY3" fmla="*/ 47412 h 94824"/>
                <a:gd name="connsiteX4" fmla="*/ 47412 w 94824"/>
                <a:gd name="connsiteY4" fmla="*/ 0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47412" y="0"/>
                  </a:moveTo>
                  <a:cubicBezTo>
                    <a:pt x="21238" y="0"/>
                    <a:pt x="0" y="21221"/>
                    <a:pt x="0" y="47412"/>
                  </a:cubicBezTo>
                  <a:cubicBezTo>
                    <a:pt x="0" y="73604"/>
                    <a:pt x="21238" y="94824"/>
                    <a:pt x="47412" y="94824"/>
                  </a:cubicBezTo>
                  <a:cubicBezTo>
                    <a:pt x="73587" y="94824"/>
                    <a:pt x="94825" y="73587"/>
                    <a:pt x="94825" y="47412"/>
                  </a:cubicBezTo>
                  <a:cubicBezTo>
                    <a:pt x="94825" y="21238"/>
                    <a:pt x="73604" y="0"/>
                    <a:pt x="47412" y="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7</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67" name="PA-值得玩PPT_PPT弹药库108"/>
            <p:cNvSpPr/>
            <p:nvPr>
              <p:custDataLst>
                <p:tags r:id="rId49"/>
              </p:custDataLst>
            </p:nvPr>
          </p:nvSpPr>
          <p:spPr>
            <a:xfrm>
              <a:off x="7207299" y="3787677"/>
              <a:ext cx="638899" cy="638899"/>
            </a:xfrm>
            <a:custGeom>
              <a:avLst/>
              <a:gdLst>
                <a:gd name="connsiteX0" fmla="*/ 591573 w 591573"/>
                <a:gd name="connsiteY0" fmla="*/ 295787 h 591573"/>
                <a:gd name="connsiteX1" fmla="*/ 295787 w 591573"/>
                <a:gd name="connsiteY1" fmla="*/ 591573 h 591573"/>
                <a:gd name="connsiteX2" fmla="*/ 0 w 591573"/>
                <a:gd name="connsiteY2" fmla="*/ 295787 h 591573"/>
                <a:gd name="connsiteX3" fmla="*/ 295787 w 591573"/>
                <a:gd name="connsiteY3" fmla="*/ 0 h 591573"/>
                <a:gd name="connsiteX4" fmla="*/ 591573 w 591573"/>
                <a:gd name="connsiteY4" fmla="*/ 295787 h 591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1573" h="591573">
                  <a:moveTo>
                    <a:pt x="591573" y="295787"/>
                  </a:moveTo>
                  <a:cubicBezTo>
                    <a:pt x="591573" y="459145"/>
                    <a:pt x="459145" y="591573"/>
                    <a:pt x="295787" y="591573"/>
                  </a:cubicBezTo>
                  <a:cubicBezTo>
                    <a:pt x="132428" y="591573"/>
                    <a:pt x="0" y="459145"/>
                    <a:pt x="0" y="295787"/>
                  </a:cubicBezTo>
                  <a:cubicBezTo>
                    <a:pt x="0" y="132428"/>
                    <a:pt x="132428" y="0"/>
                    <a:pt x="295787" y="0"/>
                  </a:cubicBezTo>
                  <a:cubicBezTo>
                    <a:pt x="459145" y="0"/>
                    <a:pt x="591573" y="132428"/>
                    <a:pt x="591573" y="295787"/>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68" name="PA-值得玩PPT_PPT弹药库109"/>
            <p:cNvSpPr/>
            <p:nvPr>
              <p:custDataLst>
                <p:tags r:id="rId50"/>
              </p:custDataLst>
            </p:nvPr>
          </p:nvSpPr>
          <p:spPr>
            <a:xfrm>
              <a:off x="6339940" y="2915968"/>
              <a:ext cx="724722" cy="724704"/>
            </a:xfrm>
            <a:custGeom>
              <a:avLst/>
              <a:gdLst>
                <a:gd name="connsiteX0" fmla="*/ 572769 w 671039"/>
                <a:gd name="connsiteY0" fmla="*/ 98270 h 671022"/>
                <a:gd name="connsiteX1" fmla="*/ 98270 w 671039"/>
                <a:gd name="connsiteY1" fmla="*/ 98270 h 671022"/>
                <a:gd name="connsiteX2" fmla="*/ 98270 w 671039"/>
                <a:gd name="connsiteY2" fmla="*/ 572752 h 671022"/>
                <a:gd name="connsiteX3" fmla="*/ 572769 w 671039"/>
                <a:gd name="connsiteY3" fmla="*/ 572752 h 671022"/>
                <a:gd name="connsiteX4" fmla="*/ 572769 w 671039"/>
                <a:gd name="connsiteY4" fmla="*/ 98253 h 671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22">
                  <a:moveTo>
                    <a:pt x="572769" y="98270"/>
                  </a:moveTo>
                  <a:cubicBezTo>
                    <a:pt x="441743" y="-32757"/>
                    <a:pt x="229313" y="-32757"/>
                    <a:pt x="98270" y="98270"/>
                  </a:cubicBezTo>
                  <a:cubicBezTo>
                    <a:pt x="-32757" y="229296"/>
                    <a:pt x="-32757" y="441726"/>
                    <a:pt x="98270" y="572752"/>
                  </a:cubicBezTo>
                  <a:cubicBezTo>
                    <a:pt x="229296" y="703779"/>
                    <a:pt x="441726" y="703779"/>
                    <a:pt x="572769" y="572752"/>
                  </a:cubicBezTo>
                  <a:cubicBezTo>
                    <a:pt x="703796" y="441726"/>
                    <a:pt x="703796" y="229279"/>
                    <a:pt x="572769" y="98253"/>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69" name="PA-值得玩PPT_PPT弹药库110"/>
            <p:cNvSpPr/>
            <p:nvPr>
              <p:custDataLst>
                <p:tags r:id="rId51"/>
              </p:custDataLst>
            </p:nvPr>
          </p:nvSpPr>
          <p:spPr>
            <a:xfrm>
              <a:off x="6304515" y="2880563"/>
              <a:ext cx="679838" cy="795587"/>
            </a:xfrm>
            <a:custGeom>
              <a:avLst/>
              <a:gdLst>
                <a:gd name="connsiteX0" fmla="*/ 620876 w 629480"/>
                <a:gd name="connsiteY0" fmla="*/ 116894 h 736655"/>
                <a:gd name="connsiteX1" fmla="*/ 620310 w 629480"/>
                <a:gd name="connsiteY1" fmla="*/ 116328 h 736655"/>
                <a:gd name="connsiteX2" fmla="*/ 116328 w 629480"/>
                <a:gd name="connsiteY2" fmla="*/ 116328 h 736655"/>
                <a:gd name="connsiteX3" fmla="*/ 116328 w 629480"/>
                <a:gd name="connsiteY3" fmla="*/ 620310 h 736655"/>
                <a:gd name="connsiteX4" fmla="*/ 620310 w 629480"/>
                <a:gd name="connsiteY4" fmla="*/ 620310 h 736655"/>
                <a:gd name="connsiteX5" fmla="*/ 628898 w 629480"/>
                <a:gd name="connsiteY5" fmla="*/ 628898 h 736655"/>
                <a:gd name="connsiteX6" fmla="*/ 107757 w 629480"/>
                <a:gd name="connsiteY6" fmla="*/ 628898 h 736655"/>
                <a:gd name="connsiteX7" fmla="*/ 107757 w 629480"/>
                <a:gd name="connsiteY7" fmla="*/ 107757 h 736655"/>
                <a:gd name="connsiteX8" fmla="*/ 628915 w 629480"/>
                <a:gd name="connsiteY8" fmla="*/ 107757 h 736655"/>
                <a:gd name="connsiteX9" fmla="*/ 629481 w 629480"/>
                <a:gd name="connsiteY9" fmla="*/ 108340 h 736655"/>
                <a:gd name="connsiteX10" fmla="*/ 620893 w 629480"/>
                <a:gd name="connsiteY10" fmla="*/ 116928 h 736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480" h="736655">
                  <a:moveTo>
                    <a:pt x="620876" y="116894"/>
                  </a:moveTo>
                  <a:cubicBezTo>
                    <a:pt x="620687" y="116705"/>
                    <a:pt x="620499" y="116517"/>
                    <a:pt x="620310" y="116328"/>
                  </a:cubicBezTo>
                  <a:cubicBezTo>
                    <a:pt x="481365" y="-22618"/>
                    <a:pt x="255274" y="-22618"/>
                    <a:pt x="116328" y="116328"/>
                  </a:cubicBezTo>
                  <a:cubicBezTo>
                    <a:pt x="-22618" y="255274"/>
                    <a:pt x="-22618" y="481347"/>
                    <a:pt x="116328" y="620310"/>
                  </a:cubicBezTo>
                  <a:cubicBezTo>
                    <a:pt x="255274" y="759256"/>
                    <a:pt x="481365" y="759256"/>
                    <a:pt x="620310" y="620310"/>
                  </a:cubicBezTo>
                  <a:lnTo>
                    <a:pt x="628898" y="628898"/>
                  </a:lnTo>
                  <a:cubicBezTo>
                    <a:pt x="485221" y="772574"/>
                    <a:pt x="251434" y="772574"/>
                    <a:pt x="107757" y="628898"/>
                  </a:cubicBezTo>
                  <a:cubicBezTo>
                    <a:pt x="-35919" y="485221"/>
                    <a:pt x="-35919" y="251434"/>
                    <a:pt x="107757" y="107757"/>
                  </a:cubicBezTo>
                  <a:cubicBezTo>
                    <a:pt x="251434" y="-35919"/>
                    <a:pt x="485221" y="-35919"/>
                    <a:pt x="628915" y="107757"/>
                  </a:cubicBezTo>
                  <a:cubicBezTo>
                    <a:pt x="629104" y="107946"/>
                    <a:pt x="629275" y="108135"/>
                    <a:pt x="629481" y="108340"/>
                  </a:cubicBezTo>
                  <a:lnTo>
                    <a:pt x="620893" y="116928"/>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70" name="PA-值得玩PPT_PPT弹药库111"/>
            <p:cNvSpPr/>
            <p:nvPr>
              <p:custDataLst>
                <p:tags r:id="rId52"/>
              </p:custDataLst>
            </p:nvPr>
          </p:nvSpPr>
          <p:spPr>
            <a:xfrm rot="18900000">
              <a:off x="7082365" y="3502879"/>
              <a:ext cx="13458" cy="321486"/>
            </a:xfrm>
            <a:custGeom>
              <a:avLst/>
              <a:gdLst>
                <a:gd name="connsiteX0" fmla="*/ 0 w 12461"/>
                <a:gd name="connsiteY0" fmla="*/ 0 h 297672"/>
                <a:gd name="connsiteX1" fmla="*/ 12462 w 12461"/>
                <a:gd name="connsiteY1" fmla="*/ 0 h 297672"/>
                <a:gd name="connsiteX2" fmla="*/ 12462 w 12461"/>
                <a:gd name="connsiteY2" fmla="*/ 297672 h 297672"/>
                <a:gd name="connsiteX3" fmla="*/ 0 w 12461"/>
                <a:gd name="connsiteY3" fmla="*/ 297672 h 297672"/>
              </a:gdLst>
              <a:ahLst/>
              <a:cxnLst>
                <a:cxn ang="0">
                  <a:pos x="connsiteX0" y="connsiteY0"/>
                </a:cxn>
                <a:cxn ang="0">
                  <a:pos x="connsiteX1" y="connsiteY1"/>
                </a:cxn>
                <a:cxn ang="0">
                  <a:pos x="connsiteX2" y="connsiteY2"/>
                </a:cxn>
                <a:cxn ang="0">
                  <a:pos x="connsiteX3" y="connsiteY3"/>
                </a:cxn>
              </a:cxnLst>
              <a:rect l="l" t="t" r="r" b="b"/>
              <a:pathLst>
                <a:path w="12461" h="297672">
                  <a:moveTo>
                    <a:pt x="0" y="0"/>
                  </a:moveTo>
                  <a:lnTo>
                    <a:pt x="12462" y="0"/>
                  </a:lnTo>
                  <a:lnTo>
                    <a:pt x="12462" y="297672"/>
                  </a:lnTo>
                  <a:lnTo>
                    <a:pt x="0" y="297672"/>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71" name="PA-值得玩PPT_PPT弹药库112"/>
            <p:cNvSpPr/>
            <p:nvPr>
              <p:custDataLst>
                <p:tags r:id="rId53"/>
              </p:custDataLst>
            </p:nvPr>
          </p:nvSpPr>
          <p:spPr>
            <a:xfrm>
              <a:off x="6390251" y="2966278"/>
              <a:ext cx="624073" cy="624091"/>
            </a:xfrm>
            <a:custGeom>
              <a:avLst/>
              <a:gdLst>
                <a:gd name="connsiteX0" fmla="*/ 493239 w 577845"/>
                <a:gd name="connsiteY0" fmla="*/ 84630 h 577862"/>
                <a:gd name="connsiteX1" fmla="*/ 84630 w 577845"/>
                <a:gd name="connsiteY1" fmla="*/ 84630 h 577862"/>
                <a:gd name="connsiteX2" fmla="*/ 84630 w 577845"/>
                <a:gd name="connsiteY2" fmla="*/ 493239 h 577862"/>
                <a:gd name="connsiteX3" fmla="*/ 493222 w 577845"/>
                <a:gd name="connsiteY3" fmla="*/ 493239 h 577862"/>
                <a:gd name="connsiteX4" fmla="*/ 493222 w 577845"/>
                <a:gd name="connsiteY4" fmla="*/ 84647 h 577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45" h="577862">
                  <a:moveTo>
                    <a:pt x="493239" y="84630"/>
                  </a:moveTo>
                  <a:cubicBezTo>
                    <a:pt x="380399" y="-28210"/>
                    <a:pt x="197470" y="-28210"/>
                    <a:pt x="84630" y="84630"/>
                  </a:cubicBezTo>
                  <a:cubicBezTo>
                    <a:pt x="-28210" y="197470"/>
                    <a:pt x="-28210" y="380399"/>
                    <a:pt x="84630" y="493239"/>
                  </a:cubicBezTo>
                  <a:cubicBezTo>
                    <a:pt x="197452" y="606062"/>
                    <a:pt x="380399" y="606079"/>
                    <a:pt x="493222" y="493239"/>
                  </a:cubicBezTo>
                  <a:cubicBezTo>
                    <a:pt x="606062" y="380399"/>
                    <a:pt x="606045" y="197470"/>
                    <a:pt x="493222" y="84647"/>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72" name="PA-值得玩PPT_PPT弹药库113"/>
            <p:cNvSpPr/>
            <p:nvPr>
              <p:custDataLst>
                <p:tags r:id="rId54"/>
              </p:custDataLst>
            </p:nvPr>
          </p:nvSpPr>
          <p:spPr>
            <a:xfrm>
              <a:off x="7100904" y="3676914"/>
              <a:ext cx="134112" cy="134112"/>
            </a:xfrm>
            <a:custGeom>
              <a:avLst/>
              <a:gdLst>
                <a:gd name="connsiteX0" fmla="*/ 105988 w 124178"/>
                <a:gd name="connsiteY0" fmla="*/ 18191 h 124178"/>
                <a:gd name="connsiteX1" fmla="*/ 18191 w 124178"/>
                <a:gd name="connsiteY1" fmla="*/ 18191 h 124178"/>
                <a:gd name="connsiteX2" fmla="*/ 18191 w 124178"/>
                <a:gd name="connsiteY2" fmla="*/ 105988 h 124178"/>
                <a:gd name="connsiteX3" fmla="*/ 105988 w 124178"/>
                <a:gd name="connsiteY3" fmla="*/ 105988 h 124178"/>
                <a:gd name="connsiteX4" fmla="*/ 105988 w 124178"/>
                <a:gd name="connsiteY4" fmla="*/ 18191 h 124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78" h="124178">
                  <a:moveTo>
                    <a:pt x="105988" y="18191"/>
                  </a:moveTo>
                  <a:cubicBezTo>
                    <a:pt x="81733" y="-6064"/>
                    <a:pt x="42429" y="-6064"/>
                    <a:pt x="18191" y="18191"/>
                  </a:cubicBezTo>
                  <a:cubicBezTo>
                    <a:pt x="-6064" y="42446"/>
                    <a:pt x="-6064" y="81750"/>
                    <a:pt x="18191" y="105988"/>
                  </a:cubicBezTo>
                  <a:cubicBezTo>
                    <a:pt x="42446" y="130242"/>
                    <a:pt x="81750" y="130242"/>
                    <a:pt x="105988" y="105988"/>
                  </a:cubicBezTo>
                  <a:cubicBezTo>
                    <a:pt x="130242" y="81733"/>
                    <a:pt x="130242" y="42428"/>
                    <a:pt x="105988" y="18191"/>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73" name="PA-值得玩PPT_PPT弹药库114"/>
            <p:cNvSpPr/>
            <p:nvPr>
              <p:custDataLst>
                <p:tags r:id="rId55"/>
              </p:custDataLst>
            </p:nvPr>
          </p:nvSpPr>
          <p:spPr>
            <a:xfrm>
              <a:off x="7116755" y="3692765"/>
              <a:ext cx="102410" cy="102410"/>
            </a:xfrm>
            <a:custGeom>
              <a:avLst/>
              <a:gdLst>
                <a:gd name="connsiteX0" fmla="*/ 80940 w 94824"/>
                <a:gd name="connsiteY0" fmla="*/ 13884 h 94824"/>
                <a:gd name="connsiteX1" fmla="*/ 13884 w 94824"/>
                <a:gd name="connsiteY1" fmla="*/ 13884 h 94824"/>
                <a:gd name="connsiteX2" fmla="*/ 13884 w 94824"/>
                <a:gd name="connsiteY2" fmla="*/ 80940 h 94824"/>
                <a:gd name="connsiteX3" fmla="*/ 80940 w 94824"/>
                <a:gd name="connsiteY3" fmla="*/ 80940 h 94824"/>
                <a:gd name="connsiteX4" fmla="*/ 80940 w 94824"/>
                <a:gd name="connsiteY4" fmla="*/ 13884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80940" y="13884"/>
                  </a:moveTo>
                  <a:cubicBezTo>
                    <a:pt x="62428" y="-4628"/>
                    <a:pt x="32397" y="-4628"/>
                    <a:pt x="13884" y="13884"/>
                  </a:cubicBezTo>
                  <a:cubicBezTo>
                    <a:pt x="-4628" y="32397"/>
                    <a:pt x="-4628" y="62428"/>
                    <a:pt x="13884" y="80940"/>
                  </a:cubicBezTo>
                  <a:cubicBezTo>
                    <a:pt x="32397" y="99453"/>
                    <a:pt x="62428" y="99453"/>
                    <a:pt x="80940" y="80940"/>
                  </a:cubicBezTo>
                  <a:cubicBezTo>
                    <a:pt x="99453" y="62428"/>
                    <a:pt x="99453" y="32397"/>
                    <a:pt x="80940" y="13884"/>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8</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74" name="PA-值得玩PPT_PPT弹药库181"/>
            <p:cNvSpPr txBox="1"/>
            <p:nvPr>
              <p:custDataLst>
                <p:tags r:id="rId56"/>
              </p:custDataLst>
            </p:nvPr>
          </p:nvSpPr>
          <p:spPr>
            <a:xfrm rot="10800000" flipV="1">
              <a:off x="6397383" y="3105352"/>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专题</a:t>
              </a:r>
            </a:p>
          </p:txBody>
        </p:sp>
        <p:sp>
          <p:nvSpPr>
            <p:cNvPr id="75" name="PA-值得玩PPT_PPT弹药库182"/>
            <p:cNvSpPr txBox="1"/>
            <p:nvPr>
              <p:custDataLst>
                <p:tags r:id="rId57"/>
              </p:custDataLst>
            </p:nvPr>
          </p:nvSpPr>
          <p:spPr>
            <a:xfrm rot="10800000" flipV="1">
              <a:off x="7199480" y="3920923"/>
              <a:ext cx="642638" cy="365638"/>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73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rPr>
                <a:t>资源</a:t>
              </a:r>
              <a:endParaRPr kumimoji="0" lang="zh-CN" altLang="en-US" sz="173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76" name="PA-值得玩PPT_PPT弹药库183"/>
            <p:cNvSpPr txBox="1"/>
            <p:nvPr>
              <p:custDataLst>
                <p:tags r:id="rId58"/>
              </p:custDataLst>
            </p:nvPr>
          </p:nvSpPr>
          <p:spPr>
            <a:xfrm rot="10800000" flipV="1">
              <a:off x="6071291" y="3934148"/>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课程</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sp>
          <p:nvSpPr>
            <p:cNvPr id="77" name="PA-值得玩PPT_PPT弹药库184"/>
            <p:cNvSpPr txBox="1"/>
            <p:nvPr>
              <p:custDataLst>
                <p:tags r:id="rId59"/>
              </p:custDataLst>
            </p:nvPr>
          </p:nvSpPr>
          <p:spPr>
            <a:xfrm rot="10800000" flipV="1">
              <a:off x="6397397" y="4762983"/>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学术</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sp>
          <p:nvSpPr>
            <p:cNvPr id="78" name="PA-值得玩PPT_PPT弹药库185"/>
            <p:cNvSpPr txBox="1"/>
            <p:nvPr>
              <p:custDataLst>
                <p:tags r:id="rId60"/>
              </p:custDataLst>
            </p:nvPr>
          </p:nvSpPr>
          <p:spPr>
            <a:xfrm rot="10800000" flipV="1">
              <a:off x="7226187" y="5107655"/>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论文</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sp>
          <p:nvSpPr>
            <p:cNvPr id="79" name="PA-值得玩PPT_PPT弹药库186"/>
            <p:cNvSpPr txBox="1"/>
            <p:nvPr>
              <p:custDataLst>
                <p:tags r:id="rId61"/>
              </p:custDataLst>
            </p:nvPr>
          </p:nvSpPr>
          <p:spPr>
            <a:xfrm rot="10800000" flipH="1" flipV="1">
              <a:off x="8036430" y="3123864"/>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讲座</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sp>
          <p:nvSpPr>
            <p:cNvPr id="80" name="PA-值得玩PPT_PPT弹药库187"/>
            <p:cNvSpPr txBox="1"/>
            <p:nvPr>
              <p:custDataLst>
                <p:tags r:id="rId62"/>
              </p:custDataLst>
            </p:nvPr>
          </p:nvSpPr>
          <p:spPr>
            <a:xfrm rot="10800000" flipH="1" flipV="1">
              <a:off x="8377530" y="3934148"/>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在线</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sp>
          <p:nvSpPr>
            <p:cNvPr id="81" name="PA-值得玩PPT_PPT弹药库188"/>
            <p:cNvSpPr txBox="1"/>
            <p:nvPr>
              <p:custDataLst>
                <p:tags r:id="rId63"/>
              </p:custDataLst>
            </p:nvPr>
          </p:nvSpPr>
          <p:spPr>
            <a:xfrm rot="10800000" flipH="1" flipV="1">
              <a:off x="8036430" y="4762979"/>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案例</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sp>
          <p:nvSpPr>
            <p:cNvPr id="82" name="PA-值得玩PPT_PPT弹药库189"/>
            <p:cNvSpPr txBox="1"/>
            <p:nvPr>
              <p:custDataLst>
                <p:tags r:id="rId64"/>
              </p:custDataLst>
            </p:nvPr>
          </p:nvSpPr>
          <p:spPr>
            <a:xfrm>
              <a:off x="7226186" y="2779189"/>
              <a:ext cx="609808"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教育</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grpSp>
      <p:grpSp>
        <p:nvGrpSpPr>
          <p:cNvPr id="18" name="组合 17"/>
          <p:cNvGrpSpPr/>
          <p:nvPr/>
        </p:nvGrpSpPr>
        <p:grpSpPr>
          <a:xfrm>
            <a:off x="3371851" y="908050"/>
            <a:ext cx="8318367" cy="1481887"/>
            <a:chOff x="3371851" y="908050"/>
            <a:chExt cx="8318367" cy="1481887"/>
          </a:xfrm>
        </p:grpSpPr>
        <p:sp>
          <p:nvSpPr>
            <p:cNvPr id="83" name="矩形: 圆角 82"/>
            <p:cNvSpPr/>
            <p:nvPr/>
          </p:nvSpPr>
          <p:spPr>
            <a:xfrm>
              <a:off x="3830587" y="908050"/>
              <a:ext cx="3110133" cy="646001"/>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4" name="矩形: 圆角 83"/>
            <p:cNvSpPr/>
            <p:nvPr/>
          </p:nvSpPr>
          <p:spPr>
            <a:xfrm>
              <a:off x="3371851" y="1743936"/>
              <a:ext cx="4027604" cy="646001"/>
            </a:xfrm>
            <a:prstGeom prst="roundRect">
              <a:avLst/>
            </a:prstGeom>
            <a:gradFill>
              <a:gsLst>
                <a:gs pos="0">
                  <a:schemeClr val="accent4">
                    <a:alpha val="10000"/>
                  </a:schemeClr>
                </a:gs>
                <a:gs pos="100000">
                  <a:schemeClr val="accent4">
                    <a:alpha val="0"/>
                  </a:schemeClr>
                </a:gs>
              </a:gsLst>
              <a:lin ang="16200000" scaled="0"/>
            </a:gra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圆角 84"/>
            <p:cNvSpPr/>
            <p:nvPr/>
          </p:nvSpPr>
          <p:spPr>
            <a:xfrm>
              <a:off x="8121350" y="908050"/>
              <a:ext cx="3110133" cy="646001"/>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6" name="矩形: 圆角 85"/>
            <p:cNvSpPr/>
            <p:nvPr/>
          </p:nvSpPr>
          <p:spPr>
            <a:xfrm>
              <a:off x="7662614" y="1743936"/>
              <a:ext cx="4027604" cy="646001"/>
            </a:xfrm>
            <a:prstGeom prst="roundRect">
              <a:avLst/>
            </a:prstGeom>
            <a:gradFill>
              <a:gsLst>
                <a:gs pos="0">
                  <a:schemeClr val="accent4">
                    <a:alpha val="10000"/>
                  </a:schemeClr>
                </a:gs>
                <a:gs pos="100000">
                  <a:schemeClr val="accent4">
                    <a:alpha val="0"/>
                  </a:schemeClr>
                </a:gs>
              </a:gsLst>
              <a:lin ang="16200000" scaled="0"/>
            </a:gra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文本框 154"/>
            <p:cNvSpPr txBox="1"/>
            <p:nvPr/>
          </p:nvSpPr>
          <p:spPr>
            <a:xfrm>
              <a:off x="3754437" y="1836104"/>
              <a:ext cx="3262432" cy="461665"/>
            </a:xfrm>
            <a:prstGeom prst="rect">
              <a:avLst/>
            </a:prstGeom>
            <a:noFill/>
          </p:spPr>
          <p:txBody>
            <a:bodyPr wrap="none">
              <a:spAutoFit/>
            </a:bodyPr>
            <a:lstStyle/>
            <a:p>
              <a:r>
                <a:rPr lang="zh-CN" altLang="en-US" sz="2400" dirty="0">
                  <a:solidFill>
                    <a:schemeClr val="accent4">
                      <a:lumMod val="75000"/>
                    </a:schemeClr>
                  </a:solidFill>
                </a:rPr>
                <a:t>“三爱统一”的必然性</a:t>
              </a:r>
            </a:p>
          </p:txBody>
        </p:sp>
        <p:sp>
          <p:nvSpPr>
            <p:cNvPr id="156" name="文本框 155"/>
            <p:cNvSpPr txBox="1"/>
            <p:nvPr/>
          </p:nvSpPr>
          <p:spPr>
            <a:xfrm>
              <a:off x="7891312" y="1836104"/>
              <a:ext cx="3570208" cy="461665"/>
            </a:xfrm>
            <a:prstGeom prst="rect">
              <a:avLst/>
            </a:prstGeom>
            <a:noFill/>
          </p:spPr>
          <p:txBody>
            <a:bodyPr wrap="none">
              <a:spAutoFit/>
            </a:bodyPr>
            <a:lstStyle/>
            <a:p>
              <a:r>
                <a:rPr lang="zh-CN" altLang="en-US" sz="2400" dirty="0">
                  <a:solidFill>
                    <a:schemeClr val="accent4">
                      <a:lumMod val="75000"/>
                    </a:schemeClr>
                  </a:solidFill>
                </a:rPr>
                <a:t>制定分层次、具体化目标</a:t>
              </a:r>
            </a:p>
          </p:txBody>
        </p:sp>
        <p:sp>
          <p:nvSpPr>
            <p:cNvPr id="157" name="文本框 156"/>
            <p:cNvSpPr txBox="1"/>
            <p:nvPr/>
          </p:nvSpPr>
          <p:spPr>
            <a:xfrm>
              <a:off x="4369991" y="1017602"/>
              <a:ext cx="2031325" cy="461665"/>
            </a:xfrm>
            <a:prstGeom prst="rect">
              <a:avLst/>
            </a:prstGeom>
            <a:noFill/>
          </p:spPr>
          <p:txBody>
            <a:bodyPr wrap="none">
              <a:spAutoFit/>
            </a:bodyPr>
            <a:lstStyle/>
            <a:p>
              <a:r>
                <a:rPr lang="zh-CN" altLang="en-US" sz="2400">
                  <a:solidFill>
                    <a:schemeClr val="bg1"/>
                  </a:solidFill>
                </a:rPr>
                <a:t>理论知识储备</a:t>
              </a:r>
              <a:endParaRPr lang="zh-CN" altLang="en-US" sz="2400" dirty="0">
                <a:solidFill>
                  <a:schemeClr val="bg1"/>
                </a:solidFill>
              </a:endParaRPr>
            </a:p>
          </p:txBody>
        </p:sp>
        <p:sp>
          <p:nvSpPr>
            <p:cNvPr id="158" name="文本框 157"/>
            <p:cNvSpPr txBox="1"/>
            <p:nvPr/>
          </p:nvSpPr>
          <p:spPr>
            <a:xfrm>
              <a:off x="8660753" y="1017602"/>
              <a:ext cx="2031325" cy="461665"/>
            </a:xfrm>
            <a:prstGeom prst="rect">
              <a:avLst/>
            </a:prstGeom>
            <a:noFill/>
          </p:spPr>
          <p:txBody>
            <a:bodyPr wrap="none">
              <a:spAutoFit/>
            </a:bodyPr>
            <a:lstStyle/>
            <a:p>
              <a:pPr algn="ctr"/>
              <a:r>
                <a:rPr lang="zh-CN" altLang="en-US" sz="2400">
                  <a:solidFill>
                    <a:schemeClr val="bg1"/>
                  </a:solidFill>
                </a:rPr>
                <a:t>教学方案设计</a:t>
              </a:r>
              <a:endParaRPr lang="zh-CN" altLang="en-US" sz="2400" dirty="0">
                <a:solidFill>
                  <a:schemeClr val="bg1"/>
                </a:solidFill>
              </a:endParaRPr>
            </a:p>
          </p:txBody>
        </p:sp>
      </p:grpSp>
      <p:grpSp>
        <p:nvGrpSpPr>
          <p:cNvPr id="88" name="组合 87"/>
          <p:cNvGrpSpPr/>
          <p:nvPr/>
        </p:nvGrpSpPr>
        <p:grpSpPr>
          <a:xfrm>
            <a:off x="3371851" y="2597139"/>
            <a:ext cx="2515635" cy="3038507"/>
            <a:chOff x="3371851" y="2597139"/>
            <a:chExt cx="2515635" cy="3038507"/>
          </a:xfrm>
        </p:grpSpPr>
        <p:sp>
          <p:nvSpPr>
            <p:cNvPr id="122" name="矩形: 圆角 121"/>
            <p:cNvSpPr/>
            <p:nvPr/>
          </p:nvSpPr>
          <p:spPr>
            <a:xfrm>
              <a:off x="3371851" y="2597139"/>
              <a:ext cx="2515635" cy="3038507"/>
            </a:xfrm>
            <a:prstGeom prst="roundRect">
              <a:avLst>
                <a:gd name="adj" fmla="val 0"/>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3511590" y="2750499"/>
              <a:ext cx="2221865" cy="485140"/>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a:solidFill>
                    <a:schemeClr val="bg1"/>
                  </a:solidFill>
                </a:rPr>
                <a:t>教学资源收集</a:t>
              </a:r>
              <a:endParaRPr sz="2000" b="1" dirty="0">
                <a:solidFill>
                  <a:schemeClr val="bg1"/>
                </a:solidFill>
              </a:endParaRPr>
            </a:p>
          </p:txBody>
        </p:sp>
        <p:sp>
          <p:nvSpPr>
            <p:cNvPr id="162" name="矩形 161"/>
            <p:cNvSpPr/>
            <p:nvPr/>
          </p:nvSpPr>
          <p:spPr>
            <a:xfrm>
              <a:off x="3511590" y="3235639"/>
              <a:ext cx="2221865" cy="389255"/>
            </a:xfrm>
            <a:prstGeom prst="rect">
              <a:avLst/>
            </a:prstGeom>
            <a:solidFill>
              <a:schemeClr val="accent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dirty="0">
                  <a:solidFill>
                    <a:srgbClr val="FFC000"/>
                  </a:solidFill>
                </a:rPr>
                <a:t>教学</a:t>
              </a:r>
              <a:r>
                <a:rPr lang="zh-CN" altLang="en-US" sz="1600" b="1" dirty="0">
                  <a:solidFill>
                    <a:schemeClr val="tx1"/>
                  </a:solidFill>
                </a:rPr>
                <a:t>参考书</a:t>
              </a:r>
              <a:endParaRPr sz="1600" dirty="0">
                <a:solidFill>
                  <a:schemeClr val="tx1"/>
                </a:solidFill>
              </a:endParaRPr>
            </a:p>
          </p:txBody>
        </p:sp>
        <p:sp>
          <p:nvSpPr>
            <p:cNvPr id="163" name="矩形 162"/>
            <p:cNvSpPr/>
            <p:nvPr/>
          </p:nvSpPr>
          <p:spPr>
            <a:xfrm>
              <a:off x="3511590" y="3625529"/>
              <a:ext cx="2221865" cy="1193165"/>
            </a:xfrm>
            <a:prstGeom prst="rect">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sz="1200" dirty="0">
                <a:solidFill>
                  <a:schemeClr val="tx1"/>
                </a:solidFill>
              </a:endParaRPr>
            </a:p>
          </p:txBody>
        </p:sp>
        <p:grpSp>
          <p:nvGrpSpPr>
            <p:cNvPr id="164" name="组合 163"/>
            <p:cNvGrpSpPr/>
            <p:nvPr/>
          </p:nvGrpSpPr>
          <p:grpSpPr>
            <a:xfrm>
              <a:off x="3510954" y="4195124"/>
              <a:ext cx="2221865" cy="53975"/>
              <a:chOff x="15010" y="3132"/>
              <a:chExt cx="3499" cy="85"/>
            </a:xfrm>
          </p:grpSpPr>
          <p:cxnSp>
            <p:nvCxnSpPr>
              <p:cNvPr id="165" name="直接连接符 164"/>
              <p:cNvCxnSpPr/>
              <p:nvPr/>
            </p:nvCxnSpPr>
            <p:spPr>
              <a:xfrm>
                <a:off x="15011" y="3132"/>
                <a:ext cx="3499" cy="0"/>
              </a:xfrm>
              <a:prstGeom prst="line">
                <a:avLst/>
              </a:prstGeom>
              <a:ln>
                <a:solidFill>
                  <a:schemeClr val="accent2">
                    <a:lumMod val="75000"/>
                  </a:schemeClr>
                </a:solidFill>
              </a:ln>
            </p:spPr>
            <p:style>
              <a:lnRef idx="2">
                <a:schemeClr val="accent1"/>
              </a:lnRef>
              <a:fillRef idx="0">
                <a:srgbClr val="FFFFFF"/>
              </a:fillRef>
              <a:effectRef idx="0">
                <a:srgbClr val="FFFFFF"/>
              </a:effectRef>
              <a:fontRef idx="minor">
                <a:schemeClr val="tx1"/>
              </a:fontRef>
            </p:style>
          </p:cxnSp>
          <p:cxnSp>
            <p:nvCxnSpPr>
              <p:cNvPr id="166" name="直接连接符 165"/>
              <p:cNvCxnSpPr/>
              <p:nvPr/>
            </p:nvCxnSpPr>
            <p:spPr>
              <a:xfrm>
                <a:off x="15010" y="3217"/>
                <a:ext cx="3499" cy="0"/>
              </a:xfrm>
              <a:prstGeom prst="line">
                <a:avLst/>
              </a:prstGeom>
              <a:ln>
                <a:solidFill>
                  <a:schemeClr val="accent2">
                    <a:lumMod val="75000"/>
                  </a:schemeClr>
                </a:solidFill>
              </a:ln>
            </p:spPr>
            <p:style>
              <a:lnRef idx="2">
                <a:schemeClr val="accent1"/>
              </a:lnRef>
              <a:fillRef idx="0">
                <a:srgbClr val="FFFFFF"/>
              </a:fillRef>
              <a:effectRef idx="0">
                <a:srgbClr val="FFFFFF"/>
              </a:effectRef>
              <a:fontRef idx="minor">
                <a:schemeClr val="tx1"/>
              </a:fontRef>
            </p:style>
          </p:cxnSp>
        </p:grpSp>
        <p:sp>
          <p:nvSpPr>
            <p:cNvPr id="167" name="文本框 166"/>
            <p:cNvSpPr txBox="1"/>
            <p:nvPr/>
          </p:nvSpPr>
          <p:spPr>
            <a:xfrm flipH="1">
              <a:off x="3582072" y="3637973"/>
              <a:ext cx="2080900" cy="553806"/>
            </a:xfrm>
            <a:prstGeom prst="rect">
              <a:avLst/>
            </a:prstGeom>
            <a:noFill/>
          </p:spPr>
          <p:txBody>
            <a:bodyPr wrap="square">
              <a:spAutoFit/>
            </a:bodyPr>
            <a:lstStyle/>
            <a:p>
              <a:pPr algn="ctr">
                <a:lnSpc>
                  <a:spcPct val="110000"/>
                </a:lnSpc>
              </a:pPr>
              <a:r>
                <a:rPr lang="zh-CN" altLang="en-US" sz="1400"/>
                <a:t>选用权威、系统的爱国主义教育教材</a:t>
              </a:r>
              <a:endParaRPr lang="zh-CN" altLang="en-US" sz="1400" dirty="0"/>
            </a:p>
          </p:txBody>
        </p:sp>
        <p:sp>
          <p:nvSpPr>
            <p:cNvPr id="168" name="文本框 167"/>
            <p:cNvSpPr txBox="1"/>
            <p:nvPr/>
          </p:nvSpPr>
          <p:spPr>
            <a:xfrm flipH="1">
              <a:off x="3582072" y="4256994"/>
              <a:ext cx="2080900" cy="553806"/>
            </a:xfrm>
            <a:prstGeom prst="rect">
              <a:avLst/>
            </a:prstGeom>
            <a:noFill/>
          </p:spPr>
          <p:txBody>
            <a:bodyPr wrap="square">
              <a:spAutoFit/>
            </a:bodyPr>
            <a:lstStyle/>
            <a:p>
              <a:pPr algn="ctr">
                <a:lnSpc>
                  <a:spcPct val="110000"/>
                </a:lnSpc>
              </a:pPr>
              <a:r>
                <a:rPr lang="zh-CN" altLang="en-US" sz="1400"/>
                <a:t>为教学提供丰富的理论支撑和案例资源</a:t>
              </a:r>
              <a:endParaRPr lang="zh-CN" altLang="en-US" sz="1400" dirty="0"/>
            </a:p>
          </p:txBody>
        </p:sp>
        <p:sp>
          <p:nvSpPr>
            <p:cNvPr id="169" name="矩形 168"/>
            <p:cNvSpPr/>
            <p:nvPr/>
          </p:nvSpPr>
          <p:spPr>
            <a:xfrm>
              <a:off x="3505798" y="5099051"/>
              <a:ext cx="2221865" cy="3912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2" name="文本框 171"/>
            <p:cNvSpPr txBox="1"/>
            <p:nvPr/>
          </p:nvSpPr>
          <p:spPr>
            <a:xfrm>
              <a:off x="3601068" y="5110033"/>
              <a:ext cx="2031326" cy="369332"/>
            </a:xfrm>
            <a:prstGeom prst="rect">
              <a:avLst/>
            </a:prstGeom>
            <a:noFill/>
          </p:spPr>
          <p:txBody>
            <a:bodyPr wrap="none">
              <a:spAutoFit/>
            </a:bodyPr>
            <a:lstStyle/>
            <a:p>
              <a:pPr algn="ctr"/>
              <a:r>
                <a:rPr lang="zh-CN" altLang="en-US">
                  <a:solidFill>
                    <a:schemeClr val="bg1"/>
                  </a:solidFill>
                </a:rPr>
                <a:t>爱国主义教育网站</a:t>
              </a:r>
              <a:endParaRPr lang="zh-CN" altLang="en-US" dirty="0">
                <a:solidFill>
                  <a:schemeClr val="bg1"/>
                </a:solidFill>
              </a:endParaRPr>
            </a:p>
          </p:txBody>
        </p:sp>
      </p:grpSp>
      <p:grpSp>
        <p:nvGrpSpPr>
          <p:cNvPr id="92" name="组合 91"/>
          <p:cNvGrpSpPr/>
          <p:nvPr/>
        </p:nvGrpSpPr>
        <p:grpSpPr>
          <a:xfrm>
            <a:off x="3371851" y="5842849"/>
            <a:ext cx="8318367" cy="646001"/>
            <a:chOff x="3371851" y="5842849"/>
            <a:chExt cx="8318367" cy="646001"/>
          </a:xfrm>
        </p:grpSpPr>
        <p:sp>
          <p:nvSpPr>
            <p:cNvPr id="152" name="任意多边形: 形状 151"/>
            <p:cNvSpPr/>
            <p:nvPr/>
          </p:nvSpPr>
          <p:spPr>
            <a:xfrm>
              <a:off x="3371851" y="5842849"/>
              <a:ext cx="4027604" cy="646001"/>
            </a:xfrm>
            <a:custGeom>
              <a:avLst/>
              <a:gdLst>
                <a:gd name="connsiteX0" fmla="*/ 0 w 4027604"/>
                <a:gd name="connsiteY0" fmla="*/ 0 h 646001"/>
                <a:gd name="connsiteX1" fmla="*/ 4027604 w 4027604"/>
                <a:gd name="connsiteY1" fmla="*/ 0 h 646001"/>
                <a:gd name="connsiteX2" fmla="*/ 4027604 w 4027604"/>
                <a:gd name="connsiteY2" fmla="*/ 157273 h 646001"/>
                <a:gd name="connsiteX3" fmla="*/ 3963125 w 4027604"/>
                <a:gd name="connsiteY3" fmla="*/ 170291 h 646001"/>
                <a:gd name="connsiteX4" fmla="*/ 3861901 w 4027604"/>
                <a:gd name="connsiteY4" fmla="*/ 323001 h 646001"/>
                <a:gd name="connsiteX5" fmla="*/ 3963125 w 4027604"/>
                <a:gd name="connsiteY5" fmla="*/ 475712 h 646001"/>
                <a:gd name="connsiteX6" fmla="*/ 4027604 w 4027604"/>
                <a:gd name="connsiteY6" fmla="*/ 488730 h 646001"/>
                <a:gd name="connsiteX7" fmla="*/ 4027604 w 4027604"/>
                <a:gd name="connsiteY7" fmla="*/ 646001 h 646001"/>
                <a:gd name="connsiteX8" fmla="*/ 0 w 4027604"/>
                <a:gd name="connsiteY8" fmla="*/ 646001 h 64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7604" h="646001">
                  <a:moveTo>
                    <a:pt x="0" y="0"/>
                  </a:moveTo>
                  <a:lnTo>
                    <a:pt x="4027604" y="0"/>
                  </a:lnTo>
                  <a:lnTo>
                    <a:pt x="4027604" y="157273"/>
                  </a:lnTo>
                  <a:lnTo>
                    <a:pt x="3963125" y="170291"/>
                  </a:lnTo>
                  <a:cubicBezTo>
                    <a:pt x="3903640" y="195450"/>
                    <a:pt x="3861901" y="254352"/>
                    <a:pt x="3861901" y="323001"/>
                  </a:cubicBezTo>
                  <a:cubicBezTo>
                    <a:pt x="3861901" y="391651"/>
                    <a:pt x="3903640" y="450552"/>
                    <a:pt x="3963125" y="475712"/>
                  </a:cubicBezTo>
                  <a:lnTo>
                    <a:pt x="4027604" y="488730"/>
                  </a:lnTo>
                  <a:lnTo>
                    <a:pt x="4027604" y="646001"/>
                  </a:lnTo>
                  <a:lnTo>
                    <a:pt x="0" y="64600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3" name="任意多边形: 形状 152"/>
            <p:cNvSpPr/>
            <p:nvPr/>
          </p:nvSpPr>
          <p:spPr>
            <a:xfrm flipH="1">
              <a:off x="7662614" y="5842849"/>
              <a:ext cx="4027604" cy="646001"/>
            </a:xfrm>
            <a:custGeom>
              <a:avLst/>
              <a:gdLst>
                <a:gd name="connsiteX0" fmla="*/ 0 w 4027604"/>
                <a:gd name="connsiteY0" fmla="*/ 0 h 646001"/>
                <a:gd name="connsiteX1" fmla="*/ 4027604 w 4027604"/>
                <a:gd name="connsiteY1" fmla="*/ 0 h 646001"/>
                <a:gd name="connsiteX2" fmla="*/ 4027604 w 4027604"/>
                <a:gd name="connsiteY2" fmla="*/ 157273 h 646001"/>
                <a:gd name="connsiteX3" fmla="*/ 3963125 w 4027604"/>
                <a:gd name="connsiteY3" fmla="*/ 170291 h 646001"/>
                <a:gd name="connsiteX4" fmla="*/ 3861901 w 4027604"/>
                <a:gd name="connsiteY4" fmla="*/ 323001 h 646001"/>
                <a:gd name="connsiteX5" fmla="*/ 3963125 w 4027604"/>
                <a:gd name="connsiteY5" fmla="*/ 475712 h 646001"/>
                <a:gd name="connsiteX6" fmla="*/ 4027604 w 4027604"/>
                <a:gd name="connsiteY6" fmla="*/ 488730 h 646001"/>
                <a:gd name="connsiteX7" fmla="*/ 4027604 w 4027604"/>
                <a:gd name="connsiteY7" fmla="*/ 646001 h 646001"/>
                <a:gd name="connsiteX8" fmla="*/ 0 w 4027604"/>
                <a:gd name="connsiteY8" fmla="*/ 646001 h 64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7604" h="646001">
                  <a:moveTo>
                    <a:pt x="0" y="0"/>
                  </a:moveTo>
                  <a:lnTo>
                    <a:pt x="4027604" y="0"/>
                  </a:lnTo>
                  <a:lnTo>
                    <a:pt x="4027604" y="157273"/>
                  </a:lnTo>
                  <a:lnTo>
                    <a:pt x="3963125" y="170291"/>
                  </a:lnTo>
                  <a:cubicBezTo>
                    <a:pt x="3903640" y="195450"/>
                    <a:pt x="3861901" y="254352"/>
                    <a:pt x="3861901" y="323001"/>
                  </a:cubicBezTo>
                  <a:cubicBezTo>
                    <a:pt x="3861901" y="391651"/>
                    <a:pt x="3903640" y="450552"/>
                    <a:pt x="3963125" y="475712"/>
                  </a:cubicBezTo>
                  <a:lnTo>
                    <a:pt x="4027604" y="488730"/>
                  </a:lnTo>
                  <a:lnTo>
                    <a:pt x="4027604" y="646001"/>
                  </a:lnTo>
                  <a:lnTo>
                    <a:pt x="0" y="64600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4" name="文本框 173"/>
            <p:cNvSpPr txBox="1"/>
            <p:nvPr/>
          </p:nvSpPr>
          <p:spPr>
            <a:xfrm>
              <a:off x="4062214" y="5935017"/>
              <a:ext cx="2646879" cy="461665"/>
            </a:xfrm>
            <a:prstGeom prst="rect">
              <a:avLst/>
            </a:prstGeom>
            <a:noFill/>
          </p:spPr>
          <p:txBody>
            <a:bodyPr wrap="none">
              <a:spAutoFit/>
            </a:bodyPr>
            <a:lstStyle/>
            <a:p>
              <a:pPr algn="ctr"/>
              <a:r>
                <a:rPr lang="zh-CN" altLang="en-US" sz="2400">
                  <a:solidFill>
                    <a:schemeClr val="bg1"/>
                  </a:solidFill>
                </a:rPr>
                <a:t>精心设计教学内容</a:t>
              </a:r>
              <a:endParaRPr lang="zh-CN" altLang="en-US" sz="2400" dirty="0">
                <a:solidFill>
                  <a:schemeClr val="bg1"/>
                </a:solidFill>
              </a:endParaRPr>
            </a:p>
          </p:txBody>
        </p:sp>
        <p:sp>
          <p:nvSpPr>
            <p:cNvPr id="175" name="文本框 174"/>
            <p:cNvSpPr txBox="1"/>
            <p:nvPr/>
          </p:nvSpPr>
          <p:spPr>
            <a:xfrm>
              <a:off x="8199088" y="5935017"/>
              <a:ext cx="2954656" cy="461665"/>
            </a:xfrm>
            <a:prstGeom prst="rect">
              <a:avLst/>
            </a:prstGeom>
            <a:noFill/>
          </p:spPr>
          <p:txBody>
            <a:bodyPr wrap="none">
              <a:spAutoFit/>
            </a:bodyPr>
            <a:lstStyle/>
            <a:p>
              <a:pPr algn="ctr"/>
              <a:r>
                <a:rPr lang="zh-CN" altLang="en-US" sz="2400">
                  <a:solidFill>
                    <a:schemeClr val="bg1"/>
                  </a:solidFill>
                </a:rPr>
                <a:t>选择合适的教学方法</a:t>
              </a:r>
              <a:endParaRPr lang="zh-CN" altLang="en-US" sz="2400" dirty="0">
                <a:solidFill>
                  <a:schemeClr val="bg1"/>
                </a:solidFill>
              </a:endParaRPr>
            </a:p>
          </p:txBody>
        </p:sp>
      </p:grpSp>
      <p:grpSp>
        <p:nvGrpSpPr>
          <p:cNvPr id="87" name="组合 86"/>
          <p:cNvGrpSpPr/>
          <p:nvPr/>
        </p:nvGrpSpPr>
        <p:grpSpPr>
          <a:xfrm>
            <a:off x="9174583" y="2597139"/>
            <a:ext cx="2515635" cy="3038507"/>
            <a:chOff x="9174583" y="2597139"/>
            <a:chExt cx="2515635" cy="3038507"/>
          </a:xfrm>
        </p:grpSpPr>
        <p:sp>
          <p:nvSpPr>
            <p:cNvPr id="123" name="矩形: 圆角 122"/>
            <p:cNvSpPr/>
            <p:nvPr/>
          </p:nvSpPr>
          <p:spPr>
            <a:xfrm>
              <a:off x="9174583" y="2597139"/>
              <a:ext cx="2515635" cy="3038507"/>
            </a:xfrm>
            <a:prstGeom prst="roundRect">
              <a:avLst>
                <a:gd name="adj" fmla="val 0"/>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矩形 169"/>
            <p:cNvSpPr/>
            <p:nvPr/>
          </p:nvSpPr>
          <p:spPr>
            <a:xfrm>
              <a:off x="9321468" y="5099051"/>
              <a:ext cx="2221865" cy="3912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文本框 172"/>
            <p:cNvSpPr txBox="1"/>
            <p:nvPr/>
          </p:nvSpPr>
          <p:spPr>
            <a:xfrm>
              <a:off x="9647570" y="5110033"/>
              <a:ext cx="1569660" cy="369332"/>
            </a:xfrm>
            <a:prstGeom prst="rect">
              <a:avLst/>
            </a:prstGeom>
            <a:noFill/>
          </p:spPr>
          <p:txBody>
            <a:bodyPr wrap="none">
              <a:spAutoFit/>
            </a:bodyPr>
            <a:lstStyle/>
            <a:p>
              <a:r>
                <a:rPr lang="zh-CN" altLang="en-US" dirty="0">
                  <a:solidFill>
                    <a:schemeClr val="bg1"/>
                  </a:solidFill>
                </a:rPr>
                <a:t>在线课程平台</a:t>
              </a:r>
            </a:p>
          </p:txBody>
        </p:sp>
        <p:sp>
          <p:nvSpPr>
            <p:cNvPr id="176" name="矩形 175"/>
            <p:cNvSpPr/>
            <p:nvPr/>
          </p:nvSpPr>
          <p:spPr>
            <a:xfrm>
              <a:off x="9321468" y="2750499"/>
              <a:ext cx="2221865" cy="485140"/>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a:solidFill>
                    <a:schemeClr val="bg1"/>
                  </a:solidFill>
                </a:rPr>
                <a:t>多媒体教学素材</a:t>
              </a:r>
              <a:endParaRPr sz="2000" b="1" dirty="0">
                <a:solidFill>
                  <a:schemeClr val="bg1"/>
                </a:solidFill>
              </a:endParaRPr>
            </a:p>
          </p:txBody>
        </p:sp>
        <p:sp>
          <p:nvSpPr>
            <p:cNvPr id="177" name="矩形 176"/>
            <p:cNvSpPr/>
            <p:nvPr/>
          </p:nvSpPr>
          <p:spPr>
            <a:xfrm>
              <a:off x="9321468" y="3235639"/>
              <a:ext cx="2221865" cy="389255"/>
            </a:xfrm>
            <a:prstGeom prst="rect">
              <a:avLst/>
            </a:prstGeom>
            <a:solidFill>
              <a:schemeClr val="accent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dirty="0">
                  <a:solidFill>
                    <a:srgbClr val="FFC000"/>
                  </a:solidFill>
                </a:rPr>
                <a:t>学习</a:t>
              </a:r>
              <a:r>
                <a:rPr lang="zh-CN" altLang="en-US" sz="1600" b="1" dirty="0">
                  <a:solidFill>
                    <a:schemeClr val="tx1"/>
                  </a:solidFill>
                </a:rPr>
                <a:t>强国 </a:t>
              </a:r>
              <a:r>
                <a:rPr lang="en-US" sz="1600" b="1" dirty="0">
                  <a:solidFill>
                    <a:schemeClr val="tx1"/>
                  </a:solidFill>
                </a:rPr>
                <a:t>APP </a:t>
              </a:r>
              <a:endParaRPr sz="1600" dirty="0">
                <a:solidFill>
                  <a:schemeClr val="tx1"/>
                </a:solidFill>
              </a:endParaRPr>
            </a:p>
          </p:txBody>
        </p:sp>
        <p:sp>
          <p:nvSpPr>
            <p:cNvPr id="178" name="矩形 177"/>
            <p:cNvSpPr/>
            <p:nvPr/>
          </p:nvSpPr>
          <p:spPr>
            <a:xfrm>
              <a:off x="9321468" y="3625529"/>
              <a:ext cx="2221865" cy="1193165"/>
            </a:xfrm>
            <a:prstGeom prst="rect">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sz="1200" dirty="0">
                <a:solidFill>
                  <a:schemeClr val="tx1"/>
                </a:solidFill>
              </a:endParaRPr>
            </a:p>
          </p:txBody>
        </p:sp>
        <p:grpSp>
          <p:nvGrpSpPr>
            <p:cNvPr id="179" name="组合 178"/>
            <p:cNvGrpSpPr/>
            <p:nvPr/>
          </p:nvGrpSpPr>
          <p:grpSpPr>
            <a:xfrm>
              <a:off x="9321468" y="4195124"/>
              <a:ext cx="2221865" cy="53975"/>
              <a:chOff x="15010" y="3132"/>
              <a:chExt cx="3499" cy="85"/>
            </a:xfrm>
          </p:grpSpPr>
          <p:cxnSp>
            <p:nvCxnSpPr>
              <p:cNvPr id="180" name="直接连接符 179"/>
              <p:cNvCxnSpPr/>
              <p:nvPr/>
            </p:nvCxnSpPr>
            <p:spPr>
              <a:xfrm>
                <a:off x="15011" y="3132"/>
                <a:ext cx="3499" cy="0"/>
              </a:xfrm>
              <a:prstGeom prst="line">
                <a:avLst/>
              </a:prstGeom>
              <a:ln>
                <a:solidFill>
                  <a:schemeClr val="accent2">
                    <a:lumMod val="75000"/>
                  </a:schemeClr>
                </a:solidFill>
              </a:ln>
            </p:spPr>
            <p:style>
              <a:lnRef idx="2">
                <a:schemeClr val="accent1"/>
              </a:lnRef>
              <a:fillRef idx="0">
                <a:srgbClr val="FFFFFF"/>
              </a:fillRef>
              <a:effectRef idx="0">
                <a:srgbClr val="FFFFFF"/>
              </a:effectRef>
              <a:fontRef idx="minor">
                <a:schemeClr val="tx1"/>
              </a:fontRef>
            </p:style>
          </p:cxnSp>
          <p:cxnSp>
            <p:nvCxnSpPr>
              <p:cNvPr id="181" name="直接连接符 180"/>
              <p:cNvCxnSpPr/>
              <p:nvPr/>
            </p:nvCxnSpPr>
            <p:spPr>
              <a:xfrm>
                <a:off x="15010" y="3217"/>
                <a:ext cx="3499" cy="0"/>
              </a:xfrm>
              <a:prstGeom prst="line">
                <a:avLst/>
              </a:prstGeom>
              <a:ln>
                <a:solidFill>
                  <a:schemeClr val="accent2">
                    <a:lumMod val="75000"/>
                  </a:schemeClr>
                </a:solidFill>
              </a:ln>
            </p:spPr>
            <p:style>
              <a:lnRef idx="2">
                <a:schemeClr val="accent1"/>
              </a:lnRef>
              <a:fillRef idx="0">
                <a:srgbClr val="FFFFFF"/>
              </a:fillRef>
              <a:effectRef idx="0">
                <a:srgbClr val="FFFFFF"/>
              </a:effectRef>
              <a:fontRef idx="minor">
                <a:schemeClr val="tx1"/>
              </a:fontRef>
            </p:style>
          </p:cxnSp>
        </p:grpSp>
        <p:sp>
          <p:nvSpPr>
            <p:cNvPr id="182" name="文本框 181"/>
            <p:cNvSpPr txBox="1"/>
            <p:nvPr/>
          </p:nvSpPr>
          <p:spPr>
            <a:xfrm flipH="1">
              <a:off x="9391950" y="3637973"/>
              <a:ext cx="2080900" cy="553806"/>
            </a:xfrm>
            <a:prstGeom prst="rect">
              <a:avLst/>
            </a:prstGeom>
            <a:noFill/>
          </p:spPr>
          <p:txBody>
            <a:bodyPr wrap="square">
              <a:spAutoFit/>
            </a:bodyPr>
            <a:lstStyle/>
            <a:p>
              <a:pPr algn="ctr">
                <a:lnSpc>
                  <a:spcPct val="110000"/>
                </a:lnSpc>
              </a:pPr>
              <a:r>
                <a:rPr lang="zh-CN" altLang="en-US" sz="1400" dirty="0"/>
                <a:t>收集大量与爱国主义教育相关的图片、视频</a:t>
              </a:r>
            </a:p>
          </p:txBody>
        </p:sp>
        <p:sp>
          <p:nvSpPr>
            <p:cNvPr id="183" name="文本框 182"/>
            <p:cNvSpPr txBox="1"/>
            <p:nvPr/>
          </p:nvSpPr>
          <p:spPr>
            <a:xfrm flipH="1">
              <a:off x="9391950" y="4256994"/>
              <a:ext cx="2080900" cy="553806"/>
            </a:xfrm>
            <a:prstGeom prst="rect">
              <a:avLst/>
            </a:prstGeom>
            <a:noFill/>
          </p:spPr>
          <p:txBody>
            <a:bodyPr wrap="square">
              <a:spAutoFit/>
            </a:bodyPr>
            <a:lstStyle/>
            <a:p>
              <a:pPr algn="ctr">
                <a:lnSpc>
                  <a:spcPct val="110000"/>
                </a:lnSpc>
              </a:pPr>
              <a:r>
                <a:rPr lang="zh-CN" altLang="en-US" sz="1400" dirty="0"/>
                <a:t>为学生营造生动、直观的教学氛围，激发兴趣</a:t>
              </a:r>
            </a:p>
          </p:txBody>
        </p:sp>
      </p:grpSp>
      <p:grpSp>
        <p:nvGrpSpPr>
          <p:cNvPr id="2" name="组合 1"/>
          <p:cNvGrpSpPr/>
          <p:nvPr/>
        </p:nvGrpSpPr>
        <p:grpSpPr>
          <a:xfrm>
            <a:off x="482600" y="1419442"/>
            <a:ext cx="2631090" cy="5069408"/>
            <a:chOff x="482600" y="1419442"/>
            <a:chExt cx="2631090" cy="5069408"/>
          </a:xfrm>
        </p:grpSpPr>
        <p:sp>
          <p:nvSpPr>
            <p:cNvPr id="102" name="矩形: 圆角 101"/>
            <p:cNvSpPr/>
            <p:nvPr/>
          </p:nvSpPr>
          <p:spPr>
            <a:xfrm>
              <a:off x="1389635" y="1743936"/>
              <a:ext cx="1716471" cy="646001"/>
            </a:xfrm>
            <a:prstGeom prst="roundRect">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1" name="组合 100"/>
            <p:cNvGrpSpPr/>
            <p:nvPr/>
          </p:nvGrpSpPr>
          <p:grpSpPr>
            <a:xfrm>
              <a:off x="482600" y="1419442"/>
              <a:ext cx="1251021" cy="1251018"/>
              <a:chOff x="10752418" y="-1797761"/>
              <a:chExt cx="1251021" cy="1251018"/>
            </a:xfrm>
          </p:grpSpPr>
          <p:grpSp>
            <p:nvGrpSpPr>
              <p:cNvPr id="89" name="组合 88"/>
              <p:cNvGrpSpPr/>
              <p:nvPr/>
            </p:nvGrpSpPr>
            <p:grpSpPr>
              <a:xfrm>
                <a:off x="10752418" y="-1797761"/>
                <a:ext cx="1251021" cy="1251018"/>
                <a:chOff x="1555294" y="2151768"/>
                <a:chExt cx="1217326" cy="1217326"/>
              </a:xfrm>
            </p:grpSpPr>
            <p:sp>
              <p:nvSpPr>
                <p:cNvPr id="97" name="椭圆 96"/>
                <p:cNvSpPr/>
                <p:nvPr/>
              </p:nvSpPr>
              <p:spPr>
                <a:xfrm rot="19741494">
                  <a:off x="1555294" y="2151768"/>
                  <a:ext cx="1217326" cy="1217326"/>
                </a:xfrm>
                <a:prstGeom prst="ellipse">
                  <a:avLst/>
                </a:prstGeom>
                <a:solidFill>
                  <a:schemeClr val="accent1">
                    <a:alpha val="10000"/>
                  </a:schemeClr>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Roboto" panose="02000000000000000000"/>
                    <a:ea typeface="思源黑体 CN Regular" panose="020B0500000000000000" charset="-122"/>
                  </a:endParaRPr>
                </a:p>
              </p:txBody>
            </p:sp>
            <p:grpSp>
              <p:nvGrpSpPr>
                <p:cNvPr id="98" name="组合 97"/>
                <p:cNvGrpSpPr/>
                <p:nvPr/>
              </p:nvGrpSpPr>
              <p:grpSpPr>
                <a:xfrm>
                  <a:off x="1617082" y="2252446"/>
                  <a:ext cx="1123408" cy="1015972"/>
                  <a:chOff x="1617082" y="2252446"/>
                  <a:chExt cx="1123408" cy="1015972"/>
                </a:xfrm>
              </p:grpSpPr>
              <p:sp>
                <p:nvSpPr>
                  <p:cNvPr id="99" name="椭圆 98"/>
                  <p:cNvSpPr/>
                  <p:nvPr/>
                </p:nvSpPr>
                <p:spPr>
                  <a:xfrm>
                    <a:off x="1655972" y="2252446"/>
                    <a:ext cx="1015968" cy="1015972"/>
                  </a:xfrm>
                  <a:prstGeom prst="ellipse">
                    <a:avLst/>
                  </a:prstGeom>
                  <a:gradFill>
                    <a:gsLst>
                      <a:gs pos="0">
                        <a:schemeClr val="accent1">
                          <a:alpha val="50000"/>
                        </a:schemeClr>
                      </a:gs>
                      <a:gs pos="50900">
                        <a:schemeClr val="accent1">
                          <a:lumMod val="20000"/>
                          <a:lumOff val="80000"/>
                          <a:alpha val="0"/>
                        </a:schemeClr>
                      </a:gs>
                      <a:gs pos="100000">
                        <a:schemeClr val="accent1">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100" name="图片 99" descr="杯子里有饮料&#10;&#10;低可信度描述已自动生成"/>
                  <p:cNvPicPr>
                    <a:picLocks noChangeAspect="1"/>
                  </p:cNvPicPr>
                  <p:nvPr/>
                </p:nvPicPr>
                <p:blipFill>
                  <a:blip r:embed="rId6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617082" y="2257216"/>
                    <a:ext cx="1123408" cy="1006431"/>
                  </a:xfrm>
                  <a:prstGeom prst="rect">
                    <a:avLst/>
                  </a:prstGeom>
                </p:spPr>
              </p:pic>
            </p:grpSp>
          </p:grpSp>
          <p:sp>
            <p:nvSpPr>
              <p:cNvPr id="90" name="文本框 89"/>
              <p:cNvSpPr txBox="1"/>
              <p:nvPr/>
            </p:nvSpPr>
            <p:spPr>
              <a:xfrm>
                <a:off x="10875227" y="-1526195"/>
                <a:ext cx="1005403" cy="707886"/>
              </a:xfrm>
              <a:prstGeom prst="rect">
                <a:avLst/>
              </a:prstGeom>
              <a:noFill/>
            </p:spPr>
            <p:txBody>
              <a:bodyPr wrap="square" rtlCol="0">
                <a:spAutoFit/>
              </a:bodyPr>
              <a:lstStyle/>
              <a:p>
                <a:pPr algn="ctr" defTabSz="685800"/>
                <a:r>
                  <a:rPr lang="zh-CN" altLang="en-US" sz="2000" b="1" dirty="0">
                    <a:solidFill>
                      <a:schemeClr val="accent1"/>
                    </a:solidFill>
                    <a:effectLst>
                      <a:glow rad="76200">
                        <a:schemeClr val="bg1">
                          <a:alpha val="60000"/>
                        </a:schemeClr>
                      </a:glow>
                    </a:effectLst>
                    <a:latin typeface="+mj-ea"/>
                    <a:ea typeface="+mj-ea"/>
                    <a:cs typeface="Arial" panose="020B0604020202020204" pitchFamily="34" charset="0"/>
                  </a:rPr>
                  <a:t>教师</a:t>
                </a:r>
                <a:endParaRPr lang="en-US" altLang="zh-CN" sz="2000" b="1" dirty="0">
                  <a:solidFill>
                    <a:schemeClr val="accent1"/>
                  </a:solidFill>
                  <a:effectLst>
                    <a:glow rad="76200">
                      <a:schemeClr val="bg1">
                        <a:alpha val="60000"/>
                      </a:schemeClr>
                    </a:glow>
                  </a:effectLst>
                  <a:latin typeface="+mj-ea"/>
                  <a:ea typeface="+mj-ea"/>
                  <a:cs typeface="Arial" panose="020B0604020202020204" pitchFamily="34" charset="0"/>
                </a:endParaRPr>
              </a:p>
              <a:p>
                <a:pPr algn="ctr" defTabSz="685800"/>
                <a:r>
                  <a:rPr lang="zh-CN" altLang="en-US" sz="2000" b="1" dirty="0">
                    <a:solidFill>
                      <a:schemeClr val="accent1"/>
                    </a:solidFill>
                    <a:effectLst>
                      <a:glow rad="76200">
                        <a:schemeClr val="bg1">
                          <a:alpha val="60000"/>
                        </a:schemeClr>
                      </a:glow>
                    </a:effectLst>
                    <a:latin typeface="+mj-ea"/>
                    <a:ea typeface="+mj-ea"/>
                    <a:cs typeface="Arial" panose="020B0604020202020204" pitchFamily="34" charset="0"/>
                  </a:rPr>
                  <a:t>准备</a:t>
                </a:r>
              </a:p>
            </p:txBody>
          </p:sp>
        </p:grpSp>
        <p:sp>
          <p:nvSpPr>
            <p:cNvPr id="126" name="文本框 125"/>
            <p:cNvSpPr txBox="1"/>
            <p:nvPr/>
          </p:nvSpPr>
          <p:spPr>
            <a:xfrm>
              <a:off x="1697918" y="1836104"/>
              <a:ext cx="1415772" cy="461665"/>
            </a:xfrm>
            <a:prstGeom prst="rect">
              <a:avLst/>
            </a:prstGeom>
            <a:noFill/>
          </p:spPr>
          <p:txBody>
            <a:bodyPr wrap="none">
              <a:spAutoFit/>
            </a:bodyPr>
            <a:lstStyle/>
            <a:p>
              <a:pPr algn="ctr"/>
              <a:r>
                <a:rPr lang="zh-CN" altLang="en-US" sz="2400" dirty="0">
                  <a:solidFill>
                    <a:srgbClr val="C00000"/>
                  </a:solidFill>
                  <a:effectLst>
                    <a:glow rad="63500">
                      <a:schemeClr val="bg1"/>
                    </a:glow>
                  </a:effectLst>
                </a:rPr>
                <a:t>知识储备</a:t>
              </a:r>
            </a:p>
          </p:txBody>
        </p:sp>
        <p:sp>
          <p:nvSpPr>
            <p:cNvPr id="129" name="矩形: 圆角 128"/>
            <p:cNvSpPr/>
            <p:nvPr/>
          </p:nvSpPr>
          <p:spPr>
            <a:xfrm>
              <a:off x="1389635" y="3653131"/>
              <a:ext cx="1716471" cy="646001"/>
            </a:xfrm>
            <a:prstGeom prst="roundRect">
              <a:avLst/>
            </a:prstGeom>
            <a:gradFill flip="none" rotWithShape="1">
              <a:gsLst>
                <a:gs pos="0">
                  <a:schemeClr val="accent2"/>
                </a:gs>
                <a:gs pos="100000">
                  <a:schemeClr val="accent2">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0" name="组合 129"/>
            <p:cNvGrpSpPr/>
            <p:nvPr/>
          </p:nvGrpSpPr>
          <p:grpSpPr>
            <a:xfrm>
              <a:off x="482605" y="3328637"/>
              <a:ext cx="1251024" cy="1251018"/>
              <a:chOff x="10752423" y="-1797761"/>
              <a:chExt cx="1251024" cy="1251018"/>
            </a:xfrm>
          </p:grpSpPr>
          <p:grpSp>
            <p:nvGrpSpPr>
              <p:cNvPr id="132" name="组合 131"/>
              <p:cNvGrpSpPr/>
              <p:nvPr/>
            </p:nvGrpSpPr>
            <p:grpSpPr>
              <a:xfrm>
                <a:off x="10752423" y="-1797761"/>
                <a:ext cx="1251024" cy="1251018"/>
                <a:chOff x="1555293" y="2151768"/>
                <a:chExt cx="1217326" cy="1217326"/>
              </a:xfrm>
            </p:grpSpPr>
            <p:sp>
              <p:nvSpPr>
                <p:cNvPr id="134" name="椭圆 133"/>
                <p:cNvSpPr/>
                <p:nvPr/>
              </p:nvSpPr>
              <p:spPr>
                <a:xfrm>
                  <a:off x="1555293" y="2151768"/>
                  <a:ext cx="1217326" cy="1217326"/>
                </a:xfrm>
                <a:prstGeom prst="ellipse">
                  <a:avLst/>
                </a:prstGeom>
                <a:solidFill>
                  <a:schemeClr val="accent2">
                    <a:alpha val="10000"/>
                  </a:schemeClr>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Roboto" panose="02000000000000000000"/>
                    <a:ea typeface="思源黑体 CN Regular" panose="020B0500000000000000" charset="-122"/>
                  </a:endParaRPr>
                </a:p>
              </p:txBody>
            </p:sp>
            <p:grpSp>
              <p:nvGrpSpPr>
                <p:cNvPr id="135" name="组合 134"/>
                <p:cNvGrpSpPr/>
                <p:nvPr/>
              </p:nvGrpSpPr>
              <p:grpSpPr>
                <a:xfrm>
                  <a:off x="1620786" y="2252446"/>
                  <a:ext cx="1123408" cy="1015972"/>
                  <a:chOff x="1620786" y="2252446"/>
                  <a:chExt cx="1123408" cy="1015972"/>
                </a:xfrm>
              </p:grpSpPr>
              <p:sp>
                <p:nvSpPr>
                  <p:cNvPr id="136" name="椭圆 135"/>
                  <p:cNvSpPr/>
                  <p:nvPr/>
                </p:nvSpPr>
                <p:spPr>
                  <a:xfrm>
                    <a:off x="1655972" y="2252446"/>
                    <a:ext cx="1015968" cy="1015972"/>
                  </a:xfrm>
                  <a:prstGeom prst="ellipse">
                    <a:avLst/>
                  </a:prstGeom>
                  <a:gradFill>
                    <a:gsLst>
                      <a:gs pos="0">
                        <a:schemeClr val="accent2">
                          <a:alpha val="50000"/>
                        </a:schemeClr>
                      </a:gs>
                      <a:gs pos="50000">
                        <a:schemeClr val="accent2">
                          <a:lumMod val="20000"/>
                          <a:lumOff val="80000"/>
                          <a:alpha val="0"/>
                        </a:schemeClr>
                      </a:gs>
                      <a:gs pos="100000">
                        <a:schemeClr val="accent2">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137" name="图片 136" descr="杯子里有饮料&#10;&#10;低可信度描述已自动生成"/>
                  <p:cNvPicPr>
                    <a:picLocks noChangeAspect="1"/>
                  </p:cNvPicPr>
                  <p:nvPr/>
                </p:nvPicPr>
                <p:blipFill>
                  <a:blip r:embed="rId66"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620786" y="2257216"/>
                    <a:ext cx="1123408" cy="1006431"/>
                  </a:xfrm>
                  <a:prstGeom prst="rect">
                    <a:avLst/>
                  </a:prstGeom>
                </p:spPr>
              </p:pic>
            </p:grpSp>
          </p:grpSp>
          <p:sp>
            <p:nvSpPr>
              <p:cNvPr id="133" name="文本框 132"/>
              <p:cNvSpPr txBox="1"/>
              <p:nvPr/>
            </p:nvSpPr>
            <p:spPr>
              <a:xfrm>
                <a:off x="11029122" y="-1526195"/>
                <a:ext cx="697627" cy="707886"/>
              </a:xfrm>
              <a:prstGeom prst="rect">
                <a:avLst/>
              </a:prstGeom>
              <a:noFill/>
            </p:spPr>
            <p:txBody>
              <a:bodyPr wrap="square" rtlCol="0">
                <a:spAutoFit/>
              </a:bodyPr>
              <a:lstStyle/>
              <a:p>
                <a:pPr algn="ctr" defTabSz="685800"/>
                <a:r>
                  <a:rPr lang="zh-CN" altLang="en-US" sz="2000" b="1" dirty="0">
                    <a:solidFill>
                      <a:schemeClr val="accent2"/>
                    </a:solidFill>
                    <a:effectLst>
                      <a:glow rad="76200">
                        <a:schemeClr val="bg1">
                          <a:alpha val="60000"/>
                        </a:schemeClr>
                      </a:glow>
                    </a:effectLst>
                    <a:latin typeface="+mj-ea"/>
                    <a:ea typeface="+mj-ea"/>
                    <a:cs typeface="Arial" panose="020B0604020202020204" pitchFamily="34" charset="0"/>
                  </a:rPr>
                  <a:t>学生准备</a:t>
                </a:r>
              </a:p>
            </p:txBody>
          </p:sp>
        </p:grpSp>
        <p:sp>
          <p:nvSpPr>
            <p:cNvPr id="131" name="文本框 130"/>
            <p:cNvSpPr txBox="1"/>
            <p:nvPr/>
          </p:nvSpPr>
          <p:spPr>
            <a:xfrm>
              <a:off x="1697918" y="3745299"/>
              <a:ext cx="1415772" cy="461665"/>
            </a:xfrm>
            <a:prstGeom prst="rect">
              <a:avLst/>
            </a:prstGeom>
            <a:noFill/>
          </p:spPr>
          <p:txBody>
            <a:bodyPr wrap="none">
              <a:spAutoFit/>
            </a:bodyPr>
            <a:lstStyle/>
            <a:p>
              <a:pPr algn="ctr"/>
              <a:r>
                <a:rPr lang="zh-CN" altLang="en-US" sz="2400">
                  <a:solidFill>
                    <a:srgbClr val="C00000"/>
                  </a:solidFill>
                  <a:effectLst>
                    <a:glow rad="63500">
                      <a:schemeClr val="bg1"/>
                    </a:glow>
                  </a:effectLst>
                </a:rPr>
                <a:t>系统梳理</a:t>
              </a:r>
              <a:endParaRPr lang="zh-CN" altLang="en-US" sz="2400" dirty="0">
                <a:solidFill>
                  <a:srgbClr val="C00000"/>
                </a:solidFill>
                <a:effectLst>
                  <a:glow rad="63500">
                    <a:schemeClr val="bg1"/>
                  </a:glow>
                </a:effectLst>
              </a:endParaRPr>
            </a:p>
          </p:txBody>
        </p:sp>
        <p:sp>
          <p:nvSpPr>
            <p:cNvPr id="139" name="矩形: 圆角 138"/>
            <p:cNvSpPr/>
            <p:nvPr/>
          </p:nvSpPr>
          <p:spPr>
            <a:xfrm>
              <a:off x="1389635" y="5562326"/>
              <a:ext cx="1716471" cy="646001"/>
            </a:xfrm>
            <a:prstGeom prst="roundRect">
              <a:avLst/>
            </a:prstGeom>
            <a:gradFill flip="none" rotWithShape="1">
              <a:gsLst>
                <a:gs pos="0">
                  <a:schemeClr val="accent4"/>
                </a:gs>
                <a:gs pos="100000">
                  <a:schemeClr val="accent4">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0" name="组合 139"/>
            <p:cNvGrpSpPr/>
            <p:nvPr/>
          </p:nvGrpSpPr>
          <p:grpSpPr>
            <a:xfrm>
              <a:off x="482602" y="5237832"/>
              <a:ext cx="1251022" cy="1251018"/>
              <a:chOff x="10752420" y="-1797761"/>
              <a:chExt cx="1251022" cy="1251018"/>
            </a:xfrm>
          </p:grpSpPr>
          <p:grpSp>
            <p:nvGrpSpPr>
              <p:cNvPr id="142" name="组合 141"/>
              <p:cNvGrpSpPr/>
              <p:nvPr/>
            </p:nvGrpSpPr>
            <p:grpSpPr>
              <a:xfrm>
                <a:off x="10752420" y="-1797761"/>
                <a:ext cx="1251022" cy="1251018"/>
                <a:chOff x="1555294" y="2151768"/>
                <a:chExt cx="1217326" cy="1217326"/>
              </a:xfrm>
            </p:grpSpPr>
            <p:sp>
              <p:nvSpPr>
                <p:cNvPr id="144" name="椭圆 143"/>
                <p:cNvSpPr/>
                <p:nvPr/>
              </p:nvSpPr>
              <p:spPr>
                <a:xfrm>
                  <a:off x="1555294" y="2151768"/>
                  <a:ext cx="1217326" cy="1217326"/>
                </a:xfrm>
                <a:prstGeom prst="ellipse">
                  <a:avLst/>
                </a:prstGeom>
                <a:solidFill>
                  <a:schemeClr val="accent4">
                    <a:alpha val="10000"/>
                  </a:schemeClr>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Roboto" panose="02000000000000000000"/>
                    <a:ea typeface="思源黑体 CN Regular" panose="020B0500000000000000" charset="-122"/>
                  </a:endParaRPr>
                </a:p>
              </p:txBody>
            </p:sp>
            <p:grpSp>
              <p:nvGrpSpPr>
                <p:cNvPr id="145" name="组合 144"/>
                <p:cNvGrpSpPr/>
                <p:nvPr/>
              </p:nvGrpSpPr>
              <p:grpSpPr>
                <a:xfrm>
                  <a:off x="1620789" y="2252446"/>
                  <a:ext cx="1123408" cy="1015972"/>
                  <a:chOff x="1620789" y="2252446"/>
                  <a:chExt cx="1123408" cy="1015972"/>
                </a:xfrm>
              </p:grpSpPr>
              <p:sp>
                <p:nvSpPr>
                  <p:cNvPr id="146" name="椭圆 145"/>
                  <p:cNvSpPr/>
                  <p:nvPr/>
                </p:nvSpPr>
                <p:spPr>
                  <a:xfrm>
                    <a:off x="1655972" y="2252446"/>
                    <a:ext cx="1015968" cy="1015972"/>
                  </a:xfrm>
                  <a:prstGeom prst="ellipse">
                    <a:avLst/>
                  </a:prstGeom>
                  <a:gradFill>
                    <a:gsLst>
                      <a:gs pos="0">
                        <a:schemeClr val="accent4">
                          <a:alpha val="50000"/>
                        </a:schemeClr>
                      </a:gs>
                      <a:gs pos="50000">
                        <a:schemeClr val="accent4">
                          <a:lumMod val="20000"/>
                          <a:lumOff val="80000"/>
                          <a:alpha val="0"/>
                        </a:schemeClr>
                      </a:gs>
                      <a:gs pos="100000">
                        <a:schemeClr val="accent4">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147" name="图片 146" descr="杯子里有饮料&#10;&#10;低可信度描述已自动生成"/>
                  <p:cNvPicPr>
                    <a:picLocks noChangeAspect="1"/>
                  </p:cNvPicPr>
                  <p:nvPr/>
                </p:nvPicPr>
                <p:blipFill>
                  <a:blip r:embed="rId66"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620789" y="2257216"/>
                    <a:ext cx="1123408" cy="1006431"/>
                  </a:xfrm>
                  <a:prstGeom prst="rect">
                    <a:avLst/>
                  </a:prstGeom>
                </p:spPr>
              </p:pic>
            </p:grpSp>
          </p:grpSp>
          <p:sp>
            <p:nvSpPr>
              <p:cNvPr id="143" name="文本框 142"/>
              <p:cNvSpPr txBox="1"/>
              <p:nvPr/>
            </p:nvSpPr>
            <p:spPr>
              <a:xfrm>
                <a:off x="10875227" y="-1526195"/>
                <a:ext cx="1005403" cy="707886"/>
              </a:xfrm>
              <a:prstGeom prst="rect">
                <a:avLst/>
              </a:prstGeom>
              <a:noFill/>
            </p:spPr>
            <p:txBody>
              <a:bodyPr wrap="square" rtlCol="0">
                <a:spAutoFit/>
              </a:bodyPr>
              <a:lstStyle/>
              <a:p>
                <a:pPr algn="ctr" defTabSz="685800"/>
                <a:r>
                  <a:rPr lang="zh-CN" altLang="en-US" sz="2000" b="1" dirty="0">
                    <a:solidFill>
                      <a:schemeClr val="accent4"/>
                    </a:solidFill>
                    <a:effectLst>
                      <a:glow rad="76200">
                        <a:schemeClr val="bg1">
                          <a:alpha val="60000"/>
                        </a:schemeClr>
                      </a:glow>
                    </a:effectLst>
                    <a:latin typeface="+mj-ea"/>
                    <a:ea typeface="+mj-ea"/>
                    <a:cs typeface="Arial" panose="020B0604020202020204" pitchFamily="34" charset="0"/>
                  </a:rPr>
                  <a:t>设备</a:t>
                </a:r>
                <a:endParaRPr lang="en-US" altLang="zh-CN" sz="2000" b="1" dirty="0">
                  <a:solidFill>
                    <a:schemeClr val="accent4"/>
                  </a:solidFill>
                  <a:effectLst>
                    <a:glow rad="76200">
                      <a:schemeClr val="bg1">
                        <a:alpha val="60000"/>
                      </a:schemeClr>
                    </a:glow>
                  </a:effectLst>
                  <a:latin typeface="+mj-ea"/>
                  <a:ea typeface="+mj-ea"/>
                  <a:cs typeface="Arial" panose="020B0604020202020204" pitchFamily="34" charset="0"/>
                </a:endParaRPr>
              </a:p>
              <a:p>
                <a:pPr algn="ctr" defTabSz="685800"/>
                <a:r>
                  <a:rPr lang="zh-CN" altLang="en-US" sz="2000" b="1" dirty="0">
                    <a:solidFill>
                      <a:schemeClr val="accent4"/>
                    </a:solidFill>
                    <a:effectLst>
                      <a:glow rad="76200">
                        <a:schemeClr val="bg1">
                          <a:alpha val="60000"/>
                        </a:schemeClr>
                      </a:glow>
                    </a:effectLst>
                    <a:latin typeface="+mj-ea"/>
                    <a:ea typeface="+mj-ea"/>
                    <a:cs typeface="Arial" panose="020B0604020202020204" pitchFamily="34" charset="0"/>
                  </a:rPr>
                  <a:t>准备</a:t>
                </a:r>
              </a:p>
            </p:txBody>
          </p:sp>
        </p:grpSp>
        <p:sp>
          <p:nvSpPr>
            <p:cNvPr id="141" name="文本框 140"/>
            <p:cNvSpPr txBox="1"/>
            <p:nvPr/>
          </p:nvSpPr>
          <p:spPr>
            <a:xfrm>
              <a:off x="1697918" y="5654494"/>
              <a:ext cx="1415772" cy="461665"/>
            </a:xfrm>
            <a:prstGeom prst="rect">
              <a:avLst/>
            </a:prstGeom>
            <a:noFill/>
          </p:spPr>
          <p:txBody>
            <a:bodyPr wrap="none">
              <a:spAutoFit/>
            </a:bodyPr>
            <a:lstStyle/>
            <a:p>
              <a:pPr algn="ctr"/>
              <a:r>
                <a:rPr lang="zh-CN" altLang="en-US" sz="2400">
                  <a:solidFill>
                    <a:srgbClr val="C00000"/>
                  </a:solidFill>
                  <a:effectLst>
                    <a:glow rad="63500">
                      <a:schemeClr val="bg1"/>
                    </a:glow>
                  </a:effectLst>
                </a:rPr>
                <a:t>环境布置</a:t>
              </a:r>
              <a:endParaRPr lang="zh-CN" altLang="en-US" sz="2400" dirty="0">
                <a:solidFill>
                  <a:srgbClr val="C00000"/>
                </a:solidFill>
                <a:effectLst>
                  <a:glow rad="63500">
                    <a:schemeClr val="bg1"/>
                  </a:glow>
                </a:effectLst>
              </a:endParaRPr>
            </a:p>
          </p:txBody>
        </p:sp>
        <p:sp>
          <p:nvSpPr>
            <p:cNvPr id="184" name="箭头: 虚尾 183"/>
            <p:cNvSpPr/>
            <p:nvPr/>
          </p:nvSpPr>
          <p:spPr>
            <a:xfrm rot="5400000">
              <a:off x="2055071" y="2851946"/>
              <a:ext cx="481464" cy="339175"/>
            </a:xfrm>
            <a:prstGeom prst="striped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箭头: 虚尾 184"/>
            <p:cNvSpPr/>
            <p:nvPr/>
          </p:nvSpPr>
          <p:spPr>
            <a:xfrm rot="5400000">
              <a:off x="2055071" y="4761141"/>
              <a:ext cx="481464" cy="339175"/>
            </a:xfrm>
            <a:prstGeom prst="striped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88"/>
                                        </p:tgtEl>
                                        <p:attrNameLst>
                                          <p:attrName>style.visibility</p:attrName>
                                        </p:attrNameLst>
                                      </p:cBhvr>
                                      <p:to>
                                        <p:strVal val="visible"/>
                                      </p:to>
                                    </p:set>
                                    <p:animEffect transition="in" filter="randombar(horizontal)">
                                      <p:cBhvr>
                                        <p:cTn id="17" dur="500"/>
                                        <p:tgtEl>
                                          <p:spTgt spid="8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randombar(horizontal)">
                                      <p:cBhvr>
                                        <p:cTn id="22" dur="500"/>
                                        <p:tgtEl>
                                          <p:spTgt spid="87"/>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4" fill="hold" nodeType="clickEffect">
                                  <p:stCondLst>
                                    <p:cond delay="0"/>
                                  </p:stCondLst>
                                  <p:childTnLst>
                                    <p:set>
                                      <p:cBhvr>
                                        <p:cTn id="26" dur="1" fill="hold">
                                          <p:stCondLst>
                                            <p:cond delay="0"/>
                                          </p:stCondLst>
                                        </p:cTn>
                                        <p:tgtEl>
                                          <p:spTgt spid="91"/>
                                        </p:tgtEl>
                                        <p:attrNameLst>
                                          <p:attrName>style.visibility</p:attrName>
                                        </p:attrNameLst>
                                      </p:cBhvr>
                                      <p:to>
                                        <p:strVal val="visible"/>
                                      </p:to>
                                    </p:set>
                                    <p:animEffect transition="in" filter="wheel(4)">
                                      <p:cBhvr>
                                        <p:cTn id="27" dur="750"/>
                                        <p:tgtEl>
                                          <p:spTgt spid="91"/>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92"/>
                                        </p:tgtEl>
                                        <p:attrNameLst>
                                          <p:attrName>style.visibility</p:attrName>
                                        </p:attrNameLst>
                                      </p:cBhvr>
                                      <p:to>
                                        <p:strVal val="visible"/>
                                      </p:to>
                                    </p:set>
                                    <p:animEffect transition="in" filter="fade">
                                      <p:cBhvr>
                                        <p:cTn id="32" dur="500"/>
                                        <p:tgtEl>
                                          <p:spTgt spid="92"/>
                                        </p:tgtEl>
                                      </p:cBhvr>
                                    </p:animEffect>
                                    <p:anim calcmode="lin" valueType="num">
                                      <p:cBhvr>
                                        <p:cTn id="33" dur="500" fill="hold"/>
                                        <p:tgtEl>
                                          <p:spTgt spid="92"/>
                                        </p:tgtEl>
                                        <p:attrNameLst>
                                          <p:attrName>ppt_x</p:attrName>
                                        </p:attrNameLst>
                                      </p:cBhvr>
                                      <p:tavLst>
                                        <p:tav tm="0">
                                          <p:val>
                                            <p:strVal val="#ppt_x"/>
                                          </p:val>
                                        </p:tav>
                                        <p:tav tm="100000">
                                          <p:val>
                                            <p:strVal val="#ppt_x"/>
                                          </p:val>
                                        </p:tav>
                                      </p:tavLst>
                                    </p:anim>
                                    <p:anim calcmode="lin" valueType="num">
                                      <p:cBhvr>
                                        <p:cTn id="34" dur="500" fill="hold"/>
                                        <p:tgtEl>
                                          <p:spTgt spid="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教学实施过程</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7"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课中实施</a:t>
            </a:r>
          </a:p>
        </p:txBody>
      </p:sp>
      <p:cxnSp>
        <p:nvCxnSpPr>
          <p:cNvPr id="18" name="直接连接符 17"/>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0" name="组合 9"/>
          <p:cNvGrpSpPr/>
          <p:nvPr/>
        </p:nvGrpSpPr>
        <p:grpSpPr>
          <a:xfrm>
            <a:off x="3805463" y="1889333"/>
            <a:ext cx="4581072" cy="3619084"/>
            <a:chOff x="3805463" y="1889333"/>
            <a:chExt cx="4581072" cy="3619084"/>
          </a:xfrm>
        </p:grpSpPr>
        <p:sp>
          <p:nvSpPr>
            <p:cNvPr id="23" name="矩形 22"/>
            <p:cNvSpPr/>
            <p:nvPr/>
          </p:nvSpPr>
          <p:spPr>
            <a:xfrm>
              <a:off x="4044950" y="2124075"/>
              <a:ext cx="4102100" cy="3140075"/>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5000171" y="1889333"/>
              <a:ext cx="2191658" cy="478971"/>
            </a:xfrm>
            <a:prstGeom prst="roundRect">
              <a:avLst>
                <a:gd name="adj" fmla="val 50000"/>
              </a:avLst>
            </a:prstGeom>
            <a:solidFill>
              <a:schemeClr val="bg1">
                <a:lumMod val="95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角 28"/>
            <p:cNvSpPr/>
            <p:nvPr/>
          </p:nvSpPr>
          <p:spPr>
            <a:xfrm>
              <a:off x="5000171" y="5029446"/>
              <a:ext cx="2191658" cy="478971"/>
            </a:xfrm>
            <a:prstGeom prst="roundRect">
              <a:avLst>
                <a:gd name="adj" fmla="val 50000"/>
              </a:avLst>
            </a:prstGeom>
            <a:solidFill>
              <a:schemeClr val="bg1">
                <a:lumMod val="95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圆角 29"/>
            <p:cNvSpPr/>
            <p:nvPr/>
          </p:nvSpPr>
          <p:spPr>
            <a:xfrm rot="5400000">
              <a:off x="2949120" y="3459390"/>
              <a:ext cx="2191658" cy="478971"/>
            </a:xfrm>
            <a:prstGeom prst="roundRect">
              <a:avLst>
                <a:gd name="adj" fmla="val 50000"/>
              </a:avLst>
            </a:prstGeom>
            <a:solidFill>
              <a:schemeClr val="bg1">
                <a:lumMod val="95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圆角 30"/>
            <p:cNvSpPr/>
            <p:nvPr/>
          </p:nvSpPr>
          <p:spPr>
            <a:xfrm rot="5400000">
              <a:off x="7051221" y="3454628"/>
              <a:ext cx="2191658" cy="478971"/>
            </a:xfrm>
            <a:prstGeom prst="roundRect">
              <a:avLst>
                <a:gd name="adj" fmla="val 50000"/>
              </a:avLst>
            </a:prstGeom>
            <a:solidFill>
              <a:schemeClr val="bg1">
                <a:lumMod val="95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5105986" y="1928763"/>
              <a:ext cx="1980029" cy="400110"/>
            </a:xfrm>
            <a:prstGeom prst="rect">
              <a:avLst/>
            </a:prstGeom>
            <a:noFill/>
          </p:spPr>
          <p:txBody>
            <a:bodyPr wrap="none">
              <a:spAutoFit/>
            </a:bodyPr>
            <a:lstStyle/>
            <a:p>
              <a:r>
                <a:rPr lang="zh-CN" altLang="en-US" sz="2000" dirty="0">
                  <a:solidFill>
                    <a:schemeClr val="accent2"/>
                  </a:solidFill>
                </a:rPr>
                <a:t>理论创新与发展</a:t>
              </a:r>
            </a:p>
          </p:txBody>
        </p:sp>
        <p:sp>
          <p:nvSpPr>
            <p:cNvPr id="81" name="文本框 80"/>
            <p:cNvSpPr txBox="1"/>
            <p:nvPr/>
          </p:nvSpPr>
          <p:spPr>
            <a:xfrm>
              <a:off x="5105986" y="5068876"/>
              <a:ext cx="1980029" cy="400110"/>
            </a:xfrm>
            <a:prstGeom prst="rect">
              <a:avLst/>
            </a:prstGeom>
            <a:noFill/>
          </p:spPr>
          <p:txBody>
            <a:bodyPr wrap="none">
              <a:spAutoFit/>
            </a:bodyPr>
            <a:lstStyle/>
            <a:p>
              <a:pPr algn="ctr"/>
              <a:r>
                <a:rPr lang="zh-CN" altLang="en-US" sz="2000" dirty="0">
                  <a:solidFill>
                    <a:schemeClr val="accent2"/>
                  </a:solidFill>
                </a:rPr>
                <a:t>内涵、目标要求</a:t>
              </a:r>
            </a:p>
          </p:txBody>
        </p:sp>
        <p:sp>
          <p:nvSpPr>
            <p:cNvPr id="82" name="文本框 81"/>
            <p:cNvSpPr txBox="1"/>
            <p:nvPr/>
          </p:nvSpPr>
          <p:spPr>
            <a:xfrm>
              <a:off x="3838010" y="2724616"/>
              <a:ext cx="413878" cy="1938992"/>
            </a:xfrm>
            <a:prstGeom prst="rect">
              <a:avLst/>
            </a:prstGeom>
            <a:noFill/>
          </p:spPr>
          <p:txBody>
            <a:bodyPr wrap="square">
              <a:spAutoFit/>
            </a:bodyPr>
            <a:lstStyle/>
            <a:p>
              <a:r>
                <a:rPr lang="zh-CN" altLang="en-US" sz="2000">
                  <a:solidFill>
                    <a:schemeClr val="accent2"/>
                  </a:solidFill>
                </a:rPr>
                <a:t>实践路径讲解</a:t>
              </a:r>
              <a:endParaRPr lang="zh-CN" altLang="en-US" sz="2000" dirty="0">
                <a:solidFill>
                  <a:schemeClr val="accent2"/>
                </a:solidFill>
              </a:endParaRPr>
            </a:p>
          </p:txBody>
        </p:sp>
        <p:sp>
          <p:nvSpPr>
            <p:cNvPr id="83" name="文本框 82"/>
            <p:cNvSpPr txBox="1"/>
            <p:nvPr/>
          </p:nvSpPr>
          <p:spPr>
            <a:xfrm>
              <a:off x="7940111" y="2724616"/>
              <a:ext cx="413878" cy="1938992"/>
            </a:xfrm>
            <a:prstGeom prst="rect">
              <a:avLst/>
            </a:prstGeom>
            <a:noFill/>
          </p:spPr>
          <p:txBody>
            <a:bodyPr wrap="square">
              <a:spAutoFit/>
            </a:bodyPr>
            <a:lstStyle/>
            <a:p>
              <a:r>
                <a:rPr lang="zh-CN" altLang="en-US" sz="2000" dirty="0">
                  <a:solidFill>
                    <a:schemeClr val="accent2"/>
                  </a:solidFill>
                </a:rPr>
                <a:t>课堂教学渠道</a:t>
              </a:r>
            </a:p>
          </p:txBody>
        </p:sp>
        <p:sp>
          <p:nvSpPr>
            <p:cNvPr id="249" name="矩形 248"/>
            <p:cNvSpPr/>
            <p:nvPr/>
          </p:nvSpPr>
          <p:spPr>
            <a:xfrm>
              <a:off x="4589215" y="2516914"/>
              <a:ext cx="3013570" cy="462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0" name="文本框 249"/>
            <p:cNvSpPr txBox="1"/>
            <p:nvPr/>
          </p:nvSpPr>
          <p:spPr>
            <a:xfrm>
              <a:off x="4977745" y="2548099"/>
              <a:ext cx="2236510" cy="400110"/>
            </a:xfrm>
            <a:prstGeom prst="rect">
              <a:avLst/>
            </a:prstGeom>
            <a:noFill/>
          </p:spPr>
          <p:txBody>
            <a:bodyPr wrap="none">
              <a:spAutoFit/>
            </a:bodyPr>
            <a:lstStyle/>
            <a:p>
              <a:r>
                <a:rPr lang="zh-CN" altLang="en-US" sz="2000">
                  <a:solidFill>
                    <a:schemeClr val="bg1"/>
                  </a:solidFill>
                </a:rPr>
                <a:t>梳理爱国主义教育</a:t>
              </a:r>
              <a:endParaRPr lang="zh-CN" altLang="en-US" sz="2000" dirty="0">
                <a:solidFill>
                  <a:schemeClr val="bg1"/>
                </a:solidFill>
              </a:endParaRPr>
            </a:p>
          </p:txBody>
        </p:sp>
        <p:grpSp>
          <p:nvGrpSpPr>
            <p:cNvPr id="216" name="Group 132"/>
            <p:cNvGrpSpPr/>
            <p:nvPr/>
          </p:nvGrpSpPr>
          <p:grpSpPr>
            <a:xfrm rot="16223357">
              <a:off x="4614125" y="3459440"/>
              <a:ext cx="573621" cy="243840"/>
              <a:chOff x="5684544" y="5279580"/>
              <a:chExt cx="860432" cy="365760"/>
            </a:xfrm>
            <a:solidFill>
              <a:schemeClr val="accent4"/>
            </a:solidFill>
            <a:effectLst/>
          </p:grpSpPr>
          <p:sp>
            <p:nvSpPr>
              <p:cNvPr id="246" name="Isosceles Triangle 133"/>
              <p:cNvSpPr>
                <a:spLocks noChangeAspect="1"/>
              </p:cNvSpPr>
              <p:nvPr/>
            </p:nvSpPr>
            <p:spPr>
              <a:xfrm rot="5400000">
                <a:off x="5659319" y="5304805"/>
                <a:ext cx="365760" cy="315310"/>
              </a:xfrm>
              <a:prstGeom prst="triangle">
                <a:avLst/>
              </a:prstGeom>
              <a:grpFill/>
              <a:ln>
                <a:noFill/>
              </a:ln>
              <a:effectLst/>
            </p:spPr>
            <p:txBody>
              <a:bodyPr vert="horz" wrap="square" lIns="68580" tIns="34290" rIns="68580" bIns="34290" numCol="1" anchor="t" anchorCtr="0" compatLnSpc="1"/>
              <a:lstStyle/>
              <a:p>
                <a:endParaRPr lang="en-US" sz="1350" dirty="0">
                  <a:solidFill>
                    <a:prstClr val="black"/>
                  </a:solidFill>
                  <a:latin typeface="Lato"/>
                </a:endParaRPr>
              </a:p>
            </p:txBody>
          </p:sp>
          <p:sp>
            <p:nvSpPr>
              <p:cNvPr id="247" name="Rectangle 134"/>
              <p:cNvSpPr/>
              <p:nvPr/>
            </p:nvSpPr>
            <p:spPr>
              <a:xfrm>
                <a:off x="5831744" y="5441318"/>
                <a:ext cx="713232" cy="45720"/>
              </a:xfrm>
              <a:prstGeom prst="rect">
                <a:avLst/>
              </a:prstGeom>
              <a:grpFill/>
              <a:ln>
                <a:noFill/>
              </a:ln>
              <a:effectLst/>
            </p:spPr>
            <p:txBody>
              <a:bodyPr vert="horz" wrap="square" lIns="68580" tIns="34290" rIns="68580" bIns="34290" numCol="1" anchor="t" anchorCtr="0" compatLnSpc="1"/>
              <a:lstStyle/>
              <a:p>
                <a:endParaRPr lang="en-US" sz="1350">
                  <a:solidFill>
                    <a:prstClr val="black"/>
                  </a:solidFill>
                  <a:latin typeface="Lato"/>
                </a:endParaRPr>
              </a:p>
            </p:txBody>
          </p:sp>
        </p:grpSp>
        <p:grpSp>
          <p:nvGrpSpPr>
            <p:cNvPr id="217" name="Group 58"/>
            <p:cNvGrpSpPr/>
            <p:nvPr/>
          </p:nvGrpSpPr>
          <p:grpSpPr>
            <a:xfrm rot="16223357">
              <a:off x="4779886" y="3082625"/>
              <a:ext cx="243840" cy="243840"/>
              <a:chOff x="6452201" y="6597365"/>
              <a:chExt cx="365760" cy="365760"/>
            </a:xfrm>
            <a:effectLst/>
          </p:grpSpPr>
          <p:sp>
            <p:nvSpPr>
              <p:cNvPr id="244" name="Oval 62"/>
              <p:cNvSpPr>
                <a:spLocks noChangeAspect="1"/>
              </p:cNvSpPr>
              <p:nvPr/>
            </p:nvSpPr>
            <p:spPr>
              <a:xfrm>
                <a:off x="6452201" y="6597365"/>
                <a:ext cx="365760" cy="365760"/>
              </a:xfrm>
              <a:prstGeom prst="ellipse">
                <a:avLst/>
              </a:prstGeom>
              <a:solidFill>
                <a:schemeClr val="accent4"/>
              </a:solidFill>
              <a:ln>
                <a:noFill/>
              </a:ln>
              <a:effectLst/>
            </p:spPr>
            <p:txBody>
              <a:bodyPr vert="horz" wrap="square" lIns="68580" tIns="34290" rIns="68580" bIns="34290" numCol="1" anchor="t" anchorCtr="0" compatLnSpc="1"/>
              <a:lstStyle/>
              <a:p>
                <a:endParaRPr lang="en-US" sz="1350">
                  <a:solidFill>
                    <a:prstClr val="black"/>
                  </a:solidFill>
                  <a:latin typeface="Lato"/>
                </a:endParaRPr>
              </a:p>
            </p:txBody>
          </p:sp>
          <p:sp>
            <p:nvSpPr>
              <p:cNvPr id="245" name="Oval 63"/>
              <p:cNvSpPr>
                <a:spLocks noChangeAspect="1"/>
              </p:cNvSpPr>
              <p:nvPr/>
            </p:nvSpPr>
            <p:spPr>
              <a:xfrm>
                <a:off x="6499553" y="6644719"/>
                <a:ext cx="271055" cy="271055"/>
              </a:xfrm>
              <a:prstGeom prst="ellipse">
                <a:avLst/>
              </a:prstGeom>
              <a:solidFill>
                <a:schemeClr val="bg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218" name="Group 101"/>
            <p:cNvGrpSpPr/>
            <p:nvPr>
              <p:custDataLst>
                <p:tags r:id="rId1"/>
              </p:custDataLst>
            </p:nvPr>
          </p:nvGrpSpPr>
          <p:grpSpPr>
            <a:xfrm>
              <a:off x="4342577" y="3792139"/>
              <a:ext cx="1130186" cy="1130186"/>
              <a:chOff x="2254848" y="2396389"/>
              <a:chExt cx="4229670" cy="4229670"/>
            </a:xfrm>
            <a:effectLst/>
          </p:grpSpPr>
          <p:sp>
            <p:nvSpPr>
              <p:cNvPr id="242" name="Oval 102"/>
              <p:cNvSpPr/>
              <p:nvPr>
                <p:custDataLst>
                  <p:tags r:id="rId8"/>
                </p:custDataLst>
              </p:nvPr>
            </p:nvSpPr>
            <p:spPr>
              <a:xfrm>
                <a:off x="2254848" y="2396389"/>
                <a:ext cx="4229670" cy="4229670"/>
              </a:xfrm>
              <a:prstGeom prst="ellipse">
                <a:avLst/>
              </a:prstGeom>
              <a:solidFill>
                <a:schemeClr val="accent4"/>
              </a:solidFill>
              <a:ln>
                <a:noFill/>
              </a:ln>
              <a:effectLst/>
            </p:spPr>
            <p:txBody>
              <a:bodyPr vert="horz" wrap="square" lIns="72009" tIns="36005" rIns="72009" bIns="36005" numCol="1" anchor="t" anchorCtr="0" compatLnSpc="1"/>
              <a:lstStyle/>
              <a:p>
                <a:endParaRPr lang="en-US" sz="1420" dirty="0">
                  <a:solidFill>
                    <a:prstClr val="black"/>
                  </a:solidFill>
                  <a:latin typeface="Lato"/>
                </a:endParaRPr>
              </a:p>
            </p:txBody>
          </p:sp>
          <p:sp>
            <p:nvSpPr>
              <p:cNvPr id="243" name="Oval 103"/>
              <p:cNvSpPr/>
              <p:nvPr>
                <p:custDataLst>
                  <p:tags r:id="rId9"/>
                </p:custDataLst>
              </p:nvPr>
            </p:nvSpPr>
            <p:spPr>
              <a:xfrm>
                <a:off x="2579843" y="2721388"/>
                <a:ext cx="3579677" cy="3579677"/>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noAutofit/>
              </a:bodyPr>
              <a:lstStyle/>
              <a:p>
                <a:pPr algn="ctr"/>
                <a:endParaRPr lang="en-US" sz="1890"/>
              </a:p>
            </p:txBody>
          </p:sp>
        </p:grpSp>
        <p:sp>
          <p:nvSpPr>
            <p:cNvPr id="251" name="文本框 250"/>
            <p:cNvSpPr txBox="1"/>
            <p:nvPr/>
          </p:nvSpPr>
          <p:spPr>
            <a:xfrm>
              <a:off x="4505643" y="4003289"/>
              <a:ext cx="804055" cy="707886"/>
            </a:xfrm>
            <a:prstGeom prst="rect">
              <a:avLst/>
            </a:prstGeom>
            <a:noFill/>
          </p:spPr>
          <p:txBody>
            <a:bodyPr wrap="square">
              <a:spAutoFit/>
            </a:bodyPr>
            <a:lstStyle/>
            <a:p>
              <a:pPr algn="ctr"/>
              <a:r>
                <a:rPr lang="zh-CN" altLang="en-US" sz="2000"/>
                <a:t>论述解读</a:t>
              </a:r>
              <a:endParaRPr lang="zh-CN" altLang="en-US" sz="2000" dirty="0"/>
            </a:p>
          </p:txBody>
        </p:sp>
        <p:grpSp>
          <p:nvGrpSpPr>
            <p:cNvPr id="265" name="Group 132"/>
            <p:cNvGrpSpPr/>
            <p:nvPr/>
          </p:nvGrpSpPr>
          <p:grpSpPr>
            <a:xfrm rot="16223357">
              <a:off x="5802454" y="3459440"/>
              <a:ext cx="573621" cy="243840"/>
              <a:chOff x="5684544" y="5279580"/>
              <a:chExt cx="860432" cy="365760"/>
            </a:xfrm>
            <a:solidFill>
              <a:schemeClr val="accent4"/>
            </a:solidFill>
            <a:effectLst/>
          </p:grpSpPr>
          <p:sp>
            <p:nvSpPr>
              <p:cNvPr id="273" name="Isosceles Triangle 133"/>
              <p:cNvSpPr>
                <a:spLocks noChangeAspect="1"/>
              </p:cNvSpPr>
              <p:nvPr/>
            </p:nvSpPr>
            <p:spPr>
              <a:xfrm rot="5400000">
                <a:off x="5659319" y="5304805"/>
                <a:ext cx="365760" cy="315310"/>
              </a:xfrm>
              <a:prstGeom prst="triangle">
                <a:avLst/>
              </a:prstGeom>
              <a:grpFill/>
              <a:ln>
                <a:noFill/>
              </a:ln>
              <a:effectLst/>
            </p:spPr>
            <p:txBody>
              <a:bodyPr vert="horz" wrap="square" lIns="68580" tIns="34290" rIns="68580" bIns="34290" numCol="1" anchor="t" anchorCtr="0" compatLnSpc="1"/>
              <a:lstStyle/>
              <a:p>
                <a:endParaRPr lang="en-US" sz="1350" dirty="0">
                  <a:solidFill>
                    <a:prstClr val="black"/>
                  </a:solidFill>
                  <a:latin typeface="Lato"/>
                </a:endParaRPr>
              </a:p>
            </p:txBody>
          </p:sp>
          <p:sp>
            <p:nvSpPr>
              <p:cNvPr id="274" name="Rectangle 134"/>
              <p:cNvSpPr/>
              <p:nvPr/>
            </p:nvSpPr>
            <p:spPr>
              <a:xfrm>
                <a:off x="5831744" y="5441318"/>
                <a:ext cx="713232" cy="45720"/>
              </a:xfrm>
              <a:prstGeom prst="rect">
                <a:avLst/>
              </a:prstGeom>
              <a:grpFill/>
              <a:ln>
                <a:noFill/>
              </a:ln>
              <a:effectLst/>
            </p:spPr>
            <p:txBody>
              <a:bodyPr vert="horz" wrap="square" lIns="68580" tIns="34290" rIns="68580" bIns="34290" numCol="1" anchor="t" anchorCtr="0" compatLnSpc="1"/>
              <a:lstStyle/>
              <a:p>
                <a:endParaRPr lang="en-US" sz="1350">
                  <a:solidFill>
                    <a:prstClr val="black"/>
                  </a:solidFill>
                  <a:latin typeface="Lato"/>
                </a:endParaRPr>
              </a:p>
            </p:txBody>
          </p:sp>
        </p:grpSp>
        <p:grpSp>
          <p:nvGrpSpPr>
            <p:cNvPr id="266" name="Group 58"/>
            <p:cNvGrpSpPr/>
            <p:nvPr/>
          </p:nvGrpSpPr>
          <p:grpSpPr>
            <a:xfrm rot="16223357">
              <a:off x="5968215" y="3082625"/>
              <a:ext cx="243840" cy="243840"/>
              <a:chOff x="6452201" y="6597365"/>
              <a:chExt cx="365760" cy="365760"/>
            </a:xfrm>
            <a:effectLst/>
          </p:grpSpPr>
          <p:sp>
            <p:nvSpPr>
              <p:cNvPr id="271" name="Oval 62"/>
              <p:cNvSpPr>
                <a:spLocks noChangeAspect="1"/>
              </p:cNvSpPr>
              <p:nvPr/>
            </p:nvSpPr>
            <p:spPr>
              <a:xfrm>
                <a:off x="6452201" y="6597365"/>
                <a:ext cx="365760" cy="365760"/>
              </a:xfrm>
              <a:prstGeom prst="ellipse">
                <a:avLst/>
              </a:prstGeom>
              <a:solidFill>
                <a:schemeClr val="accent4"/>
              </a:solidFill>
              <a:ln>
                <a:noFill/>
              </a:ln>
              <a:effectLst/>
            </p:spPr>
            <p:txBody>
              <a:bodyPr vert="horz" wrap="square" lIns="68580" tIns="34290" rIns="68580" bIns="34290" numCol="1" anchor="t" anchorCtr="0" compatLnSpc="1"/>
              <a:lstStyle/>
              <a:p>
                <a:endParaRPr lang="en-US" sz="1350">
                  <a:solidFill>
                    <a:prstClr val="black"/>
                  </a:solidFill>
                  <a:latin typeface="Lato"/>
                </a:endParaRPr>
              </a:p>
            </p:txBody>
          </p:sp>
          <p:sp>
            <p:nvSpPr>
              <p:cNvPr id="272" name="Oval 63"/>
              <p:cNvSpPr>
                <a:spLocks noChangeAspect="1"/>
              </p:cNvSpPr>
              <p:nvPr/>
            </p:nvSpPr>
            <p:spPr>
              <a:xfrm>
                <a:off x="6499553" y="6644719"/>
                <a:ext cx="271055" cy="271055"/>
              </a:xfrm>
              <a:prstGeom prst="ellipse">
                <a:avLst/>
              </a:prstGeom>
              <a:solidFill>
                <a:schemeClr val="bg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267" name="Group 101"/>
            <p:cNvGrpSpPr/>
            <p:nvPr>
              <p:custDataLst>
                <p:tags r:id="rId2"/>
              </p:custDataLst>
            </p:nvPr>
          </p:nvGrpSpPr>
          <p:grpSpPr>
            <a:xfrm>
              <a:off x="5530906" y="3792139"/>
              <a:ext cx="1130186" cy="1130186"/>
              <a:chOff x="2254848" y="2396389"/>
              <a:chExt cx="4229670" cy="4229670"/>
            </a:xfrm>
            <a:effectLst/>
          </p:grpSpPr>
          <p:sp>
            <p:nvSpPr>
              <p:cNvPr id="269" name="Oval 102"/>
              <p:cNvSpPr/>
              <p:nvPr>
                <p:custDataLst>
                  <p:tags r:id="rId6"/>
                </p:custDataLst>
              </p:nvPr>
            </p:nvSpPr>
            <p:spPr>
              <a:xfrm>
                <a:off x="2254848" y="2396389"/>
                <a:ext cx="4229670" cy="4229670"/>
              </a:xfrm>
              <a:prstGeom prst="ellipse">
                <a:avLst/>
              </a:prstGeom>
              <a:solidFill>
                <a:schemeClr val="accent4"/>
              </a:solidFill>
              <a:ln>
                <a:noFill/>
              </a:ln>
              <a:effectLst/>
            </p:spPr>
            <p:txBody>
              <a:bodyPr vert="horz" wrap="square" lIns="72009" tIns="36005" rIns="72009" bIns="36005" numCol="1" anchor="t" anchorCtr="0" compatLnSpc="1"/>
              <a:lstStyle/>
              <a:p>
                <a:endParaRPr lang="en-US" sz="1420" dirty="0">
                  <a:solidFill>
                    <a:prstClr val="black"/>
                  </a:solidFill>
                  <a:latin typeface="Lato"/>
                </a:endParaRPr>
              </a:p>
            </p:txBody>
          </p:sp>
          <p:sp>
            <p:nvSpPr>
              <p:cNvPr id="270" name="Oval 103"/>
              <p:cNvSpPr/>
              <p:nvPr>
                <p:custDataLst>
                  <p:tags r:id="rId7"/>
                </p:custDataLst>
              </p:nvPr>
            </p:nvSpPr>
            <p:spPr>
              <a:xfrm>
                <a:off x="2579843" y="2721388"/>
                <a:ext cx="3579677" cy="3579677"/>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noAutofit/>
              </a:bodyPr>
              <a:lstStyle/>
              <a:p>
                <a:pPr algn="ctr"/>
                <a:endParaRPr lang="en-US" sz="1890"/>
              </a:p>
            </p:txBody>
          </p:sp>
        </p:grpSp>
        <p:sp>
          <p:nvSpPr>
            <p:cNvPr id="268" name="文本框 267"/>
            <p:cNvSpPr txBox="1"/>
            <p:nvPr/>
          </p:nvSpPr>
          <p:spPr>
            <a:xfrm>
              <a:off x="5693972" y="4003289"/>
              <a:ext cx="804055" cy="707886"/>
            </a:xfrm>
            <a:prstGeom prst="rect">
              <a:avLst/>
            </a:prstGeom>
            <a:noFill/>
          </p:spPr>
          <p:txBody>
            <a:bodyPr wrap="square">
              <a:spAutoFit/>
            </a:bodyPr>
            <a:lstStyle/>
            <a:p>
              <a:pPr algn="ctr"/>
              <a:r>
                <a:rPr lang="zh-CN" altLang="en-US" sz="2000"/>
                <a:t>案例分析</a:t>
              </a:r>
              <a:endParaRPr lang="zh-CN" altLang="en-US" sz="2000" dirty="0"/>
            </a:p>
          </p:txBody>
        </p:sp>
        <p:grpSp>
          <p:nvGrpSpPr>
            <p:cNvPr id="276" name="Group 132"/>
            <p:cNvGrpSpPr/>
            <p:nvPr/>
          </p:nvGrpSpPr>
          <p:grpSpPr>
            <a:xfrm rot="16223357">
              <a:off x="6990783" y="3459440"/>
              <a:ext cx="573621" cy="243840"/>
              <a:chOff x="5684544" y="5279580"/>
              <a:chExt cx="860432" cy="365760"/>
            </a:xfrm>
            <a:solidFill>
              <a:schemeClr val="accent4"/>
            </a:solidFill>
            <a:effectLst/>
          </p:grpSpPr>
          <p:sp>
            <p:nvSpPr>
              <p:cNvPr id="284" name="Isosceles Triangle 133"/>
              <p:cNvSpPr>
                <a:spLocks noChangeAspect="1"/>
              </p:cNvSpPr>
              <p:nvPr/>
            </p:nvSpPr>
            <p:spPr>
              <a:xfrm rot="5400000">
                <a:off x="5659319" y="5304805"/>
                <a:ext cx="365760" cy="315310"/>
              </a:xfrm>
              <a:prstGeom prst="triangle">
                <a:avLst/>
              </a:prstGeom>
              <a:grpFill/>
              <a:ln>
                <a:noFill/>
              </a:ln>
              <a:effectLst/>
            </p:spPr>
            <p:txBody>
              <a:bodyPr vert="horz" wrap="square" lIns="68580" tIns="34290" rIns="68580" bIns="34290" numCol="1" anchor="t" anchorCtr="0" compatLnSpc="1"/>
              <a:lstStyle/>
              <a:p>
                <a:endParaRPr lang="en-US" sz="1350" dirty="0">
                  <a:solidFill>
                    <a:prstClr val="black"/>
                  </a:solidFill>
                  <a:latin typeface="Lato"/>
                </a:endParaRPr>
              </a:p>
            </p:txBody>
          </p:sp>
          <p:sp>
            <p:nvSpPr>
              <p:cNvPr id="285" name="Rectangle 134"/>
              <p:cNvSpPr/>
              <p:nvPr/>
            </p:nvSpPr>
            <p:spPr>
              <a:xfrm>
                <a:off x="5831744" y="5441318"/>
                <a:ext cx="713232" cy="45720"/>
              </a:xfrm>
              <a:prstGeom prst="rect">
                <a:avLst/>
              </a:prstGeom>
              <a:grpFill/>
              <a:ln>
                <a:noFill/>
              </a:ln>
              <a:effectLst/>
            </p:spPr>
            <p:txBody>
              <a:bodyPr vert="horz" wrap="square" lIns="68580" tIns="34290" rIns="68580" bIns="34290" numCol="1" anchor="t" anchorCtr="0" compatLnSpc="1"/>
              <a:lstStyle/>
              <a:p>
                <a:endParaRPr lang="en-US" sz="1350">
                  <a:solidFill>
                    <a:prstClr val="black"/>
                  </a:solidFill>
                  <a:latin typeface="Lato"/>
                </a:endParaRPr>
              </a:p>
            </p:txBody>
          </p:sp>
        </p:grpSp>
        <p:grpSp>
          <p:nvGrpSpPr>
            <p:cNvPr id="277" name="Group 58"/>
            <p:cNvGrpSpPr/>
            <p:nvPr/>
          </p:nvGrpSpPr>
          <p:grpSpPr>
            <a:xfrm rot="16223357">
              <a:off x="7156544" y="3082625"/>
              <a:ext cx="243840" cy="243840"/>
              <a:chOff x="6452201" y="6597365"/>
              <a:chExt cx="365760" cy="365760"/>
            </a:xfrm>
            <a:effectLst/>
          </p:grpSpPr>
          <p:sp>
            <p:nvSpPr>
              <p:cNvPr id="282" name="Oval 62"/>
              <p:cNvSpPr>
                <a:spLocks noChangeAspect="1"/>
              </p:cNvSpPr>
              <p:nvPr/>
            </p:nvSpPr>
            <p:spPr>
              <a:xfrm>
                <a:off x="6452201" y="6597365"/>
                <a:ext cx="365760" cy="365760"/>
              </a:xfrm>
              <a:prstGeom prst="ellipse">
                <a:avLst/>
              </a:prstGeom>
              <a:solidFill>
                <a:schemeClr val="accent4"/>
              </a:solidFill>
              <a:ln>
                <a:noFill/>
              </a:ln>
              <a:effectLst/>
            </p:spPr>
            <p:txBody>
              <a:bodyPr vert="horz" wrap="square" lIns="68580" tIns="34290" rIns="68580" bIns="34290" numCol="1" anchor="t" anchorCtr="0" compatLnSpc="1"/>
              <a:lstStyle/>
              <a:p>
                <a:endParaRPr lang="en-US" sz="1350">
                  <a:solidFill>
                    <a:prstClr val="black"/>
                  </a:solidFill>
                  <a:latin typeface="Lato"/>
                </a:endParaRPr>
              </a:p>
            </p:txBody>
          </p:sp>
          <p:sp>
            <p:nvSpPr>
              <p:cNvPr id="283" name="Oval 63"/>
              <p:cNvSpPr>
                <a:spLocks noChangeAspect="1"/>
              </p:cNvSpPr>
              <p:nvPr/>
            </p:nvSpPr>
            <p:spPr>
              <a:xfrm>
                <a:off x="6499553" y="6644719"/>
                <a:ext cx="271055" cy="271055"/>
              </a:xfrm>
              <a:prstGeom prst="ellipse">
                <a:avLst/>
              </a:prstGeom>
              <a:solidFill>
                <a:schemeClr val="bg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278" name="Group 101"/>
            <p:cNvGrpSpPr/>
            <p:nvPr>
              <p:custDataLst>
                <p:tags r:id="rId3"/>
              </p:custDataLst>
            </p:nvPr>
          </p:nvGrpSpPr>
          <p:grpSpPr>
            <a:xfrm>
              <a:off x="6719235" y="3792139"/>
              <a:ext cx="1130186" cy="1130186"/>
              <a:chOff x="2254848" y="2396389"/>
              <a:chExt cx="4229670" cy="4229670"/>
            </a:xfrm>
            <a:effectLst/>
          </p:grpSpPr>
          <p:sp>
            <p:nvSpPr>
              <p:cNvPr id="280" name="Oval 102"/>
              <p:cNvSpPr/>
              <p:nvPr>
                <p:custDataLst>
                  <p:tags r:id="rId4"/>
                </p:custDataLst>
              </p:nvPr>
            </p:nvSpPr>
            <p:spPr>
              <a:xfrm>
                <a:off x="2254848" y="2396389"/>
                <a:ext cx="4229670" cy="4229670"/>
              </a:xfrm>
              <a:prstGeom prst="ellipse">
                <a:avLst/>
              </a:prstGeom>
              <a:solidFill>
                <a:schemeClr val="accent4"/>
              </a:solidFill>
              <a:ln>
                <a:noFill/>
              </a:ln>
              <a:effectLst/>
            </p:spPr>
            <p:txBody>
              <a:bodyPr vert="horz" wrap="square" lIns="72009" tIns="36005" rIns="72009" bIns="36005" numCol="1" anchor="t" anchorCtr="0" compatLnSpc="1"/>
              <a:lstStyle/>
              <a:p>
                <a:endParaRPr lang="en-US" sz="1420" dirty="0">
                  <a:solidFill>
                    <a:prstClr val="black"/>
                  </a:solidFill>
                  <a:latin typeface="Lato"/>
                </a:endParaRPr>
              </a:p>
            </p:txBody>
          </p:sp>
          <p:sp>
            <p:nvSpPr>
              <p:cNvPr id="281" name="Oval 103"/>
              <p:cNvSpPr/>
              <p:nvPr>
                <p:custDataLst>
                  <p:tags r:id="rId5"/>
                </p:custDataLst>
              </p:nvPr>
            </p:nvSpPr>
            <p:spPr>
              <a:xfrm>
                <a:off x="2579843" y="2721388"/>
                <a:ext cx="3579677" cy="3579677"/>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noAutofit/>
              </a:bodyPr>
              <a:lstStyle/>
              <a:p>
                <a:pPr algn="ctr"/>
                <a:endParaRPr lang="en-US" sz="1890"/>
              </a:p>
            </p:txBody>
          </p:sp>
        </p:grpSp>
        <p:sp>
          <p:nvSpPr>
            <p:cNvPr id="279" name="文本框 278"/>
            <p:cNvSpPr txBox="1"/>
            <p:nvPr/>
          </p:nvSpPr>
          <p:spPr>
            <a:xfrm>
              <a:off x="6882301" y="4003289"/>
              <a:ext cx="804055" cy="707886"/>
            </a:xfrm>
            <a:prstGeom prst="rect">
              <a:avLst/>
            </a:prstGeom>
            <a:noFill/>
          </p:spPr>
          <p:txBody>
            <a:bodyPr wrap="square">
              <a:spAutoFit/>
            </a:bodyPr>
            <a:lstStyle/>
            <a:p>
              <a:pPr algn="ctr"/>
              <a:r>
                <a:rPr lang="zh-CN" altLang="en-US" sz="2000"/>
                <a:t>精神动力</a:t>
              </a:r>
              <a:endParaRPr lang="zh-CN" altLang="en-US" sz="2000" dirty="0"/>
            </a:p>
          </p:txBody>
        </p:sp>
        <p:sp>
          <p:nvSpPr>
            <p:cNvPr id="286" name="箭头: 五边形 285"/>
            <p:cNvSpPr/>
            <p:nvPr/>
          </p:nvSpPr>
          <p:spPr>
            <a:xfrm rot="5400000">
              <a:off x="5012631" y="3228650"/>
              <a:ext cx="978408" cy="484632"/>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7" name="箭头: 五边形 286"/>
            <p:cNvSpPr/>
            <p:nvPr/>
          </p:nvSpPr>
          <p:spPr>
            <a:xfrm rot="5400000">
              <a:off x="6200959" y="3228650"/>
              <a:ext cx="978408" cy="484632"/>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8" name="文本框 287"/>
            <p:cNvSpPr txBox="1"/>
            <p:nvPr/>
          </p:nvSpPr>
          <p:spPr>
            <a:xfrm>
              <a:off x="5316745" y="3053523"/>
              <a:ext cx="370181" cy="707886"/>
            </a:xfrm>
            <a:prstGeom prst="rect">
              <a:avLst/>
            </a:prstGeom>
            <a:noFill/>
          </p:spPr>
          <p:txBody>
            <a:bodyPr wrap="square">
              <a:spAutoFit/>
            </a:bodyPr>
            <a:lstStyle/>
            <a:p>
              <a:pPr algn="ctr"/>
              <a:r>
                <a:rPr lang="zh-CN" altLang="en-US" sz="2000"/>
                <a:t>建设</a:t>
              </a:r>
              <a:endParaRPr lang="zh-CN" altLang="en-US" sz="2000" dirty="0"/>
            </a:p>
          </p:txBody>
        </p:sp>
        <p:sp>
          <p:nvSpPr>
            <p:cNvPr id="289" name="文本框 288"/>
            <p:cNvSpPr txBox="1"/>
            <p:nvPr/>
          </p:nvSpPr>
          <p:spPr>
            <a:xfrm>
              <a:off x="6505073" y="3053523"/>
              <a:ext cx="370181" cy="707886"/>
            </a:xfrm>
            <a:prstGeom prst="rect">
              <a:avLst/>
            </a:prstGeom>
            <a:noFill/>
          </p:spPr>
          <p:txBody>
            <a:bodyPr wrap="square">
              <a:spAutoFit/>
            </a:bodyPr>
            <a:lstStyle/>
            <a:p>
              <a:pPr algn="ctr"/>
              <a:r>
                <a:rPr lang="zh-CN" altLang="en-US" sz="2000"/>
                <a:t>改革</a:t>
              </a:r>
              <a:endParaRPr lang="zh-CN" altLang="en-US" sz="2000" dirty="0"/>
            </a:p>
          </p:txBody>
        </p:sp>
      </p:grpSp>
      <p:grpSp>
        <p:nvGrpSpPr>
          <p:cNvPr id="2" name="组合 1"/>
          <p:cNvGrpSpPr/>
          <p:nvPr/>
        </p:nvGrpSpPr>
        <p:grpSpPr>
          <a:xfrm>
            <a:off x="482600" y="908050"/>
            <a:ext cx="11226800" cy="981285"/>
            <a:chOff x="482600" y="908050"/>
            <a:chExt cx="11226800" cy="981285"/>
          </a:xfrm>
        </p:grpSpPr>
        <p:sp>
          <p:nvSpPr>
            <p:cNvPr id="66" name="矩形 65"/>
            <p:cNvSpPr/>
            <p:nvPr/>
          </p:nvSpPr>
          <p:spPr>
            <a:xfrm>
              <a:off x="482600" y="908050"/>
              <a:ext cx="11226800" cy="552450"/>
            </a:xfrm>
            <a:prstGeom prst="rect">
              <a:avLst/>
            </a:prstGeom>
            <a:solidFill>
              <a:schemeClr val="accent1">
                <a:lumMod val="20000"/>
                <a:lumOff val="80000"/>
                <a:alpha val="50000"/>
              </a:schemeClr>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67" name="文本框 66"/>
            <p:cNvSpPr txBox="1"/>
            <p:nvPr/>
          </p:nvSpPr>
          <p:spPr>
            <a:xfrm>
              <a:off x="612797" y="1030387"/>
              <a:ext cx="1037035" cy="307777"/>
            </a:xfrm>
            <a:prstGeom prst="rect">
              <a:avLst/>
            </a:prstGeom>
            <a:noFill/>
            <a:ln>
              <a:noFill/>
            </a:ln>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i="0" u="none" strike="noStrike" kern="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rPr>
                <a:t>导入新课</a:t>
              </a:r>
              <a:endParaRPr kumimoji="0" lang="zh-CN" altLang="en-US" sz="2000" i="0" u="none" strike="noStrike" kern="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endParaRPr>
            </a:p>
          </p:txBody>
        </p:sp>
        <p:sp>
          <p:nvSpPr>
            <p:cNvPr id="68" name="五边形 14"/>
            <p:cNvSpPr/>
            <p:nvPr/>
          </p:nvSpPr>
          <p:spPr>
            <a:xfrm>
              <a:off x="1760823" y="973172"/>
              <a:ext cx="795354" cy="422206"/>
            </a:xfrm>
            <a:prstGeom prst="homePlate">
              <a:avLst/>
            </a:prstGeom>
            <a:solidFill>
              <a:schemeClr val="accent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srgbClr val="FFFFFF"/>
                  </a:solidFill>
                  <a:uLnTx/>
                  <a:uFillTx/>
                  <a:latin typeface="思源黑体 CN Bold" panose="020B0800000000000000" pitchFamily="34" charset="-122"/>
                  <a:ea typeface="思源黑体 CN Bold" panose="020B0800000000000000" pitchFamily="34" charset="-122"/>
                </a:rPr>
                <a:t>情境</a:t>
              </a:r>
              <a:endParaRPr kumimoji="0" lang="zh-CN" altLang="en-US" sz="1800" b="0" i="0" u="none" strike="noStrike" kern="0" cap="none" spc="0" normalizeH="0" baseline="0" noProof="0" dirty="0">
                <a:ln>
                  <a:noFill/>
                </a:ln>
                <a:solidFill>
                  <a:srgbClr val="FFFFFF"/>
                </a:solidFill>
                <a:uLnTx/>
                <a:uFillTx/>
                <a:latin typeface="思源黑体 CN Bold" panose="020B0800000000000000" pitchFamily="34" charset="-122"/>
                <a:ea typeface="思源黑体 CN Bold" panose="020B0800000000000000" pitchFamily="34" charset="-122"/>
              </a:endParaRPr>
            </a:p>
          </p:txBody>
        </p:sp>
        <p:sp>
          <p:nvSpPr>
            <p:cNvPr id="69" name="文本框 68"/>
            <p:cNvSpPr txBox="1"/>
            <p:nvPr/>
          </p:nvSpPr>
          <p:spPr>
            <a:xfrm>
              <a:off x="2731469" y="999609"/>
              <a:ext cx="7708842" cy="369332"/>
            </a:xfrm>
            <a:prstGeom prst="rect">
              <a:avLst/>
            </a:prstGeom>
            <a:noFill/>
            <a:ln>
              <a:noFill/>
            </a:ln>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400" i="0" u="none" strike="noStrike" kern="0" cap="none" spc="300" normalizeH="0" baseline="0" noProof="0" dirty="0">
                  <a:ln>
                    <a:noFill/>
                  </a:ln>
                  <a:solidFill>
                    <a:schemeClr val="accent4">
                      <a:lumMod val="75000"/>
                    </a:schemeClr>
                  </a:solidFill>
                  <a:effectLst/>
                  <a:uLnTx/>
                  <a:uFillTx/>
                  <a:latin typeface="思源黑体 CN Bold" panose="020B0800000000000000" pitchFamily="34" charset="-122"/>
                  <a:ea typeface="思源黑体 CN Bold" panose="020B0800000000000000" pitchFamily="34" charset="-122"/>
                </a:rPr>
                <a:t>讲</a:t>
              </a:r>
              <a:r>
                <a:rPr kumimoji="0" lang="zh-CN" altLang="en-US" i="0" u="none" strike="noStrike" kern="0" cap="none" spc="300" normalizeH="0" baseline="0" noProof="0" dirty="0">
                  <a:ln>
                    <a:noFill/>
                  </a:ln>
                  <a:effectLst/>
                  <a:uLnTx/>
                  <a:uFillTx/>
                  <a:latin typeface="思源黑体 CN Bold" panose="020B0800000000000000" pitchFamily="34" charset="-122"/>
                  <a:ea typeface="思源黑体 CN Bold" panose="020B0800000000000000" pitchFamily="34" charset="-122"/>
                </a:rPr>
                <a:t>述一个与“三爱统一” 为国家的科技发展做出巨大贡献的故事</a:t>
              </a:r>
            </a:p>
          </p:txBody>
        </p:sp>
        <p:sp>
          <p:nvSpPr>
            <p:cNvPr id="318" name="箭头: 右 317"/>
            <p:cNvSpPr/>
            <p:nvPr/>
          </p:nvSpPr>
          <p:spPr>
            <a:xfrm rot="5400000">
              <a:off x="1510166" y="1511736"/>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9" name="箭头: 右 318"/>
            <p:cNvSpPr/>
            <p:nvPr/>
          </p:nvSpPr>
          <p:spPr>
            <a:xfrm rot="5400000">
              <a:off x="5885316" y="1511737"/>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0" name="箭头: 右 319"/>
            <p:cNvSpPr/>
            <p:nvPr/>
          </p:nvSpPr>
          <p:spPr>
            <a:xfrm rot="5400000">
              <a:off x="10247766" y="1511738"/>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482600" y="1889333"/>
            <a:ext cx="3322864" cy="3619084"/>
            <a:chOff x="482600" y="1889333"/>
            <a:chExt cx="3322864" cy="3619084"/>
          </a:xfrm>
        </p:grpSpPr>
        <p:sp>
          <p:nvSpPr>
            <p:cNvPr id="20" name="矩形 19"/>
            <p:cNvSpPr/>
            <p:nvPr/>
          </p:nvSpPr>
          <p:spPr>
            <a:xfrm>
              <a:off x="482600" y="1889333"/>
              <a:ext cx="2476500" cy="3619084"/>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2" name="文本框 291"/>
            <p:cNvSpPr txBox="1"/>
            <p:nvPr/>
          </p:nvSpPr>
          <p:spPr>
            <a:xfrm>
              <a:off x="3175342" y="2000188"/>
              <a:ext cx="413878" cy="1323439"/>
            </a:xfrm>
            <a:prstGeom prst="rect">
              <a:avLst/>
            </a:prstGeom>
            <a:noFill/>
          </p:spPr>
          <p:txBody>
            <a:bodyPr wrap="square">
              <a:spAutoFit/>
            </a:bodyPr>
            <a:lstStyle/>
            <a:p>
              <a:r>
                <a:rPr lang="zh-CN" altLang="en-US" sz="2000">
                  <a:solidFill>
                    <a:srgbClr val="C00000"/>
                  </a:solidFill>
                </a:rPr>
                <a:t>内在联系</a:t>
              </a:r>
              <a:endParaRPr lang="zh-CN" altLang="en-US" sz="2000" dirty="0">
                <a:solidFill>
                  <a:srgbClr val="C00000"/>
                </a:solidFill>
              </a:endParaRPr>
            </a:p>
          </p:txBody>
        </p:sp>
        <p:sp>
          <p:nvSpPr>
            <p:cNvPr id="293" name="文本框 292"/>
            <p:cNvSpPr txBox="1"/>
            <p:nvPr/>
          </p:nvSpPr>
          <p:spPr>
            <a:xfrm>
              <a:off x="3175342" y="4074124"/>
              <a:ext cx="413878" cy="1323439"/>
            </a:xfrm>
            <a:prstGeom prst="rect">
              <a:avLst/>
            </a:prstGeom>
            <a:noFill/>
          </p:spPr>
          <p:txBody>
            <a:bodyPr wrap="square">
              <a:spAutoFit/>
            </a:bodyPr>
            <a:lstStyle/>
            <a:p>
              <a:r>
                <a:rPr lang="zh-CN" altLang="en-US" sz="2000">
                  <a:solidFill>
                    <a:srgbClr val="C00000"/>
                  </a:solidFill>
                </a:rPr>
                <a:t>脉络梳理</a:t>
              </a:r>
              <a:endParaRPr lang="zh-CN" altLang="en-US" sz="2000" dirty="0">
                <a:solidFill>
                  <a:srgbClr val="C00000"/>
                </a:solidFill>
              </a:endParaRPr>
            </a:p>
          </p:txBody>
        </p:sp>
        <p:sp>
          <p:nvSpPr>
            <p:cNvPr id="298" name="矩形 297"/>
            <p:cNvSpPr/>
            <p:nvPr/>
          </p:nvSpPr>
          <p:spPr>
            <a:xfrm>
              <a:off x="650305" y="2068478"/>
              <a:ext cx="2141090" cy="462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9" name="文本框 298"/>
            <p:cNvSpPr txBox="1"/>
            <p:nvPr/>
          </p:nvSpPr>
          <p:spPr>
            <a:xfrm>
              <a:off x="859076" y="2099663"/>
              <a:ext cx="1723549" cy="400110"/>
            </a:xfrm>
            <a:prstGeom prst="rect">
              <a:avLst/>
            </a:prstGeom>
            <a:noFill/>
          </p:spPr>
          <p:txBody>
            <a:bodyPr wrap="none">
              <a:spAutoFit/>
            </a:bodyPr>
            <a:lstStyle/>
            <a:p>
              <a:pPr algn="ctr"/>
              <a:r>
                <a:rPr lang="zh-CN" altLang="en-US" sz="2000" dirty="0">
                  <a:solidFill>
                    <a:schemeClr val="bg1"/>
                  </a:solidFill>
                </a:rPr>
                <a:t>理论逻辑讲解</a:t>
              </a:r>
            </a:p>
          </p:txBody>
        </p:sp>
        <p:sp>
          <p:nvSpPr>
            <p:cNvPr id="300" name="矩形 299"/>
            <p:cNvSpPr/>
            <p:nvPr/>
          </p:nvSpPr>
          <p:spPr>
            <a:xfrm>
              <a:off x="650305" y="2764417"/>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1" name="矩形 300"/>
            <p:cNvSpPr/>
            <p:nvPr/>
          </p:nvSpPr>
          <p:spPr>
            <a:xfrm>
              <a:off x="650305" y="3460356"/>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2" name="矩形 301"/>
            <p:cNvSpPr/>
            <p:nvPr/>
          </p:nvSpPr>
          <p:spPr>
            <a:xfrm>
              <a:off x="650305" y="4156295"/>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3" name="矩形 302"/>
            <p:cNvSpPr/>
            <p:nvPr/>
          </p:nvSpPr>
          <p:spPr>
            <a:xfrm>
              <a:off x="650305" y="4852235"/>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文本框 303"/>
            <p:cNvSpPr txBox="1"/>
            <p:nvPr/>
          </p:nvSpPr>
          <p:spPr>
            <a:xfrm>
              <a:off x="730836" y="2795602"/>
              <a:ext cx="1980029" cy="400110"/>
            </a:xfrm>
            <a:prstGeom prst="rect">
              <a:avLst/>
            </a:prstGeom>
            <a:noFill/>
          </p:spPr>
          <p:txBody>
            <a:bodyPr wrap="none">
              <a:spAutoFit/>
            </a:bodyPr>
            <a:lstStyle/>
            <a:p>
              <a:pPr algn="ctr"/>
              <a:r>
                <a:rPr lang="zh-CN" altLang="en-US" sz="2000" dirty="0"/>
                <a:t>马克思主义理论</a:t>
              </a:r>
            </a:p>
          </p:txBody>
        </p:sp>
        <p:sp>
          <p:nvSpPr>
            <p:cNvPr id="305" name="文本框 304"/>
            <p:cNvSpPr txBox="1"/>
            <p:nvPr/>
          </p:nvSpPr>
          <p:spPr>
            <a:xfrm>
              <a:off x="730836" y="3491541"/>
              <a:ext cx="1980030" cy="400110"/>
            </a:xfrm>
            <a:prstGeom prst="rect">
              <a:avLst/>
            </a:prstGeom>
            <a:noFill/>
          </p:spPr>
          <p:txBody>
            <a:bodyPr wrap="none">
              <a:spAutoFit/>
            </a:bodyPr>
            <a:lstStyle/>
            <a:p>
              <a:pPr algn="ctr"/>
              <a:r>
                <a:rPr lang="zh-CN" altLang="en-US" sz="2000"/>
                <a:t>讲授与案例分析</a:t>
              </a:r>
              <a:endParaRPr lang="zh-CN" altLang="en-US" sz="2000" dirty="0"/>
            </a:p>
          </p:txBody>
        </p:sp>
        <p:sp>
          <p:nvSpPr>
            <p:cNvPr id="306" name="文本框 305"/>
            <p:cNvSpPr txBox="1"/>
            <p:nvPr/>
          </p:nvSpPr>
          <p:spPr>
            <a:xfrm>
              <a:off x="602595" y="4187480"/>
              <a:ext cx="2236511" cy="400110"/>
            </a:xfrm>
            <a:prstGeom prst="rect">
              <a:avLst/>
            </a:prstGeom>
            <a:noFill/>
          </p:spPr>
          <p:txBody>
            <a:bodyPr wrap="none">
              <a:spAutoFit/>
            </a:bodyPr>
            <a:lstStyle/>
            <a:p>
              <a:pPr algn="ctr"/>
              <a:r>
                <a:rPr lang="zh-CN" altLang="en-US" sz="2000"/>
                <a:t>小组推选代表发言</a:t>
              </a:r>
              <a:endParaRPr lang="zh-CN" altLang="en-US" sz="2000" dirty="0"/>
            </a:p>
          </p:txBody>
        </p:sp>
        <p:sp>
          <p:nvSpPr>
            <p:cNvPr id="307" name="文本框 306"/>
            <p:cNvSpPr txBox="1"/>
            <p:nvPr/>
          </p:nvSpPr>
          <p:spPr>
            <a:xfrm>
              <a:off x="730836" y="4883420"/>
              <a:ext cx="1980030" cy="400110"/>
            </a:xfrm>
            <a:prstGeom prst="rect">
              <a:avLst/>
            </a:prstGeom>
            <a:noFill/>
          </p:spPr>
          <p:txBody>
            <a:bodyPr wrap="none">
              <a:spAutoFit/>
            </a:bodyPr>
            <a:lstStyle/>
            <a:p>
              <a:pPr algn="ctr"/>
              <a:r>
                <a:rPr lang="zh-CN" altLang="en-US" sz="2000"/>
                <a:t>历史传承与发展</a:t>
              </a:r>
              <a:endParaRPr lang="zh-CN" altLang="en-US" sz="2000" dirty="0"/>
            </a:p>
          </p:txBody>
        </p:sp>
        <p:cxnSp>
          <p:nvCxnSpPr>
            <p:cNvPr id="325" name="直接连接符 324"/>
            <p:cNvCxnSpPr>
              <a:stCxn id="20" idx="3"/>
              <a:endCxn id="30" idx="2"/>
            </p:cNvCxnSpPr>
            <p:nvPr/>
          </p:nvCxnSpPr>
          <p:spPr>
            <a:xfrm>
              <a:off x="2959100" y="3698875"/>
              <a:ext cx="846364" cy="1"/>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8380186" y="1889333"/>
            <a:ext cx="3316514" cy="3619084"/>
            <a:chOff x="8380186" y="1889333"/>
            <a:chExt cx="3316514" cy="3619084"/>
          </a:xfrm>
        </p:grpSpPr>
        <p:sp>
          <p:nvSpPr>
            <p:cNvPr id="21" name="矩形 20"/>
            <p:cNvSpPr/>
            <p:nvPr/>
          </p:nvSpPr>
          <p:spPr>
            <a:xfrm>
              <a:off x="9220200" y="1889333"/>
              <a:ext cx="2476500" cy="3619084"/>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6" name="文本框 295"/>
            <p:cNvSpPr txBox="1"/>
            <p:nvPr/>
          </p:nvSpPr>
          <p:spPr>
            <a:xfrm>
              <a:off x="8596428" y="2000188"/>
              <a:ext cx="413878" cy="1323439"/>
            </a:xfrm>
            <a:prstGeom prst="rect">
              <a:avLst/>
            </a:prstGeom>
            <a:noFill/>
          </p:spPr>
          <p:txBody>
            <a:bodyPr wrap="square">
              <a:spAutoFit/>
            </a:bodyPr>
            <a:lstStyle/>
            <a:p>
              <a:r>
                <a:rPr lang="zh-CN" altLang="en-US" sz="2000">
                  <a:solidFill>
                    <a:srgbClr val="C00000"/>
                  </a:solidFill>
                </a:rPr>
                <a:t>融合教学</a:t>
              </a:r>
              <a:endParaRPr lang="zh-CN" altLang="en-US" sz="2000" dirty="0">
                <a:solidFill>
                  <a:srgbClr val="C00000"/>
                </a:solidFill>
              </a:endParaRPr>
            </a:p>
          </p:txBody>
        </p:sp>
        <p:sp>
          <p:nvSpPr>
            <p:cNvPr id="297" name="文本框 296"/>
            <p:cNvSpPr txBox="1"/>
            <p:nvPr/>
          </p:nvSpPr>
          <p:spPr>
            <a:xfrm>
              <a:off x="8596428" y="4074124"/>
              <a:ext cx="413878" cy="1323439"/>
            </a:xfrm>
            <a:prstGeom prst="rect">
              <a:avLst/>
            </a:prstGeom>
            <a:noFill/>
          </p:spPr>
          <p:txBody>
            <a:bodyPr wrap="square">
              <a:spAutoFit/>
            </a:bodyPr>
            <a:lstStyle/>
            <a:p>
              <a:r>
                <a:rPr lang="zh-CN" altLang="en-US" sz="2000">
                  <a:solidFill>
                    <a:srgbClr val="C00000"/>
                  </a:solidFill>
                </a:rPr>
                <a:t>课堂互动</a:t>
              </a:r>
              <a:endParaRPr lang="zh-CN" altLang="en-US" sz="2000" dirty="0">
                <a:solidFill>
                  <a:srgbClr val="C00000"/>
                </a:solidFill>
              </a:endParaRPr>
            </a:p>
          </p:txBody>
        </p:sp>
        <p:sp>
          <p:nvSpPr>
            <p:cNvPr id="308" name="矩形 307"/>
            <p:cNvSpPr/>
            <p:nvPr/>
          </p:nvSpPr>
          <p:spPr>
            <a:xfrm>
              <a:off x="9387905" y="2068478"/>
              <a:ext cx="2141090" cy="462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9" name="文本框 308"/>
            <p:cNvSpPr txBox="1"/>
            <p:nvPr/>
          </p:nvSpPr>
          <p:spPr>
            <a:xfrm>
              <a:off x="9468436" y="2099663"/>
              <a:ext cx="1980030" cy="400110"/>
            </a:xfrm>
            <a:prstGeom prst="rect">
              <a:avLst/>
            </a:prstGeom>
            <a:noFill/>
          </p:spPr>
          <p:txBody>
            <a:bodyPr wrap="none">
              <a:spAutoFit/>
            </a:bodyPr>
            <a:lstStyle/>
            <a:p>
              <a:pPr algn="ctr"/>
              <a:r>
                <a:rPr lang="zh-CN" altLang="en-US" sz="2000" dirty="0">
                  <a:solidFill>
                    <a:schemeClr val="bg1"/>
                  </a:solidFill>
                </a:rPr>
                <a:t>课堂讨论与互动</a:t>
              </a:r>
            </a:p>
          </p:txBody>
        </p:sp>
        <p:sp>
          <p:nvSpPr>
            <p:cNvPr id="310" name="矩形 309"/>
            <p:cNvSpPr/>
            <p:nvPr/>
          </p:nvSpPr>
          <p:spPr>
            <a:xfrm>
              <a:off x="9387905" y="2764417"/>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1" name="矩形 310"/>
            <p:cNvSpPr/>
            <p:nvPr/>
          </p:nvSpPr>
          <p:spPr>
            <a:xfrm>
              <a:off x="9387905" y="3460356"/>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2" name="矩形 311"/>
            <p:cNvSpPr/>
            <p:nvPr/>
          </p:nvSpPr>
          <p:spPr>
            <a:xfrm>
              <a:off x="9387905" y="4156295"/>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3" name="矩形 312"/>
            <p:cNvSpPr/>
            <p:nvPr/>
          </p:nvSpPr>
          <p:spPr>
            <a:xfrm>
              <a:off x="9387905" y="4852235"/>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4" name="文本框 313"/>
            <p:cNvSpPr txBox="1"/>
            <p:nvPr/>
          </p:nvSpPr>
          <p:spPr>
            <a:xfrm>
              <a:off x="9596676" y="2795602"/>
              <a:ext cx="1723549" cy="400110"/>
            </a:xfrm>
            <a:prstGeom prst="rect">
              <a:avLst/>
            </a:prstGeom>
            <a:noFill/>
          </p:spPr>
          <p:txBody>
            <a:bodyPr wrap="none">
              <a:spAutoFit/>
            </a:bodyPr>
            <a:lstStyle/>
            <a:p>
              <a:pPr algn="ctr"/>
              <a:r>
                <a:rPr lang="zh-CN" altLang="en-US" sz="2000" dirty="0"/>
                <a:t>爱国主义基地</a:t>
              </a:r>
            </a:p>
          </p:txBody>
        </p:sp>
        <p:sp>
          <p:nvSpPr>
            <p:cNvPr id="315" name="文本框 314"/>
            <p:cNvSpPr txBox="1"/>
            <p:nvPr/>
          </p:nvSpPr>
          <p:spPr>
            <a:xfrm>
              <a:off x="9596676" y="3491541"/>
              <a:ext cx="1723549" cy="400110"/>
            </a:xfrm>
            <a:prstGeom prst="rect">
              <a:avLst/>
            </a:prstGeom>
            <a:noFill/>
          </p:spPr>
          <p:txBody>
            <a:bodyPr wrap="none">
              <a:spAutoFit/>
            </a:bodyPr>
            <a:lstStyle/>
            <a:p>
              <a:pPr algn="ctr"/>
              <a:r>
                <a:rPr lang="zh-CN" altLang="en-US" sz="2000" dirty="0"/>
                <a:t>爱国主题班会</a:t>
              </a:r>
            </a:p>
          </p:txBody>
        </p:sp>
        <p:sp>
          <p:nvSpPr>
            <p:cNvPr id="316" name="文本框 315"/>
            <p:cNvSpPr txBox="1"/>
            <p:nvPr/>
          </p:nvSpPr>
          <p:spPr>
            <a:xfrm>
              <a:off x="9596676" y="4187480"/>
              <a:ext cx="1723549" cy="400110"/>
            </a:xfrm>
            <a:prstGeom prst="rect">
              <a:avLst/>
            </a:prstGeom>
            <a:noFill/>
          </p:spPr>
          <p:txBody>
            <a:bodyPr wrap="none">
              <a:spAutoFit/>
            </a:bodyPr>
            <a:lstStyle/>
            <a:p>
              <a:pPr algn="ctr"/>
              <a:r>
                <a:rPr lang="zh-CN" altLang="en-US" sz="2000" dirty="0"/>
                <a:t>爱国实践活动</a:t>
              </a:r>
            </a:p>
          </p:txBody>
        </p:sp>
        <p:sp>
          <p:nvSpPr>
            <p:cNvPr id="317" name="文本框 316"/>
            <p:cNvSpPr txBox="1"/>
            <p:nvPr/>
          </p:nvSpPr>
          <p:spPr>
            <a:xfrm>
              <a:off x="9596676" y="4883420"/>
              <a:ext cx="1723549" cy="400110"/>
            </a:xfrm>
            <a:prstGeom prst="rect">
              <a:avLst/>
            </a:prstGeom>
            <a:noFill/>
          </p:spPr>
          <p:txBody>
            <a:bodyPr wrap="none">
              <a:spAutoFit/>
            </a:bodyPr>
            <a:lstStyle/>
            <a:p>
              <a:pPr algn="ctr"/>
              <a:r>
                <a:rPr lang="zh-CN" altLang="en-US" sz="2000"/>
                <a:t>实践活动开展</a:t>
              </a:r>
              <a:endParaRPr lang="zh-CN" altLang="en-US" sz="2000" dirty="0"/>
            </a:p>
          </p:txBody>
        </p:sp>
        <p:cxnSp>
          <p:nvCxnSpPr>
            <p:cNvPr id="328" name="直接连接符 327"/>
            <p:cNvCxnSpPr/>
            <p:nvPr/>
          </p:nvCxnSpPr>
          <p:spPr>
            <a:xfrm>
              <a:off x="8380186" y="3698875"/>
              <a:ext cx="846364" cy="1"/>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482600" y="5561855"/>
            <a:ext cx="11226800" cy="927845"/>
            <a:chOff x="482600" y="5561855"/>
            <a:chExt cx="11226800" cy="927845"/>
          </a:xfrm>
        </p:grpSpPr>
        <p:sp>
          <p:nvSpPr>
            <p:cNvPr id="19" name="矩形 18"/>
            <p:cNvSpPr/>
            <p:nvPr/>
          </p:nvSpPr>
          <p:spPr>
            <a:xfrm>
              <a:off x="482600" y="6008520"/>
              <a:ext cx="11226800" cy="4811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1" name="箭头: 右 320"/>
            <p:cNvSpPr/>
            <p:nvPr/>
          </p:nvSpPr>
          <p:spPr>
            <a:xfrm rot="5400000">
              <a:off x="1510166" y="5605627"/>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2" name="箭头: 右 321"/>
            <p:cNvSpPr/>
            <p:nvPr/>
          </p:nvSpPr>
          <p:spPr>
            <a:xfrm rot="5400000">
              <a:off x="5885316" y="5605628"/>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3" name="箭头: 右 322"/>
            <p:cNvSpPr/>
            <p:nvPr/>
          </p:nvSpPr>
          <p:spPr>
            <a:xfrm rot="5400000">
              <a:off x="10247766" y="5605629"/>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0" name="文本框 329"/>
            <p:cNvSpPr txBox="1"/>
            <p:nvPr/>
          </p:nvSpPr>
          <p:spPr>
            <a:xfrm>
              <a:off x="2541181" y="6049055"/>
              <a:ext cx="7109639" cy="400110"/>
            </a:xfrm>
            <a:prstGeom prst="rect">
              <a:avLst/>
            </a:prstGeom>
            <a:noFill/>
          </p:spPr>
          <p:txBody>
            <a:bodyPr wrap="none">
              <a:spAutoFit/>
            </a:bodyPr>
            <a:lstStyle/>
            <a:p>
              <a:r>
                <a:rPr lang="zh-CN" altLang="en-US" sz="2000" dirty="0">
                  <a:solidFill>
                    <a:schemeClr val="bg1"/>
                  </a:solidFill>
                </a:rPr>
                <a:t>通过家校合作，形成教育合力，共同促进学生的爱国主义教育</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ircle(out)">
                                      <p:cBhvr>
                                        <p:cTn id="12" dur="7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arn(inVertical)">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barn(inVertical)">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up)">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教学实施过程</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6"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课后拓展</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9" name="组合 18"/>
          <p:cNvGrpSpPr/>
          <p:nvPr/>
        </p:nvGrpSpPr>
        <p:grpSpPr>
          <a:xfrm>
            <a:off x="491470" y="908051"/>
            <a:ext cx="11225567" cy="674006"/>
            <a:chOff x="491470" y="908051"/>
            <a:chExt cx="11225567" cy="674006"/>
          </a:xfrm>
        </p:grpSpPr>
        <p:sp>
          <p:nvSpPr>
            <p:cNvPr id="18" name="矩形 17"/>
            <p:cNvSpPr/>
            <p:nvPr/>
          </p:nvSpPr>
          <p:spPr>
            <a:xfrm>
              <a:off x="4506360" y="908051"/>
              <a:ext cx="3179280" cy="674006"/>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1470" y="1028422"/>
              <a:ext cx="3357426" cy="433264"/>
            </a:xfrm>
            <a:prstGeom prst="roundRect">
              <a:avLst>
                <a:gd name="adj" fmla="val 0"/>
              </a:avLst>
            </a:prstGeom>
            <a:solidFill>
              <a:schemeClr val="accent4">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i="0" u="none" strike="noStrike" kern="0" cap="none" spc="0" normalizeH="0" baseline="0" noProof="0">
                  <a:ln>
                    <a:noFill/>
                  </a:ln>
                  <a:solidFill>
                    <a:schemeClr val="accent4">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拓展阅读与研究</a:t>
              </a:r>
              <a:endParaRPr kumimoji="0" lang="zh-CN" altLang="en-US" sz="1800" i="0" u="none" strike="noStrike" kern="0" cap="none" spc="0" normalizeH="0" baseline="0" noProof="0" dirty="0">
                <a:ln>
                  <a:noFill/>
                </a:ln>
                <a:solidFill>
                  <a:schemeClr val="accent4">
                    <a:lumMod val="7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26" name="矩形: 圆角 25"/>
            <p:cNvSpPr/>
            <p:nvPr/>
          </p:nvSpPr>
          <p:spPr>
            <a:xfrm>
              <a:off x="8350742" y="1028422"/>
              <a:ext cx="3366295" cy="433264"/>
            </a:xfrm>
            <a:prstGeom prst="roundRect">
              <a:avLst>
                <a:gd name="adj" fmla="val 0"/>
              </a:avLst>
            </a:prstGeom>
            <a:solidFill>
              <a:schemeClr val="accent4">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i="0" u="none" strike="noStrike" kern="0" cap="none" spc="0" normalizeH="0" baseline="0" noProof="0">
                  <a:ln>
                    <a:noFill/>
                  </a:ln>
                  <a:solidFill>
                    <a:schemeClr val="accent4">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线上学习与交流</a:t>
              </a:r>
              <a:endParaRPr kumimoji="0" lang="zh-CN" altLang="en-US" sz="1800" i="0" u="none" strike="noStrike" kern="0" cap="none" spc="0" normalizeH="0" baseline="0" noProof="0" dirty="0">
                <a:ln>
                  <a:noFill/>
                </a:ln>
                <a:solidFill>
                  <a:schemeClr val="accent4">
                    <a:lumMod val="7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30" name="箭头: 五边形 29"/>
            <p:cNvSpPr/>
            <p:nvPr/>
          </p:nvSpPr>
          <p:spPr>
            <a:xfrm>
              <a:off x="6671384" y="1031563"/>
              <a:ext cx="961053" cy="426982"/>
            </a:xfrm>
            <a:prstGeom prst="homePlate">
              <a:avLst/>
            </a:prstGeom>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五边形 30"/>
            <p:cNvSpPr/>
            <p:nvPr/>
          </p:nvSpPr>
          <p:spPr>
            <a:xfrm>
              <a:off x="5619293" y="1031563"/>
              <a:ext cx="961053" cy="426982"/>
            </a:xfrm>
            <a:prstGeom prst="homePlate">
              <a:avLst>
                <a:gd name="adj" fmla="val 0"/>
              </a:avLst>
            </a:prstGeom>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箭头: 五边形 31"/>
            <p:cNvSpPr/>
            <p:nvPr/>
          </p:nvSpPr>
          <p:spPr>
            <a:xfrm flipH="1">
              <a:off x="4567201" y="1031563"/>
              <a:ext cx="961053" cy="426982"/>
            </a:xfrm>
            <a:prstGeom prst="homePlate">
              <a:avLst/>
            </a:prstGeom>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4834102" y="1060388"/>
              <a:ext cx="646331" cy="369332"/>
            </a:xfrm>
            <a:prstGeom prst="rect">
              <a:avLst/>
            </a:prstGeom>
            <a:noFill/>
          </p:spPr>
          <p:txBody>
            <a:bodyPr wrap="none">
              <a:spAutoFit/>
            </a:bodyPr>
            <a:lstStyle/>
            <a:p>
              <a:r>
                <a:rPr lang="zh-CN" altLang="en-US">
                  <a:solidFill>
                    <a:schemeClr val="bg1"/>
                  </a:solidFill>
                </a:rPr>
                <a:t>讲座</a:t>
              </a:r>
              <a:endParaRPr lang="zh-CN" altLang="en-US" dirty="0">
                <a:solidFill>
                  <a:schemeClr val="bg1"/>
                </a:solidFill>
              </a:endParaRPr>
            </a:p>
          </p:txBody>
        </p:sp>
        <p:sp>
          <p:nvSpPr>
            <p:cNvPr id="36" name="文本框 35"/>
            <p:cNvSpPr txBox="1"/>
            <p:nvPr/>
          </p:nvSpPr>
          <p:spPr>
            <a:xfrm>
              <a:off x="5776654" y="1060388"/>
              <a:ext cx="646331" cy="369332"/>
            </a:xfrm>
            <a:prstGeom prst="rect">
              <a:avLst/>
            </a:prstGeom>
            <a:noFill/>
          </p:spPr>
          <p:txBody>
            <a:bodyPr wrap="none">
              <a:spAutoFit/>
            </a:bodyPr>
            <a:lstStyle/>
            <a:p>
              <a:r>
                <a:rPr lang="zh-CN" altLang="en-US">
                  <a:solidFill>
                    <a:schemeClr val="bg1"/>
                  </a:solidFill>
                </a:rPr>
                <a:t>调研</a:t>
              </a:r>
              <a:endParaRPr lang="zh-CN" altLang="en-US" dirty="0">
                <a:solidFill>
                  <a:schemeClr val="bg1"/>
                </a:solidFill>
              </a:endParaRPr>
            </a:p>
          </p:txBody>
        </p:sp>
        <p:sp>
          <p:nvSpPr>
            <p:cNvPr id="37" name="文本框 36"/>
            <p:cNvSpPr txBox="1"/>
            <p:nvPr/>
          </p:nvSpPr>
          <p:spPr>
            <a:xfrm>
              <a:off x="6728352" y="1060388"/>
              <a:ext cx="646331" cy="369332"/>
            </a:xfrm>
            <a:prstGeom prst="rect">
              <a:avLst/>
            </a:prstGeom>
            <a:noFill/>
          </p:spPr>
          <p:txBody>
            <a:bodyPr wrap="none">
              <a:spAutoFit/>
            </a:bodyPr>
            <a:lstStyle/>
            <a:p>
              <a:r>
                <a:rPr lang="zh-CN" altLang="en-US">
                  <a:solidFill>
                    <a:schemeClr val="bg1"/>
                  </a:solidFill>
                </a:rPr>
                <a:t>演出</a:t>
              </a:r>
              <a:endParaRPr lang="zh-CN" altLang="en-US" dirty="0">
                <a:solidFill>
                  <a:schemeClr val="bg1"/>
                </a:solidFill>
              </a:endParaRPr>
            </a:p>
          </p:txBody>
        </p:sp>
      </p:grpSp>
      <p:grpSp>
        <p:nvGrpSpPr>
          <p:cNvPr id="27" name="组合 26"/>
          <p:cNvGrpSpPr/>
          <p:nvPr/>
        </p:nvGrpSpPr>
        <p:grpSpPr>
          <a:xfrm>
            <a:off x="482600" y="1808297"/>
            <a:ext cx="3366296" cy="3042781"/>
            <a:chOff x="482600" y="1808297"/>
            <a:chExt cx="3366296" cy="3042781"/>
          </a:xfrm>
        </p:grpSpPr>
        <p:sp>
          <p:nvSpPr>
            <p:cNvPr id="22" name="矩形 21"/>
            <p:cNvSpPr/>
            <p:nvPr/>
          </p:nvSpPr>
          <p:spPr>
            <a:xfrm>
              <a:off x="482600" y="1808297"/>
              <a:ext cx="3366296" cy="3042781"/>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流程图: 接点 190"/>
            <p:cNvSpPr/>
            <p:nvPr/>
          </p:nvSpPr>
          <p:spPr>
            <a:xfrm>
              <a:off x="690494" y="2163601"/>
              <a:ext cx="810706" cy="782426"/>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思源黑体 CN Bold" panose="020B0800000000000000" pitchFamily="34" charset="-122"/>
                  <a:ea typeface="思源黑体 CN Bold" panose="020B0800000000000000" pitchFamily="34" charset="-122"/>
                </a:rPr>
                <a:t>阅读</a:t>
              </a:r>
              <a:endParaRPr lang="zh-CN" altLang="en-US" dirty="0">
                <a:latin typeface="思源黑体 CN Bold" panose="020B0800000000000000" pitchFamily="34" charset="-122"/>
                <a:ea typeface="思源黑体 CN Bold" panose="020B0800000000000000" pitchFamily="34" charset="-122"/>
              </a:endParaRPr>
            </a:p>
          </p:txBody>
        </p:sp>
        <p:sp>
          <p:nvSpPr>
            <p:cNvPr id="192" name="流程图: 接点 191"/>
            <p:cNvSpPr/>
            <p:nvPr/>
          </p:nvSpPr>
          <p:spPr>
            <a:xfrm>
              <a:off x="643360" y="2035136"/>
              <a:ext cx="311084" cy="311084"/>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Rounded MT Bold" panose="020F0704030504030204" pitchFamily="34" charset="0"/>
                </a:rPr>
                <a:t>P</a:t>
              </a:r>
              <a:endParaRPr lang="zh-CN" altLang="en-US" dirty="0">
                <a:latin typeface="Arial Rounded MT Bold" panose="020F0704030504030204" pitchFamily="34" charset="0"/>
              </a:endParaRPr>
            </a:p>
          </p:txBody>
        </p:sp>
        <p:sp>
          <p:nvSpPr>
            <p:cNvPr id="193" name="左中括号 192"/>
            <p:cNvSpPr/>
            <p:nvPr/>
          </p:nvSpPr>
          <p:spPr>
            <a:xfrm>
              <a:off x="1560578" y="2186156"/>
              <a:ext cx="49944" cy="737315"/>
            </a:xfrm>
            <a:prstGeom prst="leftBracket">
              <a:avLst/>
            </a:prstGeom>
            <a:ln w="635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194" name="矩形: 圆角 193"/>
            <p:cNvSpPr/>
            <p:nvPr/>
          </p:nvSpPr>
          <p:spPr>
            <a:xfrm>
              <a:off x="1641197" y="2039973"/>
              <a:ext cx="2046940" cy="412426"/>
            </a:xfrm>
            <a:prstGeom prst="roundRect">
              <a:avLst>
                <a:gd name="adj" fmla="val 10623"/>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60000"/>
                    <a:lumOff val="40000"/>
                  </a:schemeClr>
                </a:solidFill>
              </a:endParaRPr>
            </a:p>
          </p:txBody>
        </p:sp>
        <p:sp>
          <p:nvSpPr>
            <p:cNvPr id="195" name="矩形: 圆角 194"/>
            <p:cNvSpPr/>
            <p:nvPr/>
          </p:nvSpPr>
          <p:spPr>
            <a:xfrm>
              <a:off x="1641197" y="2657229"/>
              <a:ext cx="2046940" cy="412426"/>
            </a:xfrm>
            <a:prstGeom prst="roundRect">
              <a:avLst>
                <a:gd name="adj" fmla="val 9112"/>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文本框 203"/>
            <p:cNvSpPr txBox="1"/>
            <p:nvPr/>
          </p:nvSpPr>
          <p:spPr>
            <a:xfrm>
              <a:off x="1879837" y="2061520"/>
              <a:ext cx="1569660" cy="369332"/>
            </a:xfrm>
            <a:prstGeom prst="rect">
              <a:avLst/>
            </a:prstGeom>
            <a:noFill/>
          </p:spPr>
          <p:txBody>
            <a:bodyPr wrap="none">
              <a:spAutoFit/>
            </a:bodyPr>
            <a:lstStyle/>
            <a:p>
              <a:pPr algn="ctr"/>
              <a:r>
                <a:rPr lang="zh-CN" altLang="en-US" dirty="0">
                  <a:solidFill>
                    <a:schemeClr val="bg1"/>
                  </a:solidFill>
                </a:rPr>
                <a:t>推荐经典著作</a:t>
              </a:r>
            </a:p>
          </p:txBody>
        </p:sp>
        <p:sp>
          <p:nvSpPr>
            <p:cNvPr id="205" name="文本框 204"/>
            <p:cNvSpPr txBox="1"/>
            <p:nvPr/>
          </p:nvSpPr>
          <p:spPr>
            <a:xfrm>
              <a:off x="1603285" y="2678776"/>
              <a:ext cx="2031325" cy="369332"/>
            </a:xfrm>
            <a:prstGeom prst="rect">
              <a:avLst/>
            </a:prstGeom>
            <a:noFill/>
          </p:spPr>
          <p:txBody>
            <a:bodyPr wrap="none">
              <a:spAutoFit/>
            </a:bodyPr>
            <a:lstStyle/>
            <a:p>
              <a:pPr algn="ctr"/>
              <a:r>
                <a:rPr lang="zh-CN" altLang="en-US" dirty="0">
                  <a:solidFill>
                    <a:schemeClr val="bg1"/>
                  </a:solidFill>
                </a:rPr>
                <a:t>“四史”相关书籍</a:t>
              </a:r>
            </a:p>
          </p:txBody>
        </p:sp>
        <p:sp>
          <p:nvSpPr>
            <p:cNvPr id="2" name="矩形 1"/>
            <p:cNvSpPr/>
            <p:nvPr/>
          </p:nvSpPr>
          <p:spPr>
            <a:xfrm>
              <a:off x="696121" y="3301330"/>
              <a:ext cx="2992015" cy="1318140"/>
            </a:xfrm>
            <a:prstGeom prst="rect">
              <a:avLst/>
            </a:prstGeom>
            <a:solidFill>
              <a:schemeClr val="accent4">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p:cNvSpPr txBox="1"/>
            <p:nvPr/>
          </p:nvSpPr>
          <p:spPr>
            <a:xfrm>
              <a:off x="1061049" y="3383746"/>
              <a:ext cx="2262158" cy="369332"/>
            </a:xfrm>
            <a:prstGeom prst="rect">
              <a:avLst/>
            </a:prstGeom>
            <a:noFill/>
          </p:spPr>
          <p:txBody>
            <a:bodyPr wrap="none">
              <a:spAutoFit/>
            </a:bodyPr>
            <a:lstStyle/>
            <a:p>
              <a:pPr algn="ctr"/>
              <a:r>
                <a:rPr lang="zh-CN" altLang="en-US" dirty="0">
                  <a:solidFill>
                    <a:schemeClr val="accent4">
                      <a:lumMod val="75000"/>
                    </a:schemeClr>
                  </a:solidFill>
                </a:rPr>
                <a:t>马克思主义经典著作</a:t>
              </a:r>
            </a:p>
          </p:txBody>
        </p:sp>
        <p:cxnSp>
          <p:nvCxnSpPr>
            <p:cNvPr id="21" name="直接连接符 20"/>
            <p:cNvCxnSpPr/>
            <p:nvPr/>
          </p:nvCxnSpPr>
          <p:spPr>
            <a:xfrm>
              <a:off x="1131840" y="3813952"/>
              <a:ext cx="2120577"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720493" y="3874825"/>
              <a:ext cx="2943271" cy="662874"/>
            </a:xfrm>
            <a:prstGeom prst="rect">
              <a:avLst/>
            </a:prstGeom>
            <a:noFill/>
          </p:spPr>
          <p:txBody>
            <a:bodyPr wrap="square">
              <a:spAutoFit/>
            </a:bodyPr>
            <a:lstStyle/>
            <a:p>
              <a:pPr algn="ctr">
                <a:lnSpc>
                  <a:spcPct val="120000"/>
                </a:lnSpc>
              </a:pPr>
              <a:r>
                <a:rPr lang="zh-CN" altLang="en-US" sz="1600" i="0">
                  <a:effectLst/>
                  <a:latin typeface="思源黑体 CN Bold" panose="020B0800000000000000" pitchFamily="34" charset="-122"/>
                  <a:ea typeface="思源黑体 CN Bold" panose="020B0800000000000000" pitchFamily="34" charset="-122"/>
                </a:rPr>
                <a:t>引导学生从理论源头理解爱国主义与社会发展的关系</a:t>
              </a:r>
              <a:endParaRPr lang="zh-CN" altLang="en-US" sz="1600" dirty="0">
                <a:latin typeface="思源黑体 CN Bold" panose="020B0800000000000000" pitchFamily="34" charset="-122"/>
                <a:ea typeface="思源黑体 CN Bold" panose="020B0800000000000000" pitchFamily="34" charset="-122"/>
              </a:endParaRPr>
            </a:p>
          </p:txBody>
        </p:sp>
      </p:grpSp>
      <p:grpSp>
        <p:nvGrpSpPr>
          <p:cNvPr id="24" name="组合 23"/>
          <p:cNvGrpSpPr/>
          <p:nvPr/>
        </p:nvGrpSpPr>
        <p:grpSpPr>
          <a:xfrm>
            <a:off x="8350741" y="1808297"/>
            <a:ext cx="3366296" cy="3042781"/>
            <a:chOff x="8350741" y="1808297"/>
            <a:chExt cx="3366296" cy="3042781"/>
          </a:xfrm>
        </p:grpSpPr>
        <p:sp>
          <p:nvSpPr>
            <p:cNvPr id="23" name="矩形 22"/>
            <p:cNvSpPr/>
            <p:nvPr/>
          </p:nvSpPr>
          <p:spPr>
            <a:xfrm>
              <a:off x="8350741" y="1808297"/>
              <a:ext cx="3366296" cy="3042781"/>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8" name="流程图: 接点 197"/>
            <p:cNvSpPr/>
            <p:nvPr/>
          </p:nvSpPr>
          <p:spPr>
            <a:xfrm flipH="1">
              <a:off x="10698438" y="2163601"/>
              <a:ext cx="810706" cy="782426"/>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思源黑体 CN Bold" panose="020B0800000000000000" pitchFamily="34" charset="-122"/>
                  <a:ea typeface="思源黑体 CN Bold" panose="020B0800000000000000" pitchFamily="34" charset="-122"/>
                </a:rPr>
                <a:t>平台</a:t>
              </a:r>
              <a:endParaRPr lang="zh-CN" altLang="en-US" dirty="0">
                <a:latin typeface="思源黑体 CN Bold" panose="020B0800000000000000" pitchFamily="34" charset="-122"/>
                <a:ea typeface="思源黑体 CN Bold" panose="020B0800000000000000" pitchFamily="34" charset="-122"/>
              </a:endParaRPr>
            </a:p>
          </p:txBody>
        </p:sp>
        <p:sp>
          <p:nvSpPr>
            <p:cNvPr id="199" name="流程图: 接点 198"/>
            <p:cNvSpPr/>
            <p:nvPr/>
          </p:nvSpPr>
          <p:spPr>
            <a:xfrm flipH="1">
              <a:off x="11245194" y="2035136"/>
              <a:ext cx="311084" cy="311084"/>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Rounded MT Bold" panose="020F0704030504030204" pitchFamily="34" charset="0"/>
                </a:rPr>
                <a:t>P</a:t>
              </a:r>
              <a:endParaRPr lang="zh-CN" altLang="en-US" dirty="0">
                <a:latin typeface="Arial Rounded MT Bold" panose="020F0704030504030204" pitchFamily="34" charset="0"/>
              </a:endParaRPr>
            </a:p>
          </p:txBody>
        </p:sp>
        <p:sp>
          <p:nvSpPr>
            <p:cNvPr id="200" name="左中括号 199"/>
            <p:cNvSpPr/>
            <p:nvPr/>
          </p:nvSpPr>
          <p:spPr>
            <a:xfrm flipH="1">
              <a:off x="10589116" y="2186156"/>
              <a:ext cx="49944" cy="737315"/>
            </a:xfrm>
            <a:prstGeom prst="leftBracket">
              <a:avLst/>
            </a:prstGeom>
            <a:ln w="635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201" name="矩形: 圆角 200"/>
            <p:cNvSpPr/>
            <p:nvPr/>
          </p:nvSpPr>
          <p:spPr>
            <a:xfrm flipH="1">
              <a:off x="8511501" y="2039973"/>
              <a:ext cx="2046940" cy="412426"/>
            </a:xfrm>
            <a:prstGeom prst="roundRect">
              <a:avLst>
                <a:gd name="adj" fmla="val 10623"/>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60000"/>
                    <a:lumOff val="40000"/>
                  </a:schemeClr>
                </a:solidFill>
              </a:endParaRPr>
            </a:p>
          </p:txBody>
        </p:sp>
        <p:sp>
          <p:nvSpPr>
            <p:cNvPr id="202" name="矩形: 圆角 201"/>
            <p:cNvSpPr/>
            <p:nvPr/>
          </p:nvSpPr>
          <p:spPr>
            <a:xfrm flipH="1">
              <a:off x="8511501" y="2657229"/>
              <a:ext cx="2046940" cy="412426"/>
            </a:xfrm>
            <a:prstGeom prst="roundRect">
              <a:avLst>
                <a:gd name="adj" fmla="val 9112"/>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a:off x="8537882" y="3301330"/>
              <a:ext cx="2992015" cy="1318140"/>
            </a:xfrm>
            <a:prstGeom prst="rect">
              <a:avLst/>
            </a:prstGeom>
            <a:solidFill>
              <a:schemeClr val="accent4">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98"/>
            <p:cNvSpPr txBox="1"/>
            <p:nvPr/>
          </p:nvSpPr>
          <p:spPr>
            <a:xfrm>
              <a:off x="9225815" y="3383746"/>
              <a:ext cx="1616148" cy="369332"/>
            </a:xfrm>
            <a:prstGeom prst="rect">
              <a:avLst/>
            </a:prstGeom>
            <a:noFill/>
          </p:spPr>
          <p:txBody>
            <a:bodyPr wrap="none">
              <a:spAutoFit/>
            </a:bodyPr>
            <a:lstStyle/>
            <a:p>
              <a:pPr algn="ctr"/>
              <a:r>
                <a:rPr lang="zh-CN" altLang="en-US">
                  <a:solidFill>
                    <a:schemeClr val="accent4">
                      <a:lumMod val="75000"/>
                    </a:schemeClr>
                  </a:solidFill>
                </a:rPr>
                <a:t>学习强国 </a:t>
              </a:r>
              <a:r>
                <a:rPr lang="en-US" altLang="zh-CN">
                  <a:solidFill>
                    <a:schemeClr val="accent4">
                      <a:lumMod val="75000"/>
                    </a:schemeClr>
                  </a:solidFill>
                </a:rPr>
                <a:t>APP</a:t>
              </a:r>
              <a:endParaRPr lang="zh-CN" altLang="en-US" dirty="0">
                <a:solidFill>
                  <a:schemeClr val="accent4">
                    <a:lumMod val="75000"/>
                  </a:schemeClr>
                </a:solidFill>
              </a:endParaRPr>
            </a:p>
          </p:txBody>
        </p:sp>
        <p:cxnSp>
          <p:nvCxnSpPr>
            <p:cNvPr id="100" name="直接连接符 99"/>
            <p:cNvCxnSpPr/>
            <p:nvPr/>
          </p:nvCxnSpPr>
          <p:spPr>
            <a:xfrm>
              <a:off x="8973601" y="3813952"/>
              <a:ext cx="2120577"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1" name="文本框 100"/>
            <p:cNvSpPr txBox="1"/>
            <p:nvPr/>
          </p:nvSpPr>
          <p:spPr>
            <a:xfrm>
              <a:off x="8562254" y="3874825"/>
              <a:ext cx="2943271" cy="662874"/>
            </a:xfrm>
            <a:prstGeom prst="rect">
              <a:avLst/>
            </a:prstGeom>
            <a:noFill/>
          </p:spPr>
          <p:txBody>
            <a:bodyPr wrap="square">
              <a:spAutoFit/>
            </a:bodyPr>
            <a:lstStyle/>
            <a:p>
              <a:pPr algn="ctr">
                <a:lnSpc>
                  <a:spcPct val="120000"/>
                </a:lnSpc>
              </a:pPr>
              <a:r>
                <a:rPr lang="zh-CN" altLang="en-US" sz="1600" i="0" dirty="0">
                  <a:effectLst/>
                  <a:latin typeface="思源黑体 CN Bold" panose="020B0800000000000000" pitchFamily="34" charset="-122"/>
                  <a:ea typeface="思源黑体 CN Bold" panose="020B0800000000000000" pitchFamily="34" charset="-122"/>
                </a:rPr>
                <a:t>随时随地学习爱国主义教育相关内容，增强爱国情感</a:t>
              </a:r>
              <a:endParaRPr lang="zh-CN" altLang="en-US" sz="1600" dirty="0">
                <a:latin typeface="思源黑体 CN Bold" panose="020B0800000000000000" pitchFamily="34" charset="-122"/>
                <a:ea typeface="思源黑体 CN Bold" panose="020B0800000000000000" pitchFamily="34" charset="-122"/>
              </a:endParaRPr>
            </a:p>
          </p:txBody>
        </p:sp>
        <p:sp>
          <p:nvSpPr>
            <p:cNvPr id="103" name="文本框 102"/>
            <p:cNvSpPr txBox="1"/>
            <p:nvPr/>
          </p:nvSpPr>
          <p:spPr>
            <a:xfrm>
              <a:off x="8750141" y="2061520"/>
              <a:ext cx="1569660" cy="369332"/>
            </a:xfrm>
            <a:prstGeom prst="rect">
              <a:avLst/>
            </a:prstGeom>
            <a:noFill/>
          </p:spPr>
          <p:txBody>
            <a:bodyPr wrap="none">
              <a:spAutoFit/>
            </a:bodyPr>
            <a:lstStyle/>
            <a:p>
              <a:pPr algn="ctr"/>
              <a:r>
                <a:rPr lang="zh-CN" altLang="en-US">
                  <a:solidFill>
                    <a:schemeClr val="bg1"/>
                  </a:solidFill>
                </a:rPr>
                <a:t>线上学习平台</a:t>
              </a:r>
              <a:endParaRPr lang="zh-CN" altLang="en-US" dirty="0">
                <a:solidFill>
                  <a:schemeClr val="bg1"/>
                </a:solidFill>
              </a:endParaRPr>
            </a:p>
          </p:txBody>
        </p:sp>
        <p:sp>
          <p:nvSpPr>
            <p:cNvPr id="104" name="文本框 103"/>
            <p:cNvSpPr txBox="1"/>
            <p:nvPr/>
          </p:nvSpPr>
          <p:spPr>
            <a:xfrm>
              <a:off x="8634724" y="2678776"/>
              <a:ext cx="1800494" cy="369332"/>
            </a:xfrm>
            <a:prstGeom prst="rect">
              <a:avLst/>
            </a:prstGeom>
            <a:noFill/>
          </p:spPr>
          <p:txBody>
            <a:bodyPr wrap="none">
              <a:spAutoFit/>
            </a:bodyPr>
            <a:lstStyle/>
            <a:p>
              <a:pPr algn="ctr"/>
              <a:r>
                <a:rPr lang="zh-CN" altLang="en-US">
                  <a:solidFill>
                    <a:schemeClr val="bg1"/>
                  </a:solidFill>
                </a:rPr>
                <a:t>线上交流与讨论</a:t>
              </a:r>
              <a:endParaRPr lang="zh-CN" altLang="en-US" dirty="0">
                <a:solidFill>
                  <a:schemeClr val="bg1"/>
                </a:solidFill>
              </a:endParaRPr>
            </a:p>
          </p:txBody>
        </p:sp>
      </p:grpSp>
      <p:grpSp>
        <p:nvGrpSpPr>
          <p:cNvPr id="29" name="组合 28"/>
          <p:cNvGrpSpPr/>
          <p:nvPr/>
        </p:nvGrpSpPr>
        <p:grpSpPr>
          <a:xfrm>
            <a:off x="3930590" y="1808297"/>
            <a:ext cx="4334639" cy="3042781"/>
            <a:chOff x="3930590" y="1808297"/>
            <a:chExt cx="4334639" cy="3042781"/>
          </a:xfrm>
        </p:grpSpPr>
        <p:cxnSp>
          <p:nvCxnSpPr>
            <p:cNvPr id="40" name="直接连接符 39"/>
            <p:cNvCxnSpPr/>
            <p:nvPr>
              <p:custDataLst>
                <p:tags r:id="rId1"/>
              </p:custDataLst>
            </p:nvPr>
          </p:nvCxnSpPr>
          <p:spPr>
            <a:xfrm>
              <a:off x="6981151" y="2276193"/>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57" name="箭头: 左弧形 56"/>
            <p:cNvSpPr/>
            <p:nvPr/>
          </p:nvSpPr>
          <p:spPr>
            <a:xfrm rot="5400000">
              <a:off x="5848962" y="924986"/>
              <a:ext cx="494076" cy="2260698"/>
            </a:xfrm>
            <a:prstGeom prst="curvedRightArrow">
              <a:avLst/>
            </a:prstGeom>
            <a:solidFill>
              <a:schemeClr val="accent2"/>
            </a:solidFill>
            <a:ln w="63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5" name="矩形: 圆角 300"/>
            <p:cNvSpPr/>
            <p:nvPr>
              <p:custDataLst>
                <p:tags r:id="rId2"/>
              </p:custDataLst>
            </p:nvPr>
          </p:nvSpPr>
          <p:spPr>
            <a:xfrm>
              <a:off x="4506360" y="2356064"/>
              <a:ext cx="1480638" cy="348346"/>
            </a:xfrm>
            <a:prstGeom prst="roundRect">
              <a:avLst>
                <a:gd name="adj" fmla="val 5000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tx1">
                    <a:lumMod val="75000"/>
                    <a:lumOff val="25000"/>
                  </a:schemeClr>
                </a:solidFill>
              </a:endParaRPr>
            </a:p>
          </p:txBody>
        </p:sp>
        <p:sp>
          <p:nvSpPr>
            <p:cNvPr id="56" name="TextBox 15"/>
            <p:cNvSpPr txBox="1"/>
            <p:nvPr>
              <p:custDataLst>
                <p:tags r:id="rId3"/>
              </p:custDataLst>
            </p:nvPr>
          </p:nvSpPr>
          <p:spPr>
            <a:xfrm>
              <a:off x="4736591" y="2356064"/>
              <a:ext cx="1020176" cy="345942"/>
            </a:xfrm>
            <a:prstGeom prst="rect">
              <a:avLst/>
            </a:prstGeom>
            <a:noFill/>
            <a:effectLst/>
          </p:spPr>
          <p:txBody>
            <a:bodyPr wrap="square" lIns="98755" tIns="49378" rIns="98755" bIns="49378" rtlCol="0">
              <a:spAutoFit/>
            </a:bodyPr>
            <a:lstStyle>
              <a:defPPr>
                <a:defRPr lang="zh-CN"/>
              </a:defPPr>
              <a:lvl1pPr>
                <a:defRPr kumimoji="0" sz="970" b="0" i="0" u="none" strike="noStrike" cap="none" spc="0" normalizeH="0" baseline="0">
                  <a:ln>
                    <a:noFill/>
                  </a:ln>
                  <a:solidFill>
                    <a:schemeClr val="tx1">
                      <a:lumMod val="75000"/>
                      <a:lumOff val="25000"/>
                    </a:schemeClr>
                  </a:solidFill>
                  <a:effectLst/>
                  <a:uLnTx/>
                  <a:uFillTx/>
                  <a:latin typeface="思源黑体 CN Normal" panose="020B0400000000000000" charset="-122"/>
                  <a:ea typeface="思源黑体 CN Normal" panose="020B0400000000000000" charset="-122"/>
                </a:defRPr>
              </a:lvl1p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rPr>
                <a:t>社团活动</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58" name="矩形: 圆角 300"/>
            <p:cNvSpPr/>
            <p:nvPr>
              <p:custDataLst>
                <p:tags r:id="rId4"/>
              </p:custDataLst>
            </p:nvPr>
          </p:nvSpPr>
          <p:spPr>
            <a:xfrm>
              <a:off x="6205002" y="2356064"/>
              <a:ext cx="1480638" cy="348346"/>
            </a:xfrm>
            <a:prstGeom prst="roundRect">
              <a:avLst>
                <a:gd name="adj" fmla="val 5000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tx1">
                    <a:lumMod val="75000"/>
                    <a:lumOff val="25000"/>
                  </a:schemeClr>
                </a:solidFill>
              </a:endParaRPr>
            </a:p>
          </p:txBody>
        </p:sp>
        <p:sp>
          <p:nvSpPr>
            <p:cNvPr id="59" name="TextBox 15"/>
            <p:cNvSpPr txBox="1"/>
            <p:nvPr>
              <p:custDataLst>
                <p:tags r:id="rId5"/>
              </p:custDataLst>
            </p:nvPr>
          </p:nvSpPr>
          <p:spPr>
            <a:xfrm>
              <a:off x="6435233" y="2356064"/>
              <a:ext cx="1020176" cy="345942"/>
            </a:xfrm>
            <a:prstGeom prst="rect">
              <a:avLst/>
            </a:prstGeom>
            <a:noFill/>
            <a:effectLst/>
          </p:spPr>
          <p:txBody>
            <a:bodyPr wrap="square" lIns="98755" tIns="49378" rIns="98755" bIns="49378" rtlCol="0">
              <a:spAutoFit/>
            </a:bodyPr>
            <a:lstStyle>
              <a:defPPr>
                <a:defRPr lang="zh-CN"/>
              </a:defPPr>
              <a:lvl1pPr>
                <a:defRPr kumimoji="0" sz="970" b="0" i="0" u="none" strike="noStrike" cap="none" spc="0" normalizeH="0" baseline="0">
                  <a:ln>
                    <a:noFill/>
                  </a:ln>
                  <a:solidFill>
                    <a:schemeClr val="tx1">
                      <a:lumMod val="75000"/>
                      <a:lumOff val="25000"/>
                    </a:schemeClr>
                  </a:solidFill>
                  <a:effectLst/>
                  <a:uLnTx/>
                  <a:uFillTx/>
                  <a:latin typeface="思源黑体 CN Normal" panose="020B0400000000000000" charset="-122"/>
                  <a:ea typeface="思源黑体 CN Normal" panose="020B0400000000000000" charset="-122"/>
                </a:defRPr>
              </a:lvl1p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rPr>
                <a:t>服务活动</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62" name="矩形: 圆角 300"/>
            <p:cNvSpPr/>
            <p:nvPr>
              <p:custDataLst>
                <p:tags r:id="rId6"/>
              </p:custDataLst>
            </p:nvPr>
          </p:nvSpPr>
          <p:spPr>
            <a:xfrm>
              <a:off x="4506360" y="3948476"/>
              <a:ext cx="1480638" cy="348346"/>
            </a:xfrm>
            <a:prstGeom prst="roundRect">
              <a:avLst>
                <a:gd name="adj" fmla="val 5000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tx1">
                    <a:lumMod val="75000"/>
                    <a:lumOff val="25000"/>
                  </a:schemeClr>
                </a:solidFill>
              </a:endParaRPr>
            </a:p>
          </p:txBody>
        </p:sp>
        <p:sp>
          <p:nvSpPr>
            <p:cNvPr id="63" name="TextBox 15"/>
            <p:cNvSpPr txBox="1"/>
            <p:nvPr>
              <p:custDataLst>
                <p:tags r:id="rId7"/>
              </p:custDataLst>
            </p:nvPr>
          </p:nvSpPr>
          <p:spPr>
            <a:xfrm>
              <a:off x="4736591" y="3948476"/>
              <a:ext cx="1020176" cy="345942"/>
            </a:xfrm>
            <a:prstGeom prst="rect">
              <a:avLst/>
            </a:prstGeom>
            <a:noFill/>
            <a:effectLst/>
          </p:spPr>
          <p:txBody>
            <a:bodyPr wrap="square" lIns="98755" tIns="49378" rIns="98755" bIns="49378" rtlCol="0">
              <a:spAutoFit/>
            </a:bodyPr>
            <a:lstStyle>
              <a:defPPr>
                <a:defRPr lang="zh-CN"/>
              </a:defPPr>
              <a:lvl1pPr>
                <a:defRPr kumimoji="0" sz="970" b="0" i="0" u="none" strike="noStrike" cap="none" spc="0" normalizeH="0" baseline="0">
                  <a:ln>
                    <a:noFill/>
                  </a:ln>
                  <a:solidFill>
                    <a:schemeClr val="tx1">
                      <a:lumMod val="75000"/>
                      <a:lumOff val="25000"/>
                    </a:schemeClr>
                  </a:solidFill>
                  <a:effectLst/>
                  <a:uLnTx/>
                  <a:uFillTx/>
                  <a:latin typeface="思源黑体 CN Normal" panose="020B0400000000000000" charset="-122"/>
                  <a:ea typeface="思源黑体 CN Normal" panose="020B0400000000000000" charset="-122"/>
                </a:defRPr>
              </a:lvl1p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rPr>
                <a:t>教育基地</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64" name="矩形: 圆角 300"/>
            <p:cNvSpPr/>
            <p:nvPr>
              <p:custDataLst>
                <p:tags r:id="rId8"/>
              </p:custDataLst>
            </p:nvPr>
          </p:nvSpPr>
          <p:spPr>
            <a:xfrm>
              <a:off x="6205002" y="3948476"/>
              <a:ext cx="1480638" cy="348346"/>
            </a:xfrm>
            <a:prstGeom prst="roundRect">
              <a:avLst>
                <a:gd name="adj" fmla="val 5000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tx1">
                    <a:lumMod val="75000"/>
                    <a:lumOff val="25000"/>
                  </a:schemeClr>
                </a:solidFill>
              </a:endParaRPr>
            </a:p>
          </p:txBody>
        </p:sp>
        <p:sp>
          <p:nvSpPr>
            <p:cNvPr id="65" name="TextBox 15"/>
            <p:cNvSpPr txBox="1"/>
            <p:nvPr>
              <p:custDataLst>
                <p:tags r:id="rId9"/>
              </p:custDataLst>
            </p:nvPr>
          </p:nvSpPr>
          <p:spPr>
            <a:xfrm>
              <a:off x="6435233" y="3948476"/>
              <a:ext cx="1020176" cy="345942"/>
            </a:xfrm>
            <a:prstGeom prst="rect">
              <a:avLst/>
            </a:prstGeom>
            <a:noFill/>
            <a:effectLst/>
          </p:spPr>
          <p:txBody>
            <a:bodyPr wrap="square" lIns="98755" tIns="49378" rIns="98755" bIns="49378" rtlCol="0">
              <a:spAutoFit/>
            </a:bodyPr>
            <a:lstStyle>
              <a:defPPr>
                <a:defRPr lang="zh-CN"/>
              </a:defPPr>
              <a:lvl1pPr>
                <a:defRPr kumimoji="0" sz="970" b="0" i="0" u="none" strike="noStrike" cap="none" spc="0" normalizeH="0" baseline="0">
                  <a:ln>
                    <a:noFill/>
                  </a:ln>
                  <a:solidFill>
                    <a:schemeClr val="tx1">
                      <a:lumMod val="75000"/>
                      <a:lumOff val="25000"/>
                    </a:schemeClr>
                  </a:solidFill>
                  <a:effectLst/>
                  <a:uLnTx/>
                  <a:uFillTx/>
                  <a:latin typeface="思源黑体 CN Normal" panose="020B0400000000000000" charset="-122"/>
                  <a:ea typeface="思源黑体 CN Normal" panose="020B0400000000000000" charset="-122"/>
                </a:defRPr>
              </a:lvl1p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rPr>
                <a:t>企业实习</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67" name="箭头: 左弧形 66"/>
            <p:cNvSpPr/>
            <p:nvPr/>
          </p:nvSpPr>
          <p:spPr>
            <a:xfrm>
              <a:off x="3930590" y="2617783"/>
              <a:ext cx="494076" cy="1417321"/>
            </a:xfrm>
            <a:prstGeom prst="curvedRightArrow">
              <a:avLst/>
            </a:prstGeom>
            <a:solidFill>
              <a:schemeClr val="accent2"/>
            </a:solidFill>
            <a:ln w="63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8" name="箭头: 左弧形 67"/>
            <p:cNvSpPr/>
            <p:nvPr/>
          </p:nvSpPr>
          <p:spPr>
            <a:xfrm flipH="1" flipV="1">
              <a:off x="7771153" y="2617783"/>
              <a:ext cx="494076" cy="1417321"/>
            </a:xfrm>
            <a:prstGeom prst="curvedRightArrow">
              <a:avLst/>
            </a:prstGeom>
            <a:solidFill>
              <a:schemeClr val="accent2"/>
            </a:solidFill>
            <a:ln w="63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9" name="箭头: 左弧形 68"/>
            <p:cNvSpPr/>
            <p:nvPr/>
          </p:nvSpPr>
          <p:spPr>
            <a:xfrm rot="5400000" flipH="1" flipV="1">
              <a:off x="5848962" y="3473691"/>
              <a:ext cx="494076" cy="2260698"/>
            </a:xfrm>
            <a:prstGeom prst="curvedRightArrow">
              <a:avLst/>
            </a:prstGeom>
            <a:solidFill>
              <a:schemeClr val="accent2"/>
            </a:solidFill>
            <a:ln w="63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3" name="文本框 72"/>
            <p:cNvSpPr txBox="1"/>
            <p:nvPr/>
          </p:nvSpPr>
          <p:spPr>
            <a:xfrm>
              <a:off x="5094079" y="2050121"/>
              <a:ext cx="2003842" cy="1465493"/>
            </a:xfrm>
            <a:prstGeom prst="rect">
              <a:avLst/>
            </a:prstGeom>
            <a:noFill/>
          </p:spPr>
          <p:txBody>
            <a:bodyPr wrap="square">
              <a:prstTxWarp prst="textArchUp">
                <a:avLst>
                  <a:gd name="adj" fmla="val 10814285"/>
                </a:avLst>
              </a:prstTxWarp>
              <a:spAutoFit/>
            </a:bodyPr>
            <a:lstStyle/>
            <a:p>
              <a:pPr algn="ctr"/>
              <a:r>
                <a:rPr lang="zh-CN" altLang="en-US" sz="1600" b="0" i="0" dirty="0">
                  <a:solidFill>
                    <a:srgbClr val="060607"/>
                  </a:solidFill>
                  <a:effectLst/>
                  <a:latin typeface="思源黑体 CN Bold" panose="020B0800000000000000" pitchFamily="34" charset="-122"/>
                  <a:ea typeface="思源黑体 CN Bold" panose="020B0800000000000000" pitchFamily="34" charset="-122"/>
                </a:rPr>
                <a:t>校园实践活动</a:t>
              </a:r>
              <a:endParaRPr lang="zh-CN" altLang="en-US" sz="1600" dirty="0">
                <a:latin typeface="思源黑体 CN Bold" panose="020B0800000000000000" pitchFamily="34" charset="-122"/>
                <a:ea typeface="思源黑体 CN Bold" panose="020B0800000000000000" pitchFamily="34" charset="-122"/>
              </a:endParaRPr>
            </a:p>
          </p:txBody>
        </p:sp>
        <p:sp>
          <p:nvSpPr>
            <p:cNvPr id="74" name="文本框 73"/>
            <p:cNvSpPr txBox="1"/>
            <p:nvPr/>
          </p:nvSpPr>
          <p:spPr>
            <a:xfrm>
              <a:off x="5094079" y="3200910"/>
              <a:ext cx="2003842" cy="1465493"/>
            </a:xfrm>
            <a:prstGeom prst="rect">
              <a:avLst/>
            </a:prstGeom>
            <a:noFill/>
          </p:spPr>
          <p:txBody>
            <a:bodyPr wrap="square">
              <a:prstTxWarp prst="textArchDown">
                <a:avLst/>
              </a:prstTxWarp>
              <a:spAutoFit/>
            </a:bodyPr>
            <a:lstStyle/>
            <a:p>
              <a:pPr algn="ctr"/>
              <a:r>
                <a:rPr lang="zh-CN" altLang="en-US" sz="1600" b="0" i="0">
                  <a:solidFill>
                    <a:srgbClr val="060607"/>
                  </a:solidFill>
                  <a:effectLst/>
                  <a:latin typeface="思源黑体 CN Bold" panose="020B0800000000000000" pitchFamily="34" charset="-122"/>
                  <a:ea typeface="思源黑体 CN Bold" panose="020B0800000000000000" pitchFamily="34" charset="-122"/>
                </a:rPr>
                <a:t>社会实践活动</a:t>
              </a:r>
              <a:endParaRPr lang="zh-CN" altLang="en-US" sz="1600" dirty="0">
                <a:latin typeface="思源黑体 CN Bold" panose="020B0800000000000000" pitchFamily="34" charset="-122"/>
                <a:ea typeface="思源黑体 CN Bold" panose="020B0800000000000000" pitchFamily="34" charset="-122"/>
              </a:endParaRPr>
            </a:p>
          </p:txBody>
        </p:sp>
        <p:sp>
          <p:nvSpPr>
            <p:cNvPr id="76" name="文本框 75"/>
            <p:cNvSpPr txBox="1"/>
            <p:nvPr/>
          </p:nvSpPr>
          <p:spPr>
            <a:xfrm>
              <a:off x="4108890" y="3003278"/>
              <a:ext cx="369791" cy="646331"/>
            </a:xfrm>
            <a:prstGeom prst="rect">
              <a:avLst/>
            </a:prstGeom>
            <a:noFill/>
          </p:spPr>
          <p:txBody>
            <a:bodyPr wrap="square">
              <a:spAutoFit/>
            </a:bodyPr>
            <a:lstStyle/>
            <a:p>
              <a:pPr algn="ctr"/>
              <a:r>
                <a:rPr lang="zh-CN" altLang="en-US"/>
                <a:t>参观</a:t>
              </a:r>
              <a:endParaRPr lang="zh-CN" altLang="en-US" dirty="0"/>
            </a:p>
          </p:txBody>
        </p:sp>
        <p:sp>
          <p:nvSpPr>
            <p:cNvPr id="77" name="文本框 76"/>
            <p:cNvSpPr txBox="1"/>
            <p:nvPr/>
          </p:nvSpPr>
          <p:spPr>
            <a:xfrm>
              <a:off x="7713320" y="3003278"/>
              <a:ext cx="369791" cy="646331"/>
            </a:xfrm>
            <a:prstGeom prst="rect">
              <a:avLst/>
            </a:prstGeom>
            <a:noFill/>
          </p:spPr>
          <p:txBody>
            <a:bodyPr wrap="square">
              <a:spAutoFit/>
            </a:bodyPr>
            <a:lstStyle/>
            <a:p>
              <a:pPr algn="ctr"/>
              <a:r>
                <a:rPr lang="zh-CN" altLang="en-US"/>
                <a:t>调研</a:t>
              </a:r>
              <a:endParaRPr lang="zh-CN" altLang="en-US" dirty="0"/>
            </a:p>
          </p:txBody>
        </p:sp>
        <p:sp>
          <p:nvSpPr>
            <p:cNvPr id="106" name="矩形 105"/>
            <p:cNvSpPr/>
            <p:nvPr/>
          </p:nvSpPr>
          <p:spPr>
            <a:xfrm>
              <a:off x="4588000" y="2848274"/>
              <a:ext cx="3016001" cy="951530"/>
            </a:xfrm>
            <a:prstGeom prst="rect">
              <a:avLst/>
            </a:prstGeom>
            <a:solidFill>
              <a:schemeClr val="accent1">
                <a:lumMod val="20000"/>
                <a:lumOff val="80000"/>
                <a:alpha val="80000"/>
              </a:schemeClr>
            </a:solidFill>
            <a:ln w="12700" cmpd="dbl">
              <a:solidFill>
                <a:schemeClr val="accent1"/>
              </a:solidFill>
              <a:prstDash val="dash"/>
              <a:headEnd type="triangle"/>
            </a:ln>
            <a:effectLst/>
          </p:spPr>
          <p:style>
            <a:lnRef idx="2">
              <a:schemeClr val="accent1"/>
            </a:lnRef>
            <a:fillRef idx="0">
              <a:schemeClr val="accent1"/>
            </a:fillRef>
            <a:effectRef idx="1">
              <a:schemeClr val="accent1"/>
            </a:effectRef>
            <a:fontRef idx="minor">
              <a:schemeClr val="tx1"/>
            </a:fontRef>
          </p:style>
          <p:txBody>
            <a:bodyPr lIns="63094" tIns="31547" rIns="63094" bIns="31547" rtlCol="0" anchor="ctr"/>
            <a:lstStyle/>
            <a:p>
              <a:pPr algn="ctr"/>
              <a:endParaRPr lang="zh-CN" altLang="en-US" sz="1240" dirty="0"/>
            </a:p>
          </p:txBody>
        </p:sp>
        <p:sp>
          <p:nvSpPr>
            <p:cNvPr id="107" name="矩形 106"/>
            <p:cNvSpPr/>
            <p:nvPr/>
          </p:nvSpPr>
          <p:spPr>
            <a:xfrm>
              <a:off x="4664787" y="2937897"/>
              <a:ext cx="2862426" cy="346328"/>
            </a:xfrm>
            <a:prstGeom prst="rect">
              <a:avLst/>
            </a:prstGeom>
            <a:solidFill>
              <a:schemeClr val="bg1"/>
            </a:solidFill>
            <a:ln w="6350" cmpd="sng">
              <a:solidFill>
                <a:schemeClr val="bg1">
                  <a:lumMod val="75000"/>
                </a:schemeClr>
              </a:solidFill>
              <a:prstDash val="solid"/>
              <a:headEnd type="triangle"/>
            </a:ln>
            <a:effectLst/>
          </p:spPr>
          <p:style>
            <a:lnRef idx="2">
              <a:schemeClr val="accent1"/>
            </a:lnRef>
            <a:fillRef idx="0">
              <a:schemeClr val="accent1"/>
            </a:fillRef>
            <a:effectRef idx="1">
              <a:schemeClr val="accent1"/>
            </a:effectRef>
            <a:fontRef idx="minor">
              <a:schemeClr val="tx1"/>
            </a:fontRef>
          </p:style>
          <p:txBody>
            <a:bodyPr wrap="none" lIns="63094" tIns="31547" rIns="63094" bIns="31547" rtlCol="0" anchor="ctr"/>
            <a:lstStyle/>
            <a:p>
              <a:pPr algn="ctr"/>
              <a:endParaRPr lang="zh-CN" altLang="en-US" sz="1240">
                <a:solidFill>
                  <a:schemeClr val="tx1"/>
                </a:solidFill>
              </a:endParaRPr>
            </a:p>
          </p:txBody>
        </p:sp>
        <p:sp>
          <p:nvSpPr>
            <p:cNvPr id="108" name="矩形 107"/>
            <p:cNvSpPr/>
            <p:nvPr/>
          </p:nvSpPr>
          <p:spPr>
            <a:xfrm>
              <a:off x="4664787" y="3362066"/>
              <a:ext cx="2862426" cy="346328"/>
            </a:xfrm>
            <a:prstGeom prst="rect">
              <a:avLst/>
            </a:prstGeom>
            <a:solidFill>
              <a:schemeClr val="bg1"/>
            </a:solidFill>
            <a:ln w="6350" cmpd="sng">
              <a:solidFill>
                <a:schemeClr val="bg1">
                  <a:lumMod val="75000"/>
                </a:schemeClr>
              </a:solidFill>
              <a:prstDash val="solid"/>
              <a:headEnd type="triangle"/>
            </a:ln>
            <a:effectLst/>
          </p:spPr>
          <p:style>
            <a:lnRef idx="2">
              <a:schemeClr val="accent1"/>
            </a:lnRef>
            <a:fillRef idx="0">
              <a:schemeClr val="accent1"/>
            </a:fillRef>
            <a:effectRef idx="1">
              <a:schemeClr val="accent1"/>
            </a:effectRef>
            <a:fontRef idx="minor">
              <a:schemeClr val="tx1"/>
            </a:fontRef>
          </p:style>
          <p:txBody>
            <a:bodyPr lIns="63094" tIns="31547" rIns="63094" bIns="31547" rtlCol="0" anchor="ctr"/>
            <a:lstStyle/>
            <a:p>
              <a:pPr algn="ctr"/>
              <a:endParaRPr lang="zh-CN" altLang="en-US" sz="1240" dirty="0"/>
            </a:p>
          </p:txBody>
        </p:sp>
        <p:sp>
          <p:nvSpPr>
            <p:cNvPr id="109" name="文本框 108"/>
            <p:cNvSpPr txBox="1"/>
            <p:nvPr/>
          </p:nvSpPr>
          <p:spPr>
            <a:xfrm>
              <a:off x="4868510" y="3375956"/>
              <a:ext cx="2454981" cy="318523"/>
            </a:xfrm>
            <a:prstGeom prst="rect">
              <a:avLst/>
            </a:prstGeom>
            <a:noFill/>
            <a:effectLst/>
          </p:spPr>
          <p:txBody>
            <a:bodyPr wrap="none" lIns="63094" tIns="31547" rIns="63094" bIns="31547" rtlCol="0">
              <a:spAutoFit/>
            </a:bodyPr>
            <a:lstStyle/>
            <a:p>
              <a:pPr algn="ctr"/>
              <a:r>
                <a:rPr lang="zh-CN" altLang="en-US" sz="1655">
                  <a:solidFill>
                    <a:schemeClr val="accent1"/>
                  </a:solidFill>
                  <a:latin typeface="+mj-ea"/>
                  <a:ea typeface="+mj-ea"/>
                </a:rPr>
                <a:t>丰富学生的校园文化生活</a:t>
              </a:r>
              <a:endParaRPr lang="zh-CN" altLang="en-US" sz="1655" dirty="0">
                <a:solidFill>
                  <a:schemeClr val="accent1"/>
                </a:solidFill>
                <a:latin typeface="+mj-ea"/>
                <a:ea typeface="+mj-ea"/>
              </a:endParaRPr>
            </a:p>
          </p:txBody>
        </p:sp>
        <p:sp>
          <p:nvSpPr>
            <p:cNvPr id="112" name="文本框 111"/>
            <p:cNvSpPr txBox="1"/>
            <p:nvPr/>
          </p:nvSpPr>
          <p:spPr>
            <a:xfrm>
              <a:off x="4974309" y="2951787"/>
              <a:ext cx="2243384" cy="318523"/>
            </a:xfrm>
            <a:prstGeom prst="rect">
              <a:avLst/>
            </a:prstGeom>
            <a:noFill/>
            <a:effectLst/>
          </p:spPr>
          <p:txBody>
            <a:bodyPr wrap="none" lIns="63094" tIns="31547" rIns="63094" bIns="31547" rtlCol="0">
              <a:spAutoFit/>
            </a:bodyPr>
            <a:lstStyle/>
            <a:p>
              <a:pPr algn="ctr"/>
              <a:r>
                <a:rPr lang="zh-CN" altLang="en-US" sz="1655">
                  <a:solidFill>
                    <a:schemeClr val="accent1"/>
                  </a:solidFill>
                  <a:latin typeface="+mj-ea"/>
                  <a:ea typeface="+mj-ea"/>
                </a:rPr>
                <a:t>培养学生的社会责任感</a:t>
              </a:r>
              <a:endParaRPr lang="zh-CN" altLang="en-US" sz="1655" dirty="0">
                <a:solidFill>
                  <a:schemeClr val="accent1"/>
                </a:solidFill>
                <a:latin typeface="+mj-ea"/>
                <a:ea typeface="+mj-ea"/>
              </a:endParaRPr>
            </a:p>
          </p:txBody>
        </p:sp>
      </p:grpSp>
      <p:grpSp>
        <p:nvGrpSpPr>
          <p:cNvPr id="33" name="组合 32"/>
          <p:cNvGrpSpPr/>
          <p:nvPr/>
        </p:nvGrpSpPr>
        <p:grpSpPr>
          <a:xfrm>
            <a:off x="482600" y="5197689"/>
            <a:ext cx="11225668" cy="1299804"/>
            <a:chOff x="482600" y="5197689"/>
            <a:chExt cx="11225668" cy="1299804"/>
          </a:xfrm>
        </p:grpSpPr>
        <p:sp>
          <p:nvSpPr>
            <p:cNvPr id="114" name="矩形 113"/>
            <p:cNvSpPr/>
            <p:nvPr/>
          </p:nvSpPr>
          <p:spPr>
            <a:xfrm>
              <a:off x="2593522" y="6011070"/>
              <a:ext cx="7003825" cy="421481"/>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6" name="矩形 115"/>
            <p:cNvSpPr/>
            <p:nvPr/>
          </p:nvSpPr>
          <p:spPr>
            <a:xfrm>
              <a:off x="482600" y="5953126"/>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7" name="梯形 116"/>
            <p:cNvSpPr/>
            <p:nvPr/>
          </p:nvSpPr>
          <p:spPr>
            <a:xfrm rot="5400000">
              <a:off x="2158052" y="6059983"/>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8" name="文本框 117"/>
            <p:cNvSpPr txBox="1"/>
            <p:nvPr/>
          </p:nvSpPr>
          <p:spPr>
            <a:xfrm>
              <a:off x="603972" y="6067922"/>
              <a:ext cx="1538884" cy="307777"/>
            </a:xfrm>
            <a:prstGeom prst="rect">
              <a:avLst/>
            </a:prstGeom>
            <a:noFill/>
          </p:spPr>
          <p:txBody>
            <a:bodyPr wrap="none" lIns="0" tIns="0" rIns="0" bIns="0">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学术论文撰写</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21" name="矩形 120"/>
            <p:cNvSpPr/>
            <p:nvPr/>
          </p:nvSpPr>
          <p:spPr>
            <a:xfrm flipH="1">
              <a:off x="9926639" y="5953126"/>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2" name="梯形 121"/>
            <p:cNvSpPr/>
            <p:nvPr/>
          </p:nvSpPr>
          <p:spPr>
            <a:xfrm rot="16200000" flipH="1">
              <a:off x="9488449" y="6059983"/>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3" name="文本框 122"/>
            <p:cNvSpPr txBox="1"/>
            <p:nvPr/>
          </p:nvSpPr>
          <p:spPr>
            <a:xfrm flipH="1">
              <a:off x="10048012" y="6067922"/>
              <a:ext cx="1538884" cy="307777"/>
            </a:xfrm>
            <a:prstGeom prst="rect">
              <a:avLst/>
            </a:prstGeom>
            <a:noFill/>
          </p:spPr>
          <p:txBody>
            <a:bodyPr wrap="none" lIns="0" tIns="0" rIns="0" bIns="0">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创新思维能力</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24" name="矩形 123"/>
            <p:cNvSpPr/>
            <p:nvPr/>
          </p:nvSpPr>
          <p:spPr>
            <a:xfrm>
              <a:off x="2593522" y="5255633"/>
              <a:ext cx="7003825" cy="421481"/>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6" name="矩形 125"/>
            <p:cNvSpPr/>
            <p:nvPr/>
          </p:nvSpPr>
          <p:spPr>
            <a:xfrm>
              <a:off x="482600" y="5197689"/>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7" name="梯形 126"/>
            <p:cNvSpPr/>
            <p:nvPr/>
          </p:nvSpPr>
          <p:spPr>
            <a:xfrm rot="5400000">
              <a:off x="2158052" y="5304546"/>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8" name="文本框 127"/>
            <p:cNvSpPr txBox="1"/>
            <p:nvPr/>
          </p:nvSpPr>
          <p:spPr>
            <a:xfrm>
              <a:off x="603972" y="5312485"/>
              <a:ext cx="1538884" cy="307777"/>
            </a:xfrm>
            <a:prstGeom prst="rect">
              <a:avLst/>
            </a:prstGeom>
            <a:noFill/>
          </p:spPr>
          <p:txBody>
            <a:bodyPr wrap="none" lIns="0" tIns="0" rIns="0" bIns="0">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小组研究项目</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29" name="文本框 128"/>
            <p:cNvSpPr txBox="1"/>
            <p:nvPr/>
          </p:nvSpPr>
          <p:spPr>
            <a:xfrm>
              <a:off x="3095179" y="5327874"/>
              <a:ext cx="6001643" cy="276999"/>
            </a:xfrm>
            <a:prstGeom prst="rect">
              <a:avLst/>
            </a:prstGeom>
            <a:noFill/>
          </p:spPr>
          <p:txBody>
            <a:bodyPr wrap="none" lIns="0" tIns="0" rIns="0" bIns="0">
              <a:spAutoFit/>
            </a:bodyPr>
            <a:lstStyle/>
            <a:p>
              <a:pPr algn="ct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鼓励学生组成小组，开展关于</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“三爱统一”</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的学术研究项目</a:t>
              </a:r>
              <a:endPar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31" name="矩形 130"/>
            <p:cNvSpPr/>
            <p:nvPr/>
          </p:nvSpPr>
          <p:spPr>
            <a:xfrm flipH="1">
              <a:off x="9926639" y="5197689"/>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32" name="梯形 131"/>
            <p:cNvSpPr/>
            <p:nvPr/>
          </p:nvSpPr>
          <p:spPr>
            <a:xfrm rot="16200000" flipH="1">
              <a:off x="9488449" y="5304546"/>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33" name="文本框 132"/>
            <p:cNvSpPr txBox="1"/>
            <p:nvPr/>
          </p:nvSpPr>
          <p:spPr>
            <a:xfrm flipH="1">
              <a:off x="10048012" y="5312485"/>
              <a:ext cx="1538883" cy="307777"/>
            </a:xfrm>
            <a:prstGeom prst="rect">
              <a:avLst/>
            </a:prstGeom>
            <a:noFill/>
          </p:spPr>
          <p:txBody>
            <a:bodyPr wrap="none" lIns="0" tIns="0" rIns="0" bIns="0">
              <a:spAutoFit/>
            </a:body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鼓励学术研究</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19" name="文本框 118"/>
            <p:cNvSpPr txBox="1"/>
            <p:nvPr/>
          </p:nvSpPr>
          <p:spPr>
            <a:xfrm>
              <a:off x="3903092" y="6083311"/>
              <a:ext cx="4385816" cy="276999"/>
            </a:xfrm>
            <a:prstGeom prst="rect">
              <a:avLst/>
            </a:prstGeom>
            <a:noFill/>
          </p:spPr>
          <p:txBody>
            <a:bodyPr wrap="none" lIns="0" tIns="0" rIns="0" bIns="0">
              <a:spAutoFit/>
            </a:bodyPr>
            <a:lstStyle/>
            <a:p>
              <a:pPr algn="ct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鼓励学生撰写关于</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“三爱统一”</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的学术论文</a:t>
              </a:r>
              <a:endPar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anim calcmode="lin" valueType="num">
                                      <p:cBhvr>
                                        <p:cTn id="13" dur="500" fill="hold"/>
                                        <p:tgtEl>
                                          <p:spTgt spid="27"/>
                                        </p:tgtEl>
                                        <p:attrNameLst>
                                          <p:attrName>ppt_x</p:attrName>
                                        </p:attrNameLst>
                                      </p:cBhvr>
                                      <p:tavLst>
                                        <p:tav tm="0">
                                          <p:val>
                                            <p:strVal val="#ppt_x"/>
                                          </p:val>
                                        </p:tav>
                                        <p:tav tm="100000">
                                          <p:val>
                                            <p:strVal val="#ppt_x"/>
                                          </p:val>
                                        </p:tav>
                                      </p:tavLst>
                                    </p:anim>
                                    <p:anim calcmode="lin" valueType="num">
                                      <p:cBhvr>
                                        <p:cTn id="14"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anim calcmode="lin" valueType="num">
                                      <p:cBhvr>
                                        <p:cTn id="20" dur="500" fill="hold"/>
                                        <p:tgtEl>
                                          <p:spTgt spid="24"/>
                                        </p:tgtEl>
                                        <p:attrNameLst>
                                          <p:attrName>ppt_x</p:attrName>
                                        </p:attrNameLst>
                                      </p:cBhvr>
                                      <p:tavLst>
                                        <p:tav tm="0">
                                          <p:val>
                                            <p:strVal val="#ppt_x"/>
                                          </p:val>
                                        </p:tav>
                                        <p:tav tm="100000">
                                          <p:val>
                                            <p:strVal val="#ppt_x"/>
                                          </p:val>
                                        </p:tav>
                                      </p:tavLst>
                                    </p:anim>
                                    <p:anim calcmode="lin" valueType="num">
                                      <p:cBhvr>
                                        <p:cTn id="21"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6" presetClass="entr" presetSubtype="32"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circle(out)">
                                      <p:cBhvr>
                                        <p:cTn id="26" dur="75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42"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barn(outHorizontal)">
                                      <p:cBhvr>
                                        <p:cTn id="3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学习效果评价</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8"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评价方式</a:t>
            </a:r>
          </a:p>
        </p:txBody>
      </p:sp>
      <p:cxnSp>
        <p:nvCxnSpPr>
          <p:cNvPr id="19" name="直接连接符 18"/>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4" name="组合 23"/>
          <p:cNvGrpSpPr/>
          <p:nvPr/>
        </p:nvGrpSpPr>
        <p:grpSpPr>
          <a:xfrm>
            <a:off x="1034142" y="908052"/>
            <a:ext cx="2914876" cy="5575981"/>
            <a:chOff x="1034142" y="908052"/>
            <a:chExt cx="2914876" cy="5575981"/>
          </a:xfrm>
        </p:grpSpPr>
        <p:sp>
          <p:nvSpPr>
            <p:cNvPr id="20" name="椭圆 19"/>
            <p:cNvSpPr/>
            <p:nvPr>
              <p:custDataLst>
                <p:tags r:id="rId9"/>
              </p:custDataLst>
            </p:nvPr>
          </p:nvSpPr>
          <p:spPr>
            <a:xfrm>
              <a:off x="1864720" y="908052"/>
              <a:ext cx="1253720" cy="828288"/>
            </a:xfrm>
            <a:prstGeom prst="ellipse">
              <a:avLst/>
            </a:prstGeom>
            <a:solidFill>
              <a:schemeClr val="accent2"/>
            </a:solidFill>
          </p:spPr>
          <p:style>
            <a:lnRef idx="0">
              <a:srgbClr val="FFFFFF"/>
            </a:lnRef>
            <a:fillRef idx="1">
              <a:schemeClr val="accent6"/>
            </a:fillRef>
            <a:effectRef idx="0">
              <a:srgbClr val="FFFFFF"/>
            </a:effectRef>
            <a:fontRef idx="minor">
              <a:schemeClr val="lt1"/>
            </a:fontRef>
          </p:style>
          <p:txBody>
            <a:bodyPr rtlCol="0" anchor="ctr"/>
            <a:lstStyle/>
            <a:p>
              <a:pPr algn="ctr"/>
              <a:r>
                <a:rPr lang="zh-CN" altLang="en-US" sz="2000" dirty="0"/>
                <a:t>课堂表现</a:t>
              </a:r>
              <a:endParaRPr lang="en-US" altLang="zh-CN" sz="2000" dirty="0"/>
            </a:p>
          </p:txBody>
        </p:sp>
        <p:sp>
          <p:nvSpPr>
            <p:cNvPr id="3" name="矩形 2"/>
            <p:cNvSpPr/>
            <p:nvPr/>
          </p:nvSpPr>
          <p:spPr>
            <a:xfrm>
              <a:off x="1034142" y="2021638"/>
              <a:ext cx="2914876" cy="3579515"/>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a:off x="1522481" y="5886451"/>
              <a:ext cx="1938198" cy="597582"/>
            </a:xfrm>
            <a:prstGeom prst="roundRect">
              <a:avLst/>
            </a:prstGeom>
            <a:solidFill>
              <a:schemeClr val="accent2"/>
            </a:solidFill>
          </p:spPr>
          <p:style>
            <a:lnRef idx="0">
              <a:srgbClr val="FFFFFF"/>
            </a:lnRef>
            <a:fillRef idx="1">
              <a:schemeClr val="accent6"/>
            </a:fillRef>
            <a:effectRef idx="0">
              <a:srgbClr val="FFFFFF"/>
            </a:effectRef>
            <a:fontRef idx="minor">
              <a:schemeClr val="lt1"/>
            </a:fontRef>
          </p:style>
          <p:txBody>
            <a:bodyPr rtlCol="0" anchor="ctr"/>
            <a:lstStyle/>
            <a:p>
              <a:pPr algn="ctr"/>
              <a:endParaRPr lang="zh-CN" altLang="en-US" sz="2400"/>
            </a:p>
          </p:txBody>
        </p:sp>
        <p:sp>
          <p:nvSpPr>
            <p:cNvPr id="35" name="矩形: 圆角 4"/>
            <p:cNvSpPr/>
            <p:nvPr/>
          </p:nvSpPr>
          <p:spPr>
            <a:xfrm>
              <a:off x="1172368" y="4054929"/>
              <a:ext cx="2638424" cy="1406071"/>
            </a:xfrm>
            <a:prstGeom prst="roundRect">
              <a:avLst>
                <a:gd name="adj" fmla="val 0"/>
              </a:avLst>
            </a:prstGeom>
            <a:solidFill>
              <a:schemeClr val="accent2">
                <a:lumMod val="20000"/>
                <a:lumOff val="80000"/>
                <a:alpha val="50000"/>
              </a:schemeClr>
            </a:solid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6" name="矩形 35"/>
            <p:cNvSpPr/>
            <p:nvPr/>
          </p:nvSpPr>
          <p:spPr>
            <a:xfrm>
              <a:off x="1284871" y="4467659"/>
              <a:ext cx="2413418" cy="3994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a:solidFill>
                    <a:schemeClr val="tx1"/>
                  </a:solidFill>
                  <a:sym typeface="+mn-ea"/>
                </a:rPr>
                <a:t>积极参与课堂讨论</a:t>
              </a:r>
              <a:endParaRPr lang="zh-CN" altLang="en-US" sz="1600" b="1" dirty="0">
                <a:solidFill>
                  <a:schemeClr val="tx1"/>
                </a:solidFill>
                <a:sym typeface="+mn-ea"/>
              </a:endParaRPr>
            </a:p>
          </p:txBody>
        </p:sp>
        <p:sp>
          <p:nvSpPr>
            <p:cNvPr id="39" name="矩形 38"/>
            <p:cNvSpPr/>
            <p:nvPr/>
          </p:nvSpPr>
          <p:spPr>
            <a:xfrm>
              <a:off x="1706750" y="4096549"/>
              <a:ext cx="1569661" cy="369332"/>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none" rtlCol="0" anchor="ctr">
              <a:spAutoFit/>
            </a:bodyPr>
            <a:lstStyle/>
            <a:p>
              <a:pPr algn="ctr"/>
              <a:r>
                <a:rPr lang="zh-CN" altLang="en-US" b="1">
                  <a:solidFill>
                    <a:schemeClr val="accent2"/>
                  </a:solidFill>
                  <a:sym typeface="+mn-ea"/>
                </a:rPr>
                <a:t>情感态度评价</a:t>
              </a:r>
              <a:endParaRPr lang="zh-CN" altLang="en-US" b="1" dirty="0">
                <a:solidFill>
                  <a:schemeClr val="accent2"/>
                </a:solidFill>
                <a:sym typeface="+mn-ea"/>
              </a:endParaRPr>
            </a:p>
          </p:txBody>
        </p:sp>
        <p:pic>
          <p:nvPicPr>
            <p:cNvPr id="3074" name="Picture 2"/>
            <p:cNvPicPr>
              <a:picLocks noChangeAspect="1" noChangeArrowheads="1"/>
            </p:cNvPicPr>
            <p:nvPr/>
          </p:nvPicPr>
          <p:blipFill>
            <a:blip r:embed="rId11">
              <a:extLst>
                <a:ext uri="{BEBA8EAE-BF5A-486C-A8C5-ECC9F3942E4B}">
                  <a14:imgProps xmlns:a14="http://schemas.microsoft.com/office/drawing/2010/main">
                    <a14:imgLayer r:embed="rId12">
                      <a14:imgEffect>
                        <a14:artisticBlur/>
                      </a14:imgEffect>
                    </a14:imgLayer>
                  </a14:imgProps>
                </a:ext>
                <a:ext uri="{28A0092B-C50C-407E-A947-70E740481C1C}">
                  <a14:useLocalDpi xmlns:a14="http://schemas.microsoft.com/office/drawing/2010/main" val="0"/>
                </a:ext>
              </a:extLst>
            </a:blip>
            <a:srcRect t="19638" b="19638"/>
            <a:stretch>
              <a:fillRect/>
            </a:stretch>
          </p:blipFill>
          <p:spPr bwMode="auto">
            <a:xfrm>
              <a:off x="1172367" y="2153445"/>
              <a:ext cx="2638424" cy="1202804"/>
            </a:xfrm>
            <a:prstGeom prst="rect">
              <a:avLst/>
            </a:prstGeom>
            <a:noFill/>
            <a:extLst>
              <a:ext uri="{909E8E84-426E-40DD-AFC4-6F175D3DCCD1}">
                <a14:hiddenFill xmlns:a14="http://schemas.microsoft.com/office/drawing/2010/main">
                  <a:solidFill>
                    <a:srgbClr val="FFFFFF"/>
                  </a:solidFill>
                </a14:hiddenFill>
              </a:ext>
            </a:extLst>
          </p:spPr>
        </p:pic>
        <p:sp>
          <p:nvSpPr>
            <p:cNvPr id="41" name="矩形 40"/>
            <p:cNvSpPr/>
            <p:nvPr/>
          </p:nvSpPr>
          <p:spPr>
            <a:xfrm>
              <a:off x="1172368" y="3356249"/>
              <a:ext cx="2638424" cy="379095"/>
            </a:xfrm>
            <a:prstGeom prst="rect">
              <a:avLst/>
            </a:prstGeom>
            <a:solidFill>
              <a:schemeClr val="accent2">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solidFill>
                    <a:schemeClr val="accent2"/>
                  </a:solidFill>
                </a:rPr>
                <a:t>知识理解评价</a:t>
              </a:r>
              <a:endParaRPr lang="zh-CN" altLang="en-US" b="1" dirty="0">
                <a:solidFill>
                  <a:schemeClr val="accent2"/>
                </a:solidFill>
              </a:endParaRPr>
            </a:p>
          </p:txBody>
        </p:sp>
        <p:sp>
          <p:nvSpPr>
            <p:cNvPr id="42" name="任意多边形: 形状 471"/>
            <p:cNvSpPr/>
            <p:nvPr/>
          </p:nvSpPr>
          <p:spPr>
            <a:xfrm rot="10800000">
              <a:off x="2300704" y="3745934"/>
              <a:ext cx="381753" cy="298404"/>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2">
                    <a:alpha val="0"/>
                  </a:schemeClr>
                </a:gs>
                <a:gs pos="100000">
                  <a:schemeClr val="accent2"/>
                </a:gs>
              </a:gsLst>
              <a:lin ang="16200000" scaled="1"/>
              <a:tileRect/>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bg1"/>
                </a:solidFill>
                <a:effectLst>
                  <a:outerShdw blurRad="137160" dist="41148" dir="2699997" algn="tl">
                    <a:srgbClr val="000000">
                      <a:alpha val="40000"/>
                    </a:srgbClr>
                  </a:outerShdw>
                </a:effectLst>
                <a:latin typeface="+mj-ea"/>
                <a:ea typeface="+mj-ea"/>
              </a:endParaRPr>
            </a:p>
          </p:txBody>
        </p:sp>
        <p:sp>
          <p:nvSpPr>
            <p:cNvPr id="43" name="矩形 42"/>
            <p:cNvSpPr/>
            <p:nvPr/>
          </p:nvSpPr>
          <p:spPr>
            <a:xfrm>
              <a:off x="1284871" y="4948488"/>
              <a:ext cx="2413418" cy="3994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a:solidFill>
                    <a:schemeClr val="tx1"/>
                  </a:solidFill>
                  <a:sym typeface="+mn-ea"/>
                </a:rPr>
                <a:t>主动分享自己的感悟</a:t>
              </a:r>
              <a:endParaRPr lang="zh-CN" altLang="en-US" sz="1600" b="1" dirty="0">
                <a:solidFill>
                  <a:schemeClr val="tx1"/>
                </a:solidFill>
                <a:sym typeface="+mn-ea"/>
              </a:endParaRPr>
            </a:p>
          </p:txBody>
        </p:sp>
        <p:sp>
          <p:nvSpPr>
            <p:cNvPr id="50" name="梯形 49"/>
            <p:cNvSpPr/>
            <p:nvPr/>
          </p:nvSpPr>
          <p:spPr>
            <a:xfrm>
              <a:off x="1034142" y="1731153"/>
              <a:ext cx="2914876" cy="295673"/>
            </a:xfrm>
            <a:prstGeom prst="trapezoid">
              <a:avLst>
                <a:gd name="adj" fmla="val 154942"/>
              </a:avLst>
            </a:prstGeom>
            <a:gradFill flip="none" rotWithShape="1">
              <a:gsLst>
                <a:gs pos="0">
                  <a:schemeClr val="accent2">
                    <a:alpha val="10000"/>
                  </a:schemeClr>
                </a:gs>
                <a:gs pos="100000">
                  <a:schemeClr val="accent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等线" panose="02010600030101010101" charset="-122"/>
              </a:endParaRPr>
            </a:p>
          </p:txBody>
        </p:sp>
        <p:sp>
          <p:nvSpPr>
            <p:cNvPr id="86" name="矩形 85"/>
            <p:cNvSpPr/>
            <p:nvPr/>
          </p:nvSpPr>
          <p:spPr>
            <a:xfrm>
              <a:off x="1783694" y="5954410"/>
              <a:ext cx="1415772" cy="46166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none" rtlCol="0" anchor="ctr">
              <a:spAutoFit/>
            </a:bodyPr>
            <a:lstStyle/>
            <a:p>
              <a:pPr algn="ctr"/>
              <a:r>
                <a:rPr lang="zh-CN" altLang="en-US" sz="2400" b="1" dirty="0">
                  <a:solidFill>
                    <a:schemeClr val="bg1"/>
                  </a:solidFill>
                  <a:sym typeface="+mn-ea"/>
                </a:rPr>
                <a:t>思维能力</a:t>
              </a:r>
            </a:p>
          </p:txBody>
        </p:sp>
      </p:grpSp>
      <p:grpSp>
        <p:nvGrpSpPr>
          <p:cNvPr id="26" name="组合 25"/>
          <p:cNvGrpSpPr/>
          <p:nvPr/>
        </p:nvGrpSpPr>
        <p:grpSpPr>
          <a:xfrm>
            <a:off x="8242982" y="908052"/>
            <a:ext cx="2914876" cy="5575981"/>
            <a:chOff x="8242982" y="908052"/>
            <a:chExt cx="2914876" cy="5575981"/>
          </a:xfrm>
        </p:grpSpPr>
        <p:sp>
          <p:nvSpPr>
            <p:cNvPr id="30" name="椭圆 29"/>
            <p:cNvSpPr/>
            <p:nvPr>
              <p:custDataLst>
                <p:tags r:id="rId8"/>
              </p:custDataLst>
            </p:nvPr>
          </p:nvSpPr>
          <p:spPr>
            <a:xfrm>
              <a:off x="9073560" y="908052"/>
              <a:ext cx="1253720" cy="828288"/>
            </a:xfrm>
            <a:prstGeom prst="ellipse">
              <a:avLst/>
            </a:prstGeom>
            <a:solidFill>
              <a:schemeClr val="accent4"/>
            </a:solidFill>
          </p:spPr>
          <p:style>
            <a:lnRef idx="0">
              <a:srgbClr val="FFFFFF"/>
            </a:lnRef>
            <a:fillRef idx="1">
              <a:schemeClr val="accent6"/>
            </a:fillRef>
            <a:effectRef idx="0">
              <a:srgbClr val="FFFFFF"/>
            </a:effectRef>
            <a:fontRef idx="minor">
              <a:schemeClr val="lt1"/>
            </a:fontRef>
          </p:style>
          <p:txBody>
            <a:bodyPr rtlCol="0" anchor="ctr"/>
            <a:lstStyle/>
            <a:p>
              <a:pPr algn="ctr"/>
              <a:r>
                <a:rPr lang="zh-CN" altLang="en-US" sz="2000" dirty="0"/>
                <a:t>实践活动</a:t>
              </a:r>
              <a:endParaRPr lang="en-US" altLang="zh-CN" sz="2000" dirty="0"/>
            </a:p>
          </p:txBody>
        </p:sp>
        <p:sp>
          <p:nvSpPr>
            <p:cNvPr id="31" name="矩形 30"/>
            <p:cNvSpPr/>
            <p:nvPr/>
          </p:nvSpPr>
          <p:spPr>
            <a:xfrm>
              <a:off x="8242982" y="2021638"/>
              <a:ext cx="2914876" cy="3579515"/>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圆角 31"/>
            <p:cNvSpPr/>
            <p:nvPr/>
          </p:nvSpPr>
          <p:spPr>
            <a:xfrm>
              <a:off x="8731321" y="5886451"/>
              <a:ext cx="1938198" cy="597582"/>
            </a:xfrm>
            <a:prstGeom prst="roundRect">
              <a:avLst/>
            </a:prstGeom>
            <a:solidFill>
              <a:schemeClr val="accent4"/>
            </a:solidFill>
          </p:spPr>
          <p:style>
            <a:lnRef idx="0">
              <a:srgbClr val="FFFFFF"/>
            </a:lnRef>
            <a:fillRef idx="1">
              <a:schemeClr val="accent6"/>
            </a:fillRef>
            <a:effectRef idx="0">
              <a:srgbClr val="FFFFFF"/>
            </a:effectRef>
            <a:fontRef idx="minor">
              <a:schemeClr val="lt1"/>
            </a:fontRef>
          </p:style>
          <p:txBody>
            <a:bodyPr rtlCol="0" anchor="ctr"/>
            <a:lstStyle/>
            <a:p>
              <a:pPr algn="ctr"/>
              <a:endParaRPr lang="zh-CN" altLang="en-US" sz="2400"/>
            </a:p>
          </p:txBody>
        </p:sp>
        <p:sp>
          <p:nvSpPr>
            <p:cNvPr id="51" name="梯形 50"/>
            <p:cNvSpPr/>
            <p:nvPr/>
          </p:nvSpPr>
          <p:spPr>
            <a:xfrm>
              <a:off x="8242982" y="1731153"/>
              <a:ext cx="2914876" cy="295673"/>
            </a:xfrm>
            <a:prstGeom prst="trapezoid">
              <a:avLst>
                <a:gd name="adj" fmla="val 154942"/>
              </a:avLst>
            </a:prstGeom>
            <a:gradFill flip="none" rotWithShape="1">
              <a:gsLst>
                <a:gs pos="0">
                  <a:schemeClr val="accent4">
                    <a:alpha val="10000"/>
                  </a:schemeClr>
                </a:gs>
                <a:gs pos="100000">
                  <a:schemeClr val="accent4">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等线" panose="02010600030101010101" charset="-122"/>
              </a:endParaRPr>
            </a:p>
          </p:txBody>
        </p:sp>
        <p:sp>
          <p:nvSpPr>
            <p:cNvPr id="79" name="矩形: 圆角 4"/>
            <p:cNvSpPr/>
            <p:nvPr/>
          </p:nvSpPr>
          <p:spPr>
            <a:xfrm>
              <a:off x="8381208" y="4054929"/>
              <a:ext cx="2638424" cy="1406071"/>
            </a:xfrm>
            <a:prstGeom prst="roundRect">
              <a:avLst>
                <a:gd name="adj" fmla="val 0"/>
              </a:avLst>
            </a:prstGeom>
            <a:solidFill>
              <a:schemeClr val="accent4">
                <a:lumMod val="20000"/>
                <a:lumOff val="80000"/>
                <a:alpha val="50000"/>
              </a:schemeClr>
            </a:solidFill>
            <a:ln>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0" name="矩形 79"/>
            <p:cNvSpPr/>
            <p:nvPr/>
          </p:nvSpPr>
          <p:spPr>
            <a:xfrm>
              <a:off x="8493711" y="4467659"/>
              <a:ext cx="2413418" cy="3994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solidFill>
                    <a:schemeClr val="tx1"/>
                  </a:solidFill>
                  <a:sym typeface="+mn-ea"/>
                </a:rPr>
                <a:t>学生的实践能力</a:t>
              </a:r>
            </a:p>
          </p:txBody>
        </p:sp>
        <p:sp>
          <p:nvSpPr>
            <p:cNvPr id="81" name="矩形 80"/>
            <p:cNvSpPr/>
            <p:nvPr/>
          </p:nvSpPr>
          <p:spPr>
            <a:xfrm>
              <a:off x="9000333" y="4081508"/>
              <a:ext cx="1400175" cy="39941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solidFill>
                    <a:schemeClr val="accent4"/>
                  </a:solidFill>
                  <a:sym typeface="+mn-ea"/>
                </a:rPr>
                <a:t>参与度评价</a:t>
              </a:r>
              <a:endParaRPr lang="zh-CN" altLang="en-US" b="1" dirty="0">
                <a:solidFill>
                  <a:schemeClr val="accent4"/>
                </a:solidFill>
                <a:sym typeface="+mn-ea"/>
              </a:endParaRPr>
            </a:p>
          </p:txBody>
        </p:sp>
        <p:pic>
          <p:nvPicPr>
            <p:cNvPr id="3076" name="Picture 4"/>
            <p:cNvPicPr>
              <a:picLocks noChangeAspect="1" noChangeArrowheads="1"/>
            </p:cNvPicPr>
            <p:nvPr/>
          </p:nvPicPr>
          <p:blipFill>
            <a:blip r:embed="rId13">
              <a:extLst>
                <a:ext uri="{BEBA8EAE-BF5A-486C-A8C5-ECC9F3942E4B}">
                  <a14:imgProps xmlns:a14="http://schemas.microsoft.com/office/drawing/2010/main">
                    <a14:imgLayer r:embed="rId14">
                      <a14:imgEffect>
                        <a14:artisticBlur/>
                      </a14:imgEffect>
                    </a14:imgLayer>
                  </a14:imgProps>
                </a:ext>
                <a:ext uri="{28A0092B-C50C-407E-A947-70E740481C1C}">
                  <a14:useLocalDpi xmlns:a14="http://schemas.microsoft.com/office/drawing/2010/main" val="0"/>
                </a:ext>
              </a:extLst>
            </a:blip>
            <a:srcRect t="15809" b="15809"/>
            <a:stretch>
              <a:fillRect/>
            </a:stretch>
          </p:blipFill>
          <p:spPr bwMode="auto">
            <a:xfrm>
              <a:off x="8381208" y="2153445"/>
              <a:ext cx="2638424" cy="1202804"/>
            </a:xfrm>
            <a:prstGeom prst="rect">
              <a:avLst/>
            </a:prstGeom>
            <a:noFill/>
            <a:extLst>
              <a:ext uri="{909E8E84-426E-40DD-AFC4-6F175D3DCCD1}">
                <a14:hiddenFill xmlns:a14="http://schemas.microsoft.com/office/drawing/2010/main">
                  <a:solidFill>
                    <a:srgbClr val="FFFFFF"/>
                  </a:solidFill>
                </a14:hiddenFill>
              </a:ext>
            </a:extLst>
          </p:spPr>
        </p:pic>
        <p:sp>
          <p:nvSpPr>
            <p:cNvPr id="83" name="矩形 82"/>
            <p:cNvSpPr/>
            <p:nvPr/>
          </p:nvSpPr>
          <p:spPr>
            <a:xfrm>
              <a:off x="8381208" y="3356249"/>
              <a:ext cx="2638424" cy="379095"/>
            </a:xfrm>
            <a:prstGeom prst="rect">
              <a:avLst/>
            </a:prstGeom>
            <a:solidFill>
              <a:schemeClr val="accent4">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solidFill>
                    <a:schemeClr val="accent4"/>
                  </a:solidFill>
                </a:rPr>
                <a:t>实践表现评价</a:t>
              </a:r>
            </a:p>
          </p:txBody>
        </p:sp>
        <p:sp>
          <p:nvSpPr>
            <p:cNvPr id="84" name="任意多边形: 形状 471"/>
            <p:cNvSpPr/>
            <p:nvPr/>
          </p:nvSpPr>
          <p:spPr>
            <a:xfrm rot="10800000">
              <a:off x="9509544" y="3745934"/>
              <a:ext cx="381753" cy="298404"/>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2">
                    <a:alpha val="0"/>
                  </a:schemeClr>
                </a:gs>
                <a:gs pos="100000">
                  <a:schemeClr val="accent2"/>
                </a:gs>
              </a:gsLst>
              <a:lin ang="16200000" scaled="1"/>
              <a:tileRect/>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bg1"/>
                </a:solidFill>
                <a:effectLst>
                  <a:outerShdw blurRad="137160" dist="41148" dir="2699997" algn="tl">
                    <a:srgbClr val="000000">
                      <a:alpha val="40000"/>
                    </a:srgbClr>
                  </a:outerShdw>
                </a:effectLst>
                <a:latin typeface="+mj-ea"/>
                <a:ea typeface="+mj-ea"/>
              </a:endParaRPr>
            </a:p>
          </p:txBody>
        </p:sp>
        <p:sp>
          <p:nvSpPr>
            <p:cNvPr id="85" name="矩形 84"/>
            <p:cNvSpPr/>
            <p:nvPr/>
          </p:nvSpPr>
          <p:spPr>
            <a:xfrm>
              <a:off x="8493711" y="4948488"/>
              <a:ext cx="2413418" cy="3994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solidFill>
                    <a:schemeClr val="tx1"/>
                  </a:solidFill>
                  <a:sym typeface="+mn-ea"/>
                </a:rPr>
                <a:t>考察学生实践反思能力</a:t>
              </a:r>
            </a:p>
          </p:txBody>
        </p:sp>
        <p:sp>
          <p:nvSpPr>
            <p:cNvPr id="91" name="矩形 90"/>
            <p:cNvSpPr/>
            <p:nvPr/>
          </p:nvSpPr>
          <p:spPr>
            <a:xfrm>
              <a:off x="8992534" y="5954410"/>
              <a:ext cx="1415773" cy="46166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none" rtlCol="0" anchor="ctr">
              <a:spAutoFit/>
            </a:bodyPr>
            <a:lstStyle/>
            <a:p>
              <a:pPr algn="ctr"/>
              <a:r>
                <a:rPr lang="zh-CN" altLang="en-US" sz="2400" b="1">
                  <a:solidFill>
                    <a:schemeClr val="bg1"/>
                  </a:solidFill>
                  <a:sym typeface="+mn-ea"/>
                </a:rPr>
                <a:t>实践成果</a:t>
              </a:r>
              <a:endParaRPr lang="zh-CN" altLang="en-US" sz="2400" b="1" dirty="0">
                <a:solidFill>
                  <a:schemeClr val="bg1"/>
                </a:solidFill>
                <a:sym typeface="+mn-ea"/>
              </a:endParaRPr>
            </a:p>
          </p:txBody>
        </p:sp>
      </p:grpSp>
      <p:grpSp>
        <p:nvGrpSpPr>
          <p:cNvPr id="25" name="组合 24"/>
          <p:cNvGrpSpPr/>
          <p:nvPr/>
        </p:nvGrpSpPr>
        <p:grpSpPr>
          <a:xfrm>
            <a:off x="4638562" y="908052"/>
            <a:ext cx="2914876" cy="5575981"/>
            <a:chOff x="4638562" y="908052"/>
            <a:chExt cx="2914876" cy="5575981"/>
          </a:xfrm>
        </p:grpSpPr>
        <p:sp>
          <p:nvSpPr>
            <p:cNvPr id="27" name="椭圆 26"/>
            <p:cNvSpPr/>
            <p:nvPr>
              <p:custDataLst>
                <p:tags r:id="rId1"/>
              </p:custDataLst>
            </p:nvPr>
          </p:nvSpPr>
          <p:spPr>
            <a:xfrm>
              <a:off x="5469140" y="908052"/>
              <a:ext cx="1253720" cy="828288"/>
            </a:xfrm>
            <a:prstGeom prst="ellipse">
              <a:avLst/>
            </a:prstGeom>
            <a:solidFill>
              <a:schemeClr val="accent1"/>
            </a:solidFill>
          </p:spPr>
          <p:style>
            <a:lnRef idx="0">
              <a:srgbClr val="FFFFFF"/>
            </a:lnRef>
            <a:fillRef idx="1">
              <a:schemeClr val="accent6"/>
            </a:fillRef>
            <a:effectRef idx="0">
              <a:srgbClr val="FFFFFF"/>
            </a:effectRef>
            <a:fontRef idx="minor">
              <a:schemeClr val="lt1"/>
            </a:fontRef>
          </p:style>
          <p:txBody>
            <a:bodyPr rtlCol="0" anchor="ctr"/>
            <a:lstStyle/>
            <a:p>
              <a:pPr algn="ctr"/>
              <a:r>
                <a:rPr lang="zh-CN" altLang="en-US" sz="2000"/>
                <a:t>作业评价</a:t>
              </a:r>
              <a:endParaRPr lang="en-US" altLang="zh-CN" sz="2000" dirty="0"/>
            </a:p>
          </p:txBody>
        </p:sp>
        <p:sp>
          <p:nvSpPr>
            <p:cNvPr id="28" name="矩形 27"/>
            <p:cNvSpPr/>
            <p:nvPr/>
          </p:nvSpPr>
          <p:spPr>
            <a:xfrm>
              <a:off x="4638562" y="2021638"/>
              <a:ext cx="2914876" cy="3579515"/>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p:cNvSpPr/>
            <p:nvPr/>
          </p:nvSpPr>
          <p:spPr>
            <a:xfrm>
              <a:off x="5126901" y="5886451"/>
              <a:ext cx="1938198" cy="597582"/>
            </a:xfrm>
            <a:prstGeom prst="roundRect">
              <a:avLst/>
            </a:prstGeom>
            <a:solidFill>
              <a:schemeClr val="accent1"/>
            </a:solidFill>
          </p:spPr>
          <p:style>
            <a:lnRef idx="0">
              <a:srgbClr val="FFFFFF"/>
            </a:lnRef>
            <a:fillRef idx="1">
              <a:schemeClr val="accent6"/>
            </a:fillRef>
            <a:effectRef idx="0">
              <a:srgbClr val="FFFFFF"/>
            </a:effectRef>
            <a:fontRef idx="minor">
              <a:schemeClr val="lt1"/>
            </a:fontRef>
          </p:style>
          <p:txBody>
            <a:bodyPr rtlCol="0" anchor="ctr"/>
            <a:lstStyle/>
            <a:p>
              <a:pPr algn="ctr"/>
              <a:endParaRPr lang="zh-CN" altLang="en-US" sz="2400"/>
            </a:p>
          </p:txBody>
        </p:sp>
        <p:sp>
          <p:nvSpPr>
            <p:cNvPr id="49" name="梯形 48"/>
            <p:cNvSpPr/>
            <p:nvPr/>
          </p:nvSpPr>
          <p:spPr>
            <a:xfrm>
              <a:off x="4638562" y="1731153"/>
              <a:ext cx="2914876" cy="295673"/>
            </a:xfrm>
            <a:prstGeom prst="trapezoid">
              <a:avLst>
                <a:gd name="adj" fmla="val 154942"/>
              </a:avLst>
            </a:prstGeom>
            <a:gradFill flip="none" rotWithShape="1">
              <a:gsLst>
                <a:gs pos="0">
                  <a:schemeClr val="accent1">
                    <a:alpha val="10000"/>
                  </a:schemeClr>
                </a:gs>
                <a:gs pos="100000">
                  <a:schemeClr val="accent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等线" panose="02010600030101010101" charset="-122"/>
              </a:endParaRPr>
            </a:p>
          </p:txBody>
        </p:sp>
        <p:sp>
          <p:nvSpPr>
            <p:cNvPr id="60" name="椭圆 59"/>
            <p:cNvSpPr/>
            <p:nvPr>
              <p:custDataLst>
                <p:tags r:id="rId2"/>
              </p:custDataLst>
            </p:nvPr>
          </p:nvSpPr>
          <p:spPr>
            <a:xfrm>
              <a:off x="4760973" y="2153445"/>
              <a:ext cx="788842" cy="733958"/>
            </a:xfrm>
            <a:prstGeom prst="ellipse">
              <a:avLst/>
            </a:prstGeom>
            <a:solidFill>
              <a:schemeClr val="accent1">
                <a:lumMod val="20000"/>
                <a:lumOff val="8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110606" tIns="55303" rIns="110606" bIns="55303" rtlCol="0" anchor="ctr"/>
            <a:lstStyle/>
            <a:p>
              <a:pPr algn="ctr"/>
              <a:endParaRPr lang="zh-CN" altLang="en-US" sz="1345" b="1">
                <a:solidFill>
                  <a:schemeClr val="bg1"/>
                </a:solidFill>
                <a:effectLst>
                  <a:outerShdw blurRad="153619" dist="46086" dir="2699992" algn="tl">
                    <a:srgbClr val="000000">
                      <a:alpha val="40000"/>
                    </a:srgbClr>
                  </a:outerShdw>
                </a:effectLst>
                <a:latin typeface="+mj-ea"/>
                <a:ea typeface="+mj-ea"/>
              </a:endParaRPr>
            </a:p>
          </p:txBody>
        </p:sp>
        <p:sp>
          <p:nvSpPr>
            <p:cNvPr id="61" name="文本框 60"/>
            <p:cNvSpPr txBox="1"/>
            <p:nvPr/>
          </p:nvSpPr>
          <p:spPr>
            <a:xfrm>
              <a:off x="4792295" y="2222497"/>
              <a:ext cx="726199" cy="595855"/>
            </a:xfrm>
            <a:prstGeom prst="rect">
              <a:avLst/>
            </a:prstGeom>
            <a:noFill/>
            <a:effectLst/>
          </p:spPr>
          <p:txBody>
            <a:bodyPr wrap="square" lIns="102413" tIns="51206" rIns="102413" bIns="51206">
              <a:spAutoFit/>
            </a:bodyPr>
            <a:lstStyle/>
            <a:p>
              <a:pPr algn="ctr"/>
              <a:r>
                <a:rPr lang="zh-CN" altLang="en-US" sz="1600" b="1" dirty="0">
                  <a:latin typeface="+mn-ea"/>
                  <a:sym typeface="+mn-ea"/>
                </a:rPr>
                <a:t>知识</a:t>
              </a:r>
              <a:endParaRPr lang="en-US" altLang="zh-CN" sz="1600" b="1" dirty="0">
                <a:latin typeface="+mn-ea"/>
                <a:sym typeface="+mn-ea"/>
              </a:endParaRPr>
            </a:p>
            <a:p>
              <a:pPr algn="ctr"/>
              <a:r>
                <a:rPr lang="zh-CN" altLang="en-US" sz="1600" b="1" dirty="0">
                  <a:latin typeface="+mn-ea"/>
                  <a:sym typeface="+mn-ea"/>
                </a:rPr>
                <a:t>巩固</a:t>
              </a:r>
              <a:endParaRPr lang="zh-CN" altLang="en-US" sz="1600" b="1" dirty="0">
                <a:solidFill>
                  <a:schemeClr val="bg1"/>
                </a:solidFill>
                <a:latin typeface="+mn-ea"/>
                <a:sym typeface="+mn-ea"/>
              </a:endParaRPr>
            </a:p>
          </p:txBody>
        </p:sp>
        <p:cxnSp>
          <p:nvCxnSpPr>
            <p:cNvPr id="68" name="直接箭头连接符 67"/>
            <p:cNvCxnSpPr/>
            <p:nvPr/>
          </p:nvCxnSpPr>
          <p:spPr>
            <a:xfrm flipV="1">
              <a:off x="5621544" y="2516157"/>
              <a:ext cx="950874" cy="8534"/>
            </a:xfrm>
            <a:prstGeom prst="straightConnector1">
              <a:avLst/>
            </a:prstGeom>
            <a:ln w="6350">
              <a:solidFill>
                <a:schemeClr val="bg1">
                  <a:lumMod val="75000"/>
                </a:schemeClr>
              </a:solidFill>
              <a:prstDash val="dash"/>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69" name="直接箭头连接符 68"/>
            <p:cNvCxnSpPr/>
            <p:nvPr/>
          </p:nvCxnSpPr>
          <p:spPr>
            <a:xfrm>
              <a:off x="5426792" y="2849927"/>
              <a:ext cx="277368" cy="250342"/>
            </a:xfrm>
            <a:prstGeom prst="straightConnector1">
              <a:avLst/>
            </a:prstGeom>
            <a:ln w="6350">
              <a:solidFill>
                <a:schemeClr val="bg1">
                  <a:lumMod val="75000"/>
                </a:schemeClr>
              </a:solidFill>
              <a:prstDash val="dash"/>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73" name="椭圆 72"/>
            <p:cNvSpPr/>
            <p:nvPr>
              <p:custDataLst>
                <p:tags r:id="rId3"/>
              </p:custDataLst>
            </p:nvPr>
          </p:nvSpPr>
          <p:spPr>
            <a:xfrm>
              <a:off x="6644148" y="2153445"/>
              <a:ext cx="788842" cy="733958"/>
            </a:xfrm>
            <a:prstGeom prst="ellipse">
              <a:avLst/>
            </a:prstGeom>
            <a:solidFill>
              <a:schemeClr val="accent1">
                <a:lumMod val="20000"/>
                <a:lumOff val="8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110606" tIns="55303" rIns="110606" bIns="55303" rtlCol="0" anchor="ctr"/>
            <a:lstStyle/>
            <a:p>
              <a:pPr algn="ctr"/>
              <a:endParaRPr lang="zh-CN" altLang="en-US" sz="1345" b="1">
                <a:solidFill>
                  <a:schemeClr val="bg1"/>
                </a:solidFill>
                <a:effectLst>
                  <a:outerShdw blurRad="153619" dist="46086" dir="2699992" algn="tl">
                    <a:srgbClr val="000000">
                      <a:alpha val="40000"/>
                    </a:srgbClr>
                  </a:outerShdw>
                </a:effectLst>
                <a:latin typeface="+mj-ea"/>
                <a:ea typeface="+mj-ea"/>
              </a:endParaRPr>
            </a:p>
          </p:txBody>
        </p:sp>
        <p:sp>
          <p:nvSpPr>
            <p:cNvPr id="74" name="文本框 73"/>
            <p:cNvSpPr txBox="1"/>
            <p:nvPr/>
          </p:nvSpPr>
          <p:spPr>
            <a:xfrm>
              <a:off x="6675470" y="2222497"/>
              <a:ext cx="726199" cy="595855"/>
            </a:xfrm>
            <a:prstGeom prst="rect">
              <a:avLst/>
            </a:prstGeom>
            <a:noFill/>
            <a:effectLst/>
          </p:spPr>
          <p:txBody>
            <a:bodyPr wrap="square" lIns="102413" tIns="51206" rIns="102413" bIns="51206">
              <a:spAutoFit/>
            </a:bodyPr>
            <a:lstStyle/>
            <a:p>
              <a:pPr algn="ctr"/>
              <a:r>
                <a:rPr lang="zh-CN" altLang="en-US" sz="1600" b="1" dirty="0">
                  <a:sym typeface="+mn-ea"/>
                </a:rPr>
                <a:t>实践</a:t>
              </a:r>
              <a:endParaRPr lang="en-US" altLang="zh-CN" sz="1600" b="1" dirty="0">
                <a:sym typeface="+mn-ea"/>
              </a:endParaRPr>
            </a:p>
            <a:p>
              <a:pPr algn="ctr"/>
              <a:r>
                <a:rPr lang="zh-CN" altLang="en-US" sz="1600" b="1" dirty="0">
                  <a:sym typeface="+mn-ea"/>
                </a:rPr>
                <a:t>能力</a:t>
              </a:r>
              <a:endParaRPr lang="zh-CN" altLang="en-US" sz="1600" b="1" dirty="0">
                <a:solidFill>
                  <a:schemeClr val="bg1"/>
                </a:solidFill>
                <a:latin typeface="+mn-ea"/>
                <a:sym typeface="+mn-ea"/>
              </a:endParaRPr>
            </a:p>
          </p:txBody>
        </p:sp>
        <p:sp>
          <p:nvSpPr>
            <p:cNvPr id="76" name="椭圆 75"/>
            <p:cNvSpPr/>
            <p:nvPr>
              <p:custDataLst>
                <p:tags r:id="rId4"/>
              </p:custDataLst>
            </p:nvPr>
          </p:nvSpPr>
          <p:spPr>
            <a:xfrm>
              <a:off x="5702560" y="2923156"/>
              <a:ext cx="788842" cy="733958"/>
            </a:xfrm>
            <a:prstGeom prst="ellipse">
              <a:avLst/>
            </a:prstGeom>
            <a:solidFill>
              <a:schemeClr val="accent1">
                <a:lumMod val="20000"/>
                <a:lumOff val="8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110606" tIns="55303" rIns="110606" bIns="55303" rtlCol="0" anchor="ctr"/>
            <a:lstStyle/>
            <a:p>
              <a:pPr algn="ctr"/>
              <a:endParaRPr lang="zh-CN" altLang="en-US" sz="1345" b="1">
                <a:solidFill>
                  <a:schemeClr val="bg1"/>
                </a:solidFill>
                <a:effectLst>
                  <a:outerShdw blurRad="153619" dist="46086" dir="2699992" algn="tl">
                    <a:srgbClr val="000000">
                      <a:alpha val="40000"/>
                    </a:srgbClr>
                  </a:outerShdw>
                </a:effectLst>
                <a:latin typeface="+mj-ea"/>
                <a:ea typeface="+mj-ea"/>
              </a:endParaRPr>
            </a:p>
          </p:txBody>
        </p:sp>
        <p:sp>
          <p:nvSpPr>
            <p:cNvPr id="77" name="文本框 76"/>
            <p:cNvSpPr txBox="1"/>
            <p:nvPr/>
          </p:nvSpPr>
          <p:spPr>
            <a:xfrm>
              <a:off x="5733882" y="2992208"/>
              <a:ext cx="726199" cy="595855"/>
            </a:xfrm>
            <a:prstGeom prst="rect">
              <a:avLst/>
            </a:prstGeom>
            <a:noFill/>
            <a:effectLst/>
          </p:spPr>
          <p:txBody>
            <a:bodyPr wrap="square" lIns="102413" tIns="51206" rIns="102413" bIns="51206">
              <a:spAutoFit/>
            </a:bodyPr>
            <a:lstStyle/>
            <a:p>
              <a:pPr algn="ctr"/>
              <a:r>
                <a:rPr lang="zh-CN" altLang="en-US" sz="1600" b="1" dirty="0">
                  <a:sym typeface="+mn-ea"/>
                </a:rPr>
                <a:t>创新</a:t>
              </a:r>
              <a:endParaRPr lang="en-US" altLang="zh-CN" sz="1600" b="1" dirty="0">
                <a:sym typeface="+mn-ea"/>
              </a:endParaRPr>
            </a:p>
            <a:p>
              <a:pPr algn="ctr"/>
              <a:r>
                <a:rPr lang="zh-CN" altLang="en-US" sz="1600" b="1" dirty="0">
                  <a:sym typeface="+mn-ea"/>
                </a:rPr>
                <a:t>思维</a:t>
              </a:r>
              <a:endParaRPr lang="zh-CN" altLang="en-US" sz="1600" b="1" dirty="0">
                <a:solidFill>
                  <a:schemeClr val="bg1"/>
                </a:solidFill>
                <a:latin typeface="+mn-ea"/>
                <a:sym typeface="+mn-ea"/>
              </a:endParaRPr>
            </a:p>
          </p:txBody>
        </p:sp>
        <p:cxnSp>
          <p:nvCxnSpPr>
            <p:cNvPr id="78" name="直接箭头连接符 77"/>
            <p:cNvCxnSpPr/>
            <p:nvPr/>
          </p:nvCxnSpPr>
          <p:spPr>
            <a:xfrm flipH="1">
              <a:off x="6490557" y="2849927"/>
              <a:ext cx="277368" cy="250342"/>
            </a:xfrm>
            <a:prstGeom prst="straightConnector1">
              <a:avLst/>
            </a:prstGeom>
            <a:ln w="6350">
              <a:solidFill>
                <a:schemeClr val="bg1">
                  <a:lumMod val="75000"/>
                </a:schemeClr>
              </a:solidFill>
              <a:prstDash val="dash"/>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89" name="矩形 88"/>
            <p:cNvSpPr/>
            <p:nvPr/>
          </p:nvSpPr>
          <p:spPr>
            <a:xfrm>
              <a:off x="5388114" y="5954410"/>
              <a:ext cx="1415772" cy="46166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none" rtlCol="0" anchor="ctr">
              <a:spAutoFit/>
            </a:bodyPr>
            <a:lstStyle/>
            <a:p>
              <a:pPr algn="ctr"/>
              <a:r>
                <a:rPr lang="zh-CN" altLang="en-US" sz="2400" b="1">
                  <a:solidFill>
                    <a:schemeClr val="bg1"/>
                  </a:solidFill>
                  <a:sym typeface="+mn-ea"/>
                </a:rPr>
                <a:t>创新意识</a:t>
              </a:r>
              <a:endParaRPr lang="zh-CN" altLang="en-US" sz="2400" b="1" dirty="0">
                <a:solidFill>
                  <a:schemeClr val="bg1"/>
                </a:solidFill>
                <a:sym typeface="+mn-ea"/>
              </a:endParaRPr>
            </a:p>
          </p:txBody>
        </p:sp>
        <p:sp>
          <p:nvSpPr>
            <p:cNvPr id="112" name="矩形 111"/>
            <p:cNvSpPr/>
            <p:nvPr>
              <p:custDataLst>
                <p:tags r:id="rId5"/>
              </p:custDataLst>
            </p:nvPr>
          </p:nvSpPr>
          <p:spPr>
            <a:xfrm>
              <a:off x="4877703" y="3869465"/>
              <a:ext cx="1005840" cy="522605"/>
            </a:xfrm>
            <a:prstGeom prst="rect">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zh-CN" altLang="en-US" sz="1200" dirty="0">
                  <a:solidFill>
                    <a:schemeClr val="bg1"/>
                  </a:solidFill>
                  <a:latin typeface="思源黑体 CN Bold" panose="020B0800000000000000" pitchFamily="34" charset="-122"/>
                  <a:ea typeface="思源黑体 CN Bold" panose="020B0800000000000000" pitchFamily="34" charset="-122"/>
                </a:rPr>
                <a:t>“三爱统一”理论</a:t>
              </a:r>
            </a:p>
          </p:txBody>
        </p:sp>
        <p:sp>
          <p:nvSpPr>
            <p:cNvPr id="113" name="矩形 112"/>
            <p:cNvSpPr/>
            <p:nvPr>
              <p:custDataLst>
                <p:tags r:id="rId6"/>
              </p:custDataLst>
            </p:nvPr>
          </p:nvSpPr>
          <p:spPr>
            <a:xfrm>
              <a:off x="6362968" y="3869465"/>
              <a:ext cx="1005840" cy="522605"/>
            </a:xfrm>
            <a:prstGeom prst="rect">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zh-CN" altLang="en-US" sz="1200" dirty="0">
                  <a:solidFill>
                    <a:schemeClr val="bg1"/>
                  </a:solidFill>
                  <a:latin typeface="思源黑体 CN Bold" panose="020B0800000000000000" pitchFamily="34" charset="-122"/>
                  <a:ea typeface="思源黑体 CN Bold" panose="020B0800000000000000" pitchFamily="34" charset="-122"/>
                  <a:cs typeface="宋体" panose="02010600030101010101" pitchFamily="2" charset="-122"/>
                </a:rPr>
                <a:t>实践活动</a:t>
              </a:r>
              <a:endParaRPr lang="en-US" altLang="zh-CN" sz="1200" dirty="0">
                <a:solidFill>
                  <a:schemeClr val="bg1"/>
                </a:solidFill>
                <a:latin typeface="思源黑体 CN Bold" panose="020B0800000000000000" pitchFamily="34" charset="-122"/>
                <a:ea typeface="思源黑体 CN Bold" panose="020B0800000000000000" pitchFamily="34" charset="-122"/>
                <a:cs typeface="宋体" panose="02010600030101010101" pitchFamily="2" charset="-122"/>
              </a:endParaRPr>
            </a:p>
            <a:p>
              <a:pPr algn="ctr">
                <a:lnSpc>
                  <a:spcPct val="110000"/>
                </a:lnSpc>
              </a:pPr>
              <a:r>
                <a:rPr lang="zh-CN" altLang="en-US" sz="1200" dirty="0">
                  <a:solidFill>
                    <a:schemeClr val="bg1"/>
                  </a:solidFill>
                  <a:latin typeface="思源黑体 CN Bold" panose="020B0800000000000000" pitchFamily="34" charset="-122"/>
                  <a:ea typeface="思源黑体 CN Bold" panose="020B0800000000000000" pitchFamily="34" charset="-122"/>
                  <a:cs typeface="宋体" panose="02010600030101010101" pitchFamily="2" charset="-122"/>
                </a:rPr>
                <a:t>计划</a:t>
              </a:r>
            </a:p>
          </p:txBody>
        </p:sp>
        <p:sp>
          <p:nvSpPr>
            <p:cNvPr id="114" name="矩形 113"/>
            <p:cNvSpPr/>
            <p:nvPr>
              <p:custDataLst>
                <p:tags r:id="rId7"/>
              </p:custDataLst>
            </p:nvPr>
          </p:nvSpPr>
          <p:spPr>
            <a:xfrm>
              <a:off x="4777740" y="5028315"/>
              <a:ext cx="2636521" cy="427990"/>
            </a:xfrm>
            <a:prstGeom prst="rect">
              <a:avLst/>
            </a:prstGeom>
            <a:solidFill>
              <a:schemeClr val="accent1">
                <a:lumMod val="20000"/>
                <a:lumOff val="80000"/>
                <a:alpha val="5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思源黑体 CN Bold" panose="020B0800000000000000" pitchFamily="34" charset="-122"/>
                  <a:ea typeface="思源黑体 CN Bold" panose="020B0800000000000000" pitchFamily="34" charset="-122"/>
                  <a:cs typeface="宋体" panose="02010600030101010101" pitchFamily="2" charset="-122"/>
                </a:rPr>
                <a:t>设计、组织和实施能力</a:t>
              </a:r>
            </a:p>
          </p:txBody>
        </p:sp>
        <p:sp>
          <p:nvSpPr>
            <p:cNvPr id="115" name="加号 114"/>
            <p:cNvSpPr/>
            <p:nvPr/>
          </p:nvSpPr>
          <p:spPr>
            <a:xfrm>
              <a:off x="5962918" y="3964080"/>
              <a:ext cx="323850" cy="350520"/>
            </a:xfrm>
            <a:prstGeom prst="mathPlu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116" name="右中括号 115"/>
            <p:cNvSpPr/>
            <p:nvPr/>
          </p:nvSpPr>
          <p:spPr>
            <a:xfrm rot="5400000">
              <a:off x="6050598" y="3179855"/>
              <a:ext cx="90805" cy="2636520"/>
            </a:xfrm>
            <a:prstGeom prst="rightBracket">
              <a:avLst>
                <a:gd name="adj" fmla="val 197478"/>
              </a:avLst>
            </a:prstGeom>
            <a:noFill/>
            <a:ln>
              <a:solidFill>
                <a:schemeClr val="accent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118" name="箭头: 右 117"/>
            <p:cNvSpPr/>
            <p:nvPr/>
          </p:nvSpPr>
          <p:spPr>
            <a:xfrm rot="5400000">
              <a:off x="5885316" y="4621195"/>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3949018" y="3811396"/>
            <a:ext cx="4293964" cy="0"/>
            <a:chOff x="3949018" y="3811396"/>
            <a:chExt cx="4293964" cy="0"/>
          </a:xfrm>
        </p:grpSpPr>
        <p:cxnSp>
          <p:nvCxnSpPr>
            <p:cNvPr id="45" name="直接连接符 44"/>
            <p:cNvCxnSpPr>
              <a:stCxn id="3" idx="3"/>
              <a:endCxn id="28" idx="1"/>
            </p:cNvCxnSpPr>
            <p:nvPr/>
          </p:nvCxnSpPr>
          <p:spPr>
            <a:xfrm>
              <a:off x="3949018" y="3811396"/>
              <a:ext cx="689544" cy="0"/>
            </a:xfrm>
            <a:prstGeom prst="line">
              <a:avLst/>
            </a:prstGeom>
            <a:ln>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7553438" y="3811396"/>
              <a:ext cx="689544" cy="0"/>
            </a:xfrm>
            <a:prstGeom prst="line">
              <a:avLst/>
            </a:prstGeom>
            <a:ln>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anim calcmode="lin" valueType="num">
                                      <p:cBhvr>
                                        <p:cTn id="8" dur="500" fill="hold"/>
                                        <p:tgtEl>
                                          <p:spTgt spid="24"/>
                                        </p:tgtEl>
                                        <p:attrNameLst>
                                          <p:attrName>ppt_x</p:attrName>
                                        </p:attrNameLst>
                                      </p:cBhvr>
                                      <p:tavLst>
                                        <p:tav tm="0">
                                          <p:val>
                                            <p:strVal val="#ppt_x"/>
                                          </p:val>
                                        </p:tav>
                                        <p:tav tm="100000">
                                          <p:val>
                                            <p:strVal val="#ppt_x"/>
                                          </p:val>
                                        </p:tav>
                                      </p:tavLst>
                                    </p:anim>
                                    <p:anim calcmode="lin" valueType="num">
                                      <p:cBhvr>
                                        <p:cTn id="9"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anim calcmode="lin" valueType="num">
                                      <p:cBhvr>
                                        <p:cTn id="15" dur="500" fill="hold"/>
                                        <p:tgtEl>
                                          <p:spTgt spid="25"/>
                                        </p:tgtEl>
                                        <p:attrNameLst>
                                          <p:attrName>ppt_x</p:attrName>
                                        </p:attrNameLst>
                                      </p:cBhvr>
                                      <p:tavLst>
                                        <p:tav tm="0">
                                          <p:val>
                                            <p:strVal val="#ppt_x"/>
                                          </p:val>
                                        </p:tav>
                                        <p:tav tm="100000">
                                          <p:val>
                                            <p:strVal val="#ppt_x"/>
                                          </p:val>
                                        </p:tav>
                                      </p:tavLst>
                                    </p:anim>
                                    <p:anim calcmode="lin" valueType="num">
                                      <p:cBhvr>
                                        <p:cTn id="16"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anim calcmode="lin" valueType="num">
                                      <p:cBhvr>
                                        <p:cTn id="22" dur="500" fill="hold"/>
                                        <p:tgtEl>
                                          <p:spTgt spid="26"/>
                                        </p:tgtEl>
                                        <p:attrNameLst>
                                          <p:attrName>ppt_x</p:attrName>
                                        </p:attrNameLst>
                                      </p:cBhvr>
                                      <p:tavLst>
                                        <p:tav tm="0">
                                          <p:val>
                                            <p:strVal val="#ppt_x"/>
                                          </p:val>
                                        </p:tav>
                                        <p:tav tm="100000">
                                          <p:val>
                                            <p:strVal val="#ppt_x"/>
                                          </p:val>
                                        </p:tav>
                                      </p:tavLst>
                                    </p:anim>
                                    <p:anim calcmode="lin" valueType="num">
                                      <p:cBhvr>
                                        <p:cTn id="23"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barn(inVertical)">
                                      <p:cBhvr>
                                        <p:cTn id="2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学习效果评价</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59"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数据分析</a:t>
            </a:r>
          </a:p>
        </p:txBody>
      </p:sp>
      <p:cxnSp>
        <p:nvCxnSpPr>
          <p:cNvPr id="60" name="直接连接符 59"/>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4" name="组合 13"/>
          <p:cNvGrpSpPr/>
          <p:nvPr/>
        </p:nvGrpSpPr>
        <p:grpSpPr>
          <a:xfrm>
            <a:off x="442913" y="948268"/>
            <a:ext cx="11327480" cy="3915829"/>
            <a:chOff x="442913" y="948268"/>
            <a:chExt cx="11327480" cy="3915829"/>
          </a:xfrm>
        </p:grpSpPr>
        <p:sp>
          <p:nvSpPr>
            <p:cNvPr id="65" name="剪去对角的矩形 7"/>
            <p:cNvSpPr/>
            <p:nvPr>
              <p:custDataLst>
                <p:tags r:id="rId11"/>
              </p:custDataLst>
            </p:nvPr>
          </p:nvSpPr>
          <p:spPr>
            <a:xfrm>
              <a:off x="442913" y="1298573"/>
              <a:ext cx="952500" cy="1021080"/>
            </a:xfrm>
            <a:prstGeom prst="snip2DiagRect">
              <a:avLst/>
            </a:prstGeom>
            <a:solidFill>
              <a:schemeClr val="accent1"/>
            </a:solidFill>
            <a:ln>
              <a:noFill/>
            </a:ln>
            <a:effectLst>
              <a:outerShdw blurRad="50800" dist="38100" dir="8100000" algn="tr" rotWithShape="0">
                <a:prstClr val="black">
                  <a:alpha val="40000"/>
                </a:prstClr>
              </a:outerShdw>
            </a:effectLst>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rPr>
                <a:t>认知层面</a:t>
              </a:r>
              <a:endParaRPr lang="zh-CN" altLang="en-US" dirty="0">
                <a:solidFill>
                  <a:schemeClr val="bg1"/>
                </a:solidFill>
              </a:endParaRPr>
            </a:p>
          </p:txBody>
        </p:sp>
        <p:sp>
          <p:nvSpPr>
            <p:cNvPr id="66" name="剪去对角的矩形 9"/>
            <p:cNvSpPr/>
            <p:nvPr>
              <p:custDataLst>
                <p:tags r:id="rId12"/>
              </p:custDataLst>
            </p:nvPr>
          </p:nvSpPr>
          <p:spPr>
            <a:xfrm>
              <a:off x="442913" y="2491103"/>
              <a:ext cx="952500" cy="1021080"/>
            </a:xfrm>
            <a:prstGeom prst="snip2DiagRect">
              <a:avLst/>
            </a:prstGeom>
            <a:solidFill>
              <a:schemeClr val="accent2"/>
            </a:solidFill>
            <a:ln>
              <a:noFill/>
            </a:ln>
            <a:effectLst>
              <a:outerShdw blurRad="50800" dist="38100" dir="8100000" algn="tr" rotWithShape="0">
                <a:prstClr val="black">
                  <a:alpha val="40000"/>
                </a:prstClr>
              </a:outerShdw>
            </a:effectLst>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rPr>
                <a:t>情感层面</a:t>
              </a:r>
              <a:endParaRPr lang="zh-CN" altLang="en-US" dirty="0">
                <a:solidFill>
                  <a:schemeClr val="bg1"/>
                </a:solidFill>
              </a:endParaRPr>
            </a:p>
          </p:txBody>
        </p:sp>
        <p:sp>
          <p:nvSpPr>
            <p:cNvPr id="67" name="剪去对角的矩形 11"/>
            <p:cNvSpPr/>
            <p:nvPr>
              <p:custDataLst>
                <p:tags r:id="rId13"/>
              </p:custDataLst>
            </p:nvPr>
          </p:nvSpPr>
          <p:spPr>
            <a:xfrm>
              <a:off x="442913" y="3698873"/>
              <a:ext cx="952500" cy="1021080"/>
            </a:xfrm>
            <a:prstGeom prst="snip2DiagRect">
              <a:avLst/>
            </a:prstGeom>
            <a:solidFill>
              <a:schemeClr val="accent4"/>
            </a:solidFill>
            <a:ln>
              <a:noFill/>
            </a:ln>
            <a:effectLst>
              <a:outerShdw blurRad="50800" dist="38100" dir="8100000" algn="tr" rotWithShape="0">
                <a:prstClr val="black">
                  <a:alpha val="40000"/>
                </a:prstClr>
              </a:outerShdw>
            </a:effectLst>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rPr>
                <a:t>行为层面</a:t>
              </a:r>
              <a:endParaRPr lang="zh-CN" altLang="en-US" dirty="0">
                <a:solidFill>
                  <a:schemeClr val="bg1"/>
                </a:solidFill>
              </a:endParaRPr>
            </a:p>
          </p:txBody>
        </p:sp>
        <p:sp>
          <p:nvSpPr>
            <p:cNvPr id="88" name="矩形 87"/>
            <p:cNvSpPr/>
            <p:nvPr/>
          </p:nvSpPr>
          <p:spPr>
            <a:xfrm>
              <a:off x="1256350" y="948268"/>
              <a:ext cx="9679301" cy="3915829"/>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剪去对角的矩形 7"/>
            <p:cNvSpPr/>
            <p:nvPr>
              <p:custDataLst>
                <p:tags r:id="rId14"/>
              </p:custDataLst>
            </p:nvPr>
          </p:nvSpPr>
          <p:spPr>
            <a:xfrm flipH="1">
              <a:off x="10817893" y="3698873"/>
              <a:ext cx="952500" cy="1021080"/>
            </a:xfrm>
            <a:prstGeom prst="snip2DiagRect">
              <a:avLst/>
            </a:prstGeom>
            <a:solidFill>
              <a:schemeClr val="accent1"/>
            </a:solidFill>
            <a:ln>
              <a:noFill/>
            </a:ln>
            <a:effectLst>
              <a:outerShdw blurRad="50800" dist="38100" dir="8100000" algn="tr" rotWithShape="0">
                <a:prstClr val="black">
                  <a:alpha val="40000"/>
                </a:prstClr>
              </a:outerShdw>
            </a:effectLst>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形成评价</a:t>
              </a:r>
            </a:p>
          </p:txBody>
        </p:sp>
        <p:sp>
          <p:nvSpPr>
            <p:cNvPr id="95" name="剪去对角的矩形 9"/>
            <p:cNvSpPr/>
            <p:nvPr>
              <p:custDataLst>
                <p:tags r:id="rId15"/>
              </p:custDataLst>
            </p:nvPr>
          </p:nvSpPr>
          <p:spPr>
            <a:xfrm flipH="1">
              <a:off x="10817893" y="2506343"/>
              <a:ext cx="952500" cy="1021080"/>
            </a:xfrm>
            <a:prstGeom prst="snip2DiagRect">
              <a:avLst/>
            </a:prstGeom>
            <a:solidFill>
              <a:schemeClr val="accent2"/>
            </a:solidFill>
            <a:ln>
              <a:noFill/>
            </a:ln>
            <a:effectLst>
              <a:outerShdw blurRad="50800" dist="38100" dir="8100000" algn="tr" rotWithShape="0">
                <a:prstClr val="black">
                  <a:alpha val="40000"/>
                </a:prstClr>
              </a:outerShdw>
            </a:effectLst>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rPr>
                <a:t>定性评价</a:t>
              </a:r>
              <a:endParaRPr lang="zh-CN" altLang="en-US" dirty="0">
                <a:solidFill>
                  <a:schemeClr val="bg1"/>
                </a:solidFill>
              </a:endParaRPr>
            </a:p>
          </p:txBody>
        </p:sp>
        <p:sp>
          <p:nvSpPr>
            <p:cNvPr id="96" name="剪去对角的矩形 11"/>
            <p:cNvSpPr/>
            <p:nvPr>
              <p:custDataLst>
                <p:tags r:id="rId16"/>
              </p:custDataLst>
            </p:nvPr>
          </p:nvSpPr>
          <p:spPr>
            <a:xfrm flipH="1">
              <a:off x="10817893" y="1298573"/>
              <a:ext cx="952500" cy="1021080"/>
            </a:xfrm>
            <a:prstGeom prst="snip2DiagRect">
              <a:avLst/>
            </a:prstGeom>
            <a:solidFill>
              <a:schemeClr val="accent4"/>
            </a:solidFill>
            <a:ln>
              <a:noFill/>
            </a:ln>
            <a:effectLst>
              <a:outerShdw blurRad="50800" dist="38100" dir="8100000" algn="tr" rotWithShape="0">
                <a:prstClr val="black">
                  <a:alpha val="40000"/>
                </a:prstClr>
              </a:outerShdw>
            </a:effectLst>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rPr>
                <a:t>定量评价</a:t>
              </a:r>
              <a:endParaRPr lang="zh-CN" altLang="en-US" dirty="0">
                <a:solidFill>
                  <a:schemeClr val="bg1"/>
                </a:solidFill>
              </a:endParaRPr>
            </a:p>
          </p:txBody>
        </p:sp>
      </p:grpSp>
      <p:grpSp>
        <p:nvGrpSpPr>
          <p:cNvPr id="19" name="组合 18"/>
          <p:cNvGrpSpPr/>
          <p:nvPr/>
        </p:nvGrpSpPr>
        <p:grpSpPr>
          <a:xfrm>
            <a:off x="1421288" y="1137239"/>
            <a:ext cx="9349424" cy="3545884"/>
            <a:chOff x="1421288" y="1137239"/>
            <a:chExt cx="9349424" cy="3545884"/>
          </a:xfrm>
        </p:grpSpPr>
        <p:grpSp>
          <p:nvGrpSpPr>
            <p:cNvPr id="17" name="组合 16"/>
            <p:cNvGrpSpPr/>
            <p:nvPr/>
          </p:nvGrpSpPr>
          <p:grpSpPr>
            <a:xfrm>
              <a:off x="1421288" y="1137239"/>
              <a:ext cx="1188562" cy="3545884"/>
              <a:chOff x="1421288" y="1137239"/>
              <a:chExt cx="1188562" cy="3545884"/>
            </a:xfrm>
          </p:grpSpPr>
          <p:sp>
            <p:nvSpPr>
              <p:cNvPr id="4" name="矩形: 圆角 3"/>
              <p:cNvSpPr/>
              <p:nvPr/>
            </p:nvSpPr>
            <p:spPr>
              <a:xfrm>
                <a:off x="1421288" y="1137239"/>
                <a:ext cx="1188562" cy="412160"/>
              </a:xfrm>
              <a:prstGeom prst="round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圆角 97"/>
              <p:cNvSpPr/>
              <p:nvPr/>
            </p:nvSpPr>
            <p:spPr>
              <a:xfrm>
                <a:off x="1421288" y="1763984"/>
                <a:ext cx="1188562" cy="412160"/>
              </a:xfrm>
              <a:prstGeom prst="round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圆角 98"/>
              <p:cNvSpPr/>
              <p:nvPr/>
            </p:nvSpPr>
            <p:spPr>
              <a:xfrm>
                <a:off x="1421288" y="2390729"/>
                <a:ext cx="1188562" cy="412160"/>
              </a:xfrm>
              <a:prstGeom prst="roundRect">
                <a:avLst/>
              </a:pr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圆角 99"/>
              <p:cNvSpPr/>
              <p:nvPr/>
            </p:nvSpPr>
            <p:spPr>
              <a:xfrm>
                <a:off x="1421288" y="3017474"/>
                <a:ext cx="1188562" cy="412160"/>
              </a:xfrm>
              <a:prstGeom prst="roundRect">
                <a:avLst/>
              </a:pr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圆角 100"/>
              <p:cNvSpPr/>
              <p:nvPr/>
            </p:nvSpPr>
            <p:spPr>
              <a:xfrm>
                <a:off x="1421288" y="3644219"/>
                <a:ext cx="1188562" cy="412160"/>
              </a:xfrm>
              <a:prstGeom prst="roundRect">
                <a:avLst/>
              </a:prstGeom>
              <a:solidFill>
                <a:schemeClr val="accent4">
                  <a:alpha val="10000"/>
                </a:schemeClr>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圆角 101"/>
              <p:cNvSpPr/>
              <p:nvPr/>
            </p:nvSpPr>
            <p:spPr>
              <a:xfrm>
                <a:off x="1421288" y="4270963"/>
                <a:ext cx="1188562" cy="412160"/>
              </a:xfrm>
              <a:prstGeom prst="roundRect">
                <a:avLst/>
              </a:prstGeom>
              <a:solidFill>
                <a:schemeClr val="accent4">
                  <a:alpha val="10000"/>
                </a:schemeClr>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文本框 103"/>
              <p:cNvSpPr txBox="1"/>
              <p:nvPr/>
            </p:nvSpPr>
            <p:spPr>
              <a:xfrm>
                <a:off x="1461571" y="1158653"/>
                <a:ext cx="1107996" cy="369332"/>
              </a:xfrm>
              <a:prstGeom prst="rect">
                <a:avLst/>
              </a:prstGeom>
              <a:noFill/>
            </p:spPr>
            <p:txBody>
              <a:bodyPr wrap="none">
                <a:spAutoFit/>
              </a:bodyPr>
              <a:lstStyle/>
              <a:p>
                <a:r>
                  <a:rPr lang="zh-CN" altLang="en-US" dirty="0"/>
                  <a:t>理论知识</a:t>
                </a:r>
              </a:p>
            </p:txBody>
          </p:sp>
          <p:sp>
            <p:nvSpPr>
              <p:cNvPr id="105" name="文本框 104"/>
              <p:cNvSpPr txBox="1"/>
              <p:nvPr/>
            </p:nvSpPr>
            <p:spPr>
              <a:xfrm>
                <a:off x="1461571" y="1785398"/>
                <a:ext cx="1107996" cy="369332"/>
              </a:xfrm>
              <a:prstGeom prst="rect">
                <a:avLst/>
              </a:prstGeom>
              <a:noFill/>
            </p:spPr>
            <p:txBody>
              <a:bodyPr wrap="none">
                <a:spAutoFit/>
              </a:bodyPr>
              <a:lstStyle/>
              <a:p>
                <a:r>
                  <a:rPr lang="zh-CN" altLang="en-US"/>
                  <a:t>掌握程度</a:t>
                </a:r>
                <a:endParaRPr lang="zh-CN" altLang="en-US" dirty="0"/>
              </a:p>
            </p:txBody>
          </p:sp>
          <p:sp>
            <p:nvSpPr>
              <p:cNvPr id="106" name="文本框 105"/>
              <p:cNvSpPr txBox="1"/>
              <p:nvPr/>
            </p:nvSpPr>
            <p:spPr>
              <a:xfrm>
                <a:off x="1461571" y="2412143"/>
                <a:ext cx="1107996" cy="369332"/>
              </a:xfrm>
              <a:prstGeom prst="rect">
                <a:avLst/>
              </a:prstGeom>
              <a:noFill/>
            </p:spPr>
            <p:txBody>
              <a:bodyPr wrap="none">
                <a:spAutoFit/>
              </a:bodyPr>
              <a:lstStyle/>
              <a:p>
                <a:r>
                  <a:rPr lang="zh-CN" altLang="en-US"/>
                  <a:t>问卷调查</a:t>
                </a:r>
                <a:endParaRPr lang="zh-CN" altLang="en-US" dirty="0"/>
              </a:p>
            </p:txBody>
          </p:sp>
          <p:sp>
            <p:nvSpPr>
              <p:cNvPr id="107" name="文本框 106"/>
              <p:cNvSpPr txBox="1"/>
              <p:nvPr/>
            </p:nvSpPr>
            <p:spPr>
              <a:xfrm>
                <a:off x="1461571" y="3038888"/>
                <a:ext cx="1107996" cy="369332"/>
              </a:xfrm>
              <a:prstGeom prst="rect">
                <a:avLst/>
              </a:prstGeom>
              <a:noFill/>
            </p:spPr>
            <p:txBody>
              <a:bodyPr wrap="none">
                <a:spAutoFit/>
              </a:bodyPr>
              <a:lstStyle/>
              <a:p>
                <a:r>
                  <a:rPr lang="zh-CN" altLang="en-US"/>
                  <a:t>情感态度</a:t>
                </a:r>
                <a:endParaRPr lang="zh-CN" altLang="en-US" dirty="0"/>
              </a:p>
            </p:txBody>
          </p:sp>
          <p:sp>
            <p:nvSpPr>
              <p:cNvPr id="108" name="文本框 107"/>
              <p:cNvSpPr txBox="1"/>
              <p:nvPr/>
            </p:nvSpPr>
            <p:spPr>
              <a:xfrm>
                <a:off x="1461571" y="3665633"/>
                <a:ext cx="1107996" cy="369332"/>
              </a:xfrm>
              <a:prstGeom prst="rect">
                <a:avLst/>
              </a:prstGeom>
              <a:noFill/>
            </p:spPr>
            <p:txBody>
              <a:bodyPr wrap="none">
                <a:spAutoFit/>
              </a:bodyPr>
              <a:lstStyle/>
              <a:p>
                <a:r>
                  <a:rPr lang="zh-CN" altLang="en-US"/>
                  <a:t>爱国实践</a:t>
                </a:r>
                <a:endParaRPr lang="zh-CN" altLang="en-US" dirty="0"/>
              </a:p>
            </p:txBody>
          </p:sp>
          <p:sp>
            <p:nvSpPr>
              <p:cNvPr id="109" name="文本框 108"/>
              <p:cNvSpPr txBox="1"/>
              <p:nvPr/>
            </p:nvSpPr>
            <p:spPr>
              <a:xfrm>
                <a:off x="1461571" y="4292377"/>
                <a:ext cx="1107996" cy="369332"/>
              </a:xfrm>
              <a:prstGeom prst="rect">
                <a:avLst/>
              </a:prstGeom>
              <a:noFill/>
            </p:spPr>
            <p:txBody>
              <a:bodyPr wrap="none">
                <a:spAutoFit/>
              </a:bodyPr>
              <a:lstStyle/>
              <a:p>
                <a:r>
                  <a:rPr lang="zh-CN" altLang="en-US"/>
                  <a:t>志愿服务</a:t>
                </a:r>
                <a:endParaRPr lang="zh-CN" altLang="en-US" dirty="0"/>
              </a:p>
            </p:txBody>
          </p:sp>
        </p:grpSp>
        <p:grpSp>
          <p:nvGrpSpPr>
            <p:cNvPr id="16" name="组合 15"/>
            <p:cNvGrpSpPr/>
            <p:nvPr/>
          </p:nvGrpSpPr>
          <p:grpSpPr>
            <a:xfrm>
              <a:off x="9582150" y="1137239"/>
              <a:ext cx="1188562" cy="3545884"/>
              <a:chOff x="9582150" y="1137239"/>
              <a:chExt cx="1188562" cy="3545884"/>
            </a:xfrm>
          </p:grpSpPr>
          <p:sp>
            <p:nvSpPr>
              <p:cNvPr id="110" name="矩形: 圆角 109"/>
              <p:cNvSpPr/>
              <p:nvPr/>
            </p:nvSpPr>
            <p:spPr>
              <a:xfrm>
                <a:off x="9582150" y="1137239"/>
                <a:ext cx="1188562" cy="412160"/>
              </a:xfrm>
              <a:prstGeom prst="round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圆角 110"/>
              <p:cNvSpPr/>
              <p:nvPr/>
            </p:nvSpPr>
            <p:spPr>
              <a:xfrm>
                <a:off x="9582150" y="1763984"/>
                <a:ext cx="1188562" cy="412160"/>
              </a:xfrm>
              <a:prstGeom prst="round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圆角 111"/>
              <p:cNvSpPr/>
              <p:nvPr/>
            </p:nvSpPr>
            <p:spPr>
              <a:xfrm>
                <a:off x="9582150" y="2390729"/>
                <a:ext cx="1188562" cy="412160"/>
              </a:xfrm>
              <a:prstGeom prst="roundRect">
                <a:avLst/>
              </a:pr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矩形: 圆角 112"/>
              <p:cNvSpPr/>
              <p:nvPr/>
            </p:nvSpPr>
            <p:spPr>
              <a:xfrm>
                <a:off x="9582150" y="3017474"/>
                <a:ext cx="1188562" cy="412160"/>
              </a:xfrm>
              <a:prstGeom prst="roundRect">
                <a:avLst/>
              </a:pr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圆角 113"/>
              <p:cNvSpPr/>
              <p:nvPr/>
            </p:nvSpPr>
            <p:spPr>
              <a:xfrm>
                <a:off x="9582150" y="3644219"/>
                <a:ext cx="1188562" cy="412160"/>
              </a:xfrm>
              <a:prstGeom prst="roundRect">
                <a:avLst/>
              </a:prstGeom>
              <a:solidFill>
                <a:schemeClr val="accent4">
                  <a:alpha val="10000"/>
                </a:schemeClr>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圆角 114"/>
              <p:cNvSpPr/>
              <p:nvPr/>
            </p:nvSpPr>
            <p:spPr>
              <a:xfrm>
                <a:off x="9582150" y="4270963"/>
                <a:ext cx="1188562" cy="412160"/>
              </a:xfrm>
              <a:prstGeom prst="roundRect">
                <a:avLst/>
              </a:prstGeom>
              <a:solidFill>
                <a:schemeClr val="accent4">
                  <a:alpha val="10000"/>
                </a:schemeClr>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文本框 115"/>
              <p:cNvSpPr txBox="1"/>
              <p:nvPr/>
            </p:nvSpPr>
            <p:spPr>
              <a:xfrm>
                <a:off x="9622433" y="1158653"/>
                <a:ext cx="1107996" cy="369332"/>
              </a:xfrm>
              <a:prstGeom prst="rect">
                <a:avLst/>
              </a:prstGeom>
              <a:noFill/>
            </p:spPr>
            <p:txBody>
              <a:bodyPr wrap="none">
                <a:spAutoFit/>
              </a:bodyPr>
              <a:lstStyle/>
              <a:p>
                <a:r>
                  <a:rPr lang="zh-CN" altLang="en-US"/>
                  <a:t>测试成绩</a:t>
                </a:r>
                <a:endParaRPr lang="zh-CN" altLang="en-US" dirty="0"/>
              </a:p>
            </p:txBody>
          </p:sp>
          <p:sp>
            <p:nvSpPr>
              <p:cNvPr id="117" name="文本框 116"/>
              <p:cNvSpPr txBox="1"/>
              <p:nvPr/>
            </p:nvSpPr>
            <p:spPr>
              <a:xfrm>
                <a:off x="9622433" y="1785398"/>
                <a:ext cx="1107996" cy="369332"/>
              </a:xfrm>
              <a:prstGeom prst="rect">
                <a:avLst/>
              </a:prstGeom>
              <a:noFill/>
            </p:spPr>
            <p:txBody>
              <a:bodyPr wrap="none">
                <a:spAutoFit/>
              </a:bodyPr>
              <a:lstStyle/>
              <a:p>
                <a:r>
                  <a:rPr lang="zh-CN" altLang="en-US"/>
                  <a:t>量化分析</a:t>
                </a:r>
                <a:endParaRPr lang="zh-CN" altLang="en-US" dirty="0"/>
              </a:p>
            </p:txBody>
          </p:sp>
          <p:sp>
            <p:nvSpPr>
              <p:cNvPr id="118" name="文本框 117"/>
              <p:cNvSpPr txBox="1"/>
              <p:nvPr/>
            </p:nvSpPr>
            <p:spPr>
              <a:xfrm>
                <a:off x="9622433" y="2412143"/>
                <a:ext cx="1107996" cy="369332"/>
              </a:xfrm>
              <a:prstGeom prst="rect">
                <a:avLst/>
              </a:prstGeom>
              <a:noFill/>
            </p:spPr>
            <p:txBody>
              <a:bodyPr wrap="none">
                <a:spAutoFit/>
              </a:bodyPr>
              <a:lstStyle/>
              <a:p>
                <a:r>
                  <a:rPr lang="zh-CN" altLang="en-US"/>
                  <a:t>课堂观察</a:t>
                </a:r>
                <a:endParaRPr lang="zh-CN" altLang="en-US" dirty="0"/>
              </a:p>
            </p:txBody>
          </p:sp>
          <p:sp>
            <p:nvSpPr>
              <p:cNvPr id="119" name="文本框 118"/>
              <p:cNvSpPr txBox="1"/>
              <p:nvPr/>
            </p:nvSpPr>
            <p:spPr>
              <a:xfrm>
                <a:off x="9622433" y="3038888"/>
                <a:ext cx="1107996" cy="369332"/>
              </a:xfrm>
              <a:prstGeom prst="rect">
                <a:avLst/>
              </a:prstGeom>
              <a:noFill/>
            </p:spPr>
            <p:txBody>
              <a:bodyPr wrap="none">
                <a:spAutoFit/>
              </a:bodyPr>
              <a:lstStyle/>
              <a:p>
                <a:r>
                  <a:rPr lang="zh-CN" altLang="en-US"/>
                  <a:t>作品分析</a:t>
                </a:r>
                <a:endParaRPr lang="zh-CN" altLang="en-US" dirty="0"/>
              </a:p>
            </p:txBody>
          </p:sp>
          <p:sp>
            <p:nvSpPr>
              <p:cNvPr id="120" name="文本框 119"/>
              <p:cNvSpPr txBox="1"/>
              <p:nvPr/>
            </p:nvSpPr>
            <p:spPr>
              <a:xfrm>
                <a:off x="9622433" y="3665633"/>
                <a:ext cx="1107996" cy="369332"/>
              </a:xfrm>
              <a:prstGeom prst="rect">
                <a:avLst/>
              </a:prstGeom>
              <a:noFill/>
            </p:spPr>
            <p:txBody>
              <a:bodyPr wrap="none">
                <a:spAutoFit/>
              </a:bodyPr>
              <a:lstStyle/>
              <a:p>
                <a:r>
                  <a:rPr lang="zh-CN" altLang="en-US"/>
                  <a:t>作业评价</a:t>
                </a:r>
                <a:endParaRPr lang="zh-CN" altLang="en-US" dirty="0"/>
              </a:p>
            </p:txBody>
          </p:sp>
          <p:sp>
            <p:nvSpPr>
              <p:cNvPr id="121" name="文本框 120"/>
              <p:cNvSpPr txBox="1"/>
              <p:nvPr/>
            </p:nvSpPr>
            <p:spPr>
              <a:xfrm>
                <a:off x="9622433" y="4292377"/>
                <a:ext cx="1107996" cy="369332"/>
              </a:xfrm>
              <a:prstGeom prst="rect">
                <a:avLst/>
              </a:prstGeom>
              <a:noFill/>
            </p:spPr>
            <p:txBody>
              <a:bodyPr wrap="none">
                <a:spAutoFit/>
              </a:bodyPr>
              <a:lstStyle/>
              <a:p>
                <a:r>
                  <a:rPr lang="zh-CN" altLang="en-US" dirty="0"/>
                  <a:t>阶段测试</a:t>
                </a:r>
              </a:p>
            </p:txBody>
          </p:sp>
        </p:grpSp>
      </p:grpSp>
      <p:grpSp>
        <p:nvGrpSpPr>
          <p:cNvPr id="15" name="组合 14"/>
          <p:cNvGrpSpPr/>
          <p:nvPr/>
        </p:nvGrpSpPr>
        <p:grpSpPr>
          <a:xfrm>
            <a:off x="2926746" y="1137239"/>
            <a:ext cx="6342306" cy="3545884"/>
            <a:chOff x="2926746" y="1137239"/>
            <a:chExt cx="6342306" cy="3545884"/>
          </a:xfrm>
        </p:grpSpPr>
        <p:sp>
          <p:nvSpPr>
            <p:cNvPr id="5" name="矩形 4"/>
            <p:cNvSpPr/>
            <p:nvPr/>
          </p:nvSpPr>
          <p:spPr>
            <a:xfrm>
              <a:off x="3132931" y="1336673"/>
              <a:ext cx="5926138" cy="3167062"/>
            </a:xfrm>
            <a:prstGeom prst="rect">
              <a:avLst/>
            </a:prstGeom>
            <a:solidFill>
              <a:schemeClr val="accent4">
                <a:lumMod val="20000"/>
                <a:lumOff val="80000"/>
                <a:alpha val="50000"/>
              </a:schemeClr>
            </a:solidFill>
            <a:ln>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圆角 121"/>
            <p:cNvSpPr/>
            <p:nvPr/>
          </p:nvSpPr>
          <p:spPr>
            <a:xfrm>
              <a:off x="3605920" y="1137239"/>
              <a:ext cx="1548004" cy="412161"/>
            </a:xfrm>
            <a:prstGeom prst="roundRect">
              <a:avLst>
                <a:gd name="adj" fmla="val 50000"/>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文本框 122"/>
            <p:cNvSpPr txBox="1"/>
            <p:nvPr/>
          </p:nvSpPr>
          <p:spPr>
            <a:xfrm>
              <a:off x="3774628" y="1143264"/>
              <a:ext cx="1210588" cy="400110"/>
            </a:xfrm>
            <a:prstGeom prst="rect">
              <a:avLst/>
            </a:prstGeom>
            <a:noFill/>
          </p:spPr>
          <p:txBody>
            <a:bodyPr wrap="none">
              <a:spAutoFit/>
            </a:bodyPr>
            <a:lstStyle/>
            <a:p>
              <a:pPr algn="ctr"/>
              <a:r>
                <a:rPr lang="zh-CN" altLang="en-US" sz="2000" dirty="0">
                  <a:solidFill>
                    <a:schemeClr val="bg1"/>
                  </a:solidFill>
                </a:rPr>
                <a:t>得分情况</a:t>
              </a:r>
            </a:p>
          </p:txBody>
        </p:sp>
        <p:sp>
          <p:nvSpPr>
            <p:cNvPr id="124" name="矩形: 圆角 123"/>
            <p:cNvSpPr/>
            <p:nvPr/>
          </p:nvSpPr>
          <p:spPr>
            <a:xfrm>
              <a:off x="7038076" y="1137239"/>
              <a:ext cx="1548004" cy="412161"/>
            </a:xfrm>
            <a:prstGeom prst="roundRect">
              <a:avLst>
                <a:gd name="adj" fmla="val 50000"/>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文本框 124"/>
            <p:cNvSpPr txBox="1"/>
            <p:nvPr/>
          </p:nvSpPr>
          <p:spPr>
            <a:xfrm>
              <a:off x="7206784" y="1143264"/>
              <a:ext cx="1210588" cy="400110"/>
            </a:xfrm>
            <a:prstGeom prst="rect">
              <a:avLst/>
            </a:prstGeom>
            <a:noFill/>
          </p:spPr>
          <p:txBody>
            <a:bodyPr wrap="none">
              <a:spAutoFit/>
            </a:bodyPr>
            <a:lstStyle/>
            <a:p>
              <a:pPr algn="ctr"/>
              <a:r>
                <a:rPr lang="zh-CN" altLang="en-US" sz="2000" dirty="0">
                  <a:solidFill>
                    <a:schemeClr val="bg1"/>
                  </a:solidFill>
                </a:rPr>
                <a:t>数据分析</a:t>
              </a:r>
            </a:p>
          </p:txBody>
        </p:sp>
        <p:sp>
          <p:nvSpPr>
            <p:cNvPr id="126" name="文本框 125"/>
            <p:cNvSpPr txBox="1"/>
            <p:nvPr/>
          </p:nvSpPr>
          <p:spPr>
            <a:xfrm>
              <a:off x="5234226" y="1143264"/>
              <a:ext cx="1723549" cy="400110"/>
            </a:xfrm>
            <a:prstGeom prst="rect">
              <a:avLst/>
            </a:prstGeom>
            <a:noFill/>
          </p:spPr>
          <p:txBody>
            <a:bodyPr wrap="none">
              <a:spAutoFit/>
            </a:bodyPr>
            <a:lstStyle/>
            <a:p>
              <a:r>
                <a:rPr lang="zh-CN" altLang="en-US" sz="2000">
                  <a:solidFill>
                    <a:srgbClr val="C00000"/>
                  </a:solidFill>
                </a:rPr>
                <a:t>“三爱统一”</a:t>
              </a:r>
              <a:endParaRPr lang="zh-CN" altLang="en-US" sz="2000" dirty="0">
                <a:solidFill>
                  <a:srgbClr val="C00000"/>
                </a:solidFill>
              </a:endParaRPr>
            </a:p>
          </p:txBody>
        </p:sp>
        <p:sp>
          <p:nvSpPr>
            <p:cNvPr id="127" name="矩形: 圆角 126"/>
            <p:cNvSpPr/>
            <p:nvPr/>
          </p:nvSpPr>
          <p:spPr>
            <a:xfrm rot="5400000">
              <a:off x="2358825" y="2638137"/>
              <a:ext cx="1548004" cy="412161"/>
            </a:xfrm>
            <a:prstGeom prst="roundRect">
              <a:avLst>
                <a:gd name="adj" fmla="val 50000"/>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文本框 128"/>
            <p:cNvSpPr txBox="1"/>
            <p:nvPr/>
          </p:nvSpPr>
          <p:spPr>
            <a:xfrm>
              <a:off x="2960153" y="2182498"/>
              <a:ext cx="345348" cy="1323439"/>
            </a:xfrm>
            <a:prstGeom prst="rect">
              <a:avLst/>
            </a:prstGeom>
            <a:noFill/>
          </p:spPr>
          <p:txBody>
            <a:bodyPr wrap="square">
              <a:spAutoFit/>
            </a:bodyPr>
            <a:lstStyle/>
            <a:p>
              <a:pPr algn="ctr"/>
              <a:r>
                <a:rPr lang="zh-CN" altLang="en-US" sz="2000" dirty="0">
                  <a:solidFill>
                    <a:schemeClr val="accent1"/>
                  </a:solidFill>
                </a:rPr>
                <a:t>国家认同</a:t>
              </a:r>
            </a:p>
          </p:txBody>
        </p:sp>
        <p:sp>
          <p:nvSpPr>
            <p:cNvPr id="131" name="矩形: 圆角 130"/>
            <p:cNvSpPr/>
            <p:nvPr/>
          </p:nvSpPr>
          <p:spPr>
            <a:xfrm>
              <a:off x="3605920" y="4270962"/>
              <a:ext cx="1548004" cy="412161"/>
            </a:xfrm>
            <a:prstGeom prst="roundRect">
              <a:avLst>
                <a:gd name="adj" fmla="val 50000"/>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文本框 131"/>
            <p:cNvSpPr txBox="1"/>
            <p:nvPr/>
          </p:nvSpPr>
          <p:spPr>
            <a:xfrm>
              <a:off x="3774628" y="4276987"/>
              <a:ext cx="1210588" cy="400110"/>
            </a:xfrm>
            <a:prstGeom prst="rect">
              <a:avLst/>
            </a:prstGeom>
            <a:noFill/>
          </p:spPr>
          <p:txBody>
            <a:bodyPr wrap="none">
              <a:spAutoFit/>
            </a:bodyPr>
            <a:lstStyle/>
            <a:p>
              <a:pPr algn="ctr"/>
              <a:r>
                <a:rPr lang="zh-CN" altLang="en-US" sz="2000">
                  <a:solidFill>
                    <a:schemeClr val="bg1"/>
                  </a:solidFill>
                </a:rPr>
                <a:t>整体水平</a:t>
              </a:r>
              <a:endParaRPr lang="zh-CN" altLang="en-US" sz="2000" dirty="0">
                <a:solidFill>
                  <a:schemeClr val="bg1"/>
                </a:solidFill>
              </a:endParaRPr>
            </a:p>
          </p:txBody>
        </p:sp>
        <p:sp>
          <p:nvSpPr>
            <p:cNvPr id="133" name="矩形: 圆角 132"/>
            <p:cNvSpPr/>
            <p:nvPr/>
          </p:nvSpPr>
          <p:spPr>
            <a:xfrm>
              <a:off x="7038076" y="4270962"/>
              <a:ext cx="1548004" cy="412161"/>
            </a:xfrm>
            <a:prstGeom prst="roundRect">
              <a:avLst>
                <a:gd name="adj" fmla="val 50000"/>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文本框 133"/>
            <p:cNvSpPr txBox="1"/>
            <p:nvPr/>
          </p:nvSpPr>
          <p:spPr>
            <a:xfrm>
              <a:off x="7206784" y="4276987"/>
              <a:ext cx="1210588" cy="400110"/>
            </a:xfrm>
            <a:prstGeom prst="rect">
              <a:avLst/>
            </a:prstGeom>
            <a:noFill/>
          </p:spPr>
          <p:txBody>
            <a:bodyPr wrap="none">
              <a:spAutoFit/>
            </a:bodyPr>
            <a:lstStyle/>
            <a:p>
              <a:pPr algn="ctr"/>
              <a:r>
                <a:rPr lang="zh-CN" altLang="en-US" sz="2000" dirty="0">
                  <a:solidFill>
                    <a:schemeClr val="bg1"/>
                  </a:solidFill>
                </a:rPr>
                <a:t>变化趋势</a:t>
              </a:r>
            </a:p>
          </p:txBody>
        </p:sp>
        <p:sp>
          <p:nvSpPr>
            <p:cNvPr id="135" name="文本框 134"/>
            <p:cNvSpPr txBox="1"/>
            <p:nvPr/>
          </p:nvSpPr>
          <p:spPr>
            <a:xfrm>
              <a:off x="5490706" y="4276987"/>
              <a:ext cx="1210588" cy="400110"/>
            </a:xfrm>
            <a:prstGeom prst="rect">
              <a:avLst/>
            </a:prstGeom>
            <a:noFill/>
          </p:spPr>
          <p:txBody>
            <a:bodyPr wrap="none">
              <a:spAutoFit/>
            </a:bodyPr>
            <a:lstStyle/>
            <a:p>
              <a:pPr algn="ctr"/>
              <a:r>
                <a:rPr lang="zh-CN" altLang="en-US" sz="2000">
                  <a:solidFill>
                    <a:srgbClr val="C00000"/>
                  </a:solidFill>
                </a:rPr>
                <a:t>志愿服务</a:t>
              </a:r>
              <a:endParaRPr lang="zh-CN" altLang="en-US" sz="2000" dirty="0">
                <a:solidFill>
                  <a:srgbClr val="C00000"/>
                </a:solidFill>
              </a:endParaRPr>
            </a:p>
          </p:txBody>
        </p:sp>
        <p:sp>
          <p:nvSpPr>
            <p:cNvPr id="140" name="矩形: 圆角 139"/>
            <p:cNvSpPr/>
            <p:nvPr/>
          </p:nvSpPr>
          <p:spPr>
            <a:xfrm rot="5400000">
              <a:off x="8288970" y="2638137"/>
              <a:ext cx="1548004" cy="412161"/>
            </a:xfrm>
            <a:prstGeom prst="roundRect">
              <a:avLst>
                <a:gd name="adj" fmla="val 50000"/>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文本框 140"/>
            <p:cNvSpPr txBox="1"/>
            <p:nvPr/>
          </p:nvSpPr>
          <p:spPr>
            <a:xfrm>
              <a:off x="8890298" y="2182498"/>
              <a:ext cx="345348" cy="1323439"/>
            </a:xfrm>
            <a:prstGeom prst="rect">
              <a:avLst/>
            </a:prstGeom>
            <a:noFill/>
          </p:spPr>
          <p:txBody>
            <a:bodyPr wrap="square">
              <a:spAutoFit/>
            </a:bodyPr>
            <a:lstStyle/>
            <a:p>
              <a:pPr algn="ctr"/>
              <a:r>
                <a:rPr lang="zh-CN" altLang="en-US" sz="2000" dirty="0">
                  <a:solidFill>
                    <a:schemeClr val="accent1"/>
                  </a:solidFill>
                </a:rPr>
                <a:t>民族自豪</a:t>
              </a:r>
            </a:p>
          </p:txBody>
        </p:sp>
        <p:pic>
          <p:nvPicPr>
            <p:cNvPr id="4098" name="Picture 2"/>
            <p:cNvPicPr>
              <a:picLocks noChangeAspect="1" noChangeArrowheads="1"/>
            </p:cNvPicPr>
            <p:nvPr/>
          </p:nvPicPr>
          <p:blipFill>
            <a:blip r:embed="rId18">
              <a:extLst>
                <a:ext uri="{28A0092B-C50C-407E-A947-70E740481C1C}">
                  <a14:useLocalDpi xmlns:a14="http://schemas.microsoft.com/office/drawing/2010/main" val="0"/>
                </a:ext>
              </a:extLst>
            </a:blip>
            <a:srcRect l="11362" r="11362"/>
            <a:stretch>
              <a:fillRect/>
            </a:stretch>
          </p:blipFill>
          <p:spPr bwMode="auto">
            <a:xfrm>
              <a:off x="3528576" y="1733809"/>
              <a:ext cx="2425381" cy="235274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p:cNvPicPr>
              <a:picLocks noChangeAspect="1" noChangeArrowheads="1"/>
            </p:cNvPicPr>
            <p:nvPr/>
          </p:nvPicPr>
          <p:blipFill>
            <a:blip r:embed="rId19">
              <a:extLst>
                <a:ext uri="{28A0092B-C50C-407E-A947-70E740481C1C}">
                  <a14:useLocalDpi xmlns:a14="http://schemas.microsoft.com/office/drawing/2010/main" val="0"/>
                </a:ext>
              </a:extLst>
            </a:blip>
            <a:srcRect l="11362" r="11362"/>
            <a:stretch>
              <a:fillRect/>
            </a:stretch>
          </p:blipFill>
          <p:spPr bwMode="auto">
            <a:xfrm>
              <a:off x="6238044" y="1733809"/>
              <a:ext cx="2425381" cy="235274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组合 17"/>
          <p:cNvGrpSpPr/>
          <p:nvPr/>
        </p:nvGrpSpPr>
        <p:grpSpPr>
          <a:xfrm>
            <a:off x="482600" y="5091039"/>
            <a:ext cx="11209063" cy="1398660"/>
            <a:chOff x="482600" y="5091039"/>
            <a:chExt cx="11209063" cy="1398660"/>
          </a:xfrm>
        </p:grpSpPr>
        <p:sp>
          <p:nvSpPr>
            <p:cNvPr id="142" name="矩形 141"/>
            <p:cNvSpPr/>
            <p:nvPr/>
          </p:nvSpPr>
          <p:spPr>
            <a:xfrm>
              <a:off x="482600" y="5091039"/>
              <a:ext cx="11209063" cy="1398660"/>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燕尾形 112"/>
            <p:cNvSpPr/>
            <p:nvPr>
              <p:custDataLst>
                <p:tags r:id="rId1"/>
              </p:custDataLst>
            </p:nvPr>
          </p:nvSpPr>
          <p:spPr>
            <a:xfrm>
              <a:off x="624673" y="5809038"/>
              <a:ext cx="1612200" cy="546735"/>
            </a:xfrm>
            <a:prstGeom prst="roundRect">
              <a:avLst>
                <a:gd name="adj" fmla="val 0"/>
              </a:avLst>
            </a:prstGeom>
            <a:gradFill>
              <a:gsLst>
                <a:gs pos="100000">
                  <a:schemeClr val="accent1">
                    <a:alpha val="30000"/>
                  </a:schemeClr>
                </a:gs>
                <a:gs pos="0">
                  <a:schemeClr val="accent1">
                    <a:alpha val="0"/>
                  </a:schemeClr>
                </a:gs>
                <a:gs pos="100000">
                  <a:schemeClr val="accent1">
                    <a:lumMod val="85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b" anchorCtr="0" forceAA="0" compatLnSpc="1">
              <a:noAutofit/>
            </a:bodyPr>
            <a:lstStyle/>
            <a:p>
              <a:pPr algn="ctr" rtl="0" eaLnBrk="1" fontAlgn="auto" latinLnBrk="0" hangingPunct="1">
                <a:lnSpc>
                  <a:spcPct val="120000"/>
                </a:lnSpc>
              </a:pPr>
              <a:r>
                <a:rPr lang="zh-CN" altLang="en-US"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马克思主义理论基础的平均得分率为</a:t>
              </a:r>
              <a:r>
                <a:rPr lang="en-US" altLang="zh-CN" sz="105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75%</a:t>
              </a:r>
            </a:p>
          </p:txBody>
        </p:sp>
        <p:sp>
          <p:nvSpPr>
            <p:cNvPr id="153" name="流程图: 过程 123"/>
            <p:cNvSpPr/>
            <p:nvPr/>
          </p:nvSpPr>
          <p:spPr>
            <a:xfrm>
              <a:off x="624673" y="5224965"/>
              <a:ext cx="1612200" cy="278701"/>
            </a:xfrm>
            <a:prstGeom prst="flowChartProcess">
              <a:avLst/>
            </a:prstGeom>
            <a:noFill/>
            <a:ln w="6667">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140" tIns="49140" rIns="49140" bIns="49140" numCol="1" spcCol="0" rtlCol="0" fromWordArt="0" anchor="ctr" anchorCtr="0" forceAA="0" compatLnSpc="1">
              <a:noAutofit/>
            </a:bodyPr>
            <a:lstStyle/>
            <a:p>
              <a:pPr algn="ctr" rtl="0" eaLnBrk="1" fontAlgn="auto" latinLnBrk="0" hangingPunct="1"/>
              <a:r>
                <a:rPr lang="zh-CN" altLang="en-US"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动态反馈     改进机制</a:t>
              </a:r>
              <a:endParaRPr lang="en-US" altLang="zh-CN"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58" name="圆角矩形 6"/>
            <p:cNvSpPr/>
            <p:nvPr>
              <p:custDataLst>
                <p:tags r:id="rId2"/>
              </p:custDataLst>
            </p:nvPr>
          </p:nvSpPr>
          <p:spPr>
            <a:xfrm>
              <a:off x="760022" y="5638350"/>
              <a:ext cx="1341501" cy="248031"/>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96012" tIns="48006" rIns="96012" bIns="48006" rtlCol="0" anchor="ctr" anchorCtr="0"/>
            <a:lstStyle/>
            <a:p>
              <a:pPr algn="ctr">
                <a:lnSpc>
                  <a:spcPct val="100000"/>
                </a:lnSpc>
              </a:pPr>
              <a:r>
                <a:rPr lang="zh-CN" altLang="en-US" sz="1260" kern="10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单元测试</a:t>
              </a:r>
              <a:endParaRPr lang="en-US" altLang="zh-CN" sz="1260" kern="100" dirty="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61" name="右箭头 25"/>
            <p:cNvSpPr/>
            <p:nvPr/>
          </p:nvSpPr>
          <p:spPr>
            <a:xfrm>
              <a:off x="2335627" y="5866952"/>
              <a:ext cx="261103" cy="430907"/>
            </a:xfrm>
            <a:prstGeom prst="right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4" name="燕尾形 112"/>
            <p:cNvSpPr/>
            <p:nvPr>
              <p:custDataLst>
                <p:tags r:id="rId3"/>
              </p:custDataLst>
            </p:nvPr>
          </p:nvSpPr>
          <p:spPr>
            <a:xfrm>
              <a:off x="2952734" y="5809038"/>
              <a:ext cx="1612200" cy="546735"/>
            </a:xfrm>
            <a:prstGeom prst="roundRect">
              <a:avLst>
                <a:gd name="adj" fmla="val 0"/>
              </a:avLst>
            </a:prstGeom>
            <a:gradFill>
              <a:gsLst>
                <a:gs pos="100000">
                  <a:schemeClr val="accent1">
                    <a:alpha val="30000"/>
                  </a:schemeClr>
                </a:gs>
                <a:gs pos="0">
                  <a:schemeClr val="accent1">
                    <a:alpha val="0"/>
                  </a:schemeClr>
                </a:gs>
                <a:gs pos="100000">
                  <a:schemeClr val="accent1">
                    <a:lumMod val="85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b" anchorCtr="0" forceAA="0" compatLnSpc="1">
              <a:noAutofit/>
            </a:bodyPr>
            <a:lstStyle/>
            <a:p>
              <a:pPr algn="ctr" rtl="0" eaLnBrk="1" fontAlgn="auto" latinLnBrk="0" hangingPunct="1">
                <a:lnSpc>
                  <a:spcPct val="120000"/>
                </a:lnSpc>
              </a:pPr>
              <a:r>
                <a:rPr lang="zh-CN" altLang="en-US"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历史传承与发展内容的平均得分率为</a:t>
              </a:r>
              <a:r>
                <a:rPr lang="en-US" altLang="zh-CN" sz="105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80%</a:t>
              </a:r>
            </a:p>
          </p:txBody>
        </p:sp>
        <p:sp>
          <p:nvSpPr>
            <p:cNvPr id="165" name="流程图: 过程 123"/>
            <p:cNvSpPr/>
            <p:nvPr/>
          </p:nvSpPr>
          <p:spPr>
            <a:xfrm>
              <a:off x="2952734" y="5224965"/>
              <a:ext cx="1612200" cy="278701"/>
            </a:xfrm>
            <a:prstGeom prst="flowChartProcess">
              <a:avLst/>
            </a:prstGeom>
            <a:noFill/>
            <a:ln w="6667">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140" tIns="49140" rIns="49140" bIns="49140" numCol="1" spcCol="0" rtlCol="0" fromWordArt="0" anchor="ctr" anchorCtr="0" forceAA="0" compatLnSpc="1">
              <a:noAutofit/>
            </a:bodyPr>
            <a:lstStyle/>
            <a:p>
              <a:pPr algn="ctr" rtl="0" eaLnBrk="1" fontAlgn="auto" latinLnBrk="0" hangingPunct="1"/>
              <a:r>
                <a:rPr lang="zh-CN" altLang="en-US"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教学过程    教学效果</a:t>
              </a:r>
              <a:endParaRPr lang="en-US" altLang="zh-CN"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66" name="圆角矩形 6"/>
            <p:cNvSpPr/>
            <p:nvPr>
              <p:custDataLst>
                <p:tags r:id="rId4"/>
              </p:custDataLst>
            </p:nvPr>
          </p:nvSpPr>
          <p:spPr>
            <a:xfrm>
              <a:off x="3088083" y="5638350"/>
              <a:ext cx="1341501" cy="248031"/>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96012" tIns="48006" rIns="96012" bIns="48006" rtlCol="0" anchor="ctr" anchorCtr="0"/>
            <a:lstStyle/>
            <a:p>
              <a:pPr algn="ctr">
                <a:lnSpc>
                  <a:spcPct val="100000"/>
                </a:lnSpc>
              </a:pPr>
              <a:r>
                <a:rPr lang="zh-CN" altLang="en-US" sz="1260" kern="10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期末考试</a:t>
              </a:r>
              <a:endParaRPr lang="en-US" altLang="zh-CN" sz="1260" kern="100" dirty="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67" name="右箭头 25"/>
            <p:cNvSpPr/>
            <p:nvPr/>
          </p:nvSpPr>
          <p:spPr>
            <a:xfrm>
              <a:off x="4663688" y="5866952"/>
              <a:ext cx="261103" cy="430907"/>
            </a:xfrm>
            <a:prstGeom prst="right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9" name="燕尾形 112"/>
            <p:cNvSpPr/>
            <p:nvPr>
              <p:custDataLst>
                <p:tags r:id="rId5"/>
              </p:custDataLst>
            </p:nvPr>
          </p:nvSpPr>
          <p:spPr>
            <a:xfrm>
              <a:off x="5280795" y="5809038"/>
              <a:ext cx="1612200" cy="546735"/>
            </a:xfrm>
            <a:prstGeom prst="roundRect">
              <a:avLst>
                <a:gd name="adj" fmla="val 0"/>
              </a:avLst>
            </a:prstGeom>
            <a:gradFill>
              <a:gsLst>
                <a:gs pos="100000">
                  <a:schemeClr val="accent1">
                    <a:alpha val="30000"/>
                  </a:schemeClr>
                </a:gs>
                <a:gs pos="0">
                  <a:schemeClr val="accent1">
                    <a:alpha val="0"/>
                  </a:schemeClr>
                </a:gs>
                <a:gs pos="100000">
                  <a:schemeClr val="accent1">
                    <a:lumMod val="85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b" anchorCtr="0" forceAA="0" compatLnSpc="1">
              <a:noAutofit/>
            </a:bodyPr>
            <a:lstStyle/>
            <a:p>
              <a:pPr algn="ctr" rtl="0" eaLnBrk="1" fontAlgn="auto" latinLnBrk="0" hangingPunct="1">
                <a:lnSpc>
                  <a:spcPct val="120000"/>
                </a:lnSpc>
              </a:pPr>
              <a:r>
                <a:rPr lang="zh-CN" altLang="en-US"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理论创新与发展内容的平均得分率为</a:t>
              </a:r>
              <a:r>
                <a:rPr lang="en-US" altLang="zh-CN" sz="105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70%</a:t>
              </a:r>
            </a:p>
          </p:txBody>
        </p:sp>
        <p:sp>
          <p:nvSpPr>
            <p:cNvPr id="170" name="流程图: 过程 123"/>
            <p:cNvSpPr/>
            <p:nvPr/>
          </p:nvSpPr>
          <p:spPr>
            <a:xfrm>
              <a:off x="5280795" y="5224965"/>
              <a:ext cx="1612200" cy="278701"/>
            </a:xfrm>
            <a:prstGeom prst="flowChartProcess">
              <a:avLst/>
            </a:prstGeom>
            <a:noFill/>
            <a:ln w="6667">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140" tIns="49140" rIns="49140" bIns="49140" numCol="1" spcCol="0" rtlCol="0" fromWordArt="0" anchor="ctr" anchorCtr="0" forceAA="0" compatLnSpc="1">
              <a:noAutofit/>
            </a:bodyPr>
            <a:lstStyle/>
            <a:p>
              <a:pPr algn="ctr" rtl="0" eaLnBrk="1" fontAlgn="auto" latinLnBrk="0" hangingPunct="1"/>
              <a:r>
                <a:rPr lang="zh-CN" altLang="en-US"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问卷调查    访谈数据</a:t>
              </a:r>
              <a:endParaRPr lang="en-US" altLang="zh-CN"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71" name="圆角矩形 6"/>
            <p:cNvSpPr/>
            <p:nvPr>
              <p:custDataLst>
                <p:tags r:id="rId6"/>
              </p:custDataLst>
            </p:nvPr>
          </p:nvSpPr>
          <p:spPr>
            <a:xfrm>
              <a:off x="5416144" y="5638350"/>
              <a:ext cx="1341501" cy="248031"/>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96012" tIns="48006" rIns="96012" bIns="48006" rtlCol="0" anchor="ctr" anchorCtr="0"/>
            <a:lstStyle/>
            <a:p>
              <a:pPr algn="ctr">
                <a:lnSpc>
                  <a:spcPct val="100000"/>
                </a:lnSpc>
              </a:pPr>
              <a:r>
                <a:rPr lang="zh-CN" altLang="en-US" sz="1260" kern="10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实践活动</a:t>
              </a:r>
              <a:endParaRPr lang="en-US" altLang="zh-CN" sz="1260" kern="100" dirty="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72" name="右箭头 25"/>
            <p:cNvSpPr/>
            <p:nvPr/>
          </p:nvSpPr>
          <p:spPr>
            <a:xfrm>
              <a:off x="6991749" y="5866952"/>
              <a:ext cx="261103" cy="430907"/>
            </a:xfrm>
            <a:prstGeom prst="right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4" name="燕尾形 112"/>
            <p:cNvSpPr/>
            <p:nvPr>
              <p:custDataLst>
                <p:tags r:id="rId7"/>
              </p:custDataLst>
            </p:nvPr>
          </p:nvSpPr>
          <p:spPr>
            <a:xfrm>
              <a:off x="7608856" y="5809038"/>
              <a:ext cx="1612200" cy="546735"/>
            </a:xfrm>
            <a:prstGeom prst="roundRect">
              <a:avLst>
                <a:gd name="adj" fmla="val 0"/>
              </a:avLst>
            </a:prstGeom>
            <a:gradFill>
              <a:gsLst>
                <a:gs pos="100000">
                  <a:schemeClr val="accent1">
                    <a:alpha val="30000"/>
                  </a:schemeClr>
                </a:gs>
                <a:gs pos="0">
                  <a:schemeClr val="accent1">
                    <a:alpha val="0"/>
                  </a:schemeClr>
                </a:gs>
                <a:gs pos="100000">
                  <a:schemeClr val="accent1">
                    <a:lumMod val="85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b" anchorCtr="0" forceAA="0" compatLnSpc="1">
              <a:noAutofit/>
            </a:bodyPr>
            <a:lstStyle/>
            <a:p>
              <a:pPr algn="ctr" rtl="0" eaLnBrk="1" fontAlgn="auto" latinLnBrk="0" hangingPunct="1">
                <a:lnSpc>
                  <a:spcPct val="120000"/>
                </a:lnSpc>
              </a:pPr>
              <a:r>
                <a:rPr lang="en-US" altLang="zh-CN" sz="105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80%</a:t>
              </a:r>
              <a:r>
                <a:rPr lang="zh-CN" altLang="en-US"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的学生被评为优秀或良好</a:t>
              </a:r>
              <a:endParaRPr lang="en-US" altLang="zh-CN"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75" name="流程图: 过程 123"/>
            <p:cNvSpPr/>
            <p:nvPr/>
          </p:nvSpPr>
          <p:spPr>
            <a:xfrm>
              <a:off x="7608856" y="5224965"/>
              <a:ext cx="1612200" cy="278701"/>
            </a:xfrm>
            <a:prstGeom prst="flowChartProcess">
              <a:avLst/>
            </a:prstGeom>
            <a:noFill/>
            <a:ln w="6667">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140" tIns="49140" rIns="49140" bIns="49140" numCol="1" spcCol="0" rtlCol="0" fromWordArt="0" anchor="ctr" anchorCtr="0" forceAA="0" compatLnSpc="1">
              <a:noAutofit/>
            </a:bodyPr>
            <a:lstStyle/>
            <a:p>
              <a:pPr algn="ctr" rtl="0" eaLnBrk="1" fontAlgn="auto" latinLnBrk="0" hangingPunct="1"/>
              <a:r>
                <a:rPr lang="zh-CN" altLang="en-US"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活动记录    观察数据</a:t>
              </a:r>
              <a:endParaRPr lang="en-US" altLang="zh-CN"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76" name="圆角矩形 6"/>
            <p:cNvSpPr/>
            <p:nvPr>
              <p:custDataLst>
                <p:tags r:id="rId8"/>
              </p:custDataLst>
            </p:nvPr>
          </p:nvSpPr>
          <p:spPr>
            <a:xfrm>
              <a:off x="7744205" y="5638350"/>
              <a:ext cx="1341501" cy="248031"/>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96012" tIns="48006" rIns="96012" bIns="48006" rtlCol="0" anchor="ctr" anchorCtr="0"/>
            <a:lstStyle/>
            <a:p>
              <a:pPr algn="ctr">
                <a:lnSpc>
                  <a:spcPct val="100000"/>
                </a:lnSpc>
              </a:pPr>
              <a:r>
                <a:rPr lang="zh-CN" altLang="en-US" sz="1260" kern="10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评价体系</a:t>
              </a:r>
              <a:endParaRPr lang="en-US" altLang="zh-CN" sz="1260" kern="100" dirty="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77" name="右箭头 25"/>
            <p:cNvSpPr/>
            <p:nvPr/>
          </p:nvSpPr>
          <p:spPr>
            <a:xfrm>
              <a:off x="9319810" y="5866952"/>
              <a:ext cx="261103" cy="430907"/>
            </a:xfrm>
            <a:prstGeom prst="right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9" name="燕尾形 112"/>
            <p:cNvSpPr/>
            <p:nvPr>
              <p:custDataLst>
                <p:tags r:id="rId9"/>
              </p:custDataLst>
            </p:nvPr>
          </p:nvSpPr>
          <p:spPr>
            <a:xfrm>
              <a:off x="9936915" y="5809038"/>
              <a:ext cx="1612200" cy="546735"/>
            </a:xfrm>
            <a:prstGeom prst="roundRect">
              <a:avLst>
                <a:gd name="adj" fmla="val 0"/>
              </a:avLst>
            </a:prstGeom>
            <a:gradFill>
              <a:gsLst>
                <a:gs pos="100000">
                  <a:schemeClr val="accent1">
                    <a:alpha val="30000"/>
                  </a:schemeClr>
                </a:gs>
                <a:gs pos="0">
                  <a:schemeClr val="accent1">
                    <a:alpha val="0"/>
                  </a:schemeClr>
                </a:gs>
                <a:gs pos="100000">
                  <a:schemeClr val="accent1">
                    <a:lumMod val="85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b" anchorCtr="0" forceAA="0" compatLnSpc="1">
              <a:noAutofit/>
            </a:bodyPr>
            <a:lstStyle/>
            <a:p>
              <a:pPr algn="ctr" rtl="0" eaLnBrk="1" fontAlgn="auto" latinLnBrk="0" hangingPunct="1">
                <a:lnSpc>
                  <a:spcPct val="120000"/>
                </a:lnSpc>
              </a:pPr>
              <a:r>
                <a:rPr lang="en-US" altLang="zh-CN" sz="105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95%</a:t>
              </a:r>
              <a:r>
                <a:rPr lang="zh-CN" altLang="en-US"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的学生对国家认同感和民族自豪感较强</a:t>
              </a:r>
              <a:endParaRPr lang="en-US" altLang="zh-CN"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80" name="流程图: 过程 123"/>
            <p:cNvSpPr/>
            <p:nvPr/>
          </p:nvSpPr>
          <p:spPr>
            <a:xfrm>
              <a:off x="9936915" y="5224965"/>
              <a:ext cx="1612200" cy="278701"/>
            </a:xfrm>
            <a:prstGeom prst="flowChartProcess">
              <a:avLst/>
            </a:prstGeom>
            <a:noFill/>
            <a:ln w="6667">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140" tIns="49140" rIns="49140" bIns="49140" numCol="1" spcCol="0" rtlCol="0" fromWordArt="0" anchor="ctr" anchorCtr="0" forceAA="0" compatLnSpc="1">
              <a:noAutofit/>
            </a:bodyPr>
            <a:lstStyle/>
            <a:p>
              <a:pPr algn="ctr" rtl="0" eaLnBrk="1" fontAlgn="auto" latinLnBrk="0" hangingPunct="1"/>
              <a:r>
                <a:rPr lang="zh-CN" altLang="en-US"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志愿服务    次数时长</a:t>
              </a:r>
              <a:endParaRPr lang="en-US" altLang="zh-CN"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81" name="圆角矩形 6"/>
            <p:cNvSpPr/>
            <p:nvPr>
              <p:custDataLst>
                <p:tags r:id="rId10"/>
              </p:custDataLst>
            </p:nvPr>
          </p:nvSpPr>
          <p:spPr>
            <a:xfrm>
              <a:off x="10072264" y="5638350"/>
              <a:ext cx="1341501" cy="248031"/>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96012" tIns="48006" rIns="96012" bIns="48006" rtlCol="0" anchor="ctr" anchorCtr="0"/>
            <a:lstStyle/>
            <a:p>
              <a:pPr algn="ctr">
                <a:lnSpc>
                  <a:spcPct val="100000"/>
                </a:lnSpc>
              </a:pPr>
              <a:r>
                <a:rPr lang="zh-CN" altLang="en-US" sz="1260" kern="10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情感态度</a:t>
              </a:r>
              <a:endParaRPr lang="en-US" altLang="zh-CN" sz="1260" kern="100" dirty="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inVertic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500" fill="hold"/>
                                        <p:tgtEl>
                                          <p:spTgt spid="18"/>
                                        </p:tgtEl>
                                        <p:attrNameLst>
                                          <p:attrName>ppt_x</p:attrName>
                                        </p:attrNameLst>
                                      </p:cBhvr>
                                      <p:tavLst>
                                        <p:tav tm="0">
                                          <p:val>
                                            <p:strVal val="#ppt_x"/>
                                          </p:val>
                                        </p:tav>
                                        <p:tav tm="100000">
                                          <p:val>
                                            <p:strVal val="#ppt_x"/>
                                          </p:val>
                                        </p:tav>
                                      </p:tavLst>
                                    </p:anim>
                                    <p:anim calcmode="lin" valueType="num">
                                      <p:cBhvr additive="base">
                                        <p:cTn id="2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6" name="组合 355"/>
          <p:cNvGrpSpPr/>
          <p:nvPr/>
        </p:nvGrpSpPr>
        <p:grpSpPr>
          <a:xfrm>
            <a:off x="482600" y="927532"/>
            <a:ext cx="11214100" cy="4626906"/>
            <a:chOff x="482600" y="927532"/>
            <a:chExt cx="11214100" cy="4626906"/>
          </a:xfrm>
        </p:grpSpPr>
        <p:sp>
          <p:nvSpPr>
            <p:cNvPr id="801" name="矩形 800"/>
            <p:cNvSpPr/>
            <p:nvPr/>
          </p:nvSpPr>
          <p:spPr>
            <a:xfrm>
              <a:off x="482600" y="927532"/>
              <a:ext cx="11214100" cy="4626906"/>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55" name="组合 354"/>
            <p:cNvGrpSpPr/>
            <p:nvPr/>
          </p:nvGrpSpPr>
          <p:grpSpPr>
            <a:xfrm>
              <a:off x="741596" y="1224773"/>
              <a:ext cx="10812603" cy="4019597"/>
              <a:chOff x="741596" y="1224773"/>
              <a:chExt cx="10812603" cy="4019597"/>
            </a:xfrm>
          </p:grpSpPr>
          <p:sp>
            <p:nvSpPr>
              <p:cNvPr id="34" name="矩形: 圆角 33"/>
              <p:cNvSpPr/>
              <p:nvPr>
                <p:custDataLst>
                  <p:tags r:id="rId15"/>
                </p:custDataLst>
              </p:nvPr>
            </p:nvSpPr>
            <p:spPr>
              <a:xfrm>
                <a:off x="741596" y="2717728"/>
                <a:ext cx="954225" cy="954225"/>
              </a:xfrm>
              <a:prstGeom prst="roundRect">
                <a:avLst>
                  <a:gd name="adj" fmla="val 5300"/>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5" name="矩形: 圆角 34"/>
              <p:cNvSpPr/>
              <p:nvPr>
                <p:custDataLst>
                  <p:tags r:id="rId16"/>
                </p:custDataLst>
              </p:nvPr>
            </p:nvSpPr>
            <p:spPr>
              <a:xfrm>
                <a:off x="741596" y="4290145"/>
                <a:ext cx="954225" cy="954225"/>
              </a:xfrm>
              <a:prstGeom prst="roundRect">
                <a:avLst>
                  <a:gd name="adj" fmla="val 5300"/>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6" name="矩形: 圆角 35"/>
              <p:cNvSpPr/>
              <p:nvPr>
                <p:custDataLst>
                  <p:tags r:id="rId17"/>
                </p:custDataLst>
              </p:nvPr>
            </p:nvSpPr>
            <p:spPr>
              <a:xfrm>
                <a:off x="741596" y="1224773"/>
                <a:ext cx="954225" cy="954225"/>
              </a:xfrm>
              <a:prstGeom prst="roundRect">
                <a:avLst>
                  <a:gd name="adj" fmla="val 5256"/>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7" name="文本框 36"/>
              <p:cNvSpPr txBox="1"/>
              <p:nvPr>
                <p:custDataLst>
                  <p:tags r:id="rId18"/>
                </p:custDataLst>
              </p:nvPr>
            </p:nvSpPr>
            <p:spPr>
              <a:xfrm>
                <a:off x="991723" y="4990454"/>
                <a:ext cx="453970" cy="253916"/>
              </a:xfrm>
              <a:prstGeom prst="rect">
                <a:avLst/>
              </a:prstGeom>
              <a:noFill/>
            </p:spPr>
            <p:txBody>
              <a:bodyPr wrap="none">
                <a:spAutoFit/>
              </a:bodyPr>
              <a:lstStyle>
                <a:defPPr>
                  <a:defRPr lang="zh-CN"/>
                </a:defPPr>
                <a:lvl1pPr algn="ctr">
                  <a:defRPr sz="1050">
                    <a:latin typeface="思源黑体 CN Bold" panose="020B0800000000000000" pitchFamily="34" charset="-122"/>
                    <a:ea typeface="思源黑体 CN Bold" panose="020B0800000000000000" pitchFamily="34" charset="-122"/>
                    <a:cs typeface="阿里巴巴普惠体" panose="00020600040101010101" pitchFamily="18" charset="-122"/>
                  </a:defRPr>
                </a:lvl1pPr>
              </a:lstStyle>
              <a:p>
                <a:r>
                  <a:rPr lang="zh-CN" altLang="en-US"/>
                  <a:t>改进</a:t>
                </a:r>
                <a:endParaRPr lang="zh-CN" altLang="en-US" dirty="0"/>
              </a:p>
            </p:txBody>
          </p:sp>
          <p:sp>
            <p:nvSpPr>
              <p:cNvPr id="38" name="文本框 37"/>
              <p:cNvSpPr txBox="1"/>
              <p:nvPr>
                <p:custDataLst>
                  <p:tags r:id="rId19"/>
                </p:custDataLst>
              </p:nvPr>
            </p:nvSpPr>
            <p:spPr>
              <a:xfrm>
                <a:off x="991723" y="3418037"/>
                <a:ext cx="453970" cy="253916"/>
              </a:xfrm>
              <a:prstGeom prst="rect">
                <a:avLst/>
              </a:prstGeom>
              <a:noFill/>
            </p:spPr>
            <p:txBody>
              <a:bodyPr wrap="none">
                <a:spAutoFit/>
              </a:bodyPr>
              <a:lstStyle>
                <a:defPPr>
                  <a:defRPr lang="zh-CN"/>
                </a:defPPr>
                <a:lvl1pPr algn="ctr">
                  <a:defRPr sz="1050">
                    <a:latin typeface="思源黑体 CN Bold" panose="020B0800000000000000" pitchFamily="34" charset="-122"/>
                    <a:ea typeface="思源黑体 CN Bold" panose="020B0800000000000000" pitchFamily="34" charset="-122"/>
                    <a:cs typeface="阿里巴巴普惠体" panose="00020600040101010101" pitchFamily="18" charset="-122"/>
                  </a:defRPr>
                </a:lvl1pPr>
              </a:lstStyle>
              <a:p>
                <a:r>
                  <a:rPr lang="zh-CN" altLang="en-US"/>
                  <a:t>评估</a:t>
                </a:r>
                <a:endParaRPr lang="zh-CN" altLang="en-US" dirty="0"/>
              </a:p>
            </p:txBody>
          </p:sp>
          <p:sp>
            <p:nvSpPr>
              <p:cNvPr id="39" name="文本框 38"/>
              <p:cNvSpPr txBox="1"/>
              <p:nvPr>
                <p:custDataLst>
                  <p:tags r:id="rId20"/>
                </p:custDataLst>
              </p:nvPr>
            </p:nvSpPr>
            <p:spPr>
              <a:xfrm>
                <a:off x="991723" y="1925122"/>
                <a:ext cx="453970" cy="253916"/>
              </a:xfrm>
              <a:prstGeom prst="rect">
                <a:avLst/>
              </a:prstGeom>
              <a:noFill/>
            </p:spPr>
            <p:txBody>
              <a:bodyPr wrap="none">
                <a:spAutoFit/>
              </a:bodyPr>
              <a:lstStyle/>
              <a:p>
                <a:pPr algn="ctr"/>
                <a:r>
                  <a:rPr lang="zh-CN" altLang="en-US" sz="1050">
                    <a:latin typeface="思源黑体 CN Bold" panose="020B0800000000000000" pitchFamily="34" charset="-122"/>
                    <a:ea typeface="思源黑体 CN Bold" panose="020B0800000000000000" pitchFamily="34" charset="-122"/>
                    <a:cs typeface="阿里巴巴普惠体" panose="00020600040101010101" pitchFamily="18" charset="-122"/>
                  </a:rPr>
                  <a:t>实践</a:t>
                </a:r>
                <a:endParaRPr lang="zh-CN" altLang="en-US" sz="1050" dirty="0">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grpSp>
            <p:nvGrpSpPr>
              <p:cNvPr id="41" name="组合 4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1"/>
                </p:custDataLst>
              </p:nvPr>
            </p:nvGrpSpPr>
            <p:grpSpPr>
              <a:xfrm>
                <a:off x="860790" y="1303562"/>
                <a:ext cx="715837" cy="578461"/>
                <a:chOff x="2824958" y="786189"/>
                <a:chExt cx="6542084" cy="5285622"/>
              </a:xfrm>
            </p:grpSpPr>
            <p:sp>
              <p:nvSpPr>
                <p:cNvPr id="42" name="íşļiḓê"/>
                <p:cNvSpPr/>
                <p:nvPr>
                  <p:custDataLst>
                    <p:tags r:id="rId248"/>
                  </p:custDataLst>
                </p:nvPr>
              </p:nvSpPr>
              <p:spPr bwMode="auto">
                <a:xfrm>
                  <a:off x="4855370" y="786189"/>
                  <a:ext cx="4511672" cy="4123571"/>
                </a:xfrm>
                <a:custGeom>
                  <a:avLst/>
                  <a:gdLst>
                    <a:gd name="T0" fmla="*/ 1255 w 3041"/>
                    <a:gd name="T1" fmla="*/ 140 h 2783"/>
                    <a:gd name="T2" fmla="*/ 1186 w 3041"/>
                    <a:gd name="T3" fmla="*/ 266 h 2783"/>
                    <a:gd name="T4" fmla="*/ 1095 w 3041"/>
                    <a:gd name="T5" fmla="*/ 578 h 2783"/>
                    <a:gd name="T6" fmla="*/ 940 w 3041"/>
                    <a:gd name="T7" fmla="*/ 1023 h 2783"/>
                    <a:gd name="T8" fmla="*/ 645 w 3041"/>
                    <a:gd name="T9" fmla="*/ 1390 h 2783"/>
                    <a:gd name="T10" fmla="*/ 251 w 3041"/>
                    <a:gd name="T11" fmla="*/ 1798 h 2783"/>
                    <a:gd name="T12" fmla="*/ 2 w 3041"/>
                    <a:gd name="T13" fmla="*/ 2245 h 2783"/>
                    <a:gd name="T14" fmla="*/ 240 w 3041"/>
                    <a:gd name="T15" fmla="*/ 2610 h 2783"/>
                    <a:gd name="T16" fmla="*/ 671 w 3041"/>
                    <a:gd name="T17" fmla="*/ 2751 h 2783"/>
                    <a:gd name="T18" fmla="*/ 899 w 3041"/>
                    <a:gd name="T19" fmla="*/ 2756 h 2783"/>
                    <a:gd name="T20" fmla="*/ 1122 w 3041"/>
                    <a:gd name="T21" fmla="*/ 2594 h 2783"/>
                    <a:gd name="T22" fmla="*/ 1605 w 3041"/>
                    <a:gd name="T23" fmla="*/ 2602 h 2783"/>
                    <a:gd name="T24" fmla="*/ 2083 w 3041"/>
                    <a:gd name="T25" fmla="*/ 2576 h 2783"/>
                    <a:gd name="T26" fmla="*/ 2274 w 3041"/>
                    <a:gd name="T27" fmla="*/ 1898 h 2783"/>
                    <a:gd name="T28" fmla="*/ 2718 w 3041"/>
                    <a:gd name="T29" fmla="*/ 1385 h 2783"/>
                    <a:gd name="T30" fmla="*/ 2454 w 3041"/>
                    <a:gd name="T31" fmla="*/ 221 h 2783"/>
                    <a:gd name="T32" fmla="*/ 2006 w 3041"/>
                    <a:gd name="T33" fmla="*/ 141 h 2783"/>
                    <a:gd name="T34" fmla="*/ 1255 w 3041"/>
                    <a:gd name="T35" fmla="*/ 140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41" h="2783">
                      <a:moveTo>
                        <a:pt x="1255" y="140"/>
                      </a:moveTo>
                      <a:cubicBezTo>
                        <a:pt x="1218" y="171"/>
                        <a:pt x="1201" y="219"/>
                        <a:pt x="1186" y="266"/>
                      </a:cubicBezTo>
                      <a:cubicBezTo>
                        <a:pt x="1154" y="369"/>
                        <a:pt x="1123" y="473"/>
                        <a:pt x="1095" y="578"/>
                      </a:cubicBezTo>
                      <a:cubicBezTo>
                        <a:pt x="1053" y="730"/>
                        <a:pt x="1016" y="885"/>
                        <a:pt x="940" y="1023"/>
                      </a:cubicBezTo>
                      <a:cubicBezTo>
                        <a:pt x="864" y="1162"/>
                        <a:pt x="754" y="1276"/>
                        <a:pt x="645" y="1390"/>
                      </a:cubicBezTo>
                      <a:cubicBezTo>
                        <a:pt x="251" y="1798"/>
                        <a:pt x="251" y="1798"/>
                        <a:pt x="251" y="1798"/>
                      </a:cubicBezTo>
                      <a:cubicBezTo>
                        <a:pt x="129" y="1924"/>
                        <a:pt x="0" y="2069"/>
                        <a:pt x="2" y="2245"/>
                      </a:cubicBezTo>
                      <a:cubicBezTo>
                        <a:pt x="4" y="2397"/>
                        <a:pt x="110" y="2531"/>
                        <a:pt x="240" y="2610"/>
                      </a:cubicBezTo>
                      <a:cubicBezTo>
                        <a:pt x="370" y="2688"/>
                        <a:pt x="522" y="2721"/>
                        <a:pt x="671" y="2751"/>
                      </a:cubicBezTo>
                      <a:cubicBezTo>
                        <a:pt x="746" y="2767"/>
                        <a:pt x="827" y="2783"/>
                        <a:pt x="899" y="2756"/>
                      </a:cubicBezTo>
                      <a:cubicBezTo>
                        <a:pt x="986" y="2725"/>
                        <a:pt x="1043" y="2641"/>
                        <a:pt x="1122" y="2594"/>
                      </a:cubicBezTo>
                      <a:cubicBezTo>
                        <a:pt x="1265" y="2510"/>
                        <a:pt x="1445" y="2557"/>
                        <a:pt x="1605" y="2602"/>
                      </a:cubicBezTo>
                      <a:cubicBezTo>
                        <a:pt x="1765" y="2646"/>
                        <a:pt x="1953" y="2680"/>
                        <a:pt x="2083" y="2576"/>
                      </a:cubicBezTo>
                      <a:cubicBezTo>
                        <a:pt x="2271" y="2426"/>
                        <a:pt x="2190" y="2124"/>
                        <a:pt x="2274" y="1898"/>
                      </a:cubicBezTo>
                      <a:cubicBezTo>
                        <a:pt x="2353" y="1684"/>
                        <a:pt x="2574" y="1561"/>
                        <a:pt x="2718" y="1385"/>
                      </a:cubicBezTo>
                      <a:cubicBezTo>
                        <a:pt x="3041" y="990"/>
                        <a:pt x="2900" y="442"/>
                        <a:pt x="2454" y="221"/>
                      </a:cubicBezTo>
                      <a:cubicBezTo>
                        <a:pt x="2308" y="149"/>
                        <a:pt x="2164" y="152"/>
                        <a:pt x="2006" y="141"/>
                      </a:cubicBezTo>
                      <a:cubicBezTo>
                        <a:pt x="1808" y="127"/>
                        <a:pt x="1425" y="0"/>
                        <a:pt x="1255" y="140"/>
                      </a:cubicBezTo>
                    </a:path>
                  </a:pathLst>
                </a:custGeom>
                <a:solidFill>
                  <a:srgbClr val="4285F4">
                    <a:alpha val="10000"/>
                  </a:srgbClr>
                </a:solidFill>
                <a:ln>
                  <a:noFill/>
                </a:ln>
              </p:spPr>
              <p:txBody>
                <a:bodyPr anchor="ctr"/>
                <a:lstStyle/>
                <a:p>
                  <a:pPr algn="ctr"/>
                  <a:endParaRPr sz="2000"/>
                </a:p>
              </p:txBody>
            </p:sp>
            <p:sp>
              <p:nvSpPr>
                <p:cNvPr id="43" name="íšḷïḑé"/>
                <p:cNvSpPr/>
                <p:nvPr>
                  <p:custDataLst>
                    <p:tags r:id="rId249"/>
                  </p:custDataLst>
                </p:nvPr>
              </p:nvSpPr>
              <p:spPr bwMode="auto">
                <a:xfrm>
                  <a:off x="2824958" y="993398"/>
                  <a:ext cx="1924050" cy="3122613"/>
                </a:xfrm>
                <a:custGeom>
                  <a:avLst/>
                  <a:gdLst>
                    <a:gd name="T0" fmla="*/ 187 w 1201"/>
                    <a:gd name="T1" fmla="*/ 3 h 1952"/>
                    <a:gd name="T2" fmla="*/ 363 w 1201"/>
                    <a:gd name="T3" fmla="*/ 1212 h 1952"/>
                    <a:gd name="T4" fmla="*/ 797 w 1201"/>
                    <a:gd name="T5" fmla="*/ 1952 h 1952"/>
                    <a:gd name="T6" fmla="*/ 854 w 1201"/>
                    <a:gd name="T7" fmla="*/ 1849 h 1952"/>
                    <a:gd name="T8" fmla="*/ 837 w 1201"/>
                    <a:gd name="T9" fmla="*/ 1816 h 1952"/>
                    <a:gd name="T10" fmla="*/ 605 w 1201"/>
                    <a:gd name="T11" fmla="*/ 1112 h 1952"/>
                    <a:gd name="T12" fmla="*/ 189 w 1201"/>
                    <a:gd name="T13" fmla="*/ 7 h 1952"/>
                    <a:gd name="T14" fmla="*/ 187 w 1201"/>
                    <a:gd name="T15" fmla="*/ 3 h 1952"/>
                    <a:gd name="T16" fmla="*/ 190 w 1201"/>
                    <a:gd name="T17" fmla="*/ 1 h 1952"/>
                    <a:gd name="T18" fmla="*/ 609 w 1201"/>
                    <a:gd name="T19" fmla="*/ 1111 h 1952"/>
                    <a:gd name="T20" fmla="*/ 773 w 1201"/>
                    <a:gd name="T21" fmla="*/ 1665 h 1952"/>
                    <a:gd name="T22" fmla="*/ 856 w 1201"/>
                    <a:gd name="T23" fmla="*/ 1845 h 1952"/>
                    <a:gd name="T24" fmla="*/ 897 w 1201"/>
                    <a:gd name="T25" fmla="*/ 1772 h 1952"/>
                    <a:gd name="T26" fmla="*/ 918 w 1201"/>
                    <a:gd name="T27" fmla="*/ 1693 h 1952"/>
                    <a:gd name="T28" fmla="*/ 916 w 1201"/>
                    <a:gd name="T29" fmla="*/ 1661 h 1952"/>
                    <a:gd name="T30" fmla="*/ 927 w 1201"/>
                    <a:gd name="T31" fmla="*/ 1006 h 1952"/>
                    <a:gd name="T32" fmla="*/ 190 w 1201"/>
                    <a:gd name="T33" fmla="*/ 1 h 1952"/>
                    <a:gd name="T34" fmla="*/ 187 w 1201"/>
                    <a:gd name="T35" fmla="*/ 0 h 1952"/>
                    <a:gd name="T36" fmla="*/ 187 w 1201"/>
                    <a:gd name="T37" fmla="*/ 0 h 1952"/>
                    <a:gd name="T38" fmla="*/ 187 w 1201"/>
                    <a:gd name="T39" fmla="*/ 0 h 1952"/>
                    <a:gd name="T40" fmla="*/ 187 w 1201"/>
                    <a:gd name="T41" fmla="*/ 0 h 1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01" h="1952">
                      <a:moveTo>
                        <a:pt x="187" y="3"/>
                      </a:moveTo>
                      <a:cubicBezTo>
                        <a:pt x="174" y="52"/>
                        <a:pt x="0" y="745"/>
                        <a:pt x="363" y="1212"/>
                      </a:cubicBezTo>
                      <a:cubicBezTo>
                        <a:pt x="542" y="1441"/>
                        <a:pt x="668" y="1743"/>
                        <a:pt x="797" y="1952"/>
                      </a:cubicBezTo>
                      <a:cubicBezTo>
                        <a:pt x="854" y="1849"/>
                        <a:pt x="854" y="1849"/>
                        <a:pt x="854" y="1849"/>
                      </a:cubicBezTo>
                      <a:cubicBezTo>
                        <a:pt x="848" y="1838"/>
                        <a:pt x="842" y="1827"/>
                        <a:pt x="837" y="1816"/>
                      </a:cubicBezTo>
                      <a:cubicBezTo>
                        <a:pt x="742" y="1633"/>
                        <a:pt x="665" y="1383"/>
                        <a:pt x="605" y="1112"/>
                      </a:cubicBezTo>
                      <a:cubicBezTo>
                        <a:pt x="473" y="523"/>
                        <a:pt x="220" y="62"/>
                        <a:pt x="189" y="7"/>
                      </a:cubicBezTo>
                      <a:cubicBezTo>
                        <a:pt x="188" y="5"/>
                        <a:pt x="187" y="4"/>
                        <a:pt x="187" y="3"/>
                      </a:cubicBezTo>
                      <a:moveTo>
                        <a:pt x="190" y="1"/>
                      </a:moveTo>
                      <a:cubicBezTo>
                        <a:pt x="208" y="32"/>
                        <a:pt x="473" y="504"/>
                        <a:pt x="609" y="1111"/>
                      </a:cubicBezTo>
                      <a:cubicBezTo>
                        <a:pt x="654" y="1314"/>
                        <a:pt x="709" y="1505"/>
                        <a:pt x="773" y="1665"/>
                      </a:cubicBezTo>
                      <a:cubicBezTo>
                        <a:pt x="799" y="1731"/>
                        <a:pt x="827" y="1791"/>
                        <a:pt x="856" y="1845"/>
                      </a:cubicBezTo>
                      <a:cubicBezTo>
                        <a:pt x="897" y="1772"/>
                        <a:pt x="897" y="1772"/>
                        <a:pt x="897" y="1772"/>
                      </a:cubicBezTo>
                      <a:cubicBezTo>
                        <a:pt x="904" y="1743"/>
                        <a:pt x="911" y="1717"/>
                        <a:pt x="918" y="1693"/>
                      </a:cubicBezTo>
                      <a:cubicBezTo>
                        <a:pt x="917" y="1682"/>
                        <a:pt x="917" y="1672"/>
                        <a:pt x="916" y="1661"/>
                      </a:cubicBezTo>
                      <a:cubicBezTo>
                        <a:pt x="847" y="1495"/>
                        <a:pt x="825" y="1278"/>
                        <a:pt x="927" y="1006"/>
                      </a:cubicBezTo>
                      <a:cubicBezTo>
                        <a:pt x="1201" y="282"/>
                        <a:pt x="248" y="16"/>
                        <a:pt x="190" y="1"/>
                      </a:cubicBezTo>
                      <a:moveTo>
                        <a:pt x="187" y="0"/>
                      </a:moveTo>
                      <a:cubicBezTo>
                        <a:pt x="187" y="0"/>
                        <a:pt x="187" y="0"/>
                        <a:pt x="187" y="0"/>
                      </a:cubicBezTo>
                      <a:cubicBezTo>
                        <a:pt x="187" y="0"/>
                        <a:pt x="187" y="0"/>
                        <a:pt x="187" y="0"/>
                      </a:cubicBezTo>
                      <a:cubicBezTo>
                        <a:pt x="187" y="0"/>
                        <a:pt x="187" y="0"/>
                        <a:pt x="187" y="0"/>
                      </a:cubicBezTo>
                    </a:path>
                  </a:pathLst>
                </a:custGeom>
                <a:solidFill>
                  <a:srgbClr val="A0C2F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44" name="ïṧḻïḋe"/>
                <p:cNvSpPr/>
                <p:nvPr>
                  <p:custDataLst>
                    <p:tags r:id="rId250"/>
                  </p:custDataLst>
                </p:nvPr>
              </p:nvSpPr>
              <p:spPr bwMode="auto">
                <a:xfrm>
                  <a:off x="3121820" y="991811"/>
                  <a:ext cx="1074738" cy="2959100"/>
                </a:xfrm>
                <a:custGeom>
                  <a:avLst/>
                  <a:gdLst>
                    <a:gd name="T0" fmla="*/ 0 w 670"/>
                    <a:gd name="T1" fmla="*/ 2 h 1850"/>
                    <a:gd name="T2" fmla="*/ 0 w 670"/>
                    <a:gd name="T3" fmla="*/ 2 h 1850"/>
                    <a:gd name="T4" fmla="*/ 0 w 670"/>
                    <a:gd name="T5" fmla="*/ 2 h 1850"/>
                    <a:gd name="T6" fmla="*/ 0 w 670"/>
                    <a:gd name="T7" fmla="*/ 2 h 1850"/>
                    <a:gd name="T8" fmla="*/ 3 w 670"/>
                    <a:gd name="T9" fmla="*/ 0 h 1850"/>
                    <a:gd name="T10" fmla="*/ 1 w 670"/>
                    <a:gd name="T11" fmla="*/ 1 h 1850"/>
                    <a:gd name="T12" fmla="*/ 1 w 670"/>
                    <a:gd name="T13" fmla="*/ 1 h 1850"/>
                    <a:gd name="T14" fmla="*/ 0 w 670"/>
                    <a:gd name="T15" fmla="*/ 2 h 1850"/>
                    <a:gd name="T16" fmla="*/ 1 w 670"/>
                    <a:gd name="T17" fmla="*/ 4 h 1850"/>
                    <a:gd name="T18" fmla="*/ 3 w 670"/>
                    <a:gd name="T19" fmla="*/ 8 h 1850"/>
                    <a:gd name="T20" fmla="*/ 419 w 670"/>
                    <a:gd name="T21" fmla="*/ 1113 h 1850"/>
                    <a:gd name="T22" fmla="*/ 651 w 670"/>
                    <a:gd name="T23" fmla="*/ 1817 h 1850"/>
                    <a:gd name="T24" fmla="*/ 668 w 670"/>
                    <a:gd name="T25" fmla="*/ 1850 h 1850"/>
                    <a:gd name="T26" fmla="*/ 670 w 670"/>
                    <a:gd name="T27" fmla="*/ 1846 h 1850"/>
                    <a:gd name="T28" fmla="*/ 587 w 670"/>
                    <a:gd name="T29" fmla="*/ 1666 h 1850"/>
                    <a:gd name="T30" fmla="*/ 423 w 670"/>
                    <a:gd name="T31" fmla="*/ 1112 h 1850"/>
                    <a:gd name="T32" fmla="*/ 4 w 670"/>
                    <a:gd name="T33" fmla="*/ 2 h 1850"/>
                    <a:gd name="T34" fmla="*/ 3 w 670"/>
                    <a:gd name="T35" fmla="*/ 0 h 1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0" h="1850">
                      <a:moveTo>
                        <a:pt x="0" y="2"/>
                      </a:moveTo>
                      <a:cubicBezTo>
                        <a:pt x="0" y="2"/>
                        <a:pt x="0" y="2"/>
                        <a:pt x="0" y="2"/>
                      </a:cubicBezTo>
                      <a:cubicBezTo>
                        <a:pt x="0" y="2"/>
                        <a:pt x="0" y="2"/>
                        <a:pt x="0" y="2"/>
                      </a:cubicBezTo>
                      <a:cubicBezTo>
                        <a:pt x="0" y="2"/>
                        <a:pt x="0" y="2"/>
                        <a:pt x="0" y="2"/>
                      </a:cubicBezTo>
                      <a:moveTo>
                        <a:pt x="3" y="0"/>
                      </a:moveTo>
                      <a:cubicBezTo>
                        <a:pt x="1" y="1"/>
                        <a:pt x="1" y="1"/>
                        <a:pt x="1" y="1"/>
                      </a:cubicBezTo>
                      <a:cubicBezTo>
                        <a:pt x="1" y="1"/>
                        <a:pt x="1" y="1"/>
                        <a:pt x="1" y="1"/>
                      </a:cubicBezTo>
                      <a:cubicBezTo>
                        <a:pt x="0" y="2"/>
                        <a:pt x="0" y="2"/>
                        <a:pt x="0" y="2"/>
                      </a:cubicBezTo>
                      <a:cubicBezTo>
                        <a:pt x="0" y="2"/>
                        <a:pt x="0" y="3"/>
                        <a:pt x="1" y="4"/>
                      </a:cubicBezTo>
                      <a:cubicBezTo>
                        <a:pt x="1" y="5"/>
                        <a:pt x="2" y="6"/>
                        <a:pt x="3" y="8"/>
                      </a:cubicBezTo>
                      <a:cubicBezTo>
                        <a:pt x="34" y="63"/>
                        <a:pt x="287" y="524"/>
                        <a:pt x="419" y="1113"/>
                      </a:cubicBezTo>
                      <a:cubicBezTo>
                        <a:pt x="479" y="1384"/>
                        <a:pt x="556" y="1634"/>
                        <a:pt x="651" y="1817"/>
                      </a:cubicBezTo>
                      <a:cubicBezTo>
                        <a:pt x="656" y="1828"/>
                        <a:pt x="662" y="1839"/>
                        <a:pt x="668" y="1850"/>
                      </a:cubicBezTo>
                      <a:cubicBezTo>
                        <a:pt x="670" y="1846"/>
                        <a:pt x="670" y="1846"/>
                        <a:pt x="670" y="1846"/>
                      </a:cubicBezTo>
                      <a:cubicBezTo>
                        <a:pt x="641" y="1792"/>
                        <a:pt x="613" y="1732"/>
                        <a:pt x="587" y="1666"/>
                      </a:cubicBezTo>
                      <a:cubicBezTo>
                        <a:pt x="523" y="1506"/>
                        <a:pt x="468" y="1315"/>
                        <a:pt x="423" y="1112"/>
                      </a:cubicBezTo>
                      <a:cubicBezTo>
                        <a:pt x="287" y="505"/>
                        <a:pt x="22" y="33"/>
                        <a:pt x="4" y="2"/>
                      </a:cubicBezTo>
                      <a:cubicBezTo>
                        <a:pt x="3" y="1"/>
                        <a:pt x="3" y="0"/>
                        <a:pt x="3"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45" name="íṥļïďê"/>
                <p:cNvSpPr/>
                <p:nvPr>
                  <p:custDataLst>
                    <p:tags r:id="rId251"/>
                  </p:custDataLst>
                </p:nvPr>
              </p:nvSpPr>
              <p:spPr bwMode="auto">
                <a:xfrm>
                  <a:off x="4145758" y="2057023"/>
                  <a:ext cx="1071563" cy="1616075"/>
                </a:xfrm>
                <a:custGeom>
                  <a:avLst/>
                  <a:gdLst>
                    <a:gd name="T0" fmla="*/ 296 w 669"/>
                    <a:gd name="T1" fmla="*/ 3 h 1010"/>
                    <a:gd name="T2" fmla="*/ 68 w 669"/>
                    <a:gd name="T3" fmla="*/ 767 h 1010"/>
                    <a:gd name="T4" fmla="*/ 91 w 669"/>
                    <a:gd name="T5" fmla="*/ 996 h 1010"/>
                    <a:gd name="T6" fmla="*/ 97 w 669"/>
                    <a:gd name="T7" fmla="*/ 1010 h 1010"/>
                    <a:gd name="T8" fmla="*/ 230 w 669"/>
                    <a:gd name="T9" fmla="*/ 746 h 1010"/>
                    <a:gd name="T10" fmla="*/ 298 w 669"/>
                    <a:gd name="T11" fmla="*/ 91 h 1010"/>
                    <a:gd name="T12" fmla="*/ 296 w 669"/>
                    <a:gd name="T13" fmla="*/ 6 h 1010"/>
                    <a:gd name="T14" fmla="*/ 296 w 669"/>
                    <a:gd name="T15" fmla="*/ 3 h 1010"/>
                    <a:gd name="T16" fmla="*/ 300 w 669"/>
                    <a:gd name="T17" fmla="*/ 2 h 1010"/>
                    <a:gd name="T18" fmla="*/ 302 w 669"/>
                    <a:gd name="T19" fmla="*/ 91 h 1010"/>
                    <a:gd name="T20" fmla="*/ 234 w 669"/>
                    <a:gd name="T21" fmla="*/ 744 h 1010"/>
                    <a:gd name="T22" fmla="*/ 248 w 669"/>
                    <a:gd name="T23" fmla="*/ 741 h 1010"/>
                    <a:gd name="T24" fmla="*/ 258 w 669"/>
                    <a:gd name="T25" fmla="*/ 743 h 1010"/>
                    <a:gd name="T26" fmla="*/ 513 w 669"/>
                    <a:gd name="T27" fmla="*/ 677 h 1010"/>
                    <a:gd name="T28" fmla="*/ 300 w 669"/>
                    <a:gd name="T29" fmla="*/ 2 h 1010"/>
                    <a:gd name="T30" fmla="*/ 298 w 669"/>
                    <a:gd name="T31" fmla="*/ 0 h 1010"/>
                    <a:gd name="T32" fmla="*/ 298 w 669"/>
                    <a:gd name="T33" fmla="*/ 0 h 1010"/>
                    <a:gd name="T34" fmla="*/ 298 w 669"/>
                    <a:gd name="T35" fmla="*/ 0 h 1010"/>
                    <a:gd name="T36" fmla="*/ 298 w 669"/>
                    <a:gd name="T37" fmla="*/ 0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69" h="1010">
                      <a:moveTo>
                        <a:pt x="296" y="3"/>
                      </a:moveTo>
                      <a:cubicBezTo>
                        <a:pt x="271" y="35"/>
                        <a:pt x="0" y="395"/>
                        <a:pt x="68" y="767"/>
                      </a:cubicBezTo>
                      <a:cubicBezTo>
                        <a:pt x="82" y="841"/>
                        <a:pt x="88" y="919"/>
                        <a:pt x="91" y="996"/>
                      </a:cubicBezTo>
                      <a:cubicBezTo>
                        <a:pt x="93" y="1001"/>
                        <a:pt x="95" y="1006"/>
                        <a:pt x="97" y="1010"/>
                      </a:cubicBezTo>
                      <a:cubicBezTo>
                        <a:pt x="153" y="819"/>
                        <a:pt x="201" y="762"/>
                        <a:pt x="230" y="746"/>
                      </a:cubicBezTo>
                      <a:cubicBezTo>
                        <a:pt x="289" y="470"/>
                        <a:pt x="298" y="220"/>
                        <a:pt x="298" y="91"/>
                      </a:cubicBezTo>
                      <a:cubicBezTo>
                        <a:pt x="298" y="48"/>
                        <a:pt x="297" y="18"/>
                        <a:pt x="296" y="6"/>
                      </a:cubicBezTo>
                      <a:cubicBezTo>
                        <a:pt x="296" y="5"/>
                        <a:pt x="296" y="4"/>
                        <a:pt x="296" y="3"/>
                      </a:cubicBezTo>
                      <a:moveTo>
                        <a:pt x="300" y="2"/>
                      </a:moveTo>
                      <a:cubicBezTo>
                        <a:pt x="300" y="10"/>
                        <a:pt x="302" y="42"/>
                        <a:pt x="302" y="91"/>
                      </a:cubicBezTo>
                      <a:cubicBezTo>
                        <a:pt x="302" y="219"/>
                        <a:pt x="293" y="469"/>
                        <a:pt x="234" y="744"/>
                      </a:cubicBezTo>
                      <a:cubicBezTo>
                        <a:pt x="240" y="742"/>
                        <a:pt x="245" y="741"/>
                        <a:pt x="248" y="741"/>
                      </a:cubicBezTo>
                      <a:cubicBezTo>
                        <a:pt x="255" y="741"/>
                        <a:pt x="258" y="743"/>
                        <a:pt x="258" y="743"/>
                      </a:cubicBezTo>
                      <a:cubicBezTo>
                        <a:pt x="513" y="677"/>
                        <a:pt x="513" y="677"/>
                        <a:pt x="513" y="677"/>
                      </a:cubicBezTo>
                      <a:cubicBezTo>
                        <a:pt x="669" y="358"/>
                        <a:pt x="330" y="31"/>
                        <a:pt x="300" y="2"/>
                      </a:cubicBezTo>
                      <a:moveTo>
                        <a:pt x="298" y="0"/>
                      </a:moveTo>
                      <a:cubicBezTo>
                        <a:pt x="298" y="0"/>
                        <a:pt x="298" y="0"/>
                        <a:pt x="298" y="0"/>
                      </a:cubicBezTo>
                      <a:cubicBezTo>
                        <a:pt x="298" y="0"/>
                        <a:pt x="298" y="0"/>
                        <a:pt x="298" y="0"/>
                      </a:cubicBezTo>
                      <a:cubicBezTo>
                        <a:pt x="298" y="0"/>
                        <a:pt x="298" y="0"/>
                        <a:pt x="298" y="0"/>
                      </a:cubicBezTo>
                    </a:path>
                  </a:pathLst>
                </a:custGeom>
                <a:solidFill>
                  <a:srgbClr val="A0C2F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46" name="íşḻîďé"/>
                <p:cNvSpPr/>
                <p:nvPr>
                  <p:custDataLst>
                    <p:tags r:id="rId252"/>
                  </p:custDataLst>
                </p:nvPr>
              </p:nvSpPr>
              <p:spPr bwMode="auto">
                <a:xfrm>
                  <a:off x="4291808" y="3650873"/>
                  <a:ext cx="9525" cy="50800"/>
                </a:xfrm>
                <a:custGeom>
                  <a:avLst/>
                  <a:gdLst>
                    <a:gd name="T0" fmla="*/ 0 w 6"/>
                    <a:gd name="T1" fmla="*/ 0 h 32"/>
                    <a:gd name="T2" fmla="*/ 2 w 6"/>
                    <a:gd name="T3" fmla="*/ 32 h 32"/>
                    <a:gd name="T4" fmla="*/ 6 w 6"/>
                    <a:gd name="T5" fmla="*/ 14 h 32"/>
                    <a:gd name="T6" fmla="*/ 0 w 6"/>
                    <a:gd name="T7" fmla="*/ 0 h 32"/>
                  </a:gdLst>
                  <a:ahLst/>
                  <a:cxnLst>
                    <a:cxn ang="0">
                      <a:pos x="T0" y="T1"/>
                    </a:cxn>
                    <a:cxn ang="0">
                      <a:pos x="T2" y="T3"/>
                    </a:cxn>
                    <a:cxn ang="0">
                      <a:pos x="T4" y="T5"/>
                    </a:cxn>
                    <a:cxn ang="0">
                      <a:pos x="T6" y="T7"/>
                    </a:cxn>
                  </a:cxnLst>
                  <a:rect l="0" t="0" r="r" b="b"/>
                  <a:pathLst>
                    <a:path w="6" h="32">
                      <a:moveTo>
                        <a:pt x="0" y="0"/>
                      </a:moveTo>
                      <a:cubicBezTo>
                        <a:pt x="1" y="11"/>
                        <a:pt x="1" y="21"/>
                        <a:pt x="2" y="32"/>
                      </a:cubicBezTo>
                      <a:cubicBezTo>
                        <a:pt x="3" y="26"/>
                        <a:pt x="5" y="20"/>
                        <a:pt x="6" y="14"/>
                      </a:cubicBezTo>
                      <a:cubicBezTo>
                        <a:pt x="4" y="10"/>
                        <a:pt x="2" y="5"/>
                        <a:pt x="0" y="0"/>
                      </a:cubicBezTo>
                    </a:path>
                  </a:pathLst>
                </a:custGeom>
                <a:solidFill>
                  <a:srgbClr val="71A3F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47" name="išľiḋê"/>
                <p:cNvSpPr/>
                <p:nvPr>
                  <p:custDataLst>
                    <p:tags r:id="rId253"/>
                  </p:custDataLst>
                </p:nvPr>
              </p:nvSpPr>
              <p:spPr bwMode="auto">
                <a:xfrm>
                  <a:off x="4514058" y="2057023"/>
                  <a:ext cx="115888" cy="1193800"/>
                </a:xfrm>
                <a:custGeom>
                  <a:avLst/>
                  <a:gdLst>
                    <a:gd name="T0" fmla="*/ 70 w 72"/>
                    <a:gd name="T1" fmla="*/ 0 h 746"/>
                    <a:gd name="T2" fmla="*/ 68 w 72"/>
                    <a:gd name="T3" fmla="*/ 0 h 746"/>
                    <a:gd name="T4" fmla="*/ 68 w 72"/>
                    <a:gd name="T5" fmla="*/ 0 h 746"/>
                    <a:gd name="T6" fmla="*/ 66 w 72"/>
                    <a:gd name="T7" fmla="*/ 0 h 746"/>
                    <a:gd name="T8" fmla="*/ 66 w 72"/>
                    <a:gd name="T9" fmla="*/ 3 h 746"/>
                    <a:gd name="T10" fmla="*/ 66 w 72"/>
                    <a:gd name="T11" fmla="*/ 6 h 746"/>
                    <a:gd name="T12" fmla="*/ 68 w 72"/>
                    <a:gd name="T13" fmla="*/ 91 h 746"/>
                    <a:gd name="T14" fmla="*/ 0 w 72"/>
                    <a:gd name="T15" fmla="*/ 746 h 746"/>
                    <a:gd name="T16" fmla="*/ 4 w 72"/>
                    <a:gd name="T17" fmla="*/ 744 h 746"/>
                    <a:gd name="T18" fmla="*/ 72 w 72"/>
                    <a:gd name="T19" fmla="*/ 91 h 746"/>
                    <a:gd name="T20" fmla="*/ 70 w 72"/>
                    <a:gd name="T21" fmla="*/ 2 h 746"/>
                    <a:gd name="T22" fmla="*/ 70 w 72"/>
                    <a:gd name="T23" fmla="*/ 0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 h="746">
                      <a:moveTo>
                        <a:pt x="70" y="0"/>
                      </a:moveTo>
                      <a:cubicBezTo>
                        <a:pt x="68" y="0"/>
                        <a:pt x="68" y="0"/>
                        <a:pt x="68" y="0"/>
                      </a:cubicBezTo>
                      <a:cubicBezTo>
                        <a:pt x="68" y="0"/>
                        <a:pt x="68" y="0"/>
                        <a:pt x="68" y="0"/>
                      </a:cubicBezTo>
                      <a:cubicBezTo>
                        <a:pt x="66" y="0"/>
                        <a:pt x="66" y="0"/>
                        <a:pt x="66" y="0"/>
                      </a:cubicBezTo>
                      <a:cubicBezTo>
                        <a:pt x="66" y="0"/>
                        <a:pt x="66" y="1"/>
                        <a:pt x="66" y="3"/>
                      </a:cubicBezTo>
                      <a:cubicBezTo>
                        <a:pt x="66" y="4"/>
                        <a:pt x="66" y="5"/>
                        <a:pt x="66" y="6"/>
                      </a:cubicBezTo>
                      <a:cubicBezTo>
                        <a:pt x="67" y="18"/>
                        <a:pt x="68" y="48"/>
                        <a:pt x="68" y="91"/>
                      </a:cubicBezTo>
                      <a:cubicBezTo>
                        <a:pt x="68" y="220"/>
                        <a:pt x="59" y="470"/>
                        <a:pt x="0" y="746"/>
                      </a:cubicBezTo>
                      <a:cubicBezTo>
                        <a:pt x="1" y="745"/>
                        <a:pt x="3" y="745"/>
                        <a:pt x="4" y="744"/>
                      </a:cubicBezTo>
                      <a:cubicBezTo>
                        <a:pt x="63" y="469"/>
                        <a:pt x="72" y="219"/>
                        <a:pt x="72" y="91"/>
                      </a:cubicBezTo>
                      <a:cubicBezTo>
                        <a:pt x="72" y="42"/>
                        <a:pt x="70" y="10"/>
                        <a:pt x="70" y="2"/>
                      </a:cubicBezTo>
                      <a:cubicBezTo>
                        <a:pt x="70" y="1"/>
                        <a:pt x="70" y="0"/>
                        <a:pt x="70"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48" name="ï$1íḓè"/>
                <p:cNvSpPr/>
                <p:nvPr>
                  <p:custDataLst>
                    <p:tags r:id="rId254"/>
                  </p:custDataLst>
                </p:nvPr>
              </p:nvSpPr>
              <p:spPr bwMode="auto">
                <a:xfrm>
                  <a:off x="3432970" y="5239961"/>
                  <a:ext cx="5189538" cy="831850"/>
                </a:xfrm>
                <a:custGeom>
                  <a:avLst/>
                  <a:gdLst>
                    <a:gd name="T0" fmla="*/ 5 w 3239"/>
                    <a:gd name="T1" fmla="*/ 152 h 520"/>
                    <a:gd name="T2" fmla="*/ 42 w 3239"/>
                    <a:gd name="T3" fmla="*/ 223 h 520"/>
                    <a:gd name="T4" fmla="*/ 228 w 3239"/>
                    <a:gd name="T5" fmla="*/ 459 h 520"/>
                    <a:gd name="T6" fmla="*/ 280 w 3239"/>
                    <a:gd name="T7" fmla="*/ 503 h 520"/>
                    <a:gd name="T8" fmla="*/ 392 w 3239"/>
                    <a:gd name="T9" fmla="*/ 429 h 520"/>
                    <a:gd name="T10" fmla="*/ 630 w 3239"/>
                    <a:gd name="T11" fmla="*/ 413 h 520"/>
                    <a:gd name="T12" fmla="*/ 839 w 3239"/>
                    <a:gd name="T13" fmla="*/ 422 h 520"/>
                    <a:gd name="T14" fmla="*/ 1003 w 3239"/>
                    <a:gd name="T15" fmla="*/ 312 h 520"/>
                    <a:gd name="T16" fmla="*/ 1453 w 3239"/>
                    <a:gd name="T17" fmla="*/ 516 h 520"/>
                    <a:gd name="T18" fmla="*/ 1608 w 3239"/>
                    <a:gd name="T19" fmla="*/ 477 h 520"/>
                    <a:gd name="T20" fmla="*/ 1946 w 3239"/>
                    <a:gd name="T21" fmla="*/ 332 h 520"/>
                    <a:gd name="T22" fmla="*/ 2018 w 3239"/>
                    <a:gd name="T23" fmla="*/ 312 h 520"/>
                    <a:gd name="T24" fmla="*/ 2137 w 3239"/>
                    <a:gd name="T25" fmla="*/ 357 h 520"/>
                    <a:gd name="T26" fmla="*/ 2631 w 3239"/>
                    <a:gd name="T27" fmla="*/ 334 h 520"/>
                    <a:gd name="T28" fmla="*/ 3122 w 3239"/>
                    <a:gd name="T29" fmla="*/ 212 h 520"/>
                    <a:gd name="T30" fmla="*/ 3235 w 3239"/>
                    <a:gd name="T31" fmla="*/ 156 h 520"/>
                    <a:gd name="T32" fmla="*/ 3181 w 3239"/>
                    <a:gd name="T33" fmla="*/ 143 h 520"/>
                    <a:gd name="T34" fmla="*/ 3124 w 3239"/>
                    <a:gd name="T35" fmla="*/ 139 h 520"/>
                    <a:gd name="T36" fmla="*/ 3129 w 3239"/>
                    <a:gd name="T37" fmla="*/ 41 h 520"/>
                    <a:gd name="T38" fmla="*/ 2679 w 3239"/>
                    <a:gd name="T39" fmla="*/ 69 h 520"/>
                    <a:gd name="T40" fmla="*/ 2450 w 3239"/>
                    <a:gd name="T41" fmla="*/ 139 h 520"/>
                    <a:gd name="T42" fmla="*/ 2208 w 3239"/>
                    <a:gd name="T43" fmla="*/ 100 h 520"/>
                    <a:gd name="T44" fmla="*/ 1594 w 3239"/>
                    <a:gd name="T45" fmla="*/ 9 h 520"/>
                    <a:gd name="T46" fmla="*/ 500 w 3239"/>
                    <a:gd name="T47" fmla="*/ 153 h 520"/>
                    <a:gd name="T48" fmla="*/ 190 w 3239"/>
                    <a:gd name="T49" fmla="*/ 49 h 520"/>
                    <a:gd name="T50" fmla="*/ 93 w 3239"/>
                    <a:gd name="T51" fmla="*/ 149 h 520"/>
                    <a:gd name="T52" fmla="*/ 57 w 3239"/>
                    <a:gd name="T53" fmla="*/ 114 h 520"/>
                    <a:gd name="T54" fmla="*/ 21 w 3239"/>
                    <a:gd name="T55" fmla="*/ 81 h 520"/>
                    <a:gd name="T56" fmla="*/ 5 w 3239"/>
                    <a:gd name="T57" fmla="*/ 152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39" h="520">
                      <a:moveTo>
                        <a:pt x="5" y="152"/>
                      </a:moveTo>
                      <a:cubicBezTo>
                        <a:pt x="9" y="181"/>
                        <a:pt x="26" y="203"/>
                        <a:pt x="42" y="223"/>
                      </a:cubicBezTo>
                      <a:cubicBezTo>
                        <a:pt x="228" y="459"/>
                        <a:pt x="228" y="459"/>
                        <a:pt x="228" y="459"/>
                      </a:cubicBezTo>
                      <a:cubicBezTo>
                        <a:pt x="243" y="478"/>
                        <a:pt x="259" y="498"/>
                        <a:pt x="280" y="503"/>
                      </a:cubicBezTo>
                      <a:cubicBezTo>
                        <a:pt x="322" y="514"/>
                        <a:pt x="356" y="460"/>
                        <a:pt x="392" y="429"/>
                      </a:cubicBezTo>
                      <a:cubicBezTo>
                        <a:pt x="461" y="367"/>
                        <a:pt x="545" y="390"/>
                        <a:pt x="630" y="413"/>
                      </a:cubicBezTo>
                      <a:cubicBezTo>
                        <a:pt x="701" y="432"/>
                        <a:pt x="773" y="452"/>
                        <a:pt x="839" y="422"/>
                      </a:cubicBezTo>
                      <a:cubicBezTo>
                        <a:pt x="897" y="396"/>
                        <a:pt x="944" y="333"/>
                        <a:pt x="1003" y="312"/>
                      </a:cubicBezTo>
                      <a:cubicBezTo>
                        <a:pt x="1159" y="256"/>
                        <a:pt x="1291" y="504"/>
                        <a:pt x="1453" y="516"/>
                      </a:cubicBezTo>
                      <a:cubicBezTo>
                        <a:pt x="1506" y="520"/>
                        <a:pt x="1558" y="499"/>
                        <a:pt x="1608" y="477"/>
                      </a:cubicBezTo>
                      <a:cubicBezTo>
                        <a:pt x="1946" y="332"/>
                        <a:pt x="1946" y="332"/>
                        <a:pt x="1946" y="332"/>
                      </a:cubicBezTo>
                      <a:cubicBezTo>
                        <a:pt x="1969" y="322"/>
                        <a:pt x="1993" y="312"/>
                        <a:pt x="2018" y="312"/>
                      </a:cubicBezTo>
                      <a:cubicBezTo>
                        <a:pt x="2059" y="311"/>
                        <a:pt x="2098" y="338"/>
                        <a:pt x="2137" y="357"/>
                      </a:cubicBezTo>
                      <a:cubicBezTo>
                        <a:pt x="2294" y="435"/>
                        <a:pt x="2469" y="393"/>
                        <a:pt x="2631" y="334"/>
                      </a:cubicBezTo>
                      <a:cubicBezTo>
                        <a:pt x="2792" y="275"/>
                        <a:pt x="2955" y="200"/>
                        <a:pt x="3122" y="212"/>
                      </a:cubicBezTo>
                      <a:cubicBezTo>
                        <a:pt x="3166" y="216"/>
                        <a:pt x="3223" y="213"/>
                        <a:pt x="3235" y="156"/>
                      </a:cubicBezTo>
                      <a:cubicBezTo>
                        <a:pt x="3239" y="137"/>
                        <a:pt x="3210" y="140"/>
                        <a:pt x="3181" y="143"/>
                      </a:cubicBezTo>
                      <a:cubicBezTo>
                        <a:pt x="3158" y="145"/>
                        <a:pt x="3134" y="147"/>
                        <a:pt x="3124" y="139"/>
                      </a:cubicBezTo>
                      <a:cubicBezTo>
                        <a:pt x="3102" y="121"/>
                        <a:pt x="3155" y="45"/>
                        <a:pt x="3129" y="41"/>
                      </a:cubicBezTo>
                      <a:cubicBezTo>
                        <a:pt x="2979" y="23"/>
                        <a:pt x="2826" y="22"/>
                        <a:pt x="2679" y="69"/>
                      </a:cubicBezTo>
                      <a:cubicBezTo>
                        <a:pt x="2603" y="94"/>
                        <a:pt x="2528" y="131"/>
                        <a:pt x="2450" y="139"/>
                      </a:cubicBezTo>
                      <a:cubicBezTo>
                        <a:pt x="2369" y="147"/>
                        <a:pt x="2288" y="122"/>
                        <a:pt x="2208" y="100"/>
                      </a:cubicBezTo>
                      <a:cubicBezTo>
                        <a:pt x="2006" y="43"/>
                        <a:pt x="1800" y="0"/>
                        <a:pt x="1594" y="9"/>
                      </a:cubicBezTo>
                      <a:cubicBezTo>
                        <a:pt x="1227" y="25"/>
                        <a:pt x="865" y="206"/>
                        <a:pt x="500" y="153"/>
                      </a:cubicBezTo>
                      <a:cubicBezTo>
                        <a:pt x="391" y="137"/>
                        <a:pt x="287" y="102"/>
                        <a:pt x="190" y="49"/>
                      </a:cubicBezTo>
                      <a:cubicBezTo>
                        <a:pt x="141" y="23"/>
                        <a:pt x="143" y="117"/>
                        <a:pt x="93" y="149"/>
                      </a:cubicBezTo>
                      <a:cubicBezTo>
                        <a:pt x="85" y="154"/>
                        <a:pt x="71" y="134"/>
                        <a:pt x="57" y="114"/>
                      </a:cubicBezTo>
                      <a:cubicBezTo>
                        <a:pt x="42" y="93"/>
                        <a:pt x="28" y="72"/>
                        <a:pt x="21" y="81"/>
                      </a:cubicBezTo>
                      <a:cubicBezTo>
                        <a:pt x="6" y="102"/>
                        <a:pt x="0" y="128"/>
                        <a:pt x="5" y="152"/>
                      </a:cubicBezTo>
                    </a:path>
                  </a:pathLst>
                </a:custGeom>
                <a:solidFill>
                  <a:srgbClr val="4285F4">
                    <a:alpha val="10000"/>
                  </a:srgbClr>
                </a:solidFill>
                <a:ln>
                  <a:noFill/>
                </a:ln>
              </p:spPr>
              <p:txBody>
                <a:bodyPr anchor="ctr"/>
                <a:lstStyle/>
                <a:p>
                  <a:pPr algn="ctr"/>
                  <a:endParaRPr sz="2000"/>
                </a:p>
              </p:txBody>
            </p:sp>
            <p:sp>
              <p:nvSpPr>
                <p:cNvPr id="49" name="îṡļídé"/>
                <p:cNvSpPr/>
                <p:nvPr>
                  <p:custDataLst>
                    <p:tags r:id="rId255"/>
                  </p:custDataLst>
                </p:nvPr>
              </p:nvSpPr>
              <p:spPr bwMode="auto">
                <a:xfrm>
                  <a:off x="3934620" y="4998661"/>
                  <a:ext cx="441325" cy="603250"/>
                </a:xfrm>
                <a:custGeom>
                  <a:avLst/>
                  <a:gdLst>
                    <a:gd name="T0" fmla="*/ 107 w 278"/>
                    <a:gd name="T1" fmla="*/ 367 h 380"/>
                    <a:gd name="T2" fmla="*/ 215 w 278"/>
                    <a:gd name="T3" fmla="*/ 380 h 380"/>
                    <a:gd name="T4" fmla="*/ 278 w 278"/>
                    <a:gd name="T5" fmla="*/ 72 h 380"/>
                    <a:gd name="T6" fmla="*/ 157 w 278"/>
                    <a:gd name="T7" fmla="*/ 0 h 380"/>
                    <a:gd name="T8" fmla="*/ 0 w 278"/>
                    <a:gd name="T9" fmla="*/ 170 h 380"/>
                    <a:gd name="T10" fmla="*/ 107 w 278"/>
                    <a:gd name="T11" fmla="*/ 367 h 380"/>
                  </a:gdLst>
                  <a:ahLst/>
                  <a:cxnLst>
                    <a:cxn ang="0">
                      <a:pos x="T0" y="T1"/>
                    </a:cxn>
                    <a:cxn ang="0">
                      <a:pos x="T2" y="T3"/>
                    </a:cxn>
                    <a:cxn ang="0">
                      <a:pos x="T4" y="T5"/>
                    </a:cxn>
                    <a:cxn ang="0">
                      <a:pos x="T6" y="T7"/>
                    </a:cxn>
                    <a:cxn ang="0">
                      <a:pos x="T8" y="T9"/>
                    </a:cxn>
                    <a:cxn ang="0">
                      <a:pos x="T10" y="T11"/>
                    </a:cxn>
                  </a:cxnLst>
                  <a:rect l="0" t="0" r="r" b="b"/>
                  <a:pathLst>
                    <a:path w="278" h="380">
                      <a:moveTo>
                        <a:pt x="107" y="367"/>
                      </a:moveTo>
                      <a:lnTo>
                        <a:pt x="215" y="380"/>
                      </a:lnTo>
                      <a:lnTo>
                        <a:pt x="278" y="72"/>
                      </a:lnTo>
                      <a:lnTo>
                        <a:pt x="157" y="0"/>
                      </a:lnTo>
                      <a:lnTo>
                        <a:pt x="0" y="170"/>
                      </a:lnTo>
                      <a:lnTo>
                        <a:pt x="107" y="367"/>
                      </a:lnTo>
                      <a:close/>
                    </a:path>
                  </a:pathLst>
                </a:custGeom>
                <a:solidFill>
                  <a:srgbClr val="EFB7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0" name="ïṩḻïḓé"/>
                <p:cNvSpPr/>
                <p:nvPr/>
              </p:nvSpPr>
              <p:spPr bwMode="auto">
                <a:xfrm>
                  <a:off x="3934620" y="4998661"/>
                  <a:ext cx="441325" cy="603250"/>
                </a:xfrm>
                <a:custGeom>
                  <a:avLst/>
                  <a:gdLst>
                    <a:gd name="T0" fmla="*/ 107 w 278"/>
                    <a:gd name="T1" fmla="*/ 367 h 380"/>
                    <a:gd name="T2" fmla="*/ 215 w 278"/>
                    <a:gd name="T3" fmla="*/ 380 h 380"/>
                    <a:gd name="T4" fmla="*/ 278 w 278"/>
                    <a:gd name="T5" fmla="*/ 72 h 380"/>
                    <a:gd name="T6" fmla="*/ 157 w 278"/>
                    <a:gd name="T7" fmla="*/ 0 h 380"/>
                    <a:gd name="T8" fmla="*/ 0 w 278"/>
                    <a:gd name="T9" fmla="*/ 170 h 380"/>
                    <a:gd name="T10" fmla="*/ 107 w 278"/>
                    <a:gd name="T11" fmla="*/ 367 h 380"/>
                  </a:gdLst>
                  <a:ahLst/>
                  <a:cxnLst>
                    <a:cxn ang="0">
                      <a:pos x="T0" y="T1"/>
                    </a:cxn>
                    <a:cxn ang="0">
                      <a:pos x="T2" y="T3"/>
                    </a:cxn>
                    <a:cxn ang="0">
                      <a:pos x="T4" y="T5"/>
                    </a:cxn>
                    <a:cxn ang="0">
                      <a:pos x="T6" y="T7"/>
                    </a:cxn>
                    <a:cxn ang="0">
                      <a:pos x="T8" y="T9"/>
                    </a:cxn>
                    <a:cxn ang="0">
                      <a:pos x="T10" y="T11"/>
                    </a:cxn>
                  </a:cxnLst>
                  <a:rect l="0" t="0" r="r" b="b"/>
                  <a:pathLst>
                    <a:path w="278" h="380">
                      <a:moveTo>
                        <a:pt x="107" y="367"/>
                      </a:moveTo>
                      <a:lnTo>
                        <a:pt x="215" y="380"/>
                      </a:lnTo>
                      <a:lnTo>
                        <a:pt x="278" y="72"/>
                      </a:lnTo>
                      <a:lnTo>
                        <a:pt x="157" y="0"/>
                      </a:lnTo>
                      <a:lnTo>
                        <a:pt x="0" y="170"/>
                      </a:lnTo>
                      <a:lnTo>
                        <a:pt x="107" y="36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1" name="ïṣ1îḓê"/>
                <p:cNvSpPr/>
                <p:nvPr>
                  <p:custDataLst>
                    <p:tags r:id="rId256"/>
                  </p:custDataLst>
                </p:nvPr>
              </p:nvSpPr>
              <p:spPr bwMode="auto">
                <a:xfrm>
                  <a:off x="3982245" y="5070098"/>
                  <a:ext cx="393700" cy="531813"/>
                </a:xfrm>
                <a:custGeom>
                  <a:avLst/>
                  <a:gdLst>
                    <a:gd name="T0" fmla="*/ 201 w 245"/>
                    <a:gd name="T1" fmla="*/ 0 h 332"/>
                    <a:gd name="T2" fmla="*/ 118 w 245"/>
                    <a:gd name="T3" fmla="*/ 324 h 332"/>
                    <a:gd name="T4" fmla="*/ 183 w 245"/>
                    <a:gd name="T5" fmla="*/ 332 h 332"/>
                    <a:gd name="T6" fmla="*/ 245 w 245"/>
                    <a:gd name="T7" fmla="*/ 26 h 332"/>
                    <a:gd name="T8" fmla="*/ 201 w 245"/>
                    <a:gd name="T9" fmla="*/ 0 h 332"/>
                  </a:gdLst>
                  <a:ahLst/>
                  <a:cxnLst>
                    <a:cxn ang="0">
                      <a:pos x="T0" y="T1"/>
                    </a:cxn>
                    <a:cxn ang="0">
                      <a:pos x="T2" y="T3"/>
                    </a:cxn>
                    <a:cxn ang="0">
                      <a:pos x="T4" y="T5"/>
                    </a:cxn>
                    <a:cxn ang="0">
                      <a:pos x="T6" y="T7"/>
                    </a:cxn>
                    <a:cxn ang="0">
                      <a:pos x="T8" y="T9"/>
                    </a:cxn>
                  </a:cxnLst>
                  <a:rect l="0" t="0" r="r" b="b"/>
                  <a:pathLst>
                    <a:path w="245" h="332">
                      <a:moveTo>
                        <a:pt x="201" y="0"/>
                      </a:moveTo>
                      <a:cubicBezTo>
                        <a:pt x="0" y="80"/>
                        <a:pt x="90" y="273"/>
                        <a:pt x="118" y="324"/>
                      </a:cubicBezTo>
                      <a:cubicBezTo>
                        <a:pt x="183" y="332"/>
                        <a:pt x="183" y="332"/>
                        <a:pt x="183" y="332"/>
                      </a:cubicBezTo>
                      <a:cubicBezTo>
                        <a:pt x="245" y="26"/>
                        <a:pt x="245" y="26"/>
                        <a:pt x="245" y="26"/>
                      </a:cubicBezTo>
                      <a:cubicBezTo>
                        <a:pt x="201" y="0"/>
                        <a:pt x="201" y="0"/>
                        <a:pt x="201" y="0"/>
                      </a:cubicBezTo>
                    </a:path>
                  </a:pathLst>
                </a:custGeom>
                <a:solidFill>
                  <a:srgbClr val="E8B1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2" name="ïṧḻiďé"/>
                <p:cNvSpPr/>
                <p:nvPr>
                  <p:custDataLst>
                    <p:tags r:id="rId257"/>
                  </p:custDataLst>
                </p:nvPr>
              </p:nvSpPr>
              <p:spPr bwMode="auto">
                <a:xfrm>
                  <a:off x="5185570" y="2130048"/>
                  <a:ext cx="1222375" cy="1590675"/>
                </a:xfrm>
                <a:custGeom>
                  <a:avLst/>
                  <a:gdLst>
                    <a:gd name="T0" fmla="*/ 754 w 763"/>
                    <a:gd name="T1" fmla="*/ 652 h 994"/>
                    <a:gd name="T2" fmla="*/ 497 w 763"/>
                    <a:gd name="T3" fmla="*/ 883 h 994"/>
                    <a:gd name="T4" fmla="*/ 124 w 763"/>
                    <a:gd name="T5" fmla="*/ 839 h 994"/>
                    <a:gd name="T6" fmla="*/ 164 w 763"/>
                    <a:gd name="T7" fmla="*/ 518 h 994"/>
                    <a:gd name="T8" fmla="*/ 124 w 763"/>
                    <a:gd name="T9" fmla="*/ 386 h 994"/>
                    <a:gd name="T10" fmla="*/ 674 w 763"/>
                    <a:gd name="T11" fmla="*/ 293 h 994"/>
                    <a:gd name="T12" fmla="*/ 652 w 763"/>
                    <a:gd name="T13" fmla="*/ 498 h 994"/>
                    <a:gd name="T14" fmla="*/ 754 w 763"/>
                    <a:gd name="T15" fmla="*/ 652 h 9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3" h="994">
                      <a:moveTo>
                        <a:pt x="754" y="652"/>
                      </a:moveTo>
                      <a:cubicBezTo>
                        <a:pt x="497" y="883"/>
                        <a:pt x="497" y="883"/>
                        <a:pt x="497" y="883"/>
                      </a:cubicBezTo>
                      <a:cubicBezTo>
                        <a:pt x="497" y="883"/>
                        <a:pt x="0" y="994"/>
                        <a:pt x="124" y="839"/>
                      </a:cubicBezTo>
                      <a:cubicBezTo>
                        <a:pt x="194" y="751"/>
                        <a:pt x="185" y="617"/>
                        <a:pt x="164" y="518"/>
                      </a:cubicBezTo>
                      <a:cubicBezTo>
                        <a:pt x="154" y="473"/>
                        <a:pt x="141" y="429"/>
                        <a:pt x="124" y="386"/>
                      </a:cubicBezTo>
                      <a:cubicBezTo>
                        <a:pt x="124" y="386"/>
                        <a:pt x="763" y="0"/>
                        <a:pt x="674" y="293"/>
                      </a:cubicBezTo>
                      <a:cubicBezTo>
                        <a:pt x="648" y="380"/>
                        <a:pt x="644" y="447"/>
                        <a:pt x="652" y="498"/>
                      </a:cubicBezTo>
                      <a:cubicBezTo>
                        <a:pt x="671" y="620"/>
                        <a:pt x="754" y="652"/>
                        <a:pt x="754" y="652"/>
                      </a:cubicBezTo>
                    </a:path>
                  </a:pathLst>
                </a:custGeom>
                <a:solidFill>
                  <a:srgbClr val="EFB7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3" name="išļïďe"/>
                <p:cNvSpPr/>
                <p:nvPr>
                  <p:custDataLst>
                    <p:tags r:id="rId258"/>
                  </p:custDataLst>
                </p:nvPr>
              </p:nvSpPr>
              <p:spPr bwMode="auto">
                <a:xfrm>
                  <a:off x="5444333" y="2914273"/>
                  <a:ext cx="785813" cy="133350"/>
                </a:xfrm>
                <a:custGeom>
                  <a:avLst/>
                  <a:gdLst>
                    <a:gd name="T0" fmla="*/ 490 w 491"/>
                    <a:gd name="T1" fmla="*/ 0 h 83"/>
                    <a:gd name="T2" fmla="*/ 229 w 491"/>
                    <a:gd name="T3" fmla="*/ 74 h 83"/>
                    <a:gd name="T4" fmla="*/ 0 w 491"/>
                    <a:gd name="T5" fmla="*/ 18 h 83"/>
                    <a:gd name="T6" fmla="*/ 3 w 491"/>
                    <a:gd name="T7" fmla="*/ 28 h 83"/>
                    <a:gd name="T8" fmla="*/ 229 w 491"/>
                    <a:gd name="T9" fmla="*/ 83 h 83"/>
                    <a:gd name="T10" fmla="*/ 491 w 491"/>
                    <a:gd name="T11" fmla="*/ 8 h 83"/>
                    <a:gd name="T12" fmla="*/ 490 w 491"/>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491" h="83">
                      <a:moveTo>
                        <a:pt x="490" y="0"/>
                      </a:moveTo>
                      <a:cubicBezTo>
                        <a:pt x="414" y="47"/>
                        <a:pt x="325" y="74"/>
                        <a:pt x="229" y="74"/>
                      </a:cubicBezTo>
                      <a:cubicBezTo>
                        <a:pt x="147" y="74"/>
                        <a:pt x="69" y="54"/>
                        <a:pt x="0" y="18"/>
                      </a:cubicBezTo>
                      <a:cubicBezTo>
                        <a:pt x="1" y="21"/>
                        <a:pt x="2" y="25"/>
                        <a:pt x="3" y="28"/>
                      </a:cubicBezTo>
                      <a:cubicBezTo>
                        <a:pt x="74" y="65"/>
                        <a:pt x="152" y="83"/>
                        <a:pt x="229" y="83"/>
                      </a:cubicBezTo>
                      <a:cubicBezTo>
                        <a:pt x="320" y="83"/>
                        <a:pt x="411" y="58"/>
                        <a:pt x="491" y="8"/>
                      </a:cubicBezTo>
                      <a:cubicBezTo>
                        <a:pt x="491" y="5"/>
                        <a:pt x="490" y="3"/>
                        <a:pt x="490" y="0"/>
                      </a:cubicBezTo>
                    </a:path>
                  </a:pathLst>
                </a:custGeom>
                <a:solidFill>
                  <a:srgbClr val="D7A4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4" name="iSḷiḋè"/>
                <p:cNvSpPr/>
                <p:nvPr>
                  <p:custDataLst>
                    <p:tags r:id="rId259"/>
                  </p:custDataLst>
                </p:nvPr>
              </p:nvSpPr>
              <p:spPr bwMode="auto">
                <a:xfrm>
                  <a:off x="5014120" y="1441073"/>
                  <a:ext cx="1592263" cy="1592263"/>
                </a:xfrm>
                <a:custGeom>
                  <a:avLst/>
                  <a:gdLst>
                    <a:gd name="T0" fmla="*/ 994 w 994"/>
                    <a:gd name="T1" fmla="*/ 498 h 995"/>
                    <a:gd name="T2" fmla="*/ 497 w 994"/>
                    <a:gd name="T3" fmla="*/ 995 h 995"/>
                    <a:gd name="T4" fmla="*/ 0 w 994"/>
                    <a:gd name="T5" fmla="*/ 498 h 995"/>
                    <a:gd name="T6" fmla="*/ 497 w 994"/>
                    <a:gd name="T7" fmla="*/ 1 h 995"/>
                    <a:gd name="T8" fmla="*/ 994 w 994"/>
                    <a:gd name="T9" fmla="*/ 495 h 995"/>
                    <a:gd name="T10" fmla="*/ 994 w 994"/>
                    <a:gd name="T11" fmla="*/ 498 h 995"/>
                  </a:gdLst>
                  <a:ahLst/>
                  <a:cxnLst>
                    <a:cxn ang="0">
                      <a:pos x="T0" y="T1"/>
                    </a:cxn>
                    <a:cxn ang="0">
                      <a:pos x="T2" y="T3"/>
                    </a:cxn>
                    <a:cxn ang="0">
                      <a:pos x="T4" y="T5"/>
                    </a:cxn>
                    <a:cxn ang="0">
                      <a:pos x="T6" y="T7"/>
                    </a:cxn>
                    <a:cxn ang="0">
                      <a:pos x="T8" y="T9"/>
                    </a:cxn>
                    <a:cxn ang="0">
                      <a:pos x="T10" y="T11"/>
                    </a:cxn>
                  </a:cxnLst>
                  <a:rect l="0" t="0" r="r" b="b"/>
                  <a:pathLst>
                    <a:path w="994" h="995">
                      <a:moveTo>
                        <a:pt x="994" y="498"/>
                      </a:moveTo>
                      <a:cubicBezTo>
                        <a:pt x="994" y="772"/>
                        <a:pt x="772" y="995"/>
                        <a:pt x="497" y="995"/>
                      </a:cubicBezTo>
                      <a:cubicBezTo>
                        <a:pt x="223" y="995"/>
                        <a:pt x="0" y="772"/>
                        <a:pt x="0" y="498"/>
                      </a:cubicBezTo>
                      <a:cubicBezTo>
                        <a:pt x="0" y="223"/>
                        <a:pt x="223" y="1"/>
                        <a:pt x="497" y="1"/>
                      </a:cubicBezTo>
                      <a:cubicBezTo>
                        <a:pt x="771" y="0"/>
                        <a:pt x="993" y="221"/>
                        <a:pt x="994" y="495"/>
                      </a:cubicBezTo>
                      <a:cubicBezTo>
                        <a:pt x="994" y="496"/>
                        <a:pt x="994" y="497"/>
                        <a:pt x="994" y="498"/>
                      </a:cubicBezTo>
                    </a:path>
                  </a:pathLst>
                </a:custGeom>
                <a:solidFill>
                  <a:srgbClr val="EFB7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5" name="íşḻíḑè"/>
                <p:cNvSpPr/>
                <p:nvPr>
                  <p:custDataLst>
                    <p:tags r:id="rId260"/>
                  </p:custDataLst>
                </p:nvPr>
              </p:nvSpPr>
              <p:spPr bwMode="auto">
                <a:xfrm>
                  <a:off x="5264945" y="3123823"/>
                  <a:ext cx="1400175" cy="1598613"/>
                </a:xfrm>
                <a:custGeom>
                  <a:avLst/>
                  <a:gdLst>
                    <a:gd name="T0" fmla="*/ 0 w 882"/>
                    <a:gd name="T1" fmla="*/ 90 h 1007"/>
                    <a:gd name="T2" fmla="*/ 0 w 882"/>
                    <a:gd name="T3" fmla="*/ 1007 h 1007"/>
                    <a:gd name="T4" fmla="*/ 882 w 882"/>
                    <a:gd name="T5" fmla="*/ 935 h 1007"/>
                    <a:gd name="T6" fmla="*/ 733 w 882"/>
                    <a:gd name="T7" fmla="*/ 0 h 1007"/>
                    <a:gd name="T8" fmla="*/ 344 w 882"/>
                    <a:gd name="T9" fmla="*/ 233 h 1007"/>
                    <a:gd name="T10" fmla="*/ 0 w 882"/>
                    <a:gd name="T11" fmla="*/ 90 h 1007"/>
                  </a:gdLst>
                  <a:ahLst/>
                  <a:cxnLst>
                    <a:cxn ang="0">
                      <a:pos x="T0" y="T1"/>
                    </a:cxn>
                    <a:cxn ang="0">
                      <a:pos x="T2" y="T3"/>
                    </a:cxn>
                    <a:cxn ang="0">
                      <a:pos x="T4" y="T5"/>
                    </a:cxn>
                    <a:cxn ang="0">
                      <a:pos x="T6" y="T7"/>
                    </a:cxn>
                    <a:cxn ang="0">
                      <a:pos x="T8" y="T9"/>
                    </a:cxn>
                    <a:cxn ang="0">
                      <a:pos x="T10" y="T11"/>
                    </a:cxn>
                  </a:cxnLst>
                  <a:rect l="0" t="0" r="r" b="b"/>
                  <a:pathLst>
                    <a:path w="882" h="1007">
                      <a:moveTo>
                        <a:pt x="0" y="90"/>
                      </a:moveTo>
                      <a:lnTo>
                        <a:pt x="0" y="1007"/>
                      </a:lnTo>
                      <a:lnTo>
                        <a:pt x="882" y="935"/>
                      </a:lnTo>
                      <a:lnTo>
                        <a:pt x="733" y="0"/>
                      </a:lnTo>
                      <a:lnTo>
                        <a:pt x="344" y="233"/>
                      </a:lnTo>
                      <a:lnTo>
                        <a:pt x="0" y="90"/>
                      </a:lnTo>
                      <a:close/>
                    </a:path>
                  </a:pathLst>
                </a:custGeom>
                <a:solidFill>
                  <a:srgbClr val="E1E7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6" name="îś1ïḋé"/>
                <p:cNvSpPr/>
                <p:nvPr/>
              </p:nvSpPr>
              <p:spPr bwMode="auto">
                <a:xfrm>
                  <a:off x="5264945" y="3123823"/>
                  <a:ext cx="1400175" cy="1598613"/>
                </a:xfrm>
                <a:custGeom>
                  <a:avLst/>
                  <a:gdLst>
                    <a:gd name="T0" fmla="*/ 0 w 882"/>
                    <a:gd name="T1" fmla="*/ 90 h 1007"/>
                    <a:gd name="T2" fmla="*/ 0 w 882"/>
                    <a:gd name="T3" fmla="*/ 1007 h 1007"/>
                    <a:gd name="T4" fmla="*/ 882 w 882"/>
                    <a:gd name="T5" fmla="*/ 935 h 1007"/>
                    <a:gd name="T6" fmla="*/ 733 w 882"/>
                    <a:gd name="T7" fmla="*/ 0 h 1007"/>
                    <a:gd name="T8" fmla="*/ 344 w 882"/>
                    <a:gd name="T9" fmla="*/ 233 h 1007"/>
                    <a:gd name="T10" fmla="*/ 0 w 882"/>
                    <a:gd name="T11" fmla="*/ 90 h 1007"/>
                  </a:gdLst>
                  <a:ahLst/>
                  <a:cxnLst>
                    <a:cxn ang="0">
                      <a:pos x="T0" y="T1"/>
                    </a:cxn>
                    <a:cxn ang="0">
                      <a:pos x="T2" y="T3"/>
                    </a:cxn>
                    <a:cxn ang="0">
                      <a:pos x="T4" y="T5"/>
                    </a:cxn>
                    <a:cxn ang="0">
                      <a:pos x="T6" y="T7"/>
                    </a:cxn>
                    <a:cxn ang="0">
                      <a:pos x="T8" y="T9"/>
                    </a:cxn>
                    <a:cxn ang="0">
                      <a:pos x="T10" y="T11"/>
                    </a:cxn>
                  </a:cxnLst>
                  <a:rect l="0" t="0" r="r" b="b"/>
                  <a:pathLst>
                    <a:path w="882" h="1007">
                      <a:moveTo>
                        <a:pt x="0" y="90"/>
                      </a:moveTo>
                      <a:lnTo>
                        <a:pt x="0" y="1007"/>
                      </a:lnTo>
                      <a:lnTo>
                        <a:pt x="882" y="935"/>
                      </a:lnTo>
                      <a:lnTo>
                        <a:pt x="733" y="0"/>
                      </a:lnTo>
                      <a:lnTo>
                        <a:pt x="344" y="233"/>
                      </a:lnTo>
                      <a:lnTo>
                        <a:pt x="0" y="9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7" name="ïsļiḑe"/>
                <p:cNvSpPr/>
                <p:nvPr>
                  <p:custDataLst>
                    <p:tags r:id="rId261"/>
                  </p:custDataLst>
                </p:nvPr>
              </p:nvSpPr>
              <p:spPr bwMode="auto">
                <a:xfrm>
                  <a:off x="5680870" y="3576261"/>
                  <a:ext cx="285750" cy="144463"/>
                </a:xfrm>
                <a:custGeom>
                  <a:avLst/>
                  <a:gdLst>
                    <a:gd name="T0" fmla="*/ 2 w 178"/>
                    <a:gd name="T1" fmla="*/ 32 h 90"/>
                    <a:gd name="T2" fmla="*/ 0 w 178"/>
                    <a:gd name="T3" fmla="*/ 37 h 90"/>
                    <a:gd name="T4" fmla="*/ 30 w 178"/>
                    <a:gd name="T5" fmla="*/ 82 h 90"/>
                    <a:gd name="T6" fmla="*/ 31 w 178"/>
                    <a:gd name="T7" fmla="*/ 75 h 90"/>
                    <a:gd name="T8" fmla="*/ 2 w 178"/>
                    <a:gd name="T9" fmla="*/ 32 h 90"/>
                    <a:gd name="T10" fmla="*/ 176 w 178"/>
                    <a:gd name="T11" fmla="*/ 0 h 90"/>
                    <a:gd name="T12" fmla="*/ 121 w 178"/>
                    <a:gd name="T13" fmla="*/ 81 h 90"/>
                    <a:gd name="T14" fmla="*/ 117 w 178"/>
                    <a:gd name="T15" fmla="*/ 81 h 90"/>
                    <a:gd name="T16" fmla="*/ 120 w 178"/>
                    <a:gd name="T17" fmla="*/ 90 h 90"/>
                    <a:gd name="T18" fmla="*/ 121 w 178"/>
                    <a:gd name="T19" fmla="*/ 90 h 90"/>
                    <a:gd name="T20" fmla="*/ 178 w 178"/>
                    <a:gd name="T21" fmla="*/ 5 h 90"/>
                    <a:gd name="T22" fmla="*/ 176 w 178"/>
                    <a:gd name="T23"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8" h="90">
                      <a:moveTo>
                        <a:pt x="2" y="32"/>
                      </a:moveTo>
                      <a:cubicBezTo>
                        <a:pt x="1" y="34"/>
                        <a:pt x="1" y="35"/>
                        <a:pt x="0" y="37"/>
                      </a:cubicBezTo>
                      <a:cubicBezTo>
                        <a:pt x="9" y="57"/>
                        <a:pt x="22" y="73"/>
                        <a:pt x="30" y="82"/>
                      </a:cubicBezTo>
                      <a:cubicBezTo>
                        <a:pt x="31" y="75"/>
                        <a:pt x="31" y="75"/>
                        <a:pt x="31" y="75"/>
                      </a:cubicBezTo>
                      <a:cubicBezTo>
                        <a:pt x="23" y="66"/>
                        <a:pt x="11" y="51"/>
                        <a:pt x="2" y="32"/>
                      </a:cubicBezTo>
                      <a:moveTo>
                        <a:pt x="176" y="0"/>
                      </a:moveTo>
                      <a:cubicBezTo>
                        <a:pt x="166" y="23"/>
                        <a:pt x="149" y="51"/>
                        <a:pt x="121" y="81"/>
                      </a:cubicBezTo>
                      <a:cubicBezTo>
                        <a:pt x="117" y="81"/>
                        <a:pt x="117" y="81"/>
                        <a:pt x="117" y="81"/>
                      </a:cubicBezTo>
                      <a:cubicBezTo>
                        <a:pt x="120" y="90"/>
                        <a:pt x="120" y="90"/>
                        <a:pt x="120" y="90"/>
                      </a:cubicBezTo>
                      <a:cubicBezTo>
                        <a:pt x="121" y="90"/>
                        <a:pt x="121" y="90"/>
                        <a:pt x="121" y="90"/>
                      </a:cubicBezTo>
                      <a:cubicBezTo>
                        <a:pt x="151" y="58"/>
                        <a:pt x="168" y="29"/>
                        <a:pt x="178" y="5"/>
                      </a:cubicBezTo>
                      <a:cubicBezTo>
                        <a:pt x="177" y="3"/>
                        <a:pt x="177" y="1"/>
                        <a:pt x="176"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8" name="îṡļïḋe"/>
                <p:cNvSpPr/>
                <p:nvPr>
                  <p:custDataLst>
                    <p:tags r:id="rId262"/>
                  </p:custDataLst>
                </p:nvPr>
              </p:nvSpPr>
              <p:spPr bwMode="auto">
                <a:xfrm>
                  <a:off x="5596733" y="3423861"/>
                  <a:ext cx="441325" cy="722313"/>
                </a:xfrm>
                <a:custGeom>
                  <a:avLst/>
                  <a:gdLst>
                    <a:gd name="T0" fmla="*/ 267 w 276"/>
                    <a:gd name="T1" fmla="*/ 452 h 452"/>
                    <a:gd name="T2" fmla="*/ 170 w 276"/>
                    <a:gd name="T3" fmla="*/ 177 h 452"/>
                    <a:gd name="T4" fmla="*/ 174 w 276"/>
                    <a:gd name="T5" fmla="*/ 177 h 452"/>
                    <a:gd name="T6" fmla="*/ 232 w 276"/>
                    <a:gd name="T7" fmla="*/ 0 h 452"/>
                    <a:gd name="T8" fmla="*/ 90 w 276"/>
                    <a:gd name="T9" fmla="*/ 0 h 452"/>
                    <a:gd name="T10" fmla="*/ 84 w 276"/>
                    <a:gd name="T11" fmla="*/ 171 h 452"/>
                    <a:gd name="T12" fmla="*/ 41 w 276"/>
                    <a:gd name="T13" fmla="*/ 452 h 452"/>
                    <a:gd name="T14" fmla="*/ 267 w 276"/>
                    <a:gd name="T15" fmla="*/ 452 h 4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52">
                      <a:moveTo>
                        <a:pt x="267" y="452"/>
                      </a:moveTo>
                      <a:cubicBezTo>
                        <a:pt x="170" y="177"/>
                        <a:pt x="170" y="177"/>
                        <a:pt x="170" y="177"/>
                      </a:cubicBezTo>
                      <a:cubicBezTo>
                        <a:pt x="174" y="177"/>
                        <a:pt x="174" y="177"/>
                        <a:pt x="174" y="177"/>
                      </a:cubicBezTo>
                      <a:cubicBezTo>
                        <a:pt x="276" y="66"/>
                        <a:pt x="232" y="0"/>
                        <a:pt x="232" y="0"/>
                      </a:cubicBezTo>
                      <a:cubicBezTo>
                        <a:pt x="90" y="0"/>
                        <a:pt x="90" y="0"/>
                        <a:pt x="90" y="0"/>
                      </a:cubicBezTo>
                      <a:cubicBezTo>
                        <a:pt x="0" y="64"/>
                        <a:pt x="62" y="147"/>
                        <a:pt x="84" y="171"/>
                      </a:cubicBezTo>
                      <a:cubicBezTo>
                        <a:pt x="41" y="452"/>
                        <a:pt x="41" y="452"/>
                        <a:pt x="41" y="452"/>
                      </a:cubicBezTo>
                      <a:cubicBezTo>
                        <a:pt x="267" y="452"/>
                        <a:pt x="267" y="452"/>
                        <a:pt x="267" y="452"/>
                      </a:cubicBezTo>
                    </a:path>
                  </a:pathLst>
                </a:custGeom>
                <a:solidFill>
                  <a:srgbClr val="44405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9" name="ïSļïḓê"/>
                <p:cNvSpPr/>
                <p:nvPr>
                  <p:custDataLst>
                    <p:tags r:id="rId263"/>
                  </p:custDataLst>
                </p:nvPr>
              </p:nvSpPr>
              <p:spPr bwMode="auto">
                <a:xfrm>
                  <a:off x="5966620" y="3573086"/>
                  <a:ext cx="263525" cy="311150"/>
                </a:xfrm>
                <a:custGeom>
                  <a:avLst/>
                  <a:gdLst>
                    <a:gd name="T0" fmla="*/ 164 w 165"/>
                    <a:gd name="T1" fmla="*/ 0 h 194"/>
                    <a:gd name="T2" fmla="*/ 85 w 165"/>
                    <a:gd name="T3" fmla="*/ 186 h 194"/>
                    <a:gd name="T4" fmla="*/ 12 w 165"/>
                    <a:gd name="T5" fmla="*/ 86 h 194"/>
                    <a:gd name="T6" fmla="*/ 1 w 165"/>
                    <a:gd name="T7" fmla="*/ 4 h 194"/>
                    <a:gd name="T8" fmla="*/ 0 w 165"/>
                    <a:gd name="T9" fmla="*/ 7 h 194"/>
                    <a:gd name="T10" fmla="*/ 12 w 165"/>
                    <a:gd name="T11" fmla="*/ 94 h 194"/>
                    <a:gd name="T12" fmla="*/ 85 w 165"/>
                    <a:gd name="T13" fmla="*/ 194 h 194"/>
                    <a:gd name="T14" fmla="*/ 165 w 165"/>
                    <a:gd name="T15" fmla="*/ 8 h 194"/>
                    <a:gd name="T16" fmla="*/ 164 w 165"/>
                    <a:gd name="T17"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 h="194">
                      <a:moveTo>
                        <a:pt x="164" y="0"/>
                      </a:moveTo>
                      <a:cubicBezTo>
                        <a:pt x="113" y="85"/>
                        <a:pt x="85" y="186"/>
                        <a:pt x="85" y="186"/>
                      </a:cubicBezTo>
                      <a:cubicBezTo>
                        <a:pt x="12" y="86"/>
                        <a:pt x="12" y="86"/>
                        <a:pt x="12" y="86"/>
                      </a:cubicBezTo>
                      <a:cubicBezTo>
                        <a:pt x="10" y="53"/>
                        <a:pt x="6" y="26"/>
                        <a:pt x="1" y="4"/>
                      </a:cubicBezTo>
                      <a:cubicBezTo>
                        <a:pt x="1" y="5"/>
                        <a:pt x="0" y="6"/>
                        <a:pt x="0" y="7"/>
                      </a:cubicBezTo>
                      <a:cubicBezTo>
                        <a:pt x="6" y="30"/>
                        <a:pt x="10" y="59"/>
                        <a:pt x="12" y="94"/>
                      </a:cubicBezTo>
                      <a:cubicBezTo>
                        <a:pt x="85" y="194"/>
                        <a:pt x="85" y="194"/>
                        <a:pt x="85" y="194"/>
                      </a:cubicBezTo>
                      <a:cubicBezTo>
                        <a:pt x="85" y="194"/>
                        <a:pt x="113" y="93"/>
                        <a:pt x="165" y="8"/>
                      </a:cubicBezTo>
                      <a:cubicBezTo>
                        <a:pt x="164" y="5"/>
                        <a:pt x="164" y="2"/>
                        <a:pt x="164"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0" name="ïŝľîḋé"/>
                <p:cNvSpPr/>
                <p:nvPr>
                  <p:custDataLst>
                    <p:tags r:id="rId264"/>
                  </p:custDataLst>
                </p:nvPr>
              </p:nvSpPr>
              <p:spPr bwMode="auto">
                <a:xfrm>
                  <a:off x="5963445" y="3569911"/>
                  <a:ext cx="4763" cy="14288"/>
                </a:xfrm>
                <a:custGeom>
                  <a:avLst/>
                  <a:gdLst>
                    <a:gd name="T0" fmla="*/ 2 w 3"/>
                    <a:gd name="T1" fmla="*/ 0 h 9"/>
                    <a:gd name="T2" fmla="*/ 0 w 3"/>
                    <a:gd name="T3" fmla="*/ 4 h 9"/>
                    <a:gd name="T4" fmla="*/ 2 w 3"/>
                    <a:gd name="T5" fmla="*/ 9 h 9"/>
                    <a:gd name="T6" fmla="*/ 3 w 3"/>
                    <a:gd name="T7" fmla="*/ 6 h 9"/>
                    <a:gd name="T8" fmla="*/ 2 w 3"/>
                    <a:gd name="T9" fmla="*/ 0 h 9"/>
                  </a:gdLst>
                  <a:ahLst/>
                  <a:cxnLst>
                    <a:cxn ang="0">
                      <a:pos x="T0" y="T1"/>
                    </a:cxn>
                    <a:cxn ang="0">
                      <a:pos x="T2" y="T3"/>
                    </a:cxn>
                    <a:cxn ang="0">
                      <a:pos x="T4" y="T5"/>
                    </a:cxn>
                    <a:cxn ang="0">
                      <a:pos x="T6" y="T7"/>
                    </a:cxn>
                    <a:cxn ang="0">
                      <a:pos x="T8" y="T9"/>
                    </a:cxn>
                  </a:cxnLst>
                  <a:rect l="0" t="0" r="r" b="b"/>
                  <a:pathLst>
                    <a:path w="3" h="9">
                      <a:moveTo>
                        <a:pt x="2" y="0"/>
                      </a:moveTo>
                      <a:cubicBezTo>
                        <a:pt x="1" y="1"/>
                        <a:pt x="1" y="2"/>
                        <a:pt x="0" y="4"/>
                      </a:cubicBezTo>
                      <a:cubicBezTo>
                        <a:pt x="1" y="5"/>
                        <a:pt x="1" y="7"/>
                        <a:pt x="2" y="9"/>
                      </a:cubicBezTo>
                      <a:cubicBezTo>
                        <a:pt x="2" y="8"/>
                        <a:pt x="3" y="7"/>
                        <a:pt x="3" y="6"/>
                      </a:cubicBezTo>
                      <a:cubicBezTo>
                        <a:pt x="3" y="4"/>
                        <a:pt x="2" y="2"/>
                        <a:pt x="2" y="0"/>
                      </a:cubicBezTo>
                    </a:path>
                  </a:pathLst>
                </a:custGeom>
                <a:solidFill>
                  <a:srgbClr val="B5BAC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1" name="ïṥ1íḍé"/>
                <p:cNvSpPr/>
                <p:nvPr>
                  <p:custDataLst>
                    <p:tags r:id="rId265"/>
                  </p:custDataLst>
                </p:nvPr>
              </p:nvSpPr>
              <p:spPr bwMode="auto">
                <a:xfrm>
                  <a:off x="5874545" y="3428623"/>
                  <a:ext cx="92075" cy="147638"/>
                </a:xfrm>
                <a:custGeom>
                  <a:avLst/>
                  <a:gdLst>
                    <a:gd name="T0" fmla="*/ 6 w 57"/>
                    <a:gd name="T1" fmla="*/ 0 h 93"/>
                    <a:gd name="T2" fmla="*/ 0 w 57"/>
                    <a:gd name="T3" fmla="*/ 6 h 93"/>
                    <a:gd name="T4" fmla="*/ 55 w 57"/>
                    <a:gd name="T5" fmla="*/ 93 h 93"/>
                    <a:gd name="T6" fmla="*/ 57 w 57"/>
                    <a:gd name="T7" fmla="*/ 89 h 93"/>
                    <a:gd name="T8" fmla="*/ 6 w 57"/>
                    <a:gd name="T9" fmla="*/ 0 h 93"/>
                  </a:gdLst>
                  <a:ahLst/>
                  <a:cxnLst>
                    <a:cxn ang="0">
                      <a:pos x="T0" y="T1"/>
                    </a:cxn>
                    <a:cxn ang="0">
                      <a:pos x="T2" y="T3"/>
                    </a:cxn>
                    <a:cxn ang="0">
                      <a:pos x="T4" y="T5"/>
                    </a:cxn>
                    <a:cxn ang="0">
                      <a:pos x="T6" y="T7"/>
                    </a:cxn>
                    <a:cxn ang="0">
                      <a:pos x="T8" y="T9"/>
                    </a:cxn>
                  </a:cxnLst>
                  <a:rect l="0" t="0" r="r" b="b"/>
                  <a:pathLst>
                    <a:path w="57" h="93">
                      <a:moveTo>
                        <a:pt x="6" y="0"/>
                      </a:moveTo>
                      <a:cubicBezTo>
                        <a:pt x="4" y="2"/>
                        <a:pt x="2" y="4"/>
                        <a:pt x="0" y="6"/>
                      </a:cubicBezTo>
                      <a:cubicBezTo>
                        <a:pt x="0" y="6"/>
                        <a:pt x="35" y="17"/>
                        <a:pt x="55" y="93"/>
                      </a:cubicBezTo>
                      <a:cubicBezTo>
                        <a:pt x="56" y="91"/>
                        <a:pt x="56" y="90"/>
                        <a:pt x="57" y="89"/>
                      </a:cubicBezTo>
                      <a:cubicBezTo>
                        <a:pt x="42" y="29"/>
                        <a:pt x="18" y="7"/>
                        <a:pt x="6" y="0"/>
                      </a:cubicBezTo>
                    </a:path>
                  </a:pathLst>
                </a:custGeom>
                <a:solidFill>
                  <a:srgbClr val="3D394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2" name="îśḷïdê"/>
                <p:cNvSpPr/>
                <p:nvPr>
                  <p:custDataLst>
                    <p:tags r:id="rId266"/>
                  </p:custDataLst>
                </p:nvPr>
              </p:nvSpPr>
              <p:spPr bwMode="auto">
                <a:xfrm>
                  <a:off x="5874545" y="2938086"/>
                  <a:ext cx="647700" cy="933450"/>
                </a:xfrm>
                <a:custGeom>
                  <a:avLst/>
                  <a:gdLst>
                    <a:gd name="T0" fmla="*/ 223 w 404"/>
                    <a:gd name="T1" fmla="*/ 0 h 583"/>
                    <a:gd name="T2" fmla="*/ 0 w 404"/>
                    <a:gd name="T3" fmla="*/ 303 h 583"/>
                    <a:gd name="T4" fmla="*/ 69 w 404"/>
                    <a:gd name="T5" fmla="*/ 483 h 583"/>
                    <a:gd name="T6" fmla="*/ 142 w 404"/>
                    <a:gd name="T7" fmla="*/ 583 h 583"/>
                    <a:gd name="T8" fmla="*/ 302 w 404"/>
                    <a:gd name="T9" fmla="*/ 303 h 583"/>
                    <a:gd name="T10" fmla="*/ 302 w 404"/>
                    <a:gd name="T11" fmla="*/ 46 h 583"/>
                    <a:gd name="T12" fmla="*/ 223 w 404"/>
                    <a:gd name="T13" fmla="*/ 0 h 583"/>
                  </a:gdLst>
                  <a:ahLst/>
                  <a:cxnLst>
                    <a:cxn ang="0">
                      <a:pos x="T0" y="T1"/>
                    </a:cxn>
                    <a:cxn ang="0">
                      <a:pos x="T2" y="T3"/>
                    </a:cxn>
                    <a:cxn ang="0">
                      <a:pos x="T4" y="T5"/>
                    </a:cxn>
                    <a:cxn ang="0">
                      <a:pos x="T6" y="T7"/>
                    </a:cxn>
                    <a:cxn ang="0">
                      <a:pos x="T8" y="T9"/>
                    </a:cxn>
                    <a:cxn ang="0">
                      <a:pos x="T10" y="T11"/>
                    </a:cxn>
                    <a:cxn ang="0">
                      <a:pos x="T12" y="T13"/>
                    </a:cxn>
                  </a:cxnLst>
                  <a:rect l="0" t="0" r="r" b="b"/>
                  <a:pathLst>
                    <a:path w="404" h="583">
                      <a:moveTo>
                        <a:pt x="223" y="0"/>
                      </a:moveTo>
                      <a:cubicBezTo>
                        <a:pt x="223" y="0"/>
                        <a:pt x="195" y="130"/>
                        <a:pt x="0" y="303"/>
                      </a:cubicBezTo>
                      <a:cubicBezTo>
                        <a:pt x="0" y="303"/>
                        <a:pt x="60" y="323"/>
                        <a:pt x="69" y="483"/>
                      </a:cubicBezTo>
                      <a:cubicBezTo>
                        <a:pt x="142" y="583"/>
                        <a:pt x="142" y="583"/>
                        <a:pt x="142" y="583"/>
                      </a:cubicBezTo>
                      <a:cubicBezTo>
                        <a:pt x="142" y="583"/>
                        <a:pt x="200" y="374"/>
                        <a:pt x="302" y="303"/>
                      </a:cubicBezTo>
                      <a:cubicBezTo>
                        <a:pt x="404" y="232"/>
                        <a:pt x="302" y="46"/>
                        <a:pt x="302" y="46"/>
                      </a:cubicBezTo>
                      <a:cubicBezTo>
                        <a:pt x="223" y="0"/>
                        <a:pt x="223" y="0"/>
                        <a:pt x="223" y="0"/>
                      </a:cubicBezTo>
                    </a:path>
                  </a:pathLst>
                </a:custGeom>
                <a:solidFill>
                  <a:srgbClr val="E1E7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3" name="îṧľîḑê"/>
                <p:cNvSpPr/>
                <p:nvPr>
                  <p:custDataLst>
                    <p:tags r:id="rId267"/>
                  </p:custDataLst>
                </p:nvPr>
              </p:nvSpPr>
              <p:spPr bwMode="auto">
                <a:xfrm>
                  <a:off x="5463383" y="3509586"/>
                  <a:ext cx="217488" cy="374650"/>
                </a:xfrm>
                <a:custGeom>
                  <a:avLst/>
                  <a:gdLst>
                    <a:gd name="T0" fmla="*/ 1 w 136"/>
                    <a:gd name="T1" fmla="*/ 0 h 234"/>
                    <a:gd name="T2" fmla="*/ 0 w 136"/>
                    <a:gd name="T3" fmla="*/ 6 h 234"/>
                    <a:gd name="T4" fmla="*/ 80 w 136"/>
                    <a:gd name="T5" fmla="*/ 234 h 234"/>
                    <a:gd name="T6" fmla="*/ 129 w 136"/>
                    <a:gd name="T7" fmla="*/ 128 h 234"/>
                    <a:gd name="T8" fmla="*/ 136 w 136"/>
                    <a:gd name="T9" fmla="*/ 79 h 234"/>
                    <a:gd name="T10" fmla="*/ 135 w 136"/>
                    <a:gd name="T11" fmla="*/ 76 h 234"/>
                    <a:gd name="T12" fmla="*/ 129 w 136"/>
                    <a:gd name="T13" fmla="*/ 119 h 234"/>
                    <a:gd name="T14" fmla="*/ 80 w 136"/>
                    <a:gd name="T15" fmla="*/ 226 h 234"/>
                    <a:gd name="T16" fmla="*/ 1 w 136"/>
                    <a:gd name="T17" fmla="*/ 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6" h="234">
                      <a:moveTo>
                        <a:pt x="1" y="0"/>
                      </a:moveTo>
                      <a:cubicBezTo>
                        <a:pt x="0" y="6"/>
                        <a:pt x="0" y="6"/>
                        <a:pt x="0" y="6"/>
                      </a:cubicBezTo>
                      <a:cubicBezTo>
                        <a:pt x="40" y="111"/>
                        <a:pt x="80" y="234"/>
                        <a:pt x="80" y="234"/>
                      </a:cubicBezTo>
                      <a:cubicBezTo>
                        <a:pt x="80" y="234"/>
                        <a:pt x="124" y="234"/>
                        <a:pt x="129" y="128"/>
                      </a:cubicBezTo>
                      <a:cubicBezTo>
                        <a:pt x="129" y="111"/>
                        <a:pt x="132" y="94"/>
                        <a:pt x="136" y="79"/>
                      </a:cubicBezTo>
                      <a:cubicBezTo>
                        <a:pt x="136" y="78"/>
                        <a:pt x="135" y="77"/>
                        <a:pt x="135" y="76"/>
                      </a:cubicBezTo>
                      <a:cubicBezTo>
                        <a:pt x="131" y="89"/>
                        <a:pt x="129" y="104"/>
                        <a:pt x="129" y="119"/>
                      </a:cubicBezTo>
                      <a:cubicBezTo>
                        <a:pt x="124" y="226"/>
                        <a:pt x="80" y="226"/>
                        <a:pt x="80" y="226"/>
                      </a:cubicBezTo>
                      <a:cubicBezTo>
                        <a:pt x="80" y="226"/>
                        <a:pt x="40" y="105"/>
                        <a:pt x="1"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4" name="ïṥḷîḍé"/>
                <p:cNvSpPr/>
                <p:nvPr>
                  <p:custDataLst>
                    <p:tags r:id="rId268"/>
                  </p:custDataLst>
                </p:nvPr>
              </p:nvSpPr>
              <p:spPr bwMode="auto">
                <a:xfrm>
                  <a:off x="5679283" y="3620711"/>
                  <a:ext cx="4763" cy="15875"/>
                </a:xfrm>
                <a:custGeom>
                  <a:avLst/>
                  <a:gdLst>
                    <a:gd name="T0" fmla="*/ 1 w 3"/>
                    <a:gd name="T1" fmla="*/ 0 h 9"/>
                    <a:gd name="T2" fmla="*/ 0 w 3"/>
                    <a:gd name="T3" fmla="*/ 6 h 9"/>
                    <a:gd name="T4" fmla="*/ 1 w 3"/>
                    <a:gd name="T5" fmla="*/ 9 h 9"/>
                    <a:gd name="T6" fmla="*/ 3 w 3"/>
                    <a:gd name="T7" fmla="*/ 4 h 9"/>
                    <a:gd name="T8" fmla="*/ 1 w 3"/>
                    <a:gd name="T9" fmla="*/ 0 h 9"/>
                  </a:gdLst>
                  <a:ahLst/>
                  <a:cxnLst>
                    <a:cxn ang="0">
                      <a:pos x="T0" y="T1"/>
                    </a:cxn>
                    <a:cxn ang="0">
                      <a:pos x="T2" y="T3"/>
                    </a:cxn>
                    <a:cxn ang="0">
                      <a:pos x="T4" y="T5"/>
                    </a:cxn>
                    <a:cxn ang="0">
                      <a:pos x="T6" y="T7"/>
                    </a:cxn>
                    <a:cxn ang="0">
                      <a:pos x="T8" y="T9"/>
                    </a:cxn>
                  </a:cxnLst>
                  <a:rect l="0" t="0" r="r" b="b"/>
                  <a:pathLst>
                    <a:path w="3" h="9">
                      <a:moveTo>
                        <a:pt x="1" y="0"/>
                      </a:moveTo>
                      <a:cubicBezTo>
                        <a:pt x="1" y="2"/>
                        <a:pt x="0" y="4"/>
                        <a:pt x="0" y="6"/>
                      </a:cubicBezTo>
                      <a:cubicBezTo>
                        <a:pt x="0" y="7"/>
                        <a:pt x="1" y="8"/>
                        <a:pt x="1" y="9"/>
                      </a:cubicBezTo>
                      <a:cubicBezTo>
                        <a:pt x="2" y="7"/>
                        <a:pt x="2" y="6"/>
                        <a:pt x="3" y="4"/>
                      </a:cubicBezTo>
                      <a:cubicBezTo>
                        <a:pt x="2" y="3"/>
                        <a:pt x="2" y="2"/>
                        <a:pt x="1" y="0"/>
                      </a:cubicBezTo>
                    </a:path>
                  </a:pathLst>
                </a:custGeom>
                <a:solidFill>
                  <a:srgbClr val="B5BAC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5" name="ïşļíďè"/>
                <p:cNvSpPr/>
                <p:nvPr>
                  <p:custDataLst>
                    <p:tags r:id="rId269"/>
                  </p:custDataLst>
                </p:nvPr>
              </p:nvSpPr>
              <p:spPr bwMode="auto">
                <a:xfrm>
                  <a:off x="5680870" y="3433386"/>
                  <a:ext cx="130175" cy="195263"/>
                </a:xfrm>
                <a:custGeom>
                  <a:avLst/>
                  <a:gdLst>
                    <a:gd name="T0" fmla="*/ 74 w 81"/>
                    <a:gd name="T1" fmla="*/ 0 h 122"/>
                    <a:gd name="T2" fmla="*/ 0 w 81"/>
                    <a:gd name="T3" fmla="*/ 118 h 122"/>
                    <a:gd name="T4" fmla="*/ 2 w 81"/>
                    <a:gd name="T5" fmla="*/ 122 h 122"/>
                    <a:gd name="T6" fmla="*/ 81 w 81"/>
                    <a:gd name="T7" fmla="*/ 3 h 122"/>
                    <a:gd name="T8" fmla="*/ 74 w 81"/>
                    <a:gd name="T9" fmla="*/ 0 h 122"/>
                  </a:gdLst>
                  <a:ahLst/>
                  <a:cxnLst>
                    <a:cxn ang="0">
                      <a:pos x="T0" y="T1"/>
                    </a:cxn>
                    <a:cxn ang="0">
                      <a:pos x="T2" y="T3"/>
                    </a:cxn>
                    <a:cxn ang="0">
                      <a:pos x="T4" y="T5"/>
                    </a:cxn>
                    <a:cxn ang="0">
                      <a:pos x="T6" y="T7"/>
                    </a:cxn>
                    <a:cxn ang="0">
                      <a:pos x="T8" y="T9"/>
                    </a:cxn>
                  </a:cxnLst>
                  <a:rect l="0" t="0" r="r" b="b"/>
                  <a:pathLst>
                    <a:path w="81" h="122">
                      <a:moveTo>
                        <a:pt x="74" y="0"/>
                      </a:moveTo>
                      <a:cubicBezTo>
                        <a:pt x="58" y="14"/>
                        <a:pt x="18" y="57"/>
                        <a:pt x="0" y="118"/>
                      </a:cubicBezTo>
                      <a:cubicBezTo>
                        <a:pt x="1" y="120"/>
                        <a:pt x="1" y="121"/>
                        <a:pt x="2" y="122"/>
                      </a:cubicBezTo>
                      <a:cubicBezTo>
                        <a:pt x="25" y="47"/>
                        <a:pt x="81" y="3"/>
                        <a:pt x="81" y="3"/>
                      </a:cubicBezTo>
                      <a:cubicBezTo>
                        <a:pt x="79" y="2"/>
                        <a:pt x="77" y="1"/>
                        <a:pt x="74" y="0"/>
                      </a:cubicBezTo>
                    </a:path>
                  </a:pathLst>
                </a:custGeom>
                <a:solidFill>
                  <a:srgbClr val="3D394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6" name="i$ḷïḋe"/>
                <p:cNvSpPr/>
                <p:nvPr>
                  <p:custDataLst>
                    <p:tags r:id="rId270"/>
                  </p:custDataLst>
                </p:nvPr>
              </p:nvSpPr>
              <p:spPr bwMode="auto">
                <a:xfrm>
                  <a:off x="5298283" y="3014286"/>
                  <a:ext cx="512763" cy="857250"/>
                </a:xfrm>
                <a:custGeom>
                  <a:avLst/>
                  <a:gdLst>
                    <a:gd name="T0" fmla="*/ 320 w 320"/>
                    <a:gd name="T1" fmla="*/ 256 h 536"/>
                    <a:gd name="T2" fmla="*/ 232 w 320"/>
                    <a:gd name="T3" fmla="*/ 429 h 536"/>
                    <a:gd name="T4" fmla="*/ 183 w 320"/>
                    <a:gd name="T5" fmla="*/ 536 h 536"/>
                    <a:gd name="T6" fmla="*/ 36 w 320"/>
                    <a:gd name="T7" fmla="*/ 163 h 536"/>
                    <a:gd name="T8" fmla="*/ 100 w 320"/>
                    <a:gd name="T9" fmla="*/ 0 h 536"/>
                    <a:gd name="T10" fmla="*/ 320 w 320"/>
                    <a:gd name="T11" fmla="*/ 256 h 536"/>
                  </a:gdLst>
                  <a:ahLst/>
                  <a:cxnLst>
                    <a:cxn ang="0">
                      <a:pos x="T0" y="T1"/>
                    </a:cxn>
                    <a:cxn ang="0">
                      <a:pos x="T2" y="T3"/>
                    </a:cxn>
                    <a:cxn ang="0">
                      <a:pos x="T4" y="T5"/>
                    </a:cxn>
                    <a:cxn ang="0">
                      <a:pos x="T6" y="T7"/>
                    </a:cxn>
                    <a:cxn ang="0">
                      <a:pos x="T8" y="T9"/>
                    </a:cxn>
                    <a:cxn ang="0">
                      <a:pos x="T10" y="T11"/>
                    </a:cxn>
                  </a:cxnLst>
                  <a:rect l="0" t="0" r="r" b="b"/>
                  <a:pathLst>
                    <a:path w="320" h="536">
                      <a:moveTo>
                        <a:pt x="320" y="256"/>
                      </a:moveTo>
                      <a:cubicBezTo>
                        <a:pt x="320" y="256"/>
                        <a:pt x="236" y="322"/>
                        <a:pt x="232" y="429"/>
                      </a:cubicBezTo>
                      <a:cubicBezTo>
                        <a:pt x="227" y="536"/>
                        <a:pt x="183" y="536"/>
                        <a:pt x="183" y="536"/>
                      </a:cubicBezTo>
                      <a:cubicBezTo>
                        <a:pt x="183" y="536"/>
                        <a:pt x="72" y="194"/>
                        <a:pt x="36" y="163"/>
                      </a:cubicBezTo>
                      <a:cubicBezTo>
                        <a:pt x="0" y="132"/>
                        <a:pt x="100" y="0"/>
                        <a:pt x="100" y="0"/>
                      </a:cubicBezTo>
                      <a:cubicBezTo>
                        <a:pt x="100" y="0"/>
                        <a:pt x="156" y="185"/>
                        <a:pt x="320" y="256"/>
                      </a:cubicBezTo>
                    </a:path>
                  </a:pathLst>
                </a:custGeom>
                <a:solidFill>
                  <a:srgbClr val="E1E7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7" name="ïsḻiḋe"/>
                <p:cNvSpPr/>
                <p:nvPr>
                  <p:custDataLst>
                    <p:tags r:id="rId271"/>
                  </p:custDataLst>
                </p:nvPr>
              </p:nvSpPr>
              <p:spPr bwMode="auto">
                <a:xfrm>
                  <a:off x="6223795" y="2939673"/>
                  <a:ext cx="7938" cy="4763"/>
                </a:xfrm>
                <a:custGeom>
                  <a:avLst/>
                  <a:gdLst>
                    <a:gd name="T0" fmla="*/ 0 w 5"/>
                    <a:gd name="T1" fmla="*/ 0 h 3"/>
                    <a:gd name="T2" fmla="*/ 4 w 5"/>
                    <a:gd name="T3" fmla="*/ 3 h 3"/>
                    <a:gd name="T4" fmla="*/ 5 w 5"/>
                    <a:gd name="T5" fmla="*/ 2 h 3"/>
                    <a:gd name="T6" fmla="*/ 0 w 5"/>
                    <a:gd name="T7" fmla="*/ 0 h 3"/>
                  </a:gdLst>
                  <a:ahLst/>
                  <a:cxnLst>
                    <a:cxn ang="0">
                      <a:pos x="T0" y="T1"/>
                    </a:cxn>
                    <a:cxn ang="0">
                      <a:pos x="T2" y="T3"/>
                    </a:cxn>
                    <a:cxn ang="0">
                      <a:pos x="T4" y="T5"/>
                    </a:cxn>
                    <a:cxn ang="0">
                      <a:pos x="T6" y="T7"/>
                    </a:cxn>
                  </a:cxnLst>
                  <a:rect l="0" t="0" r="r" b="b"/>
                  <a:pathLst>
                    <a:path w="5" h="3">
                      <a:moveTo>
                        <a:pt x="0" y="0"/>
                      </a:moveTo>
                      <a:cubicBezTo>
                        <a:pt x="1" y="1"/>
                        <a:pt x="3" y="2"/>
                        <a:pt x="4" y="3"/>
                      </a:cubicBezTo>
                      <a:cubicBezTo>
                        <a:pt x="4" y="2"/>
                        <a:pt x="5" y="2"/>
                        <a:pt x="5" y="2"/>
                      </a:cubicBezTo>
                      <a:cubicBezTo>
                        <a:pt x="0" y="0"/>
                        <a:pt x="0" y="0"/>
                        <a:pt x="0" y="0"/>
                      </a:cubicBezTo>
                    </a:path>
                  </a:pathLst>
                </a:custGeom>
                <a:solidFill>
                  <a:srgbClr val="D7A4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8" name="íşḻîḋê"/>
                <p:cNvSpPr/>
                <p:nvPr>
                  <p:custDataLst>
                    <p:tags r:id="rId272"/>
                  </p:custDataLst>
                </p:nvPr>
              </p:nvSpPr>
              <p:spPr bwMode="auto">
                <a:xfrm>
                  <a:off x="6230145" y="3574673"/>
                  <a:ext cx="19050" cy="290513"/>
                </a:xfrm>
                <a:custGeom>
                  <a:avLst/>
                  <a:gdLst>
                    <a:gd name="T0" fmla="*/ 4 w 12"/>
                    <a:gd name="T1" fmla="*/ 0 h 181"/>
                    <a:gd name="T2" fmla="*/ 0 w 12"/>
                    <a:gd name="T3" fmla="*/ 7 h 181"/>
                    <a:gd name="T4" fmla="*/ 0 w 12"/>
                    <a:gd name="T5" fmla="*/ 25 h 181"/>
                    <a:gd name="T6" fmla="*/ 8 w 12"/>
                    <a:gd name="T7" fmla="*/ 181 h 181"/>
                    <a:gd name="T8" fmla="*/ 12 w 12"/>
                    <a:gd name="T9" fmla="*/ 180 h 181"/>
                    <a:gd name="T10" fmla="*/ 4 w 12"/>
                    <a:gd name="T11" fmla="*/ 25 h 181"/>
                    <a:gd name="T12" fmla="*/ 4 w 12"/>
                    <a:gd name="T13" fmla="*/ 0 h 181"/>
                  </a:gdLst>
                  <a:ahLst/>
                  <a:cxnLst>
                    <a:cxn ang="0">
                      <a:pos x="T0" y="T1"/>
                    </a:cxn>
                    <a:cxn ang="0">
                      <a:pos x="T2" y="T3"/>
                    </a:cxn>
                    <a:cxn ang="0">
                      <a:pos x="T4" y="T5"/>
                    </a:cxn>
                    <a:cxn ang="0">
                      <a:pos x="T6" y="T7"/>
                    </a:cxn>
                    <a:cxn ang="0">
                      <a:pos x="T8" y="T9"/>
                    </a:cxn>
                    <a:cxn ang="0">
                      <a:pos x="T10" y="T11"/>
                    </a:cxn>
                    <a:cxn ang="0">
                      <a:pos x="T12" y="T13"/>
                    </a:cxn>
                  </a:cxnLst>
                  <a:rect l="0" t="0" r="r" b="b"/>
                  <a:pathLst>
                    <a:path w="12" h="181">
                      <a:moveTo>
                        <a:pt x="4" y="0"/>
                      </a:moveTo>
                      <a:cubicBezTo>
                        <a:pt x="2" y="3"/>
                        <a:pt x="1" y="5"/>
                        <a:pt x="0" y="7"/>
                      </a:cubicBezTo>
                      <a:cubicBezTo>
                        <a:pt x="0" y="13"/>
                        <a:pt x="0" y="19"/>
                        <a:pt x="0" y="25"/>
                      </a:cubicBezTo>
                      <a:cubicBezTo>
                        <a:pt x="8" y="181"/>
                        <a:pt x="8" y="181"/>
                        <a:pt x="8" y="181"/>
                      </a:cubicBezTo>
                      <a:cubicBezTo>
                        <a:pt x="12" y="180"/>
                        <a:pt x="12" y="180"/>
                        <a:pt x="12" y="180"/>
                      </a:cubicBezTo>
                      <a:cubicBezTo>
                        <a:pt x="4" y="25"/>
                        <a:pt x="4" y="25"/>
                        <a:pt x="4" y="25"/>
                      </a:cubicBezTo>
                      <a:cubicBezTo>
                        <a:pt x="4" y="17"/>
                        <a:pt x="4" y="9"/>
                        <a:pt x="4"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9" name="íslíḓê"/>
                <p:cNvSpPr/>
                <p:nvPr>
                  <p:custDataLst>
                    <p:tags r:id="rId273"/>
                  </p:custDataLst>
                </p:nvPr>
              </p:nvSpPr>
              <p:spPr bwMode="auto">
                <a:xfrm>
                  <a:off x="6228558" y="3561973"/>
                  <a:ext cx="7938" cy="23813"/>
                </a:xfrm>
                <a:custGeom>
                  <a:avLst/>
                  <a:gdLst>
                    <a:gd name="T0" fmla="*/ 5 w 5"/>
                    <a:gd name="T1" fmla="*/ 0 h 15"/>
                    <a:gd name="T2" fmla="*/ 0 w 5"/>
                    <a:gd name="T3" fmla="*/ 7 h 15"/>
                    <a:gd name="T4" fmla="*/ 1 w 5"/>
                    <a:gd name="T5" fmla="*/ 15 h 15"/>
                    <a:gd name="T6" fmla="*/ 5 w 5"/>
                    <a:gd name="T7" fmla="*/ 8 h 15"/>
                    <a:gd name="T8" fmla="*/ 5 w 5"/>
                    <a:gd name="T9" fmla="*/ 0 h 15"/>
                  </a:gdLst>
                  <a:ahLst/>
                  <a:cxnLst>
                    <a:cxn ang="0">
                      <a:pos x="T0" y="T1"/>
                    </a:cxn>
                    <a:cxn ang="0">
                      <a:pos x="T2" y="T3"/>
                    </a:cxn>
                    <a:cxn ang="0">
                      <a:pos x="T4" y="T5"/>
                    </a:cxn>
                    <a:cxn ang="0">
                      <a:pos x="T6" y="T7"/>
                    </a:cxn>
                    <a:cxn ang="0">
                      <a:pos x="T8" y="T9"/>
                    </a:cxn>
                  </a:cxnLst>
                  <a:rect l="0" t="0" r="r" b="b"/>
                  <a:pathLst>
                    <a:path w="5" h="15">
                      <a:moveTo>
                        <a:pt x="5" y="0"/>
                      </a:moveTo>
                      <a:cubicBezTo>
                        <a:pt x="3" y="2"/>
                        <a:pt x="2" y="4"/>
                        <a:pt x="0" y="7"/>
                      </a:cubicBezTo>
                      <a:cubicBezTo>
                        <a:pt x="0" y="9"/>
                        <a:pt x="0" y="12"/>
                        <a:pt x="1" y="15"/>
                      </a:cubicBezTo>
                      <a:cubicBezTo>
                        <a:pt x="2" y="13"/>
                        <a:pt x="3" y="11"/>
                        <a:pt x="5" y="8"/>
                      </a:cubicBezTo>
                      <a:cubicBezTo>
                        <a:pt x="5" y="6"/>
                        <a:pt x="5" y="3"/>
                        <a:pt x="5" y="0"/>
                      </a:cubicBezTo>
                    </a:path>
                  </a:pathLst>
                </a:custGeom>
                <a:solidFill>
                  <a:srgbClr val="B5BAC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0" name="iś1îḍè"/>
                <p:cNvSpPr/>
                <p:nvPr>
                  <p:custDataLst>
                    <p:tags r:id="rId274"/>
                  </p:custDataLst>
                </p:nvPr>
              </p:nvSpPr>
              <p:spPr bwMode="auto">
                <a:xfrm>
                  <a:off x="6228558" y="2942848"/>
                  <a:ext cx="71438" cy="630238"/>
                </a:xfrm>
                <a:custGeom>
                  <a:avLst/>
                  <a:gdLst>
                    <a:gd name="T0" fmla="*/ 2 w 44"/>
                    <a:gd name="T1" fmla="*/ 0 h 394"/>
                    <a:gd name="T2" fmla="*/ 1 w 44"/>
                    <a:gd name="T3" fmla="*/ 1 h 394"/>
                    <a:gd name="T4" fmla="*/ 11 w 44"/>
                    <a:gd name="T5" fmla="*/ 252 h 394"/>
                    <a:gd name="T6" fmla="*/ 0 w 44"/>
                    <a:gd name="T7" fmla="*/ 394 h 394"/>
                    <a:gd name="T8" fmla="*/ 5 w 44"/>
                    <a:gd name="T9" fmla="*/ 387 h 394"/>
                    <a:gd name="T10" fmla="*/ 15 w 44"/>
                    <a:gd name="T11" fmla="*/ 252 h 394"/>
                    <a:gd name="T12" fmla="*/ 8 w 44"/>
                    <a:gd name="T13" fmla="*/ 3 h 394"/>
                    <a:gd name="T14" fmla="*/ 2 w 44"/>
                    <a:gd name="T15" fmla="*/ 0 h 3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394">
                      <a:moveTo>
                        <a:pt x="2" y="0"/>
                      </a:moveTo>
                      <a:cubicBezTo>
                        <a:pt x="2" y="0"/>
                        <a:pt x="1" y="0"/>
                        <a:pt x="1" y="1"/>
                      </a:cubicBezTo>
                      <a:cubicBezTo>
                        <a:pt x="41" y="29"/>
                        <a:pt x="25" y="165"/>
                        <a:pt x="11" y="252"/>
                      </a:cubicBezTo>
                      <a:cubicBezTo>
                        <a:pt x="3" y="299"/>
                        <a:pt x="0" y="346"/>
                        <a:pt x="0" y="394"/>
                      </a:cubicBezTo>
                      <a:cubicBezTo>
                        <a:pt x="2" y="391"/>
                        <a:pt x="3" y="389"/>
                        <a:pt x="5" y="387"/>
                      </a:cubicBezTo>
                      <a:cubicBezTo>
                        <a:pt x="4" y="342"/>
                        <a:pt x="8" y="297"/>
                        <a:pt x="15" y="252"/>
                      </a:cubicBezTo>
                      <a:cubicBezTo>
                        <a:pt x="29" y="167"/>
                        <a:pt x="44" y="35"/>
                        <a:pt x="8" y="3"/>
                      </a:cubicBezTo>
                      <a:cubicBezTo>
                        <a:pt x="2" y="0"/>
                        <a:pt x="2" y="0"/>
                        <a:pt x="2"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1" name="ïśliḓê"/>
                <p:cNvSpPr/>
                <p:nvPr>
                  <p:custDataLst>
                    <p:tags r:id="rId275"/>
                  </p:custDataLst>
                </p:nvPr>
              </p:nvSpPr>
              <p:spPr bwMode="auto">
                <a:xfrm>
                  <a:off x="7247733" y="4571623"/>
                  <a:ext cx="320675" cy="495300"/>
                </a:xfrm>
                <a:custGeom>
                  <a:avLst/>
                  <a:gdLst>
                    <a:gd name="T0" fmla="*/ 128 w 200"/>
                    <a:gd name="T1" fmla="*/ 301 h 310"/>
                    <a:gd name="T2" fmla="*/ 118 w 200"/>
                    <a:gd name="T3" fmla="*/ 310 h 310"/>
                    <a:gd name="T4" fmla="*/ 124 w 200"/>
                    <a:gd name="T5" fmla="*/ 308 h 310"/>
                    <a:gd name="T6" fmla="*/ 132 w 200"/>
                    <a:gd name="T7" fmla="*/ 302 h 310"/>
                    <a:gd name="T8" fmla="*/ 128 w 200"/>
                    <a:gd name="T9" fmla="*/ 301 h 310"/>
                    <a:gd name="T10" fmla="*/ 0 w 200"/>
                    <a:gd name="T11" fmla="*/ 0 h 310"/>
                    <a:gd name="T12" fmla="*/ 40 w 200"/>
                    <a:gd name="T13" fmla="*/ 50 h 310"/>
                    <a:gd name="T14" fmla="*/ 195 w 200"/>
                    <a:gd name="T15" fmla="*/ 245 h 310"/>
                    <a:gd name="T16" fmla="*/ 128 w 200"/>
                    <a:gd name="T17" fmla="*/ 301 h 310"/>
                    <a:gd name="T18" fmla="*/ 135 w 200"/>
                    <a:gd name="T19" fmla="*/ 299 h 310"/>
                    <a:gd name="T20" fmla="*/ 200 w 200"/>
                    <a:gd name="T21" fmla="*/ 245 h 310"/>
                    <a:gd name="T22" fmla="*/ 44 w 200"/>
                    <a:gd name="T23" fmla="*/ 50 h 310"/>
                    <a:gd name="T24" fmla="*/ 6 w 200"/>
                    <a:gd name="T25" fmla="*/ 2 h 310"/>
                    <a:gd name="T26" fmla="*/ 0 w 200"/>
                    <a:gd name="T27"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0" h="310">
                      <a:moveTo>
                        <a:pt x="128" y="301"/>
                      </a:moveTo>
                      <a:cubicBezTo>
                        <a:pt x="118" y="310"/>
                        <a:pt x="118" y="310"/>
                        <a:pt x="118" y="310"/>
                      </a:cubicBezTo>
                      <a:cubicBezTo>
                        <a:pt x="120" y="309"/>
                        <a:pt x="122" y="309"/>
                        <a:pt x="124" y="308"/>
                      </a:cubicBezTo>
                      <a:cubicBezTo>
                        <a:pt x="132" y="302"/>
                        <a:pt x="132" y="302"/>
                        <a:pt x="132" y="302"/>
                      </a:cubicBezTo>
                      <a:cubicBezTo>
                        <a:pt x="130" y="301"/>
                        <a:pt x="129" y="301"/>
                        <a:pt x="128" y="301"/>
                      </a:cubicBezTo>
                      <a:moveTo>
                        <a:pt x="0" y="0"/>
                      </a:moveTo>
                      <a:cubicBezTo>
                        <a:pt x="19" y="16"/>
                        <a:pt x="34" y="33"/>
                        <a:pt x="40" y="50"/>
                      </a:cubicBezTo>
                      <a:cubicBezTo>
                        <a:pt x="66" y="125"/>
                        <a:pt x="195" y="245"/>
                        <a:pt x="195" y="245"/>
                      </a:cubicBezTo>
                      <a:cubicBezTo>
                        <a:pt x="128" y="301"/>
                        <a:pt x="128" y="301"/>
                        <a:pt x="128" y="301"/>
                      </a:cubicBezTo>
                      <a:cubicBezTo>
                        <a:pt x="135" y="299"/>
                        <a:pt x="135" y="299"/>
                        <a:pt x="135" y="299"/>
                      </a:cubicBezTo>
                      <a:cubicBezTo>
                        <a:pt x="200" y="245"/>
                        <a:pt x="200" y="245"/>
                        <a:pt x="200" y="245"/>
                      </a:cubicBezTo>
                      <a:cubicBezTo>
                        <a:pt x="200" y="245"/>
                        <a:pt x="71" y="125"/>
                        <a:pt x="44" y="50"/>
                      </a:cubicBezTo>
                      <a:cubicBezTo>
                        <a:pt x="39" y="34"/>
                        <a:pt x="25" y="17"/>
                        <a:pt x="6" y="2"/>
                      </a:cubicBezTo>
                      <a:cubicBezTo>
                        <a:pt x="4" y="1"/>
                        <a:pt x="2" y="1"/>
                        <a:pt x="0"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2" name="iŝļíďè"/>
                <p:cNvSpPr/>
                <p:nvPr>
                  <p:custDataLst>
                    <p:tags r:id="rId276"/>
                  </p:custDataLst>
                </p:nvPr>
              </p:nvSpPr>
              <p:spPr bwMode="auto">
                <a:xfrm>
                  <a:off x="7187408" y="4523998"/>
                  <a:ext cx="69850" cy="50800"/>
                </a:xfrm>
                <a:custGeom>
                  <a:avLst/>
                  <a:gdLst>
                    <a:gd name="T0" fmla="*/ 0 w 44"/>
                    <a:gd name="T1" fmla="*/ 0 h 32"/>
                    <a:gd name="T2" fmla="*/ 0 w 44"/>
                    <a:gd name="T3" fmla="*/ 3 h 32"/>
                    <a:gd name="T4" fmla="*/ 38 w 44"/>
                    <a:gd name="T5" fmla="*/ 30 h 32"/>
                    <a:gd name="T6" fmla="*/ 44 w 44"/>
                    <a:gd name="T7" fmla="*/ 32 h 32"/>
                    <a:gd name="T8" fmla="*/ 0 w 44"/>
                    <a:gd name="T9" fmla="*/ 0 h 32"/>
                  </a:gdLst>
                  <a:ahLst/>
                  <a:cxnLst>
                    <a:cxn ang="0">
                      <a:pos x="T0" y="T1"/>
                    </a:cxn>
                    <a:cxn ang="0">
                      <a:pos x="T2" y="T3"/>
                    </a:cxn>
                    <a:cxn ang="0">
                      <a:pos x="T4" y="T5"/>
                    </a:cxn>
                    <a:cxn ang="0">
                      <a:pos x="T6" y="T7"/>
                    </a:cxn>
                    <a:cxn ang="0">
                      <a:pos x="T8" y="T9"/>
                    </a:cxn>
                  </a:cxnLst>
                  <a:rect l="0" t="0" r="r" b="b"/>
                  <a:pathLst>
                    <a:path w="44" h="32">
                      <a:moveTo>
                        <a:pt x="0" y="0"/>
                      </a:moveTo>
                      <a:cubicBezTo>
                        <a:pt x="0" y="3"/>
                        <a:pt x="0" y="3"/>
                        <a:pt x="0" y="3"/>
                      </a:cubicBezTo>
                      <a:cubicBezTo>
                        <a:pt x="14" y="12"/>
                        <a:pt x="26" y="21"/>
                        <a:pt x="38" y="30"/>
                      </a:cubicBezTo>
                      <a:cubicBezTo>
                        <a:pt x="40" y="31"/>
                        <a:pt x="42" y="31"/>
                        <a:pt x="44" y="32"/>
                      </a:cubicBezTo>
                      <a:cubicBezTo>
                        <a:pt x="31" y="21"/>
                        <a:pt x="16" y="10"/>
                        <a:pt x="0" y="0"/>
                      </a:cubicBezTo>
                    </a:path>
                  </a:pathLst>
                </a:custGeom>
                <a:solidFill>
                  <a:srgbClr val="3B77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3" name="ïšlîḋè"/>
                <p:cNvSpPr/>
                <p:nvPr>
                  <p:custDataLst>
                    <p:tags r:id="rId277"/>
                  </p:custDataLst>
                </p:nvPr>
              </p:nvSpPr>
              <p:spPr bwMode="auto">
                <a:xfrm>
                  <a:off x="7676358" y="5533648"/>
                  <a:ext cx="3175" cy="1588"/>
                </a:xfrm>
                <a:custGeom>
                  <a:avLst/>
                  <a:gdLst>
                    <a:gd name="T0" fmla="*/ 2 w 2"/>
                    <a:gd name="T1" fmla="*/ 0 h 1"/>
                    <a:gd name="T2" fmla="*/ 0 w 2"/>
                    <a:gd name="T3" fmla="*/ 1 h 1"/>
                    <a:gd name="T4" fmla="*/ 2 w 2"/>
                    <a:gd name="T5" fmla="*/ 1 h 1"/>
                    <a:gd name="T6" fmla="*/ 2 w 2"/>
                    <a:gd name="T7" fmla="*/ 0 h 1"/>
                  </a:gdLst>
                  <a:ahLst/>
                  <a:cxnLst>
                    <a:cxn ang="0">
                      <a:pos x="T0" y="T1"/>
                    </a:cxn>
                    <a:cxn ang="0">
                      <a:pos x="T2" y="T3"/>
                    </a:cxn>
                    <a:cxn ang="0">
                      <a:pos x="T4" y="T5"/>
                    </a:cxn>
                    <a:cxn ang="0">
                      <a:pos x="T6" y="T7"/>
                    </a:cxn>
                  </a:cxnLst>
                  <a:rect l="0" t="0" r="r" b="b"/>
                  <a:pathLst>
                    <a:path w="2" h="1">
                      <a:moveTo>
                        <a:pt x="2" y="0"/>
                      </a:moveTo>
                      <a:cubicBezTo>
                        <a:pt x="2" y="1"/>
                        <a:pt x="1" y="1"/>
                        <a:pt x="0" y="1"/>
                      </a:cubicBezTo>
                      <a:cubicBezTo>
                        <a:pt x="2" y="1"/>
                        <a:pt x="2" y="1"/>
                        <a:pt x="2" y="1"/>
                      </a:cubicBezTo>
                      <a:cubicBezTo>
                        <a:pt x="2" y="1"/>
                        <a:pt x="2" y="1"/>
                        <a:pt x="2" y="0"/>
                      </a:cubicBezTo>
                    </a:path>
                  </a:pathLst>
                </a:custGeom>
                <a:solidFill>
                  <a:srgbClr val="3B77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4" name="îśḷîďê"/>
                <p:cNvSpPr/>
                <p:nvPr>
                  <p:custDataLst>
                    <p:tags r:id="rId278"/>
                  </p:custDataLst>
                </p:nvPr>
              </p:nvSpPr>
              <p:spPr bwMode="auto">
                <a:xfrm>
                  <a:off x="6230145" y="2939673"/>
                  <a:ext cx="2630488" cy="2595563"/>
                </a:xfrm>
                <a:custGeom>
                  <a:avLst/>
                  <a:gdLst>
                    <a:gd name="T0" fmla="*/ 0 w 1642"/>
                    <a:gd name="T1" fmla="*/ 0 h 1622"/>
                    <a:gd name="T2" fmla="*/ 111 w 1642"/>
                    <a:gd name="T3" fmla="*/ 44 h 1622"/>
                    <a:gd name="T4" fmla="*/ 688 w 1642"/>
                    <a:gd name="T5" fmla="*/ 186 h 1622"/>
                    <a:gd name="T6" fmla="*/ 799 w 1642"/>
                    <a:gd name="T7" fmla="*/ 399 h 1622"/>
                    <a:gd name="T8" fmla="*/ 1367 w 1642"/>
                    <a:gd name="T9" fmla="*/ 1158 h 1622"/>
                    <a:gd name="T10" fmla="*/ 1411 w 1642"/>
                    <a:gd name="T11" fmla="*/ 1567 h 1622"/>
                    <a:gd name="T12" fmla="*/ 903 w 1642"/>
                    <a:gd name="T13" fmla="*/ 1622 h 1622"/>
                    <a:gd name="T14" fmla="*/ 753 w 1642"/>
                    <a:gd name="T15" fmla="*/ 1334 h 1622"/>
                    <a:gd name="T16" fmla="*/ 835 w 1642"/>
                    <a:gd name="T17" fmla="*/ 1265 h 1622"/>
                    <a:gd name="T18" fmla="*/ 679 w 1642"/>
                    <a:gd name="T19" fmla="*/ 1070 h 1622"/>
                    <a:gd name="T20" fmla="*/ 435 w 1642"/>
                    <a:gd name="T21" fmla="*/ 910 h 1622"/>
                    <a:gd name="T22" fmla="*/ 462 w 1642"/>
                    <a:gd name="T23" fmla="*/ 1549 h 1622"/>
                    <a:gd name="T24" fmla="*/ 62 w 1642"/>
                    <a:gd name="T25" fmla="*/ 1611 h 1622"/>
                    <a:gd name="T26" fmla="*/ 4 w 1642"/>
                    <a:gd name="T27" fmla="*/ 422 h 1622"/>
                    <a:gd name="T28" fmla="*/ 14 w 1642"/>
                    <a:gd name="T29" fmla="*/ 254 h 1622"/>
                    <a:gd name="T30" fmla="*/ 0 w 1642"/>
                    <a:gd name="T31" fmla="*/ 0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42" h="1622">
                      <a:moveTo>
                        <a:pt x="0" y="0"/>
                      </a:moveTo>
                      <a:cubicBezTo>
                        <a:pt x="111" y="44"/>
                        <a:pt x="111" y="44"/>
                        <a:pt x="111" y="44"/>
                      </a:cubicBezTo>
                      <a:cubicBezTo>
                        <a:pt x="111" y="44"/>
                        <a:pt x="235" y="124"/>
                        <a:pt x="688" y="186"/>
                      </a:cubicBezTo>
                      <a:cubicBezTo>
                        <a:pt x="688" y="186"/>
                        <a:pt x="755" y="186"/>
                        <a:pt x="799" y="399"/>
                      </a:cubicBezTo>
                      <a:cubicBezTo>
                        <a:pt x="1367" y="1158"/>
                        <a:pt x="1367" y="1158"/>
                        <a:pt x="1367" y="1158"/>
                      </a:cubicBezTo>
                      <a:cubicBezTo>
                        <a:pt x="1367" y="1158"/>
                        <a:pt x="1642" y="1362"/>
                        <a:pt x="1411" y="1567"/>
                      </a:cubicBezTo>
                      <a:cubicBezTo>
                        <a:pt x="903" y="1622"/>
                        <a:pt x="903" y="1622"/>
                        <a:pt x="903" y="1622"/>
                      </a:cubicBezTo>
                      <a:cubicBezTo>
                        <a:pt x="903" y="1622"/>
                        <a:pt x="1196" y="1343"/>
                        <a:pt x="753" y="1334"/>
                      </a:cubicBezTo>
                      <a:cubicBezTo>
                        <a:pt x="835" y="1265"/>
                        <a:pt x="835" y="1265"/>
                        <a:pt x="835" y="1265"/>
                      </a:cubicBezTo>
                      <a:cubicBezTo>
                        <a:pt x="835" y="1265"/>
                        <a:pt x="706" y="1145"/>
                        <a:pt x="679" y="1070"/>
                      </a:cubicBezTo>
                      <a:cubicBezTo>
                        <a:pt x="653" y="994"/>
                        <a:pt x="435" y="910"/>
                        <a:pt x="435" y="910"/>
                      </a:cubicBezTo>
                      <a:cubicBezTo>
                        <a:pt x="462" y="1549"/>
                        <a:pt x="462" y="1549"/>
                        <a:pt x="462" y="1549"/>
                      </a:cubicBezTo>
                      <a:cubicBezTo>
                        <a:pt x="62" y="1611"/>
                        <a:pt x="62" y="1611"/>
                        <a:pt x="62" y="1611"/>
                      </a:cubicBezTo>
                      <a:cubicBezTo>
                        <a:pt x="4" y="422"/>
                        <a:pt x="4" y="422"/>
                        <a:pt x="4" y="422"/>
                      </a:cubicBezTo>
                      <a:cubicBezTo>
                        <a:pt x="2" y="366"/>
                        <a:pt x="5" y="309"/>
                        <a:pt x="14" y="254"/>
                      </a:cubicBezTo>
                      <a:cubicBezTo>
                        <a:pt x="29" y="164"/>
                        <a:pt x="45" y="21"/>
                        <a:pt x="0" y="0"/>
                      </a:cubicBezTo>
                    </a:path>
                  </a:pathLst>
                </a:custGeom>
                <a:solidFill>
                  <a:srgbClr val="67647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5" name="iṧļiḓê"/>
                <p:cNvSpPr/>
                <p:nvPr>
                  <p:custDataLst>
                    <p:tags r:id="rId279"/>
                  </p:custDataLst>
                </p:nvPr>
              </p:nvSpPr>
              <p:spPr bwMode="auto">
                <a:xfrm>
                  <a:off x="3355183" y="3012698"/>
                  <a:ext cx="2103438" cy="2449513"/>
                </a:xfrm>
                <a:custGeom>
                  <a:avLst/>
                  <a:gdLst>
                    <a:gd name="T0" fmla="*/ 466 w 1313"/>
                    <a:gd name="T1" fmla="*/ 690 h 1532"/>
                    <a:gd name="T2" fmla="*/ 206 w 1313"/>
                    <a:gd name="T3" fmla="*/ 1158 h 1532"/>
                    <a:gd name="T4" fmla="*/ 154 w 1313"/>
                    <a:gd name="T5" fmla="*/ 1532 h 1532"/>
                    <a:gd name="T6" fmla="*/ 224 w 1313"/>
                    <a:gd name="T7" fmla="*/ 1438 h 1532"/>
                    <a:gd name="T8" fmla="*/ 239 w 1313"/>
                    <a:gd name="T9" fmla="*/ 1442 h 1532"/>
                    <a:gd name="T10" fmla="*/ 420 w 1313"/>
                    <a:gd name="T11" fmla="*/ 1517 h 1532"/>
                    <a:gd name="T12" fmla="*/ 362 w 1313"/>
                    <a:gd name="T13" fmla="*/ 1411 h 1532"/>
                    <a:gd name="T14" fmla="*/ 517 w 1313"/>
                    <a:gd name="T15" fmla="*/ 1242 h 1532"/>
                    <a:gd name="T16" fmla="*/ 593 w 1313"/>
                    <a:gd name="T17" fmla="*/ 1287 h 1532"/>
                    <a:gd name="T18" fmla="*/ 655 w 1313"/>
                    <a:gd name="T19" fmla="*/ 1269 h 1532"/>
                    <a:gd name="T20" fmla="*/ 753 w 1313"/>
                    <a:gd name="T21" fmla="*/ 1145 h 1532"/>
                    <a:gd name="T22" fmla="*/ 729 w 1313"/>
                    <a:gd name="T23" fmla="*/ 967 h 1532"/>
                    <a:gd name="T24" fmla="*/ 630 w 1313"/>
                    <a:gd name="T25" fmla="*/ 892 h 1532"/>
                    <a:gd name="T26" fmla="*/ 466 w 1313"/>
                    <a:gd name="T27" fmla="*/ 690 h 1532"/>
                    <a:gd name="T28" fmla="*/ 1313 w 1313"/>
                    <a:gd name="T29" fmla="*/ 0 h 1532"/>
                    <a:gd name="T30" fmla="*/ 1007 w 1313"/>
                    <a:gd name="T31" fmla="*/ 80 h 1532"/>
                    <a:gd name="T32" fmla="*/ 919 w 1313"/>
                    <a:gd name="T33" fmla="*/ 203 h 1532"/>
                    <a:gd name="T34" fmla="*/ 769 w 1313"/>
                    <a:gd name="T35" fmla="*/ 437 h 1532"/>
                    <a:gd name="T36" fmla="*/ 975 w 1313"/>
                    <a:gd name="T37" fmla="*/ 482 h 1532"/>
                    <a:gd name="T38" fmla="*/ 1188 w 1313"/>
                    <a:gd name="T39" fmla="*/ 201 h 1532"/>
                    <a:gd name="T40" fmla="*/ 1192 w 1313"/>
                    <a:gd name="T41" fmla="*/ 197 h 1532"/>
                    <a:gd name="T42" fmla="*/ 1192 w 1313"/>
                    <a:gd name="T43" fmla="*/ 159 h 1532"/>
                    <a:gd name="T44" fmla="*/ 1218 w 1313"/>
                    <a:gd name="T45" fmla="*/ 170 h 1532"/>
                    <a:gd name="T46" fmla="*/ 1241 w 1313"/>
                    <a:gd name="T47" fmla="*/ 145 h 1532"/>
                    <a:gd name="T48" fmla="*/ 1313 w 1313"/>
                    <a:gd name="T49" fmla="*/ 1 h 1532"/>
                    <a:gd name="T50" fmla="*/ 1313 w 1313"/>
                    <a:gd name="T51" fmla="*/ 2 h 1532"/>
                    <a:gd name="T52" fmla="*/ 1313 w 1313"/>
                    <a:gd name="T53"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13" h="1532">
                      <a:moveTo>
                        <a:pt x="466" y="690"/>
                      </a:moveTo>
                      <a:cubicBezTo>
                        <a:pt x="206" y="1158"/>
                        <a:pt x="206" y="1158"/>
                        <a:pt x="206" y="1158"/>
                      </a:cubicBezTo>
                      <a:cubicBezTo>
                        <a:pt x="206" y="1158"/>
                        <a:pt x="0" y="1359"/>
                        <a:pt x="154" y="1532"/>
                      </a:cubicBezTo>
                      <a:cubicBezTo>
                        <a:pt x="187" y="1499"/>
                        <a:pt x="193" y="1438"/>
                        <a:pt x="224" y="1438"/>
                      </a:cubicBezTo>
                      <a:cubicBezTo>
                        <a:pt x="228" y="1438"/>
                        <a:pt x="233" y="1439"/>
                        <a:pt x="239" y="1442"/>
                      </a:cubicBezTo>
                      <a:cubicBezTo>
                        <a:pt x="297" y="1474"/>
                        <a:pt x="357" y="1499"/>
                        <a:pt x="420" y="1517"/>
                      </a:cubicBezTo>
                      <a:cubicBezTo>
                        <a:pt x="362" y="1411"/>
                        <a:pt x="362" y="1411"/>
                        <a:pt x="362" y="1411"/>
                      </a:cubicBezTo>
                      <a:cubicBezTo>
                        <a:pt x="517" y="1242"/>
                        <a:pt x="517" y="1242"/>
                        <a:pt x="517" y="1242"/>
                      </a:cubicBezTo>
                      <a:cubicBezTo>
                        <a:pt x="593" y="1287"/>
                        <a:pt x="593" y="1287"/>
                        <a:pt x="593" y="1287"/>
                      </a:cubicBezTo>
                      <a:cubicBezTo>
                        <a:pt x="611" y="1280"/>
                        <a:pt x="632" y="1274"/>
                        <a:pt x="655" y="1269"/>
                      </a:cubicBezTo>
                      <a:cubicBezTo>
                        <a:pt x="753" y="1145"/>
                        <a:pt x="753" y="1145"/>
                        <a:pt x="753" y="1145"/>
                      </a:cubicBezTo>
                      <a:cubicBezTo>
                        <a:pt x="729" y="967"/>
                        <a:pt x="729" y="967"/>
                        <a:pt x="729" y="967"/>
                      </a:cubicBezTo>
                      <a:cubicBezTo>
                        <a:pt x="681" y="963"/>
                        <a:pt x="651" y="936"/>
                        <a:pt x="630" y="892"/>
                      </a:cubicBezTo>
                      <a:cubicBezTo>
                        <a:pt x="573" y="848"/>
                        <a:pt x="519" y="777"/>
                        <a:pt x="466" y="690"/>
                      </a:cubicBezTo>
                      <a:moveTo>
                        <a:pt x="1313" y="0"/>
                      </a:moveTo>
                      <a:cubicBezTo>
                        <a:pt x="1007" y="80"/>
                        <a:pt x="1007" y="80"/>
                        <a:pt x="1007" y="80"/>
                      </a:cubicBezTo>
                      <a:cubicBezTo>
                        <a:pt x="986" y="121"/>
                        <a:pt x="958" y="162"/>
                        <a:pt x="919" y="203"/>
                      </a:cubicBezTo>
                      <a:cubicBezTo>
                        <a:pt x="843" y="281"/>
                        <a:pt x="796" y="361"/>
                        <a:pt x="769" y="437"/>
                      </a:cubicBezTo>
                      <a:cubicBezTo>
                        <a:pt x="975" y="482"/>
                        <a:pt x="975" y="482"/>
                        <a:pt x="975" y="482"/>
                      </a:cubicBezTo>
                      <a:cubicBezTo>
                        <a:pt x="1022" y="378"/>
                        <a:pt x="1107" y="285"/>
                        <a:pt x="1188" y="201"/>
                      </a:cubicBezTo>
                      <a:cubicBezTo>
                        <a:pt x="1192" y="197"/>
                        <a:pt x="1192" y="197"/>
                        <a:pt x="1192" y="197"/>
                      </a:cubicBezTo>
                      <a:cubicBezTo>
                        <a:pt x="1192" y="159"/>
                        <a:pt x="1192" y="159"/>
                        <a:pt x="1192" y="159"/>
                      </a:cubicBezTo>
                      <a:cubicBezTo>
                        <a:pt x="1218" y="170"/>
                        <a:pt x="1218" y="170"/>
                        <a:pt x="1218" y="170"/>
                      </a:cubicBezTo>
                      <a:cubicBezTo>
                        <a:pt x="1241" y="145"/>
                        <a:pt x="1241" y="145"/>
                        <a:pt x="1241" y="145"/>
                      </a:cubicBezTo>
                      <a:cubicBezTo>
                        <a:pt x="1239" y="99"/>
                        <a:pt x="1313" y="1"/>
                        <a:pt x="1313" y="1"/>
                      </a:cubicBezTo>
                      <a:cubicBezTo>
                        <a:pt x="1313" y="1"/>
                        <a:pt x="1313" y="2"/>
                        <a:pt x="1313" y="2"/>
                      </a:cubicBezTo>
                      <a:cubicBezTo>
                        <a:pt x="1313" y="1"/>
                        <a:pt x="1313" y="1"/>
                        <a:pt x="1313"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6" name="ïṡḷídê"/>
                <p:cNvSpPr/>
                <p:nvPr>
                  <p:custDataLst>
                    <p:tags r:id="rId280"/>
                  </p:custDataLst>
                </p:nvPr>
              </p:nvSpPr>
              <p:spPr bwMode="auto">
                <a:xfrm>
                  <a:off x="4917283" y="3244473"/>
                  <a:ext cx="455613" cy="615950"/>
                </a:xfrm>
                <a:custGeom>
                  <a:avLst/>
                  <a:gdLst>
                    <a:gd name="T0" fmla="*/ 217 w 285"/>
                    <a:gd name="T1" fmla="*/ 52 h 385"/>
                    <a:gd name="T2" fmla="*/ 213 w 285"/>
                    <a:gd name="T3" fmla="*/ 56 h 385"/>
                    <a:gd name="T4" fmla="*/ 0 w 285"/>
                    <a:gd name="T5" fmla="*/ 337 h 385"/>
                    <a:gd name="T6" fmla="*/ 217 w 285"/>
                    <a:gd name="T7" fmla="*/ 385 h 385"/>
                    <a:gd name="T8" fmla="*/ 217 w 285"/>
                    <a:gd name="T9" fmla="*/ 52 h 385"/>
                    <a:gd name="T10" fmla="*/ 266 w 285"/>
                    <a:gd name="T11" fmla="*/ 0 h 385"/>
                    <a:gd name="T12" fmla="*/ 243 w 285"/>
                    <a:gd name="T13" fmla="*/ 25 h 385"/>
                    <a:gd name="T14" fmla="*/ 285 w 285"/>
                    <a:gd name="T15" fmla="*/ 43 h 385"/>
                    <a:gd name="T16" fmla="*/ 274 w 285"/>
                    <a:gd name="T17" fmla="*/ 27 h 385"/>
                    <a:gd name="T18" fmla="*/ 267 w 285"/>
                    <a:gd name="T19" fmla="*/ 4 h 385"/>
                    <a:gd name="T20" fmla="*/ 266 w 285"/>
                    <a:gd name="T21"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 h="385">
                      <a:moveTo>
                        <a:pt x="217" y="52"/>
                      </a:moveTo>
                      <a:cubicBezTo>
                        <a:pt x="213" y="56"/>
                        <a:pt x="213" y="56"/>
                        <a:pt x="213" y="56"/>
                      </a:cubicBezTo>
                      <a:cubicBezTo>
                        <a:pt x="132" y="140"/>
                        <a:pt x="47" y="233"/>
                        <a:pt x="0" y="337"/>
                      </a:cubicBezTo>
                      <a:cubicBezTo>
                        <a:pt x="217" y="385"/>
                        <a:pt x="217" y="385"/>
                        <a:pt x="217" y="385"/>
                      </a:cubicBezTo>
                      <a:cubicBezTo>
                        <a:pt x="217" y="52"/>
                        <a:pt x="217" y="52"/>
                        <a:pt x="217" y="52"/>
                      </a:cubicBezTo>
                      <a:moveTo>
                        <a:pt x="266" y="0"/>
                      </a:moveTo>
                      <a:cubicBezTo>
                        <a:pt x="243" y="25"/>
                        <a:pt x="243" y="25"/>
                        <a:pt x="243" y="25"/>
                      </a:cubicBezTo>
                      <a:cubicBezTo>
                        <a:pt x="285" y="43"/>
                        <a:pt x="285" y="43"/>
                        <a:pt x="285" y="43"/>
                      </a:cubicBezTo>
                      <a:cubicBezTo>
                        <a:pt x="281" y="36"/>
                        <a:pt x="277" y="30"/>
                        <a:pt x="274" y="27"/>
                      </a:cubicBezTo>
                      <a:cubicBezTo>
                        <a:pt x="268" y="22"/>
                        <a:pt x="266" y="14"/>
                        <a:pt x="267" y="4"/>
                      </a:cubicBezTo>
                      <a:cubicBezTo>
                        <a:pt x="267" y="3"/>
                        <a:pt x="266" y="2"/>
                        <a:pt x="266" y="0"/>
                      </a:cubicBezTo>
                    </a:path>
                  </a:pathLst>
                </a:custGeom>
                <a:solidFill>
                  <a:srgbClr val="3B77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7" name="î$liḑé"/>
                <p:cNvSpPr/>
                <p:nvPr>
                  <p:custDataLst>
                    <p:tags r:id="rId281"/>
                  </p:custDataLst>
                </p:nvPr>
              </p:nvSpPr>
              <p:spPr bwMode="auto">
                <a:xfrm>
                  <a:off x="4101308" y="3701673"/>
                  <a:ext cx="263525" cy="736600"/>
                </a:xfrm>
                <a:custGeom>
                  <a:avLst/>
                  <a:gdLst>
                    <a:gd name="T0" fmla="*/ 57 w 164"/>
                    <a:gd name="T1" fmla="*/ 156 h 461"/>
                    <a:gd name="T2" fmla="*/ 0 w 164"/>
                    <a:gd name="T3" fmla="*/ 259 h 461"/>
                    <a:gd name="T4" fmla="*/ 164 w 164"/>
                    <a:gd name="T5" fmla="*/ 461 h 461"/>
                    <a:gd name="T6" fmla="*/ 128 w 164"/>
                    <a:gd name="T7" fmla="*/ 267 h 461"/>
                    <a:gd name="T8" fmla="*/ 57 w 164"/>
                    <a:gd name="T9" fmla="*/ 156 h 461"/>
                    <a:gd name="T10" fmla="*/ 121 w 164"/>
                    <a:gd name="T11" fmla="*/ 0 h 461"/>
                    <a:gd name="T12" fmla="*/ 100 w 164"/>
                    <a:gd name="T13" fmla="*/ 79 h 461"/>
                    <a:gd name="T14" fmla="*/ 59 w 164"/>
                    <a:gd name="T15" fmla="*/ 152 h 461"/>
                    <a:gd name="T16" fmla="*/ 128 w 164"/>
                    <a:gd name="T17" fmla="*/ 260 h 461"/>
                    <a:gd name="T18" fmla="*/ 121 w 164"/>
                    <a:gd name="T19" fmla="*/ 0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4" h="461">
                      <a:moveTo>
                        <a:pt x="57" y="156"/>
                      </a:moveTo>
                      <a:cubicBezTo>
                        <a:pt x="0" y="259"/>
                        <a:pt x="0" y="259"/>
                        <a:pt x="0" y="259"/>
                      </a:cubicBezTo>
                      <a:cubicBezTo>
                        <a:pt x="53" y="346"/>
                        <a:pt x="107" y="417"/>
                        <a:pt x="164" y="461"/>
                      </a:cubicBezTo>
                      <a:cubicBezTo>
                        <a:pt x="143" y="413"/>
                        <a:pt x="133" y="346"/>
                        <a:pt x="128" y="267"/>
                      </a:cubicBezTo>
                      <a:cubicBezTo>
                        <a:pt x="104" y="234"/>
                        <a:pt x="80" y="197"/>
                        <a:pt x="57" y="156"/>
                      </a:cubicBezTo>
                      <a:moveTo>
                        <a:pt x="121" y="0"/>
                      </a:moveTo>
                      <a:cubicBezTo>
                        <a:pt x="114" y="24"/>
                        <a:pt x="107" y="50"/>
                        <a:pt x="100" y="79"/>
                      </a:cubicBezTo>
                      <a:cubicBezTo>
                        <a:pt x="59" y="152"/>
                        <a:pt x="59" y="152"/>
                        <a:pt x="59" y="152"/>
                      </a:cubicBezTo>
                      <a:cubicBezTo>
                        <a:pt x="81" y="192"/>
                        <a:pt x="104" y="228"/>
                        <a:pt x="128" y="260"/>
                      </a:cubicBezTo>
                      <a:cubicBezTo>
                        <a:pt x="124" y="181"/>
                        <a:pt x="124" y="91"/>
                        <a:pt x="121" y="0"/>
                      </a:cubicBezTo>
                    </a:path>
                  </a:pathLst>
                </a:custGeom>
                <a:solidFill>
                  <a:srgbClr val="90AE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8" name="íšlïḍê"/>
                <p:cNvSpPr/>
                <p:nvPr>
                  <p:custDataLst>
                    <p:tags r:id="rId282"/>
                  </p:custDataLst>
                </p:nvPr>
              </p:nvSpPr>
              <p:spPr bwMode="auto">
                <a:xfrm>
                  <a:off x="4193383" y="3944561"/>
                  <a:ext cx="112713" cy="184150"/>
                </a:xfrm>
                <a:custGeom>
                  <a:avLst/>
                  <a:gdLst>
                    <a:gd name="T0" fmla="*/ 2 w 71"/>
                    <a:gd name="T1" fmla="*/ 0 h 115"/>
                    <a:gd name="T2" fmla="*/ 0 w 71"/>
                    <a:gd name="T3" fmla="*/ 4 h 115"/>
                    <a:gd name="T4" fmla="*/ 71 w 71"/>
                    <a:gd name="T5" fmla="*/ 115 h 115"/>
                    <a:gd name="T6" fmla="*/ 71 w 71"/>
                    <a:gd name="T7" fmla="*/ 108 h 115"/>
                    <a:gd name="T8" fmla="*/ 2 w 71"/>
                    <a:gd name="T9" fmla="*/ 0 h 115"/>
                  </a:gdLst>
                  <a:ahLst/>
                  <a:cxnLst>
                    <a:cxn ang="0">
                      <a:pos x="T0" y="T1"/>
                    </a:cxn>
                    <a:cxn ang="0">
                      <a:pos x="T2" y="T3"/>
                    </a:cxn>
                    <a:cxn ang="0">
                      <a:pos x="T4" y="T5"/>
                    </a:cxn>
                    <a:cxn ang="0">
                      <a:pos x="T6" y="T7"/>
                    </a:cxn>
                    <a:cxn ang="0">
                      <a:pos x="T8" y="T9"/>
                    </a:cxn>
                  </a:cxnLst>
                  <a:rect l="0" t="0" r="r" b="b"/>
                  <a:pathLst>
                    <a:path w="71" h="115">
                      <a:moveTo>
                        <a:pt x="2" y="0"/>
                      </a:moveTo>
                      <a:cubicBezTo>
                        <a:pt x="0" y="4"/>
                        <a:pt x="0" y="4"/>
                        <a:pt x="0" y="4"/>
                      </a:cubicBezTo>
                      <a:cubicBezTo>
                        <a:pt x="23" y="45"/>
                        <a:pt x="47" y="82"/>
                        <a:pt x="71" y="115"/>
                      </a:cubicBezTo>
                      <a:cubicBezTo>
                        <a:pt x="71" y="113"/>
                        <a:pt x="71" y="110"/>
                        <a:pt x="71" y="108"/>
                      </a:cubicBezTo>
                      <a:cubicBezTo>
                        <a:pt x="47" y="76"/>
                        <a:pt x="24" y="40"/>
                        <a:pt x="2"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9" name="íś1îḓe"/>
                <p:cNvSpPr/>
                <p:nvPr>
                  <p:custDataLst>
                    <p:tags r:id="rId283"/>
                  </p:custDataLst>
                </p:nvPr>
              </p:nvSpPr>
              <p:spPr bwMode="auto">
                <a:xfrm>
                  <a:off x="4415633" y="3139698"/>
                  <a:ext cx="552450" cy="757238"/>
                </a:xfrm>
                <a:custGeom>
                  <a:avLst/>
                  <a:gdLst>
                    <a:gd name="T0" fmla="*/ 3 w 345"/>
                    <a:gd name="T1" fmla="*/ 429 h 473"/>
                    <a:gd name="T2" fmla="*/ 0 w 345"/>
                    <a:gd name="T3" fmla="*/ 460 h 473"/>
                    <a:gd name="T4" fmla="*/ 9 w 345"/>
                    <a:gd name="T5" fmla="*/ 473 h 473"/>
                    <a:gd name="T6" fmla="*/ 3 w 345"/>
                    <a:gd name="T7" fmla="*/ 429 h 473"/>
                    <a:gd name="T8" fmla="*/ 345 w 345"/>
                    <a:gd name="T9" fmla="*/ 0 h 473"/>
                    <a:gd name="T10" fmla="*/ 90 w 345"/>
                    <a:gd name="T11" fmla="*/ 66 h 473"/>
                    <a:gd name="T12" fmla="*/ 80 w 345"/>
                    <a:gd name="T13" fmla="*/ 64 h 473"/>
                    <a:gd name="T14" fmla="*/ 66 w 345"/>
                    <a:gd name="T15" fmla="*/ 67 h 473"/>
                    <a:gd name="T16" fmla="*/ 59 w 345"/>
                    <a:gd name="T17" fmla="*/ 98 h 473"/>
                    <a:gd name="T18" fmla="*/ 11 w 345"/>
                    <a:gd name="T19" fmla="*/ 359 h 473"/>
                    <a:gd name="T20" fmla="*/ 70 w 345"/>
                    <a:gd name="T21" fmla="*/ 372 h 473"/>
                    <a:gd name="T22" fmla="*/ 95 w 345"/>
                    <a:gd name="T23" fmla="*/ 354 h 473"/>
                    <a:gd name="T24" fmla="*/ 107 w 345"/>
                    <a:gd name="T25" fmla="*/ 357 h 473"/>
                    <a:gd name="T26" fmla="*/ 257 w 345"/>
                    <a:gd name="T27" fmla="*/ 123 h 473"/>
                    <a:gd name="T28" fmla="*/ 345 w 345"/>
                    <a:gd name="T29" fmla="*/ 0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5" h="473">
                      <a:moveTo>
                        <a:pt x="3" y="429"/>
                      </a:moveTo>
                      <a:cubicBezTo>
                        <a:pt x="2" y="440"/>
                        <a:pt x="1" y="450"/>
                        <a:pt x="0" y="460"/>
                      </a:cubicBezTo>
                      <a:cubicBezTo>
                        <a:pt x="3" y="464"/>
                        <a:pt x="6" y="469"/>
                        <a:pt x="9" y="473"/>
                      </a:cubicBezTo>
                      <a:cubicBezTo>
                        <a:pt x="3" y="429"/>
                        <a:pt x="3" y="429"/>
                        <a:pt x="3" y="429"/>
                      </a:cubicBezTo>
                      <a:moveTo>
                        <a:pt x="345" y="0"/>
                      </a:moveTo>
                      <a:cubicBezTo>
                        <a:pt x="90" y="66"/>
                        <a:pt x="90" y="66"/>
                        <a:pt x="90" y="66"/>
                      </a:cubicBezTo>
                      <a:cubicBezTo>
                        <a:pt x="90" y="66"/>
                        <a:pt x="87" y="64"/>
                        <a:pt x="80" y="64"/>
                      </a:cubicBezTo>
                      <a:cubicBezTo>
                        <a:pt x="77" y="64"/>
                        <a:pt x="72" y="65"/>
                        <a:pt x="66" y="67"/>
                      </a:cubicBezTo>
                      <a:cubicBezTo>
                        <a:pt x="64" y="77"/>
                        <a:pt x="62" y="87"/>
                        <a:pt x="59" y="98"/>
                      </a:cubicBezTo>
                      <a:cubicBezTo>
                        <a:pt x="39" y="188"/>
                        <a:pt x="22" y="276"/>
                        <a:pt x="11" y="359"/>
                      </a:cubicBezTo>
                      <a:cubicBezTo>
                        <a:pt x="70" y="372"/>
                        <a:pt x="70" y="372"/>
                        <a:pt x="70" y="372"/>
                      </a:cubicBezTo>
                      <a:cubicBezTo>
                        <a:pt x="95" y="354"/>
                        <a:pt x="95" y="354"/>
                        <a:pt x="95" y="354"/>
                      </a:cubicBezTo>
                      <a:cubicBezTo>
                        <a:pt x="107" y="357"/>
                        <a:pt x="107" y="357"/>
                        <a:pt x="107" y="357"/>
                      </a:cubicBezTo>
                      <a:cubicBezTo>
                        <a:pt x="134" y="281"/>
                        <a:pt x="181" y="201"/>
                        <a:pt x="257" y="123"/>
                      </a:cubicBezTo>
                      <a:cubicBezTo>
                        <a:pt x="296" y="82"/>
                        <a:pt x="324" y="41"/>
                        <a:pt x="345" y="0"/>
                      </a:cubicBezTo>
                    </a:path>
                  </a:pathLst>
                </a:custGeom>
                <a:solidFill>
                  <a:srgbClr val="90AE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0" name="ïṡľíde"/>
                <p:cNvSpPr/>
                <p:nvPr>
                  <p:custDataLst>
                    <p:tags r:id="rId284"/>
                  </p:custDataLst>
                </p:nvPr>
              </p:nvSpPr>
              <p:spPr bwMode="auto">
                <a:xfrm>
                  <a:off x="4407695" y="3876298"/>
                  <a:ext cx="98425" cy="566738"/>
                </a:xfrm>
                <a:custGeom>
                  <a:avLst/>
                  <a:gdLst>
                    <a:gd name="T0" fmla="*/ 12 w 62"/>
                    <a:gd name="T1" fmla="*/ 240 h 355"/>
                    <a:gd name="T2" fmla="*/ 21 w 62"/>
                    <a:gd name="T3" fmla="*/ 276 h 355"/>
                    <a:gd name="T4" fmla="*/ 62 w 62"/>
                    <a:gd name="T5" fmla="*/ 355 h 355"/>
                    <a:gd name="T6" fmla="*/ 50 w 62"/>
                    <a:gd name="T7" fmla="*/ 269 h 355"/>
                    <a:gd name="T8" fmla="*/ 12 w 62"/>
                    <a:gd name="T9" fmla="*/ 240 h 355"/>
                    <a:gd name="T10" fmla="*/ 5 w 62"/>
                    <a:gd name="T11" fmla="*/ 0 h 355"/>
                    <a:gd name="T12" fmla="*/ 0 w 62"/>
                    <a:gd name="T13" fmla="*/ 107 h 355"/>
                    <a:gd name="T14" fmla="*/ 10 w 62"/>
                    <a:gd name="T15" fmla="*/ 233 h 355"/>
                    <a:gd name="T16" fmla="*/ 49 w 62"/>
                    <a:gd name="T17" fmla="*/ 264 h 355"/>
                    <a:gd name="T18" fmla="*/ 14 w 62"/>
                    <a:gd name="T19" fmla="*/ 13 h 355"/>
                    <a:gd name="T20" fmla="*/ 5 w 62"/>
                    <a:gd name="T21" fmla="*/ 0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355">
                      <a:moveTo>
                        <a:pt x="12" y="240"/>
                      </a:moveTo>
                      <a:cubicBezTo>
                        <a:pt x="14" y="252"/>
                        <a:pt x="17" y="265"/>
                        <a:pt x="21" y="276"/>
                      </a:cubicBezTo>
                      <a:cubicBezTo>
                        <a:pt x="30" y="308"/>
                        <a:pt x="44" y="335"/>
                        <a:pt x="62" y="355"/>
                      </a:cubicBezTo>
                      <a:cubicBezTo>
                        <a:pt x="50" y="269"/>
                        <a:pt x="50" y="269"/>
                        <a:pt x="50" y="269"/>
                      </a:cubicBezTo>
                      <a:cubicBezTo>
                        <a:pt x="37" y="260"/>
                        <a:pt x="24" y="251"/>
                        <a:pt x="12" y="240"/>
                      </a:cubicBezTo>
                      <a:moveTo>
                        <a:pt x="5" y="0"/>
                      </a:moveTo>
                      <a:cubicBezTo>
                        <a:pt x="2" y="37"/>
                        <a:pt x="0" y="73"/>
                        <a:pt x="0" y="107"/>
                      </a:cubicBezTo>
                      <a:cubicBezTo>
                        <a:pt x="0" y="153"/>
                        <a:pt x="4" y="196"/>
                        <a:pt x="10" y="233"/>
                      </a:cubicBezTo>
                      <a:cubicBezTo>
                        <a:pt x="23" y="245"/>
                        <a:pt x="36" y="255"/>
                        <a:pt x="49" y="264"/>
                      </a:cubicBezTo>
                      <a:cubicBezTo>
                        <a:pt x="14" y="13"/>
                        <a:pt x="14" y="13"/>
                        <a:pt x="14" y="13"/>
                      </a:cubicBezTo>
                      <a:cubicBezTo>
                        <a:pt x="11" y="9"/>
                        <a:pt x="8" y="4"/>
                        <a:pt x="5" y="0"/>
                      </a:cubicBezTo>
                    </a:path>
                  </a:pathLst>
                </a:custGeom>
                <a:solidFill>
                  <a:srgbClr val="6593D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1" name="íSḻîḍé"/>
                <p:cNvSpPr/>
                <p:nvPr>
                  <p:custDataLst>
                    <p:tags r:id="rId285"/>
                  </p:custDataLst>
                </p:nvPr>
              </p:nvSpPr>
              <p:spPr bwMode="auto">
                <a:xfrm>
                  <a:off x="4423570" y="4247773"/>
                  <a:ext cx="63500" cy="58738"/>
                </a:xfrm>
                <a:custGeom>
                  <a:avLst/>
                  <a:gdLst>
                    <a:gd name="T0" fmla="*/ 0 w 40"/>
                    <a:gd name="T1" fmla="*/ 0 h 36"/>
                    <a:gd name="T2" fmla="*/ 2 w 40"/>
                    <a:gd name="T3" fmla="*/ 7 h 36"/>
                    <a:gd name="T4" fmla="*/ 40 w 40"/>
                    <a:gd name="T5" fmla="*/ 36 h 36"/>
                    <a:gd name="T6" fmla="*/ 39 w 40"/>
                    <a:gd name="T7" fmla="*/ 31 h 36"/>
                    <a:gd name="T8" fmla="*/ 0 w 40"/>
                    <a:gd name="T9" fmla="*/ 0 h 36"/>
                  </a:gdLst>
                  <a:ahLst/>
                  <a:cxnLst>
                    <a:cxn ang="0">
                      <a:pos x="T0" y="T1"/>
                    </a:cxn>
                    <a:cxn ang="0">
                      <a:pos x="T2" y="T3"/>
                    </a:cxn>
                    <a:cxn ang="0">
                      <a:pos x="T4" y="T5"/>
                    </a:cxn>
                    <a:cxn ang="0">
                      <a:pos x="T6" y="T7"/>
                    </a:cxn>
                    <a:cxn ang="0">
                      <a:pos x="T8" y="T9"/>
                    </a:cxn>
                  </a:cxnLst>
                  <a:rect l="0" t="0" r="r" b="b"/>
                  <a:pathLst>
                    <a:path w="40" h="36">
                      <a:moveTo>
                        <a:pt x="0" y="0"/>
                      </a:moveTo>
                      <a:cubicBezTo>
                        <a:pt x="1" y="2"/>
                        <a:pt x="1" y="5"/>
                        <a:pt x="2" y="7"/>
                      </a:cubicBezTo>
                      <a:cubicBezTo>
                        <a:pt x="14" y="18"/>
                        <a:pt x="27" y="27"/>
                        <a:pt x="40" y="36"/>
                      </a:cubicBezTo>
                      <a:cubicBezTo>
                        <a:pt x="39" y="31"/>
                        <a:pt x="39" y="31"/>
                        <a:pt x="39" y="31"/>
                      </a:cubicBezTo>
                      <a:cubicBezTo>
                        <a:pt x="26" y="22"/>
                        <a:pt x="13" y="12"/>
                        <a:pt x="0" y="0"/>
                      </a:cubicBezTo>
                    </a:path>
                  </a:pathLst>
                </a:custGeom>
                <a:solidFill>
                  <a:srgbClr val="90AEE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2" name="îṥḻíďê"/>
                <p:cNvSpPr/>
                <p:nvPr>
                  <p:custDataLst>
                    <p:tags r:id="rId286"/>
                  </p:custDataLst>
                </p:nvPr>
              </p:nvSpPr>
              <p:spPr bwMode="auto">
                <a:xfrm>
                  <a:off x="4301333" y="3250823"/>
                  <a:ext cx="220663" cy="1308100"/>
                </a:xfrm>
                <a:custGeom>
                  <a:avLst/>
                  <a:gdLst>
                    <a:gd name="T0" fmla="*/ 39 w 138"/>
                    <a:gd name="T1" fmla="*/ 743 h 818"/>
                    <a:gd name="T2" fmla="*/ 138 w 138"/>
                    <a:gd name="T3" fmla="*/ 818 h 818"/>
                    <a:gd name="T4" fmla="*/ 133 w 138"/>
                    <a:gd name="T5" fmla="*/ 787 h 818"/>
                    <a:gd name="T6" fmla="*/ 39 w 138"/>
                    <a:gd name="T7" fmla="*/ 743 h 818"/>
                    <a:gd name="T8" fmla="*/ 133 w 138"/>
                    <a:gd name="T9" fmla="*/ 0 h 818"/>
                    <a:gd name="T10" fmla="*/ 0 w 138"/>
                    <a:gd name="T11" fmla="*/ 264 h 818"/>
                    <a:gd name="T12" fmla="*/ 68 w 138"/>
                    <a:gd name="T13" fmla="*/ 386 h 818"/>
                    <a:gd name="T14" fmla="*/ 72 w 138"/>
                    <a:gd name="T15" fmla="*/ 344 h 818"/>
                    <a:gd name="T16" fmla="*/ 64 w 138"/>
                    <a:gd name="T17" fmla="*/ 285 h 818"/>
                    <a:gd name="T18" fmla="*/ 78 w 138"/>
                    <a:gd name="T19" fmla="*/ 289 h 818"/>
                    <a:gd name="T20" fmla="*/ 126 w 138"/>
                    <a:gd name="T21" fmla="*/ 28 h 818"/>
                    <a:gd name="T22" fmla="*/ 133 w 138"/>
                    <a:gd name="T23" fmla="*/ 0 h 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8" h="818">
                      <a:moveTo>
                        <a:pt x="39" y="743"/>
                      </a:moveTo>
                      <a:cubicBezTo>
                        <a:pt x="60" y="787"/>
                        <a:pt x="90" y="814"/>
                        <a:pt x="138" y="818"/>
                      </a:cubicBezTo>
                      <a:cubicBezTo>
                        <a:pt x="133" y="787"/>
                        <a:pt x="133" y="787"/>
                        <a:pt x="133" y="787"/>
                      </a:cubicBezTo>
                      <a:cubicBezTo>
                        <a:pt x="101" y="781"/>
                        <a:pt x="69" y="766"/>
                        <a:pt x="39" y="743"/>
                      </a:cubicBezTo>
                      <a:moveTo>
                        <a:pt x="133" y="0"/>
                      </a:moveTo>
                      <a:cubicBezTo>
                        <a:pt x="104" y="16"/>
                        <a:pt x="56" y="73"/>
                        <a:pt x="0" y="264"/>
                      </a:cubicBezTo>
                      <a:cubicBezTo>
                        <a:pt x="20" y="308"/>
                        <a:pt x="43" y="349"/>
                        <a:pt x="68" y="386"/>
                      </a:cubicBezTo>
                      <a:cubicBezTo>
                        <a:pt x="69" y="372"/>
                        <a:pt x="70" y="358"/>
                        <a:pt x="72" y="344"/>
                      </a:cubicBezTo>
                      <a:cubicBezTo>
                        <a:pt x="64" y="285"/>
                        <a:pt x="64" y="285"/>
                        <a:pt x="64" y="285"/>
                      </a:cubicBezTo>
                      <a:cubicBezTo>
                        <a:pt x="78" y="289"/>
                        <a:pt x="78" y="289"/>
                        <a:pt x="78" y="289"/>
                      </a:cubicBezTo>
                      <a:cubicBezTo>
                        <a:pt x="90" y="206"/>
                        <a:pt x="106" y="118"/>
                        <a:pt x="126" y="28"/>
                      </a:cubicBezTo>
                      <a:cubicBezTo>
                        <a:pt x="129" y="19"/>
                        <a:pt x="131" y="9"/>
                        <a:pt x="133" y="0"/>
                      </a:cubicBezTo>
                    </a:path>
                  </a:pathLst>
                </a:custGeom>
                <a:solidFill>
                  <a:srgbClr val="90AE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3" name="íŝļiḍe"/>
                <p:cNvSpPr/>
                <p:nvPr>
                  <p:custDataLst>
                    <p:tags r:id="rId287"/>
                  </p:custDataLst>
                </p:nvPr>
              </p:nvSpPr>
              <p:spPr bwMode="auto">
                <a:xfrm>
                  <a:off x="4294983" y="3673098"/>
                  <a:ext cx="219075" cy="836613"/>
                </a:xfrm>
                <a:custGeom>
                  <a:avLst/>
                  <a:gdLst>
                    <a:gd name="T0" fmla="*/ 7 w 137"/>
                    <a:gd name="T1" fmla="*/ 285 h 523"/>
                    <a:gd name="T2" fmla="*/ 43 w 137"/>
                    <a:gd name="T3" fmla="*/ 479 h 523"/>
                    <a:gd name="T4" fmla="*/ 137 w 137"/>
                    <a:gd name="T5" fmla="*/ 523 h 523"/>
                    <a:gd name="T6" fmla="*/ 133 w 137"/>
                    <a:gd name="T7" fmla="*/ 489 h 523"/>
                    <a:gd name="T8" fmla="*/ 104 w 137"/>
                    <a:gd name="T9" fmla="*/ 447 h 523"/>
                    <a:gd name="T10" fmla="*/ 77 w 137"/>
                    <a:gd name="T11" fmla="*/ 362 h 523"/>
                    <a:gd name="T12" fmla="*/ 73 w 137"/>
                    <a:gd name="T13" fmla="*/ 359 h 523"/>
                    <a:gd name="T14" fmla="*/ 7 w 137"/>
                    <a:gd name="T15" fmla="*/ 285 h 523"/>
                    <a:gd name="T16" fmla="*/ 4 w 137"/>
                    <a:gd name="T17" fmla="*/ 0 h 523"/>
                    <a:gd name="T18" fmla="*/ 0 w 137"/>
                    <a:gd name="T19" fmla="*/ 18 h 523"/>
                    <a:gd name="T20" fmla="*/ 7 w 137"/>
                    <a:gd name="T21" fmla="*/ 278 h 523"/>
                    <a:gd name="T22" fmla="*/ 76 w 137"/>
                    <a:gd name="T23" fmla="*/ 356 h 523"/>
                    <a:gd name="T24" fmla="*/ 66 w 137"/>
                    <a:gd name="T25" fmla="*/ 234 h 523"/>
                    <a:gd name="T26" fmla="*/ 72 w 137"/>
                    <a:gd name="T27" fmla="*/ 122 h 523"/>
                    <a:gd name="T28" fmla="*/ 4 w 137"/>
                    <a:gd name="T29"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7" h="523">
                      <a:moveTo>
                        <a:pt x="7" y="285"/>
                      </a:moveTo>
                      <a:cubicBezTo>
                        <a:pt x="12" y="364"/>
                        <a:pt x="22" y="431"/>
                        <a:pt x="43" y="479"/>
                      </a:cubicBezTo>
                      <a:cubicBezTo>
                        <a:pt x="73" y="502"/>
                        <a:pt x="105" y="517"/>
                        <a:pt x="137" y="523"/>
                      </a:cubicBezTo>
                      <a:cubicBezTo>
                        <a:pt x="133" y="489"/>
                        <a:pt x="133" y="489"/>
                        <a:pt x="133" y="489"/>
                      </a:cubicBezTo>
                      <a:cubicBezTo>
                        <a:pt x="121" y="478"/>
                        <a:pt x="112" y="463"/>
                        <a:pt x="104" y="447"/>
                      </a:cubicBezTo>
                      <a:cubicBezTo>
                        <a:pt x="92" y="423"/>
                        <a:pt x="83" y="395"/>
                        <a:pt x="77" y="362"/>
                      </a:cubicBezTo>
                      <a:cubicBezTo>
                        <a:pt x="76" y="361"/>
                        <a:pt x="74" y="360"/>
                        <a:pt x="73" y="359"/>
                      </a:cubicBezTo>
                      <a:cubicBezTo>
                        <a:pt x="50" y="338"/>
                        <a:pt x="29" y="313"/>
                        <a:pt x="7" y="285"/>
                      </a:cubicBezTo>
                      <a:moveTo>
                        <a:pt x="4" y="0"/>
                      </a:moveTo>
                      <a:cubicBezTo>
                        <a:pt x="3" y="6"/>
                        <a:pt x="1" y="12"/>
                        <a:pt x="0" y="18"/>
                      </a:cubicBezTo>
                      <a:cubicBezTo>
                        <a:pt x="3" y="109"/>
                        <a:pt x="3" y="199"/>
                        <a:pt x="7" y="278"/>
                      </a:cubicBezTo>
                      <a:cubicBezTo>
                        <a:pt x="29" y="308"/>
                        <a:pt x="52" y="334"/>
                        <a:pt x="76" y="356"/>
                      </a:cubicBezTo>
                      <a:cubicBezTo>
                        <a:pt x="69" y="319"/>
                        <a:pt x="66" y="278"/>
                        <a:pt x="66" y="234"/>
                      </a:cubicBezTo>
                      <a:cubicBezTo>
                        <a:pt x="66" y="198"/>
                        <a:pt x="68" y="161"/>
                        <a:pt x="72" y="122"/>
                      </a:cubicBezTo>
                      <a:cubicBezTo>
                        <a:pt x="47" y="85"/>
                        <a:pt x="24" y="44"/>
                        <a:pt x="4" y="0"/>
                      </a:cubicBezTo>
                    </a:path>
                  </a:pathLst>
                </a:custGeom>
                <a:solidFill>
                  <a:srgbClr val="6593D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4" name="îṡlîḑè"/>
                <p:cNvSpPr/>
                <p:nvPr>
                  <p:custDataLst>
                    <p:tags r:id="rId288"/>
                  </p:custDataLst>
                </p:nvPr>
              </p:nvSpPr>
              <p:spPr bwMode="auto">
                <a:xfrm>
                  <a:off x="4306095" y="4117598"/>
                  <a:ext cx="112713" cy="133350"/>
                </a:xfrm>
                <a:custGeom>
                  <a:avLst/>
                  <a:gdLst>
                    <a:gd name="T0" fmla="*/ 0 w 70"/>
                    <a:gd name="T1" fmla="*/ 0 h 84"/>
                    <a:gd name="T2" fmla="*/ 0 w 70"/>
                    <a:gd name="T3" fmla="*/ 7 h 84"/>
                    <a:gd name="T4" fmla="*/ 66 w 70"/>
                    <a:gd name="T5" fmla="*/ 81 h 84"/>
                    <a:gd name="T6" fmla="*/ 70 w 70"/>
                    <a:gd name="T7" fmla="*/ 84 h 84"/>
                    <a:gd name="T8" fmla="*/ 69 w 70"/>
                    <a:gd name="T9" fmla="*/ 78 h 84"/>
                    <a:gd name="T10" fmla="*/ 0 w 70"/>
                    <a:gd name="T11" fmla="*/ 0 h 84"/>
                  </a:gdLst>
                  <a:ahLst/>
                  <a:cxnLst>
                    <a:cxn ang="0">
                      <a:pos x="T0" y="T1"/>
                    </a:cxn>
                    <a:cxn ang="0">
                      <a:pos x="T2" y="T3"/>
                    </a:cxn>
                    <a:cxn ang="0">
                      <a:pos x="T4" y="T5"/>
                    </a:cxn>
                    <a:cxn ang="0">
                      <a:pos x="T6" y="T7"/>
                    </a:cxn>
                    <a:cxn ang="0">
                      <a:pos x="T8" y="T9"/>
                    </a:cxn>
                    <a:cxn ang="0">
                      <a:pos x="T10" y="T11"/>
                    </a:cxn>
                  </a:cxnLst>
                  <a:rect l="0" t="0" r="r" b="b"/>
                  <a:pathLst>
                    <a:path w="70" h="84">
                      <a:moveTo>
                        <a:pt x="0" y="0"/>
                      </a:moveTo>
                      <a:cubicBezTo>
                        <a:pt x="0" y="2"/>
                        <a:pt x="0" y="5"/>
                        <a:pt x="0" y="7"/>
                      </a:cubicBezTo>
                      <a:cubicBezTo>
                        <a:pt x="22" y="35"/>
                        <a:pt x="43" y="60"/>
                        <a:pt x="66" y="81"/>
                      </a:cubicBezTo>
                      <a:cubicBezTo>
                        <a:pt x="67" y="82"/>
                        <a:pt x="69" y="83"/>
                        <a:pt x="70" y="84"/>
                      </a:cubicBezTo>
                      <a:cubicBezTo>
                        <a:pt x="69" y="82"/>
                        <a:pt x="69" y="80"/>
                        <a:pt x="69" y="78"/>
                      </a:cubicBezTo>
                      <a:cubicBezTo>
                        <a:pt x="45" y="56"/>
                        <a:pt x="22" y="30"/>
                        <a:pt x="0" y="0"/>
                      </a:cubicBezTo>
                    </a:path>
                  </a:pathLst>
                </a:custGeom>
                <a:solidFill>
                  <a:srgbClr val="90AEE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5" name="îṡļîḑé"/>
                <p:cNvSpPr/>
                <p:nvPr>
                  <p:custDataLst>
                    <p:tags r:id="rId289"/>
                  </p:custDataLst>
                </p:nvPr>
              </p:nvSpPr>
              <p:spPr bwMode="auto">
                <a:xfrm>
                  <a:off x="4410870" y="3247648"/>
                  <a:ext cx="109538" cy="628650"/>
                </a:xfrm>
                <a:custGeom>
                  <a:avLst/>
                  <a:gdLst>
                    <a:gd name="T0" fmla="*/ 4 w 69"/>
                    <a:gd name="T1" fmla="*/ 346 h 393"/>
                    <a:gd name="T2" fmla="*/ 0 w 69"/>
                    <a:gd name="T3" fmla="*/ 388 h 393"/>
                    <a:gd name="T4" fmla="*/ 3 w 69"/>
                    <a:gd name="T5" fmla="*/ 393 h 393"/>
                    <a:gd name="T6" fmla="*/ 6 w 69"/>
                    <a:gd name="T7" fmla="*/ 362 h 393"/>
                    <a:gd name="T8" fmla="*/ 4 w 69"/>
                    <a:gd name="T9" fmla="*/ 346 h 393"/>
                    <a:gd name="T10" fmla="*/ 69 w 69"/>
                    <a:gd name="T11" fmla="*/ 0 h 393"/>
                    <a:gd name="T12" fmla="*/ 65 w 69"/>
                    <a:gd name="T13" fmla="*/ 2 h 393"/>
                    <a:gd name="T14" fmla="*/ 58 w 69"/>
                    <a:gd name="T15" fmla="*/ 30 h 393"/>
                    <a:gd name="T16" fmla="*/ 10 w 69"/>
                    <a:gd name="T17" fmla="*/ 291 h 393"/>
                    <a:gd name="T18" fmla="*/ 14 w 69"/>
                    <a:gd name="T19" fmla="*/ 292 h 393"/>
                    <a:gd name="T20" fmla="*/ 62 w 69"/>
                    <a:gd name="T21" fmla="*/ 31 h 393"/>
                    <a:gd name="T22" fmla="*/ 69 w 69"/>
                    <a:gd name="T23"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9" h="393">
                      <a:moveTo>
                        <a:pt x="4" y="346"/>
                      </a:moveTo>
                      <a:cubicBezTo>
                        <a:pt x="2" y="360"/>
                        <a:pt x="1" y="374"/>
                        <a:pt x="0" y="388"/>
                      </a:cubicBezTo>
                      <a:cubicBezTo>
                        <a:pt x="1" y="389"/>
                        <a:pt x="2" y="391"/>
                        <a:pt x="3" y="393"/>
                      </a:cubicBezTo>
                      <a:cubicBezTo>
                        <a:pt x="4" y="383"/>
                        <a:pt x="5" y="373"/>
                        <a:pt x="6" y="362"/>
                      </a:cubicBezTo>
                      <a:cubicBezTo>
                        <a:pt x="4" y="346"/>
                        <a:pt x="4" y="346"/>
                        <a:pt x="4" y="346"/>
                      </a:cubicBezTo>
                      <a:moveTo>
                        <a:pt x="69" y="0"/>
                      </a:moveTo>
                      <a:cubicBezTo>
                        <a:pt x="68" y="1"/>
                        <a:pt x="66" y="1"/>
                        <a:pt x="65" y="2"/>
                      </a:cubicBezTo>
                      <a:cubicBezTo>
                        <a:pt x="63" y="11"/>
                        <a:pt x="61" y="21"/>
                        <a:pt x="58" y="30"/>
                      </a:cubicBezTo>
                      <a:cubicBezTo>
                        <a:pt x="38" y="120"/>
                        <a:pt x="22" y="208"/>
                        <a:pt x="10" y="291"/>
                      </a:cubicBezTo>
                      <a:cubicBezTo>
                        <a:pt x="14" y="292"/>
                        <a:pt x="14" y="292"/>
                        <a:pt x="14" y="292"/>
                      </a:cubicBezTo>
                      <a:cubicBezTo>
                        <a:pt x="25" y="209"/>
                        <a:pt x="42" y="121"/>
                        <a:pt x="62" y="31"/>
                      </a:cubicBezTo>
                      <a:cubicBezTo>
                        <a:pt x="65" y="20"/>
                        <a:pt x="67" y="10"/>
                        <a:pt x="69"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6" name="îśliḑé"/>
                <p:cNvSpPr/>
                <p:nvPr>
                  <p:custDataLst>
                    <p:tags r:id="rId290"/>
                  </p:custDataLst>
                </p:nvPr>
              </p:nvSpPr>
              <p:spPr bwMode="auto">
                <a:xfrm>
                  <a:off x="4401345" y="3868361"/>
                  <a:ext cx="106363" cy="585788"/>
                </a:xfrm>
                <a:custGeom>
                  <a:avLst/>
                  <a:gdLst>
                    <a:gd name="T0" fmla="*/ 11 w 67"/>
                    <a:gd name="T1" fmla="*/ 240 h 367"/>
                    <a:gd name="T2" fmla="*/ 38 w 67"/>
                    <a:gd name="T3" fmla="*/ 325 h 367"/>
                    <a:gd name="T4" fmla="*/ 67 w 67"/>
                    <a:gd name="T5" fmla="*/ 367 h 367"/>
                    <a:gd name="T6" fmla="*/ 66 w 67"/>
                    <a:gd name="T7" fmla="*/ 360 h 367"/>
                    <a:gd name="T8" fmla="*/ 25 w 67"/>
                    <a:gd name="T9" fmla="*/ 281 h 367"/>
                    <a:gd name="T10" fmla="*/ 16 w 67"/>
                    <a:gd name="T11" fmla="*/ 245 h 367"/>
                    <a:gd name="T12" fmla="*/ 11 w 67"/>
                    <a:gd name="T13" fmla="*/ 240 h 367"/>
                    <a:gd name="T14" fmla="*/ 6 w 67"/>
                    <a:gd name="T15" fmla="*/ 0 h 367"/>
                    <a:gd name="T16" fmla="*/ 0 w 67"/>
                    <a:gd name="T17" fmla="*/ 112 h 367"/>
                    <a:gd name="T18" fmla="*/ 10 w 67"/>
                    <a:gd name="T19" fmla="*/ 234 h 367"/>
                    <a:gd name="T20" fmla="*/ 10 w 67"/>
                    <a:gd name="T21" fmla="*/ 234 h 367"/>
                    <a:gd name="T22" fmla="*/ 14 w 67"/>
                    <a:gd name="T23" fmla="*/ 238 h 367"/>
                    <a:gd name="T24" fmla="*/ 4 w 67"/>
                    <a:gd name="T25" fmla="*/ 112 h 367"/>
                    <a:gd name="T26" fmla="*/ 9 w 67"/>
                    <a:gd name="T27" fmla="*/ 5 h 367"/>
                    <a:gd name="T28" fmla="*/ 6 w 67"/>
                    <a:gd name="T29" fmla="*/ 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367">
                      <a:moveTo>
                        <a:pt x="11" y="240"/>
                      </a:moveTo>
                      <a:cubicBezTo>
                        <a:pt x="17" y="273"/>
                        <a:pt x="26" y="301"/>
                        <a:pt x="38" y="325"/>
                      </a:cubicBezTo>
                      <a:cubicBezTo>
                        <a:pt x="46" y="341"/>
                        <a:pt x="55" y="356"/>
                        <a:pt x="67" y="367"/>
                      </a:cubicBezTo>
                      <a:cubicBezTo>
                        <a:pt x="66" y="360"/>
                        <a:pt x="66" y="360"/>
                        <a:pt x="66" y="360"/>
                      </a:cubicBezTo>
                      <a:cubicBezTo>
                        <a:pt x="48" y="340"/>
                        <a:pt x="34" y="313"/>
                        <a:pt x="25" y="281"/>
                      </a:cubicBezTo>
                      <a:cubicBezTo>
                        <a:pt x="21" y="270"/>
                        <a:pt x="18" y="257"/>
                        <a:pt x="16" y="245"/>
                      </a:cubicBezTo>
                      <a:cubicBezTo>
                        <a:pt x="14" y="243"/>
                        <a:pt x="12" y="242"/>
                        <a:pt x="11" y="240"/>
                      </a:cubicBezTo>
                      <a:moveTo>
                        <a:pt x="6" y="0"/>
                      </a:moveTo>
                      <a:cubicBezTo>
                        <a:pt x="2" y="39"/>
                        <a:pt x="0" y="76"/>
                        <a:pt x="0" y="112"/>
                      </a:cubicBezTo>
                      <a:cubicBezTo>
                        <a:pt x="0" y="156"/>
                        <a:pt x="3" y="197"/>
                        <a:pt x="10" y="234"/>
                      </a:cubicBezTo>
                      <a:cubicBezTo>
                        <a:pt x="10" y="234"/>
                        <a:pt x="10" y="234"/>
                        <a:pt x="10" y="234"/>
                      </a:cubicBezTo>
                      <a:cubicBezTo>
                        <a:pt x="11" y="235"/>
                        <a:pt x="13" y="237"/>
                        <a:pt x="14" y="238"/>
                      </a:cubicBezTo>
                      <a:cubicBezTo>
                        <a:pt x="8" y="201"/>
                        <a:pt x="4" y="158"/>
                        <a:pt x="4" y="112"/>
                      </a:cubicBezTo>
                      <a:cubicBezTo>
                        <a:pt x="4" y="78"/>
                        <a:pt x="6" y="42"/>
                        <a:pt x="9" y="5"/>
                      </a:cubicBezTo>
                      <a:cubicBezTo>
                        <a:pt x="8" y="3"/>
                        <a:pt x="7" y="1"/>
                        <a:pt x="6" y="0"/>
                      </a:cubicBezTo>
                    </a:path>
                  </a:pathLst>
                </a:custGeom>
                <a:solidFill>
                  <a:srgbClr val="BBC9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7" name="îṣľïḋê"/>
                <p:cNvSpPr/>
                <p:nvPr>
                  <p:custDataLst>
                    <p:tags r:id="rId291"/>
                  </p:custDataLst>
                </p:nvPr>
              </p:nvSpPr>
              <p:spPr bwMode="auto">
                <a:xfrm>
                  <a:off x="4417220" y="4241423"/>
                  <a:ext cx="9525" cy="19050"/>
                </a:xfrm>
                <a:custGeom>
                  <a:avLst/>
                  <a:gdLst>
                    <a:gd name="T0" fmla="*/ 0 w 6"/>
                    <a:gd name="T1" fmla="*/ 0 h 11"/>
                    <a:gd name="T2" fmla="*/ 1 w 6"/>
                    <a:gd name="T3" fmla="*/ 6 h 11"/>
                    <a:gd name="T4" fmla="*/ 6 w 6"/>
                    <a:gd name="T5" fmla="*/ 11 h 11"/>
                    <a:gd name="T6" fmla="*/ 4 w 6"/>
                    <a:gd name="T7" fmla="*/ 4 h 11"/>
                    <a:gd name="T8" fmla="*/ 0 w 6"/>
                    <a:gd name="T9" fmla="*/ 0 h 11"/>
                    <a:gd name="T10" fmla="*/ 0 w 6"/>
                    <a:gd name="T11" fmla="*/ 0 h 11"/>
                  </a:gdLst>
                  <a:ahLst/>
                  <a:cxnLst>
                    <a:cxn ang="0">
                      <a:pos x="T0" y="T1"/>
                    </a:cxn>
                    <a:cxn ang="0">
                      <a:pos x="T2" y="T3"/>
                    </a:cxn>
                    <a:cxn ang="0">
                      <a:pos x="T4" y="T5"/>
                    </a:cxn>
                    <a:cxn ang="0">
                      <a:pos x="T6" y="T7"/>
                    </a:cxn>
                    <a:cxn ang="0">
                      <a:pos x="T8" y="T9"/>
                    </a:cxn>
                    <a:cxn ang="0">
                      <a:pos x="T10" y="T11"/>
                    </a:cxn>
                  </a:cxnLst>
                  <a:rect l="0" t="0" r="r" b="b"/>
                  <a:pathLst>
                    <a:path w="6" h="11">
                      <a:moveTo>
                        <a:pt x="0" y="0"/>
                      </a:moveTo>
                      <a:cubicBezTo>
                        <a:pt x="0" y="2"/>
                        <a:pt x="0" y="4"/>
                        <a:pt x="1" y="6"/>
                      </a:cubicBezTo>
                      <a:cubicBezTo>
                        <a:pt x="2" y="8"/>
                        <a:pt x="4" y="9"/>
                        <a:pt x="6" y="11"/>
                      </a:cubicBezTo>
                      <a:cubicBezTo>
                        <a:pt x="5" y="9"/>
                        <a:pt x="5" y="6"/>
                        <a:pt x="4" y="4"/>
                      </a:cubicBezTo>
                      <a:cubicBezTo>
                        <a:pt x="3" y="3"/>
                        <a:pt x="1" y="1"/>
                        <a:pt x="0" y="0"/>
                      </a:cubicBezTo>
                      <a:cubicBezTo>
                        <a:pt x="0" y="0"/>
                        <a:pt x="0" y="0"/>
                        <a:pt x="0"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8" name="ïSľiḍe"/>
                <p:cNvSpPr/>
                <p:nvPr>
                  <p:custDataLst>
                    <p:tags r:id="rId292"/>
                  </p:custDataLst>
                </p:nvPr>
              </p:nvSpPr>
              <p:spPr bwMode="auto">
                <a:xfrm>
                  <a:off x="3601245" y="5311398"/>
                  <a:ext cx="582613" cy="330200"/>
                </a:xfrm>
                <a:custGeom>
                  <a:avLst/>
                  <a:gdLst>
                    <a:gd name="T0" fmla="*/ 70 w 363"/>
                    <a:gd name="T1" fmla="*/ 0 h 206"/>
                    <a:gd name="T2" fmla="*/ 0 w 363"/>
                    <a:gd name="T3" fmla="*/ 94 h 206"/>
                    <a:gd name="T4" fmla="*/ 3 w 363"/>
                    <a:gd name="T5" fmla="*/ 97 h 206"/>
                    <a:gd name="T6" fmla="*/ 245 w 363"/>
                    <a:gd name="T7" fmla="*/ 206 h 206"/>
                    <a:gd name="T8" fmla="*/ 363 w 363"/>
                    <a:gd name="T9" fmla="*/ 186 h 206"/>
                    <a:gd name="T10" fmla="*/ 356 w 363"/>
                    <a:gd name="T11" fmla="*/ 173 h 206"/>
                    <a:gd name="T12" fmla="*/ 314 w 363"/>
                    <a:gd name="T13" fmla="*/ 168 h 206"/>
                    <a:gd name="T14" fmla="*/ 266 w 363"/>
                    <a:gd name="T15" fmla="*/ 79 h 206"/>
                    <a:gd name="T16" fmla="*/ 85 w 363"/>
                    <a:gd name="T17" fmla="*/ 4 h 206"/>
                    <a:gd name="T18" fmla="*/ 70 w 363"/>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3" h="206">
                      <a:moveTo>
                        <a:pt x="70" y="0"/>
                      </a:moveTo>
                      <a:cubicBezTo>
                        <a:pt x="39" y="0"/>
                        <a:pt x="33" y="61"/>
                        <a:pt x="0" y="94"/>
                      </a:cubicBezTo>
                      <a:cubicBezTo>
                        <a:pt x="1" y="95"/>
                        <a:pt x="2" y="96"/>
                        <a:pt x="3" y="97"/>
                      </a:cubicBezTo>
                      <a:cubicBezTo>
                        <a:pt x="84" y="185"/>
                        <a:pt x="175" y="206"/>
                        <a:pt x="245" y="206"/>
                      </a:cubicBezTo>
                      <a:cubicBezTo>
                        <a:pt x="314" y="206"/>
                        <a:pt x="363" y="186"/>
                        <a:pt x="363" y="186"/>
                      </a:cubicBezTo>
                      <a:cubicBezTo>
                        <a:pt x="363" y="186"/>
                        <a:pt x="360" y="181"/>
                        <a:pt x="356" y="173"/>
                      </a:cubicBezTo>
                      <a:cubicBezTo>
                        <a:pt x="314" y="168"/>
                        <a:pt x="314" y="168"/>
                        <a:pt x="314" y="168"/>
                      </a:cubicBezTo>
                      <a:cubicBezTo>
                        <a:pt x="266" y="79"/>
                        <a:pt x="266" y="79"/>
                        <a:pt x="266" y="79"/>
                      </a:cubicBezTo>
                      <a:cubicBezTo>
                        <a:pt x="203" y="61"/>
                        <a:pt x="143" y="36"/>
                        <a:pt x="85" y="4"/>
                      </a:cubicBezTo>
                      <a:cubicBezTo>
                        <a:pt x="79" y="1"/>
                        <a:pt x="74" y="0"/>
                        <a:pt x="70" y="0"/>
                      </a:cubicBezTo>
                    </a:path>
                  </a:pathLst>
                </a:custGeom>
                <a:solidFill>
                  <a:srgbClr val="3B77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9" name="íṣḻiďé"/>
                <p:cNvSpPr/>
                <p:nvPr>
                  <p:custDataLst>
                    <p:tags r:id="rId293"/>
                  </p:custDataLst>
                </p:nvPr>
              </p:nvSpPr>
              <p:spPr bwMode="auto">
                <a:xfrm>
                  <a:off x="3934620" y="4998661"/>
                  <a:ext cx="369888" cy="590550"/>
                </a:xfrm>
                <a:custGeom>
                  <a:avLst/>
                  <a:gdLst>
                    <a:gd name="T0" fmla="*/ 155 w 231"/>
                    <a:gd name="T1" fmla="*/ 0 h 369"/>
                    <a:gd name="T2" fmla="*/ 0 w 231"/>
                    <a:gd name="T3" fmla="*/ 169 h 369"/>
                    <a:gd name="T4" fmla="*/ 106 w 231"/>
                    <a:gd name="T5" fmla="*/ 364 h 369"/>
                    <a:gd name="T6" fmla="*/ 148 w 231"/>
                    <a:gd name="T7" fmla="*/ 369 h 369"/>
                    <a:gd name="T8" fmla="*/ 231 w 231"/>
                    <a:gd name="T9" fmla="*/ 45 h 369"/>
                    <a:gd name="T10" fmla="*/ 155 w 231"/>
                    <a:gd name="T11" fmla="*/ 0 h 369"/>
                  </a:gdLst>
                  <a:ahLst/>
                  <a:cxnLst>
                    <a:cxn ang="0">
                      <a:pos x="T0" y="T1"/>
                    </a:cxn>
                    <a:cxn ang="0">
                      <a:pos x="T2" y="T3"/>
                    </a:cxn>
                    <a:cxn ang="0">
                      <a:pos x="T4" y="T5"/>
                    </a:cxn>
                    <a:cxn ang="0">
                      <a:pos x="T6" y="T7"/>
                    </a:cxn>
                    <a:cxn ang="0">
                      <a:pos x="T8" y="T9"/>
                    </a:cxn>
                    <a:cxn ang="0">
                      <a:pos x="T10" y="T11"/>
                    </a:cxn>
                  </a:cxnLst>
                  <a:rect l="0" t="0" r="r" b="b"/>
                  <a:pathLst>
                    <a:path w="231" h="369">
                      <a:moveTo>
                        <a:pt x="155" y="0"/>
                      </a:moveTo>
                      <a:cubicBezTo>
                        <a:pt x="0" y="169"/>
                        <a:pt x="0" y="169"/>
                        <a:pt x="0" y="169"/>
                      </a:cubicBezTo>
                      <a:cubicBezTo>
                        <a:pt x="106" y="364"/>
                        <a:pt x="106" y="364"/>
                        <a:pt x="106" y="364"/>
                      </a:cubicBezTo>
                      <a:cubicBezTo>
                        <a:pt x="148" y="369"/>
                        <a:pt x="148" y="369"/>
                        <a:pt x="148" y="369"/>
                      </a:cubicBezTo>
                      <a:cubicBezTo>
                        <a:pt x="120" y="318"/>
                        <a:pt x="30" y="125"/>
                        <a:pt x="231" y="45"/>
                      </a:cubicBezTo>
                      <a:cubicBezTo>
                        <a:pt x="155" y="0"/>
                        <a:pt x="155" y="0"/>
                        <a:pt x="155" y="0"/>
                      </a:cubicBezTo>
                    </a:path>
                  </a:pathLst>
                </a:custGeom>
                <a:solidFill>
                  <a:srgbClr val="D09FA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0" name="îṣľîďe"/>
                <p:cNvSpPr/>
                <p:nvPr>
                  <p:custDataLst>
                    <p:tags r:id="rId294"/>
                  </p:custDataLst>
                </p:nvPr>
              </p:nvSpPr>
              <p:spPr bwMode="auto">
                <a:xfrm>
                  <a:off x="5458620" y="3011111"/>
                  <a:ext cx="9525" cy="28575"/>
                </a:xfrm>
                <a:custGeom>
                  <a:avLst/>
                  <a:gdLst>
                    <a:gd name="T0" fmla="*/ 3 w 6"/>
                    <a:gd name="T1" fmla="*/ 0 h 18"/>
                    <a:gd name="T2" fmla="*/ 0 w 6"/>
                    <a:gd name="T3" fmla="*/ 1 h 18"/>
                    <a:gd name="T4" fmla="*/ 0 w 6"/>
                    <a:gd name="T5" fmla="*/ 3 h 18"/>
                    <a:gd name="T6" fmla="*/ 6 w 6"/>
                    <a:gd name="T7" fmla="*/ 18 h 18"/>
                    <a:gd name="T8" fmla="*/ 5 w 6"/>
                    <a:gd name="T9" fmla="*/ 12 h 18"/>
                    <a:gd name="T10" fmla="*/ 3 w 6"/>
                    <a:gd name="T11" fmla="*/ 0 h 18"/>
                  </a:gdLst>
                  <a:ahLst/>
                  <a:cxnLst>
                    <a:cxn ang="0">
                      <a:pos x="T0" y="T1"/>
                    </a:cxn>
                    <a:cxn ang="0">
                      <a:pos x="T2" y="T3"/>
                    </a:cxn>
                    <a:cxn ang="0">
                      <a:pos x="T4" y="T5"/>
                    </a:cxn>
                    <a:cxn ang="0">
                      <a:pos x="T6" y="T7"/>
                    </a:cxn>
                    <a:cxn ang="0">
                      <a:pos x="T8" y="T9"/>
                    </a:cxn>
                    <a:cxn ang="0">
                      <a:pos x="T10" y="T11"/>
                    </a:cxn>
                  </a:cxnLst>
                  <a:rect l="0" t="0" r="r" b="b"/>
                  <a:pathLst>
                    <a:path w="6" h="18">
                      <a:moveTo>
                        <a:pt x="3" y="0"/>
                      </a:moveTo>
                      <a:cubicBezTo>
                        <a:pt x="0" y="1"/>
                        <a:pt x="0" y="1"/>
                        <a:pt x="0" y="1"/>
                      </a:cubicBezTo>
                      <a:cubicBezTo>
                        <a:pt x="0" y="2"/>
                        <a:pt x="0" y="2"/>
                        <a:pt x="0" y="3"/>
                      </a:cubicBezTo>
                      <a:cubicBezTo>
                        <a:pt x="1" y="5"/>
                        <a:pt x="3" y="10"/>
                        <a:pt x="6" y="18"/>
                      </a:cubicBezTo>
                      <a:cubicBezTo>
                        <a:pt x="5" y="16"/>
                        <a:pt x="5" y="14"/>
                        <a:pt x="5" y="12"/>
                      </a:cubicBezTo>
                      <a:cubicBezTo>
                        <a:pt x="3" y="0"/>
                        <a:pt x="3" y="0"/>
                        <a:pt x="3" y="0"/>
                      </a:cubicBezTo>
                    </a:path>
                  </a:pathLst>
                </a:custGeom>
                <a:solidFill>
                  <a:srgbClr val="D7A4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1" name="ïSḻiďé"/>
                <p:cNvSpPr/>
                <p:nvPr>
                  <p:custDataLst>
                    <p:tags r:id="rId295"/>
                  </p:custDataLst>
                </p:nvPr>
              </p:nvSpPr>
              <p:spPr bwMode="auto">
                <a:xfrm>
                  <a:off x="5264945" y="3266698"/>
                  <a:ext cx="198438" cy="631825"/>
                </a:xfrm>
                <a:custGeom>
                  <a:avLst/>
                  <a:gdLst>
                    <a:gd name="T0" fmla="*/ 0 w 124"/>
                    <a:gd name="T1" fmla="*/ 0 h 395"/>
                    <a:gd name="T2" fmla="*/ 0 w 124"/>
                    <a:gd name="T3" fmla="*/ 38 h 395"/>
                    <a:gd name="T4" fmla="*/ 0 w 124"/>
                    <a:gd name="T5" fmla="*/ 371 h 395"/>
                    <a:gd name="T6" fmla="*/ 113 w 124"/>
                    <a:gd name="T7" fmla="*/ 395 h 395"/>
                    <a:gd name="T8" fmla="*/ 110 w 124"/>
                    <a:gd name="T9" fmla="*/ 240 h 395"/>
                    <a:gd name="T10" fmla="*/ 124 w 124"/>
                    <a:gd name="T11" fmla="*/ 158 h 395"/>
                    <a:gd name="T12" fmla="*/ 68 w 124"/>
                    <a:gd name="T13" fmla="*/ 29 h 395"/>
                    <a:gd name="T14" fmla="*/ 26 w 124"/>
                    <a:gd name="T15" fmla="*/ 11 h 395"/>
                    <a:gd name="T16" fmla="*/ 0 w 124"/>
                    <a:gd name="T17" fmla="*/ 0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4" h="395">
                      <a:moveTo>
                        <a:pt x="0" y="0"/>
                      </a:moveTo>
                      <a:cubicBezTo>
                        <a:pt x="0" y="38"/>
                        <a:pt x="0" y="38"/>
                        <a:pt x="0" y="38"/>
                      </a:cubicBezTo>
                      <a:cubicBezTo>
                        <a:pt x="0" y="371"/>
                        <a:pt x="0" y="371"/>
                        <a:pt x="0" y="371"/>
                      </a:cubicBezTo>
                      <a:cubicBezTo>
                        <a:pt x="113" y="395"/>
                        <a:pt x="113" y="395"/>
                        <a:pt x="113" y="395"/>
                      </a:cubicBezTo>
                      <a:cubicBezTo>
                        <a:pt x="110" y="240"/>
                        <a:pt x="110" y="240"/>
                        <a:pt x="110" y="240"/>
                      </a:cubicBezTo>
                      <a:cubicBezTo>
                        <a:pt x="124" y="158"/>
                        <a:pt x="124" y="158"/>
                        <a:pt x="124" y="158"/>
                      </a:cubicBezTo>
                      <a:cubicBezTo>
                        <a:pt x="104" y="104"/>
                        <a:pt x="83" y="54"/>
                        <a:pt x="68" y="29"/>
                      </a:cubicBezTo>
                      <a:cubicBezTo>
                        <a:pt x="26" y="11"/>
                        <a:pt x="26" y="11"/>
                        <a:pt x="26" y="11"/>
                      </a:cubicBezTo>
                      <a:cubicBezTo>
                        <a:pt x="0" y="0"/>
                        <a:pt x="0" y="0"/>
                        <a:pt x="0"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2" name="îs1iḑê"/>
                <p:cNvSpPr/>
                <p:nvPr>
                  <p:custDataLst>
                    <p:tags r:id="rId296"/>
                  </p:custDataLst>
                </p:nvPr>
              </p:nvSpPr>
              <p:spPr bwMode="auto">
                <a:xfrm>
                  <a:off x="5342733" y="3250823"/>
                  <a:ext cx="41275" cy="65088"/>
                </a:xfrm>
                <a:custGeom>
                  <a:avLst/>
                  <a:gdLst>
                    <a:gd name="T0" fmla="*/ 1 w 26"/>
                    <a:gd name="T1" fmla="*/ 0 h 41"/>
                    <a:gd name="T2" fmla="*/ 8 w 26"/>
                    <a:gd name="T3" fmla="*/ 23 h 41"/>
                    <a:gd name="T4" fmla="*/ 19 w 26"/>
                    <a:gd name="T5" fmla="*/ 39 h 41"/>
                    <a:gd name="T6" fmla="*/ 26 w 26"/>
                    <a:gd name="T7" fmla="*/ 41 h 41"/>
                    <a:gd name="T8" fmla="*/ 8 w 26"/>
                    <a:gd name="T9" fmla="*/ 15 h 41"/>
                    <a:gd name="T10" fmla="*/ 1 w 26"/>
                    <a:gd name="T11" fmla="*/ 0 h 41"/>
                  </a:gdLst>
                  <a:ahLst/>
                  <a:cxnLst>
                    <a:cxn ang="0">
                      <a:pos x="T0" y="T1"/>
                    </a:cxn>
                    <a:cxn ang="0">
                      <a:pos x="T2" y="T3"/>
                    </a:cxn>
                    <a:cxn ang="0">
                      <a:pos x="T4" y="T5"/>
                    </a:cxn>
                    <a:cxn ang="0">
                      <a:pos x="T6" y="T7"/>
                    </a:cxn>
                    <a:cxn ang="0">
                      <a:pos x="T8" y="T9"/>
                    </a:cxn>
                    <a:cxn ang="0">
                      <a:pos x="T10" y="T11"/>
                    </a:cxn>
                  </a:cxnLst>
                  <a:rect l="0" t="0" r="r" b="b"/>
                  <a:pathLst>
                    <a:path w="26" h="41">
                      <a:moveTo>
                        <a:pt x="1" y="0"/>
                      </a:moveTo>
                      <a:cubicBezTo>
                        <a:pt x="0" y="10"/>
                        <a:pt x="2" y="18"/>
                        <a:pt x="8" y="23"/>
                      </a:cubicBezTo>
                      <a:cubicBezTo>
                        <a:pt x="11" y="26"/>
                        <a:pt x="15" y="32"/>
                        <a:pt x="19" y="39"/>
                      </a:cubicBezTo>
                      <a:cubicBezTo>
                        <a:pt x="26" y="41"/>
                        <a:pt x="26" y="41"/>
                        <a:pt x="26" y="41"/>
                      </a:cubicBezTo>
                      <a:cubicBezTo>
                        <a:pt x="19" y="28"/>
                        <a:pt x="13" y="19"/>
                        <a:pt x="8" y="15"/>
                      </a:cubicBezTo>
                      <a:cubicBezTo>
                        <a:pt x="4" y="11"/>
                        <a:pt x="2" y="6"/>
                        <a:pt x="1" y="0"/>
                      </a:cubicBezTo>
                    </a:path>
                  </a:pathLst>
                </a:custGeom>
                <a:solidFill>
                  <a:srgbClr val="356BC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3" name="îṧlíḓè"/>
                <p:cNvSpPr/>
                <p:nvPr>
                  <p:custDataLst>
                    <p:tags r:id="rId297"/>
                  </p:custDataLst>
                </p:nvPr>
              </p:nvSpPr>
              <p:spPr bwMode="auto">
                <a:xfrm>
                  <a:off x="5372895" y="3312736"/>
                  <a:ext cx="92075" cy="206375"/>
                </a:xfrm>
                <a:custGeom>
                  <a:avLst/>
                  <a:gdLst>
                    <a:gd name="T0" fmla="*/ 0 w 57"/>
                    <a:gd name="T1" fmla="*/ 0 h 129"/>
                    <a:gd name="T2" fmla="*/ 56 w 57"/>
                    <a:gd name="T3" fmla="*/ 129 h 129"/>
                    <a:gd name="T4" fmla="*/ 57 w 57"/>
                    <a:gd name="T5" fmla="*/ 123 h 129"/>
                    <a:gd name="T6" fmla="*/ 7 w 57"/>
                    <a:gd name="T7" fmla="*/ 2 h 129"/>
                    <a:gd name="T8" fmla="*/ 0 w 57"/>
                    <a:gd name="T9" fmla="*/ 0 h 129"/>
                  </a:gdLst>
                  <a:ahLst/>
                  <a:cxnLst>
                    <a:cxn ang="0">
                      <a:pos x="T0" y="T1"/>
                    </a:cxn>
                    <a:cxn ang="0">
                      <a:pos x="T2" y="T3"/>
                    </a:cxn>
                    <a:cxn ang="0">
                      <a:pos x="T4" y="T5"/>
                    </a:cxn>
                    <a:cxn ang="0">
                      <a:pos x="T6" y="T7"/>
                    </a:cxn>
                    <a:cxn ang="0">
                      <a:pos x="T8" y="T9"/>
                    </a:cxn>
                  </a:cxnLst>
                  <a:rect l="0" t="0" r="r" b="b"/>
                  <a:pathLst>
                    <a:path w="57" h="129">
                      <a:moveTo>
                        <a:pt x="0" y="0"/>
                      </a:moveTo>
                      <a:cubicBezTo>
                        <a:pt x="15" y="25"/>
                        <a:pt x="36" y="75"/>
                        <a:pt x="56" y="129"/>
                      </a:cubicBezTo>
                      <a:cubicBezTo>
                        <a:pt x="57" y="123"/>
                        <a:pt x="57" y="123"/>
                        <a:pt x="57" y="123"/>
                      </a:cubicBezTo>
                      <a:cubicBezTo>
                        <a:pt x="39" y="75"/>
                        <a:pt x="21" y="30"/>
                        <a:pt x="7" y="2"/>
                      </a:cubicBezTo>
                      <a:cubicBezTo>
                        <a:pt x="0" y="0"/>
                        <a:pt x="0" y="0"/>
                        <a:pt x="0" y="0"/>
                      </a:cubicBezTo>
                    </a:path>
                  </a:pathLst>
                </a:custGeom>
                <a:solidFill>
                  <a:srgbClr val="B5BAC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4" name="iṥḻídê"/>
                <p:cNvSpPr/>
                <p:nvPr>
                  <p:custDataLst>
                    <p:tags r:id="rId298"/>
                  </p:custDataLst>
                </p:nvPr>
              </p:nvSpPr>
              <p:spPr bwMode="auto">
                <a:xfrm>
                  <a:off x="5339558" y="3014286"/>
                  <a:ext cx="152400" cy="495300"/>
                </a:xfrm>
                <a:custGeom>
                  <a:avLst/>
                  <a:gdLst>
                    <a:gd name="T0" fmla="*/ 74 w 95"/>
                    <a:gd name="T1" fmla="*/ 0 h 310"/>
                    <a:gd name="T2" fmla="*/ 2 w 95"/>
                    <a:gd name="T3" fmla="*/ 144 h 310"/>
                    <a:gd name="T4" fmla="*/ 3 w 95"/>
                    <a:gd name="T5" fmla="*/ 148 h 310"/>
                    <a:gd name="T6" fmla="*/ 10 w 95"/>
                    <a:gd name="T7" fmla="*/ 163 h 310"/>
                    <a:gd name="T8" fmla="*/ 28 w 95"/>
                    <a:gd name="T9" fmla="*/ 189 h 310"/>
                    <a:gd name="T10" fmla="*/ 78 w 95"/>
                    <a:gd name="T11" fmla="*/ 310 h 310"/>
                    <a:gd name="T12" fmla="*/ 79 w 95"/>
                    <a:gd name="T13" fmla="*/ 307 h 310"/>
                    <a:gd name="T14" fmla="*/ 80 w 95"/>
                    <a:gd name="T15" fmla="*/ 16 h 310"/>
                    <a:gd name="T16" fmla="*/ 74 w 95"/>
                    <a:gd name="T17" fmla="*/ 1 h 310"/>
                    <a:gd name="T18" fmla="*/ 74 w 95"/>
                    <a:gd name="T19"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310">
                      <a:moveTo>
                        <a:pt x="74" y="0"/>
                      </a:moveTo>
                      <a:cubicBezTo>
                        <a:pt x="74" y="0"/>
                        <a:pt x="0" y="98"/>
                        <a:pt x="2" y="144"/>
                      </a:cubicBezTo>
                      <a:cubicBezTo>
                        <a:pt x="2" y="146"/>
                        <a:pt x="3" y="147"/>
                        <a:pt x="3" y="148"/>
                      </a:cubicBezTo>
                      <a:cubicBezTo>
                        <a:pt x="4" y="154"/>
                        <a:pt x="6" y="159"/>
                        <a:pt x="10" y="163"/>
                      </a:cubicBezTo>
                      <a:cubicBezTo>
                        <a:pt x="15" y="167"/>
                        <a:pt x="21" y="176"/>
                        <a:pt x="28" y="189"/>
                      </a:cubicBezTo>
                      <a:cubicBezTo>
                        <a:pt x="42" y="217"/>
                        <a:pt x="60" y="262"/>
                        <a:pt x="78" y="310"/>
                      </a:cubicBezTo>
                      <a:cubicBezTo>
                        <a:pt x="79" y="307"/>
                        <a:pt x="79" y="307"/>
                        <a:pt x="79" y="307"/>
                      </a:cubicBezTo>
                      <a:cubicBezTo>
                        <a:pt x="95" y="211"/>
                        <a:pt x="95" y="113"/>
                        <a:pt x="80" y="16"/>
                      </a:cubicBezTo>
                      <a:cubicBezTo>
                        <a:pt x="77" y="8"/>
                        <a:pt x="75" y="3"/>
                        <a:pt x="74" y="1"/>
                      </a:cubicBezTo>
                      <a:cubicBezTo>
                        <a:pt x="74" y="1"/>
                        <a:pt x="74" y="0"/>
                        <a:pt x="74"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5" name="îṡľîḍê"/>
                <p:cNvSpPr/>
                <p:nvPr>
                  <p:custDataLst>
                    <p:tags r:id="rId299"/>
                  </p:custDataLst>
                </p:nvPr>
              </p:nvSpPr>
              <p:spPr bwMode="auto">
                <a:xfrm>
                  <a:off x="3344070" y="3011111"/>
                  <a:ext cx="2139950" cy="2733675"/>
                </a:xfrm>
                <a:custGeom>
                  <a:avLst/>
                  <a:gdLst>
                    <a:gd name="T0" fmla="*/ 1318 w 1336"/>
                    <a:gd name="T1" fmla="*/ 0 h 1709"/>
                    <a:gd name="T2" fmla="*/ 755 w 1336"/>
                    <a:gd name="T3" fmla="*/ 147 h 1709"/>
                    <a:gd name="T4" fmla="*/ 568 w 1336"/>
                    <a:gd name="T5" fmla="*/ 511 h 1709"/>
                    <a:gd name="T6" fmla="*/ 209 w 1336"/>
                    <a:gd name="T7" fmla="*/ 1159 h 1709"/>
                    <a:gd name="T8" fmla="*/ 160 w 1336"/>
                    <a:gd name="T9" fmla="*/ 1536 h 1709"/>
                    <a:gd name="T10" fmla="*/ 520 w 1336"/>
                    <a:gd name="T11" fmla="*/ 1625 h 1709"/>
                    <a:gd name="T12" fmla="*/ 657 w 1336"/>
                    <a:gd name="T13" fmla="*/ 1270 h 1709"/>
                    <a:gd name="T14" fmla="*/ 777 w 1336"/>
                    <a:gd name="T15" fmla="*/ 1119 h 1709"/>
                    <a:gd name="T16" fmla="*/ 1319 w 1336"/>
                    <a:gd name="T17" fmla="*/ 1181 h 1709"/>
                    <a:gd name="T18" fmla="*/ 1305 w 1336"/>
                    <a:gd name="T19" fmla="*/ 400 h 1709"/>
                    <a:gd name="T20" fmla="*/ 1320 w 1336"/>
                    <a:gd name="T21" fmla="*/ 309 h 1709"/>
                    <a:gd name="T22" fmla="*/ 1320 w 1336"/>
                    <a:gd name="T23" fmla="*/ 12 h 1709"/>
                    <a:gd name="T24" fmla="*/ 1318 w 1336"/>
                    <a:gd name="T25" fmla="*/ 0 h 1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6" h="1709">
                      <a:moveTo>
                        <a:pt x="1318" y="0"/>
                      </a:moveTo>
                      <a:cubicBezTo>
                        <a:pt x="755" y="147"/>
                        <a:pt x="755" y="147"/>
                        <a:pt x="755" y="147"/>
                      </a:cubicBezTo>
                      <a:cubicBezTo>
                        <a:pt x="755" y="147"/>
                        <a:pt x="670" y="94"/>
                        <a:pt x="568" y="511"/>
                      </a:cubicBezTo>
                      <a:cubicBezTo>
                        <a:pt x="209" y="1159"/>
                        <a:pt x="209" y="1159"/>
                        <a:pt x="209" y="1159"/>
                      </a:cubicBezTo>
                      <a:cubicBezTo>
                        <a:pt x="209" y="1159"/>
                        <a:pt x="0" y="1363"/>
                        <a:pt x="160" y="1536"/>
                      </a:cubicBezTo>
                      <a:cubicBezTo>
                        <a:pt x="320" y="1709"/>
                        <a:pt x="520" y="1625"/>
                        <a:pt x="520" y="1625"/>
                      </a:cubicBezTo>
                      <a:cubicBezTo>
                        <a:pt x="520" y="1625"/>
                        <a:pt x="338" y="1341"/>
                        <a:pt x="657" y="1270"/>
                      </a:cubicBezTo>
                      <a:cubicBezTo>
                        <a:pt x="777" y="1119"/>
                        <a:pt x="777" y="1119"/>
                        <a:pt x="777" y="1119"/>
                      </a:cubicBezTo>
                      <a:cubicBezTo>
                        <a:pt x="1319" y="1181"/>
                        <a:pt x="1319" y="1181"/>
                        <a:pt x="1319" y="1181"/>
                      </a:cubicBezTo>
                      <a:cubicBezTo>
                        <a:pt x="1305" y="400"/>
                        <a:pt x="1305" y="400"/>
                        <a:pt x="1305" y="400"/>
                      </a:cubicBezTo>
                      <a:cubicBezTo>
                        <a:pt x="1320" y="309"/>
                        <a:pt x="1320" y="309"/>
                        <a:pt x="1320" y="309"/>
                      </a:cubicBezTo>
                      <a:cubicBezTo>
                        <a:pt x="1336" y="210"/>
                        <a:pt x="1336" y="110"/>
                        <a:pt x="1320" y="12"/>
                      </a:cubicBezTo>
                      <a:lnTo>
                        <a:pt x="1318" y="0"/>
                      </a:lnTo>
                      <a:close/>
                    </a:path>
                  </a:pathLst>
                </a:custGeom>
                <a:solidFill>
                  <a:srgbClr val="67647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6" name="iSļíḓe"/>
                <p:cNvSpPr/>
                <p:nvPr>
                  <p:custDataLst>
                    <p:tags r:id="rId300"/>
                  </p:custDataLst>
                </p:nvPr>
              </p:nvSpPr>
              <p:spPr bwMode="auto">
                <a:xfrm>
                  <a:off x="4480720" y="3706436"/>
                  <a:ext cx="1289050" cy="390525"/>
                </a:xfrm>
                <a:custGeom>
                  <a:avLst/>
                  <a:gdLst>
                    <a:gd name="T0" fmla="*/ 55 w 812"/>
                    <a:gd name="T1" fmla="*/ 0 h 246"/>
                    <a:gd name="T2" fmla="*/ 0 w 812"/>
                    <a:gd name="T3" fmla="*/ 40 h 246"/>
                    <a:gd name="T4" fmla="*/ 812 w 812"/>
                    <a:gd name="T5" fmla="*/ 246 h 246"/>
                    <a:gd name="T6" fmla="*/ 812 w 812"/>
                    <a:gd name="T7" fmla="*/ 166 h 246"/>
                    <a:gd name="T8" fmla="*/ 55 w 812"/>
                    <a:gd name="T9" fmla="*/ 0 h 246"/>
                  </a:gdLst>
                  <a:ahLst/>
                  <a:cxnLst>
                    <a:cxn ang="0">
                      <a:pos x="T0" y="T1"/>
                    </a:cxn>
                    <a:cxn ang="0">
                      <a:pos x="T2" y="T3"/>
                    </a:cxn>
                    <a:cxn ang="0">
                      <a:pos x="T4" y="T5"/>
                    </a:cxn>
                    <a:cxn ang="0">
                      <a:pos x="T6" y="T7"/>
                    </a:cxn>
                    <a:cxn ang="0">
                      <a:pos x="T8" y="T9"/>
                    </a:cxn>
                  </a:cxnLst>
                  <a:rect l="0" t="0" r="r" b="b"/>
                  <a:pathLst>
                    <a:path w="812" h="246">
                      <a:moveTo>
                        <a:pt x="55" y="0"/>
                      </a:moveTo>
                      <a:lnTo>
                        <a:pt x="0" y="40"/>
                      </a:lnTo>
                      <a:lnTo>
                        <a:pt x="812" y="246"/>
                      </a:lnTo>
                      <a:lnTo>
                        <a:pt x="812" y="166"/>
                      </a:lnTo>
                      <a:lnTo>
                        <a:pt x="55" y="0"/>
                      </a:lnTo>
                      <a:close/>
                    </a:path>
                  </a:pathLst>
                </a:custGeom>
                <a:solidFill>
                  <a:srgbClr val="E4E6E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7" name="ïŝlîḑe"/>
                <p:cNvSpPr/>
                <p:nvPr/>
              </p:nvSpPr>
              <p:spPr bwMode="auto">
                <a:xfrm>
                  <a:off x="4480720" y="3706436"/>
                  <a:ext cx="1289050" cy="390525"/>
                </a:xfrm>
                <a:custGeom>
                  <a:avLst/>
                  <a:gdLst>
                    <a:gd name="T0" fmla="*/ 55 w 812"/>
                    <a:gd name="T1" fmla="*/ 0 h 246"/>
                    <a:gd name="T2" fmla="*/ 0 w 812"/>
                    <a:gd name="T3" fmla="*/ 40 h 246"/>
                    <a:gd name="T4" fmla="*/ 812 w 812"/>
                    <a:gd name="T5" fmla="*/ 246 h 246"/>
                    <a:gd name="T6" fmla="*/ 812 w 812"/>
                    <a:gd name="T7" fmla="*/ 166 h 246"/>
                    <a:gd name="T8" fmla="*/ 55 w 812"/>
                    <a:gd name="T9" fmla="*/ 0 h 246"/>
                  </a:gdLst>
                  <a:ahLst/>
                  <a:cxnLst>
                    <a:cxn ang="0">
                      <a:pos x="T0" y="T1"/>
                    </a:cxn>
                    <a:cxn ang="0">
                      <a:pos x="T2" y="T3"/>
                    </a:cxn>
                    <a:cxn ang="0">
                      <a:pos x="T4" y="T5"/>
                    </a:cxn>
                    <a:cxn ang="0">
                      <a:pos x="T6" y="T7"/>
                    </a:cxn>
                    <a:cxn ang="0">
                      <a:pos x="T8" y="T9"/>
                    </a:cxn>
                  </a:cxnLst>
                  <a:rect l="0" t="0" r="r" b="b"/>
                  <a:pathLst>
                    <a:path w="812" h="246">
                      <a:moveTo>
                        <a:pt x="55" y="0"/>
                      </a:moveTo>
                      <a:lnTo>
                        <a:pt x="0" y="40"/>
                      </a:lnTo>
                      <a:lnTo>
                        <a:pt x="812" y="246"/>
                      </a:lnTo>
                      <a:lnTo>
                        <a:pt x="812" y="166"/>
                      </a:lnTo>
                      <a:lnTo>
                        <a:pt x="5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8" name="iṩ1iḍe"/>
                <p:cNvSpPr/>
                <p:nvPr>
                  <p:custDataLst>
                    <p:tags r:id="rId301"/>
                  </p:custDataLst>
                </p:nvPr>
              </p:nvSpPr>
              <p:spPr bwMode="auto">
                <a:xfrm>
                  <a:off x="5769770" y="3685798"/>
                  <a:ext cx="1370013" cy="411163"/>
                </a:xfrm>
                <a:custGeom>
                  <a:avLst/>
                  <a:gdLst>
                    <a:gd name="T0" fmla="*/ 810 w 863"/>
                    <a:gd name="T1" fmla="*/ 0 h 259"/>
                    <a:gd name="T2" fmla="*/ 863 w 863"/>
                    <a:gd name="T3" fmla="*/ 40 h 259"/>
                    <a:gd name="T4" fmla="*/ 0 w 863"/>
                    <a:gd name="T5" fmla="*/ 259 h 259"/>
                    <a:gd name="T6" fmla="*/ 0 w 863"/>
                    <a:gd name="T7" fmla="*/ 179 h 259"/>
                    <a:gd name="T8" fmla="*/ 810 w 863"/>
                    <a:gd name="T9" fmla="*/ 0 h 259"/>
                  </a:gdLst>
                  <a:ahLst/>
                  <a:cxnLst>
                    <a:cxn ang="0">
                      <a:pos x="T0" y="T1"/>
                    </a:cxn>
                    <a:cxn ang="0">
                      <a:pos x="T2" y="T3"/>
                    </a:cxn>
                    <a:cxn ang="0">
                      <a:pos x="T4" y="T5"/>
                    </a:cxn>
                    <a:cxn ang="0">
                      <a:pos x="T6" y="T7"/>
                    </a:cxn>
                    <a:cxn ang="0">
                      <a:pos x="T8" y="T9"/>
                    </a:cxn>
                  </a:cxnLst>
                  <a:rect l="0" t="0" r="r" b="b"/>
                  <a:pathLst>
                    <a:path w="863" h="259">
                      <a:moveTo>
                        <a:pt x="810" y="0"/>
                      </a:moveTo>
                      <a:lnTo>
                        <a:pt x="863" y="40"/>
                      </a:lnTo>
                      <a:lnTo>
                        <a:pt x="0" y="259"/>
                      </a:lnTo>
                      <a:lnTo>
                        <a:pt x="0" y="179"/>
                      </a:lnTo>
                      <a:lnTo>
                        <a:pt x="810" y="0"/>
                      </a:lnTo>
                      <a:close/>
                    </a:path>
                  </a:pathLst>
                </a:custGeom>
                <a:solidFill>
                  <a:srgbClr val="E4E6E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9" name="íṡḻïḍè"/>
                <p:cNvSpPr/>
                <p:nvPr/>
              </p:nvSpPr>
              <p:spPr bwMode="auto">
                <a:xfrm>
                  <a:off x="5769770" y="3685798"/>
                  <a:ext cx="1370013" cy="411163"/>
                </a:xfrm>
                <a:custGeom>
                  <a:avLst/>
                  <a:gdLst>
                    <a:gd name="T0" fmla="*/ 810 w 863"/>
                    <a:gd name="T1" fmla="*/ 0 h 259"/>
                    <a:gd name="T2" fmla="*/ 863 w 863"/>
                    <a:gd name="T3" fmla="*/ 40 h 259"/>
                    <a:gd name="T4" fmla="*/ 0 w 863"/>
                    <a:gd name="T5" fmla="*/ 259 h 259"/>
                    <a:gd name="T6" fmla="*/ 0 w 863"/>
                    <a:gd name="T7" fmla="*/ 179 h 259"/>
                    <a:gd name="T8" fmla="*/ 810 w 863"/>
                    <a:gd name="T9" fmla="*/ 0 h 259"/>
                  </a:gdLst>
                  <a:ahLst/>
                  <a:cxnLst>
                    <a:cxn ang="0">
                      <a:pos x="T0" y="T1"/>
                    </a:cxn>
                    <a:cxn ang="0">
                      <a:pos x="T2" y="T3"/>
                    </a:cxn>
                    <a:cxn ang="0">
                      <a:pos x="T4" y="T5"/>
                    </a:cxn>
                    <a:cxn ang="0">
                      <a:pos x="T6" y="T7"/>
                    </a:cxn>
                    <a:cxn ang="0">
                      <a:pos x="T8" y="T9"/>
                    </a:cxn>
                  </a:cxnLst>
                  <a:rect l="0" t="0" r="r" b="b"/>
                  <a:pathLst>
                    <a:path w="863" h="259">
                      <a:moveTo>
                        <a:pt x="810" y="0"/>
                      </a:moveTo>
                      <a:lnTo>
                        <a:pt x="863" y="40"/>
                      </a:lnTo>
                      <a:lnTo>
                        <a:pt x="0" y="259"/>
                      </a:lnTo>
                      <a:lnTo>
                        <a:pt x="0" y="179"/>
                      </a:lnTo>
                      <a:lnTo>
                        <a:pt x="81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0" name="iṥḻïḑé"/>
                <p:cNvSpPr/>
                <p:nvPr>
                  <p:custDataLst>
                    <p:tags r:id="rId302"/>
                  </p:custDataLst>
                </p:nvPr>
              </p:nvSpPr>
              <p:spPr bwMode="auto">
                <a:xfrm>
                  <a:off x="4404520" y="3706436"/>
                  <a:ext cx="1277938" cy="2008188"/>
                </a:xfrm>
                <a:custGeom>
                  <a:avLst/>
                  <a:gdLst>
                    <a:gd name="T0" fmla="*/ 0 w 805"/>
                    <a:gd name="T1" fmla="*/ 0 h 1265"/>
                    <a:gd name="T2" fmla="*/ 752 w 805"/>
                    <a:gd name="T3" fmla="*/ 174 h 1265"/>
                    <a:gd name="T4" fmla="*/ 805 w 805"/>
                    <a:gd name="T5" fmla="*/ 1265 h 1265"/>
                    <a:gd name="T6" fmla="*/ 147 w 805"/>
                    <a:gd name="T7" fmla="*/ 1060 h 1265"/>
                    <a:gd name="T8" fmla="*/ 0 w 805"/>
                    <a:gd name="T9" fmla="*/ 0 h 1265"/>
                  </a:gdLst>
                  <a:ahLst/>
                  <a:cxnLst>
                    <a:cxn ang="0">
                      <a:pos x="T0" y="T1"/>
                    </a:cxn>
                    <a:cxn ang="0">
                      <a:pos x="T2" y="T3"/>
                    </a:cxn>
                    <a:cxn ang="0">
                      <a:pos x="T4" y="T5"/>
                    </a:cxn>
                    <a:cxn ang="0">
                      <a:pos x="T6" y="T7"/>
                    </a:cxn>
                    <a:cxn ang="0">
                      <a:pos x="T8" y="T9"/>
                    </a:cxn>
                  </a:cxnLst>
                  <a:rect l="0" t="0" r="r" b="b"/>
                  <a:pathLst>
                    <a:path w="805" h="1265">
                      <a:moveTo>
                        <a:pt x="0" y="0"/>
                      </a:moveTo>
                      <a:lnTo>
                        <a:pt x="752" y="174"/>
                      </a:lnTo>
                      <a:lnTo>
                        <a:pt x="805" y="1265"/>
                      </a:lnTo>
                      <a:lnTo>
                        <a:pt x="147" y="1060"/>
                      </a:lnTo>
                      <a:lnTo>
                        <a:pt x="0" y="0"/>
                      </a:lnTo>
                      <a:close/>
                    </a:path>
                  </a:pathLst>
                </a:custGeom>
                <a:solidFill>
                  <a:srgbClr val="4285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1" name="ísḷiďé"/>
                <p:cNvSpPr/>
                <p:nvPr/>
              </p:nvSpPr>
              <p:spPr bwMode="auto">
                <a:xfrm>
                  <a:off x="4404520" y="3706436"/>
                  <a:ext cx="1277938" cy="2008188"/>
                </a:xfrm>
                <a:custGeom>
                  <a:avLst/>
                  <a:gdLst>
                    <a:gd name="T0" fmla="*/ 0 w 805"/>
                    <a:gd name="T1" fmla="*/ 0 h 1265"/>
                    <a:gd name="T2" fmla="*/ 752 w 805"/>
                    <a:gd name="T3" fmla="*/ 174 h 1265"/>
                    <a:gd name="T4" fmla="*/ 805 w 805"/>
                    <a:gd name="T5" fmla="*/ 1265 h 1265"/>
                    <a:gd name="T6" fmla="*/ 147 w 805"/>
                    <a:gd name="T7" fmla="*/ 1060 h 1265"/>
                    <a:gd name="T8" fmla="*/ 0 w 805"/>
                    <a:gd name="T9" fmla="*/ 0 h 1265"/>
                  </a:gdLst>
                  <a:ahLst/>
                  <a:cxnLst>
                    <a:cxn ang="0">
                      <a:pos x="T0" y="T1"/>
                    </a:cxn>
                    <a:cxn ang="0">
                      <a:pos x="T2" y="T3"/>
                    </a:cxn>
                    <a:cxn ang="0">
                      <a:pos x="T4" y="T5"/>
                    </a:cxn>
                    <a:cxn ang="0">
                      <a:pos x="T6" y="T7"/>
                    </a:cxn>
                    <a:cxn ang="0">
                      <a:pos x="T8" y="T9"/>
                    </a:cxn>
                  </a:cxnLst>
                  <a:rect l="0" t="0" r="r" b="b"/>
                  <a:pathLst>
                    <a:path w="805" h="1265">
                      <a:moveTo>
                        <a:pt x="0" y="0"/>
                      </a:moveTo>
                      <a:lnTo>
                        <a:pt x="752" y="174"/>
                      </a:lnTo>
                      <a:lnTo>
                        <a:pt x="805" y="1265"/>
                      </a:lnTo>
                      <a:lnTo>
                        <a:pt x="147" y="106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2" name="iṩḻiḍe"/>
                <p:cNvSpPr/>
                <p:nvPr>
                  <p:custDataLst>
                    <p:tags r:id="rId303"/>
                  </p:custDataLst>
                </p:nvPr>
              </p:nvSpPr>
              <p:spPr bwMode="auto">
                <a:xfrm>
                  <a:off x="5925345" y="3706436"/>
                  <a:ext cx="1273175" cy="2032000"/>
                </a:xfrm>
                <a:custGeom>
                  <a:avLst/>
                  <a:gdLst>
                    <a:gd name="T0" fmla="*/ 802 w 802"/>
                    <a:gd name="T1" fmla="*/ 0 h 1280"/>
                    <a:gd name="T2" fmla="*/ 0 w 802"/>
                    <a:gd name="T3" fmla="*/ 183 h 1280"/>
                    <a:gd name="T4" fmla="*/ 45 w 802"/>
                    <a:gd name="T5" fmla="*/ 1280 h 1280"/>
                    <a:gd name="T6" fmla="*/ 788 w 802"/>
                    <a:gd name="T7" fmla="*/ 1051 h 1280"/>
                    <a:gd name="T8" fmla="*/ 802 w 802"/>
                    <a:gd name="T9" fmla="*/ 0 h 1280"/>
                  </a:gdLst>
                  <a:ahLst/>
                  <a:cxnLst>
                    <a:cxn ang="0">
                      <a:pos x="T0" y="T1"/>
                    </a:cxn>
                    <a:cxn ang="0">
                      <a:pos x="T2" y="T3"/>
                    </a:cxn>
                    <a:cxn ang="0">
                      <a:pos x="T4" y="T5"/>
                    </a:cxn>
                    <a:cxn ang="0">
                      <a:pos x="T6" y="T7"/>
                    </a:cxn>
                    <a:cxn ang="0">
                      <a:pos x="T8" y="T9"/>
                    </a:cxn>
                  </a:cxnLst>
                  <a:rect l="0" t="0" r="r" b="b"/>
                  <a:pathLst>
                    <a:path w="802" h="1280">
                      <a:moveTo>
                        <a:pt x="802" y="0"/>
                      </a:moveTo>
                      <a:lnTo>
                        <a:pt x="0" y="183"/>
                      </a:lnTo>
                      <a:lnTo>
                        <a:pt x="45" y="1280"/>
                      </a:lnTo>
                      <a:lnTo>
                        <a:pt x="788" y="1051"/>
                      </a:lnTo>
                      <a:lnTo>
                        <a:pt x="802" y="0"/>
                      </a:lnTo>
                      <a:close/>
                    </a:path>
                  </a:pathLst>
                </a:custGeom>
                <a:solidFill>
                  <a:srgbClr val="4285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3" name="íṩ1ïḍé"/>
                <p:cNvSpPr/>
                <p:nvPr/>
              </p:nvSpPr>
              <p:spPr bwMode="auto">
                <a:xfrm>
                  <a:off x="5925345" y="3706436"/>
                  <a:ext cx="1273175" cy="2032000"/>
                </a:xfrm>
                <a:custGeom>
                  <a:avLst/>
                  <a:gdLst>
                    <a:gd name="T0" fmla="*/ 802 w 802"/>
                    <a:gd name="T1" fmla="*/ 0 h 1280"/>
                    <a:gd name="T2" fmla="*/ 0 w 802"/>
                    <a:gd name="T3" fmla="*/ 183 h 1280"/>
                    <a:gd name="T4" fmla="*/ 45 w 802"/>
                    <a:gd name="T5" fmla="*/ 1280 h 1280"/>
                    <a:gd name="T6" fmla="*/ 788 w 802"/>
                    <a:gd name="T7" fmla="*/ 1051 h 1280"/>
                    <a:gd name="T8" fmla="*/ 802 w 802"/>
                    <a:gd name="T9" fmla="*/ 0 h 1280"/>
                  </a:gdLst>
                  <a:ahLst/>
                  <a:cxnLst>
                    <a:cxn ang="0">
                      <a:pos x="T0" y="T1"/>
                    </a:cxn>
                    <a:cxn ang="0">
                      <a:pos x="T2" y="T3"/>
                    </a:cxn>
                    <a:cxn ang="0">
                      <a:pos x="T4" y="T5"/>
                    </a:cxn>
                    <a:cxn ang="0">
                      <a:pos x="T6" y="T7"/>
                    </a:cxn>
                    <a:cxn ang="0">
                      <a:pos x="T8" y="T9"/>
                    </a:cxn>
                  </a:cxnLst>
                  <a:rect l="0" t="0" r="r" b="b"/>
                  <a:pathLst>
                    <a:path w="802" h="1280">
                      <a:moveTo>
                        <a:pt x="802" y="0"/>
                      </a:moveTo>
                      <a:lnTo>
                        <a:pt x="0" y="183"/>
                      </a:lnTo>
                      <a:lnTo>
                        <a:pt x="45" y="1280"/>
                      </a:lnTo>
                      <a:lnTo>
                        <a:pt x="788" y="1051"/>
                      </a:lnTo>
                      <a:lnTo>
                        <a:pt x="8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4" name="ïṩḻide"/>
                <p:cNvSpPr/>
                <p:nvPr>
                  <p:custDataLst>
                    <p:tags r:id="rId304"/>
                  </p:custDataLst>
                </p:nvPr>
              </p:nvSpPr>
              <p:spPr bwMode="auto">
                <a:xfrm>
                  <a:off x="5553870" y="3982661"/>
                  <a:ext cx="471488" cy="1770063"/>
                </a:xfrm>
                <a:custGeom>
                  <a:avLst/>
                  <a:gdLst>
                    <a:gd name="T0" fmla="*/ 0 w 294"/>
                    <a:gd name="T1" fmla="*/ 0 h 1106"/>
                    <a:gd name="T2" fmla="*/ 267 w 294"/>
                    <a:gd name="T3" fmla="*/ 0 h 1106"/>
                    <a:gd name="T4" fmla="*/ 294 w 294"/>
                    <a:gd name="T5" fmla="*/ 1106 h 1106"/>
                    <a:gd name="T6" fmla="*/ 80 w 294"/>
                    <a:gd name="T7" fmla="*/ 1106 h 1106"/>
                    <a:gd name="T8" fmla="*/ 0 w 294"/>
                    <a:gd name="T9" fmla="*/ 0 h 1106"/>
                  </a:gdLst>
                  <a:ahLst/>
                  <a:cxnLst>
                    <a:cxn ang="0">
                      <a:pos x="T0" y="T1"/>
                    </a:cxn>
                    <a:cxn ang="0">
                      <a:pos x="T2" y="T3"/>
                    </a:cxn>
                    <a:cxn ang="0">
                      <a:pos x="T4" y="T5"/>
                    </a:cxn>
                    <a:cxn ang="0">
                      <a:pos x="T6" y="T7"/>
                    </a:cxn>
                    <a:cxn ang="0">
                      <a:pos x="T8" y="T9"/>
                    </a:cxn>
                  </a:cxnLst>
                  <a:rect l="0" t="0" r="r" b="b"/>
                  <a:pathLst>
                    <a:path w="294" h="1106">
                      <a:moveTo>
                        <a:pt x="0" y="0"/>
                      </a:moveTo>
                      <a:cubicBezTo>
                        <a:pt x="0" y="0"/>
                        <a:pt x="131" y="80"/>
                        <a:pt x="267" y="0"/>
                      </a:cubicBezTo>
                      <a:cubicBezTo>
                        <a:pt x="294" y="1106"/>
                        <a:pt x="294" y="1106"/>
                        <a:pt x="294" y="1106"/>
                      </a:cubicBezTo>
                      <a:cubicBezTo>
                        <a:pt x="80" y="1106"/>
                        <a:pt x="80" y="1106"/>
                        <a:pt x="80" y="1106"/>
                      </a:cubicBezTo>
                      <a:cubicBezTo>
                        <a:pt x="0" y="0"/>
                        <a:pt x="0" y="0"/>
                        <a:pt x="0" y="0"/>
                      </a:cubicBezTo>
                    </a:path>
                  </a:pathLst>
                </a:custGeom>
                <a:solidFill>
                  <a:srgbClr val="4285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5" name="i$ļidè"/>
                <p:cNvSpPr/>
                <p:nvPr>
                  <p:custDataLst>
                    <p:tags r:id="rId305"/>
                  </p:custDataLst>
                </p:nvPr>
              </p:nvSpPr>
              <p:spPr bwMode="auto">
                <a:xfrm>
                  <a:off x="5553870" y="3982661"/>
                  <a:ext cx="471488" cy="1770063"/>
                </a:xfrm>
                <a:custGeom>
                  <a:avLst/>
                  <a:gdLst>
                    <a:gd name="T0" fmla="*/ 267 w 294"/>
                    <a:gd name="T1" fmla="*/ 0 h 1106"/>
                    <a:gd name="T2" fmla="*/ 232 w 294"/>
                    <a:gd name="T3" fmla="*/ 18 h 1106"/>
                    <a:gd name="T4" fmla="*/ 137 w 294"/>
                    <a:gd name="T5" fmla="*/ 36 h 1106"/>
                    <a:gd name="T6" fmla="*/ 134 w 294"/>
                    <a:gd name="T7" fmla="*/ 36 h 1106"/>
                    <a:gd name="T8" fmla="*/ 0 w 294"/>
                    <a:gd name="T9" fmla="*/ 0 h 1106"/>
                    <a:gd name="T10" fmla="*/ 80 w 294"/>
                    <a:gd name="T11" fmla="*/ 1106 h 1106"/>
                    <a:gd name="T12" fmla="*/ 294 w 294"/>
                    <a:gd name="T13" fmla="*/ 1106 h 1106"/>
                    <a:gd name="T14" fmla="*/ 294 w 294"/>
                    <a:gd name="T15" fmla="*/ 1091 h 1106"/>
                    <a:gd name="T16" fmla="*/ 267 w 294"/>
                    <a:gd name="T17" fmla="*/ 1 h 1106"/>
                    <a:gd name="T18" fmla="*/ 267 w 294"/>
                    <a:gd name="T19" fmla="*/ 0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4" h="1106">
                      <a:moveTo>
                        <a:pt x="267" y="0"/>
                      </a:moveTo>
                      <a:cubicBezTo>
                        <a:pt x="255" y="7"/>
                        <a:pt x="243" y="13"/>
                        <a:pt x="232" y="18"/>
                      </a:cubicBezTo>
                      <a:cubicBezTo>
                        <a:pt x="199" y="31"/>
                        <a:pt x="167" y="36"/>
                        <a:pt x="137" y="36"/>
                      </a:cubicBezTo>
                      <a:cubicBezTo>
                        <a:pt x="136" y="36"/>
                        <a:pt x="135" y="36"/>
                        <a:pt x="134" y="36"/>
                      </a:cubicBezTo>
                      <a:cubicBezTo>
                        <a:pt x="56" y="35"/>
                        <a:pt x="0" y="0"/>
                        <a:pt x="0" y="0"/>
                      </a:cubicBezTo>
                      <a:cubicBezTo>
                        <a:pt x="80" y="1106"/>
                        <a:pt x="80" y="1106"/>
                        <a:pt x="80" y="1106"/>
                      </a:cubicBezTo>
                      <a:cubicBezTo>
                        <a:pt x="294" y="1106"/>
                        <a:pt x="294" y="1106"/>
                        <a:pt x="294" y="1106"/>
                      </a:cubicBezTo>
                      <a:cubicBezTo>
                        <a:pt x="294" y="1091"/>
                        <a:pt x="294" y="1091"/>
                        <a:pt x="294" y="1091"/>
                      </a:cubicBezTo>
                      <a:cubicBezTo>
                        <a:pt x="267" y="1"/>
                        <a:pt x="267" y="1"/>
                        <a:pt x="267" y="1"/>
                      </a:cubicBezTo>
                      <a:cubicBezTo>
                        <a:pt x="267" y="0"/>
                        <a:pt x="267" y="0"/>
                        <a:pt x="267" y="0"/>
                      </a:cubicBezTo>
                    </a:path>
                  </a:pathLst>
                </a:custGeom>
                <a:solidFill>
                  <a:srgbClr val="3B77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6" name="íşlîḋè"/>
                <p:cNvSpPr/>
                <p:nvPr>
                  <p:custDataLst>
                    <p:tags r:id="rId306"/>
                  </p:custDataLst>
                </p:nvPr>
              </p:nvSpPr>
              <p:spPr bwMode="auto">
                <a:xfrm>
                  <a:off x="4595020" y="3685798"/>
                  <a:ext cx="1174750" cy="284163"/>
                </a:xfrm>
                <a:custGeom>
                  <a:avLst/>
                  <a:gdLst>
                    <a:gd name="T0" fmla="*/ 0 w 733"/>
                    <a:gd name="T1" fmla="*/ 0 h 178"/>
                    <a:gd name="T2" fmla="*/ 0 w 733"/>
                    <a:gd name="T3" fmla="*/ 31 h 178"/>
                    <a:gd name="T4" fmla="*/ 733 w 733"/>
                    <a:gd name="T5" fmla="*/ 178 h 178"/>
                    <a:gd name="T6" fmla="*/ 0 w 733"/>
                    <a:gd name="T7" fmla="*/ 0 h 178"/>
                  </a:gdLst>
                  <a:ahLst/>
                  <a:cxnLst>
                    <a:cxn ang="0">
                      <a:pos x="T0" y="T1"/>
                    </a:cxn>
                    <a:cxn ang="0">
                      <a:pos x="T2" y="T3"/>
                    </a:cxn>
                    <a:cxn ang="0">
                      <a:pos x="T4" y="T5"/>
                    </a:cxn>
                    <a:cxn ang="0">
                      <a:pos x="T6" y="T7"/>
                    </a:cxn>
                  </a:cxnLst>
                  <a:rect l="0" t="0" r="r" b="b"/>
                  <a:pathLst>
                    <a:path w="733" h="178">
                      <a:moveTo>
                        <a:pt x="0" y="0"/>
                      </a:moveTo>
                      <a:cubicBezTo>
                        <a:pt x="0" y="31"/>
                        <a:pt x="0" y="31"/>
                        <a:pt x="0" y="31"/>
                      </a:cubicBezTo>
                      <a:cubicBezTo>
                        <a:pt x="733" y="178"/>
                        <a:pt x="733" y="178"/>
                        <a:pt x="733" y="178"/>
                      </a:cubicBezTo>
                      <a:cubicBezTo>
                        <a:pt x="733" y="178"/>
                        <a:pt x="360" y="40"/>
                        <a:pt x="0" y="0"/>
                      </a:cubicBezTo>
                      <a:close/>
                    </a:path>
                  </a:pathLst>
                </a:custGeom>
                <a:solidFill>
                  <a:srgbClr val="D8D9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7" name="íşļîde"/>
                <p:cNvSpPr/>
                <p:nvPr>
                  <p:custDataLst>
                    <p:tags r:id="rId307"/>
                  </p:custDataLst>
                </p:nvPr>
              </p:nvSpPr>
              <p:spPr bwMode="auto">
                <a:xfrm>
                  <a:off x="5769770" y="3657223"/>
                  <a:ext cx="1265238" cy="312738"/>
                </a:xfrm>
                <a:custGeom>
                  <a:avLst/>
                  <a:gdLst>
                    <a:gd name="T0" fmla="*/ 790 w 790"/>
                    <a:gd name="T1" fmla="*/ 0 h 196"/>
                    <a:gd name="T2" fmla="*/ 790 w 790"/>
                    <a:gd name="T3" fmla="*/ 31 h 196"/>
                    <a:gd name="T4" fmla="*/ 0 w 790"/>
                    <a:gd name="T5" fmla="*/ 196 h 196"/>
                    <a:gd name="T6" fmla="*/ 790 w 790"/>
                    <a:gd name="T7" fmla="*/ 0 h 196"/>
                  </a:gdLst>
                  <a:ahLst/>
                  <a:cxnLst>
                    <a:cxn ang="0">
                      <a:pos x="T0" y="T1"/>
                    </a:cxn>
                    <a:cxn ang="0">
                      <a:pos x="T2" y="T3"/>
                    </a:cxn>
                    <a:cxn ang="0">
                      <a:pos x="T4" y="T5"/>
                    </a:cxn>
                    <a:cxn ang="0">
                      <a:pos x="T6" y="T7"/>
                    </a:cxn>
                  </a:cxnLst>
                  <a:rect l="0" t="0" r="r" b="b"/>
                  <a:pathLst>
                    <a:path w="790" h="196">
                      <a:moveTo>
                        <a:pt x="790" y="0"/>
                      </a:moveTo>
                      <a:cubicBezTo>
                        <a:pt x="790" y="31"/>
                        <a:pt x="790" y="31"/>
                        <a:pt x="790" y="31"/>
                      </a:cubicBezTo>
                      <a:cubicBezTo>
                        <a:pt x="0" y="196"/>
                        <a:pt x="0" y="196"/>
                        <a:pt x="0" y="196"/>
                      </a:cubicBezTo>
                      <a:cubicBezTo>
                        <a:pt x="0" y="196"/>
                        <a:pt x="430" y="40"/>
                        <a:pt x="790" y="0"/>
                      </a:cubicBezTo>
                      <a:close/>
                    </a:path>
                  </a:pathLst>
                </a:custGeom>
                <a:solidFill>
                  <a:srgbClr val="D8D9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8" name="iṡḻïḓe"/>
                <p:cNvSpPr/>
                <p:nvPr>
                  <p:custDataLst>
                    <p:tags r:id="rId308"/>
                  </p:custDataLst>
                </p:nvPr>
              </p:nvSpPr>
              <p:spPr bwMode="auto">
                <a:xfrm>
                  <a:off x="6528595" y="4868486"/>
                  <a:ext cx="1328738" cy="814388"/>
                </a:xfrm>
                <a:custGeom>
                  <a:avLst/>
                  <a:gdLst>
                    <a:gd name="T0" fmla="*/ 558 w 829"/>
                    <a:gd name="T1" fmla="*/ 126 h 509"/>
                    <a:gd name="T2" fmla="*/ 535 w 829"/>
                    <a:gd name="T3" fmla="*/ 132 h 509"/>
                    <a:gd name="T4" fmla="*/ 192 w 829"/>
                    <a:gd name="T5" fmla="*/ 200 h 509"/>
                    <a:gd name="T6" fmla="*/ 256 w 829"/>
                    <a:gd name="T7" fmla="*/ 498 h 509"/>
                    <a:gd name="T8" fmla="*/ 603 w 829"/>
                    <a:gd name="T9" fmla="*/ 460 h 509"/>
                    <a:gd name="T10" fmla="*/ 719 w 829"/>
                    <a:gd name="T11" fmla="*/ 415 h 509"/>
                    <a:gd name="T12" fmla="*/ 783 w 829"/>
                    <a:gd name="T13" fmla="*/ 379 h 509"/>
                    <a:gd name="T14" fmla="*/ 822 w 829"/>
                    <a:gd name="T15" fmla="*/ 251 h 509"/>
                    <a:gd name="T16" fmla="*/ 708 w 829"/>
                    <a:gd name="T17" fmla="*/ 125 h 509"/>
                    <a:gd name="T18" fmla="*/ 558 w 829"/>
                    <a:gd name="T19" fmla="*/ 126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9" h="509">
                      <a:moveTo>
                        <a:pt x="558" y="126"/>
                      </a:moveTo>
                      <a:cubicBezTo>
                        <a:pt x="535" y="132"/>
                        <a:pt x="535" y="132"/>
                        <a:pt x="535" y="132"/>
                      </a:cubicBezTo>
                      <a:cubicBezTo>
                        <a:pt x="535" y="132"/>
                        <a:pt x="384" y="0"/>
                        <a:pt x="192" y="200"/>
                      </a:cubicBezTo>
                      <a:cubicBezTo>
                        <a:pt x="0" y="400"/>
                        <a:pt x="256" y="498"/>
                        <a:pt x="256" y="498"/>
                      </a:cubicBezTo>
                      <a:cubicBezTo>
                        <a:pt x="256" y="498"/>
                        <a:pt x="520" y="509"/>
                        <a:pt x="603" y="460"/>
                      </a:cubicBezTo>
                      <a:cubicBezTo>
                        <a:pt x="639" y="439"/>
                        <a:pt x="678" y="424"/>
                        <a:pt x="719" y="415"/>
                      </a:cubicBezTo>
                      <a:cubicBezTo>
                        <a:pt x="744" y="410"/>
                        <a:pt x="766" y="398"/>
                        <a:pt x="783" y="379"/>
                      </a:cubicBezTo>
                      <a:cubicBezTo>
                        <a:pt x="815" y="344"/>
                        <a:pt x="829" y="298"/>
                        <a:pt x="822" y="251"/>
                      </a:cubicBezTo>
                      <a:cubicBezTo>
                        <a:pt x="813" y="190"/>
                        <a:pt x="768" y="141"/>
                        <a:pt x="708" y="125"/>
                      </a:cubicBezTo>
                      <a:cubicBezTo>
                        <a:pt x="659" y="112"/>
                        <a:pt x="607" y="112"/>
                        <a:pt x="558" y="126"/>
                      </a:cubicBezTo>
                    </a:path>
                  </a:pathLst>
                </a:custGeom>
                <a:solidFill>
                  <a:srgbClr val="EFB7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9" name="íṡ1ide"/>
                <p:cNvSpPr/>
                <p:nvPr>
                  <p:custDataLst>
                    <p:tags r:id="rId309"/>
                  </p:custDataLst>
                </p:nvPr>
              </p:nvSpPr>
              <p:spPr bwMode="auto">
                <a:xfrm>
                  <a:off x="4063208" y="4849436"/>
                  <a:ext cx="1208088" cy="938213"/>
                </a:xfrm>
                <a:custGeom>
                  <a:avLst/>
                  <a:gdLst>
                    <a:gd name="T0" fmla="*/ 142 w 754"/>
                    <a:gd name="T1" fmla="*/ 160 h 586"/>
                    <a:gd name="T2" fmla="*/ 537 w 754"/>
                    <a:gd name="T3" fmla="*/ 266 h 586"/>
                    <a:gd name="T4" fmla="*/ 368 w 754"/>
                    <a:gd name="T5" fmla="*/ 537 h 586"/>
                    <a:gd name="T6" fmla="*/ 79 w 754"/>
                    <a:gd name="T7" fmla="*/ 413 h 586"/>
                    <a:gd name="T8" fmla="*/ 142 w 754"/>
                    <a:gd name="T9" fmla="*/ 160 h 586"/>
                  </a:gdLst>
                  <a:ahLst/>
                  <a:cxnLst>
                    <a:cxn ang="0">
                      <a:pos x="T0" y="T1"/>
                    </a:cxn>
                    <a:cxn ang="0">
                      <a:pos x="T2" y="T3"/>
                    </a:cxn>
                    <a:cxn ang="0">
                      <a:pos x="T4" y="T5"/>
                    </a:cxn>
                    <a:cxn ang="0">
                      <a:pos x="T6" y="T7"/>
                    </a:cxn>
                    <a:cxn ang="0">
                      <a:pos x="T8" y="T9"/>
                    </a:cxn>
                  </a:cxnLst>
                  <a:rect l="0" t="0" r="r" b="b"/>
                  <a:pathLst>
                    <a:path w="754" h="586">
                      <a:moveTo>
                        <a:pt x="142" y="160"/>
                      </a:moveTo>
                      <a:cubicBezTo>
                        <a:pt x="142" y="160"/>
                        <a:pt x="319" y="0"/>
                        <a:pt x="537" y="266"/>
                      </a:cubicBezTo>
                      <a:cubicBezTo>
                        <a:pt x="754" y="532"/>
                        <a:pt x="368" y="537"/>
                        <a:pt x="368" y="537"/>
                      </a:cubicBezTo>
                      <a:cubicBezTo>
                        <a:pt x="368" y="537"/>
                        <a:pt x="159" y="586"/>
                        <a:pt x="79" y="413"/>
                      </a:cubicBezTo>
                      <a:cubicBezTo>
                        <a:pt x="0" y="240"/>
                        <a:pt x="142" y="160"/>
                        <a:pt x="142" y="160"/>
                      </a:cubicBezTo>
                      <a:close/>
                    </a:path>
                  </a:pathLst>
                </a:custGeom>
                <a:solidFill>
                  <a:srgbClr val="EFB7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0" name="îsḻîďé"/>
                <p:cNvSpPr/>
                <p:nvPr/>
              </p:nvSpPr>
              <p:spPr bwMode="auto">
                <a:xfrm>
                  <a:off x="7452520" y="5052636"/>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1" name="ïşlîḓè"/>
                <p:cNvSpPr/>
                <p:nvPr>
                  <p:custDataLst>
                    <p:tags r:id="rId310"/>
                  </p:custDataLst>
                </p:nvPr>
              </p:nvSpPr>
              <p:spPr bwMode="auto">
                <a:xfrm>
                  <a:off x="7452520" y="5049461"/>
                  <a:ext cx="11113" cy="4763"/>
                </a:xfrm>
                <a:custGeom>
                  <a:avLst/>
                  <a:gdLst>
                    <a:gd name="T0" fmla="*/ 7 w 7"/>
                    <a:gd name="T1" fmla="*/ 0 h 3"/>
                    <a:gd name="T2" fmla="*/ 0 w 7"/>
                    <a:gd name="T3" fmla="*/ 2 h 3"/>
                    <a:gd name="T4" fmla="*/ 0 w 7"/>
                    <a:gd name="T5" fmla="*/ 2 h 3"/>
                    <a:gd name="T6" fmla="*/ 4 w 7"/>
                    <a:gd name="T7" fmla="*/ 3 h 3"/>
                    <a:gd name="T8" fmla="*/ 7 w 7"/>
                    <a:gd name="T9" fmla="*/ 0 h 3"/>
                  </a:gdLst>
                  <a:ahLst/>
                  <a:cxnLst>
                    <a:cxn ang="0">
                      <a:pos x="T0" y="T1"/>
                    </a:cxn>
                    <a:cxn ang="0">
                      <a:pos x="T2" y="T3"/>
                    </a:cxn>
                    <a:cxn ang="0">
                      <a:pos x="T4" y="T5"/>
                    </a:cxn>
                    <a:cxn ang="0">
                      <a:pos x="T6" y="T7"/>
                    </a:cxn>
                    <a:cxn ang="0">
                      <a:pos x="T8" y="T9"/>
                    </a:cxn>
                  </a:cxnLst>
                  <a:rect l="0" t="0" r="r" b="b"/>
                  <a:pathLst>
                    <a:path w="7" h="3">
                      <a:moveTo>
                        <a:pt x="7" y="0"/>
                      </a:moveTo>
                      <a:cubicBezTo>
                        <a:pt x="0" y="2"/>
                        <a:pt x="0" y="2"/>
                        <a:pt x="0" y="2"/>
                      </a:cubicBezTo>
                      <a:cubicBezTo>
                        <a:pt x="0" y="2"/>
                        <a:pt x="0" y="2"/>
                        <a:pt x="0" y="2"/>
                      </a:cubicBezTo>
                      <a:cubicBezTo>
                        <a:pt x="1" y="2"/>
                        <a:pt x="2" y="2"/>
                        <a:pt x="4" y="3"/>
                      </a:cubicBezTo>
                      <a:cubicBezTo>
                        <a:pt x="7" y="0"/>
                        <a:pt x="7" y="0"/>
                        <a:pt x="7" y="0"/>
                      </a:cubicBezTo>
                    </a:path>
                  </a:pathLst>
                </a:custGeom>
                <a:solidFill>
                  <a:srgbClr val="CECE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2" name="ïṣ1îḋè"/>
                <p:cNvSpPr/>
                <p:nvPr>
                  <p:custDataLst>
                    <p:tags r:id="rId311"/>
                  </p:custDataLst>
                </p:nvPr>
              </p:nvSpPr>
              <p:spPr bwMode="auto">
                <a:xfrm>
                  <a:off x="7458870" y="4981198"/>
                  <a:ext cx="495300" cy="549275"/>
                </a:xfrm>
                <a:custGeom>
                  <a:avLst/>
                  <a:gdLst>
                    <a:gd name="T0" fmla="*/ 154 w 309"/>
                    <a:gd name="T1" fmla="*/ 0 h 343"/>
                    <a:gd name="T2" fmla="*/ 3 w 309"/>
                    <a:gd name="T3" fmla="*/ 43 h 343"/>
                    <a:gd name="T4" fmla="*/ 0 w 309"/>
                    <a:gd name="T5" fmla="*/ 46 h 343"/>
                    <a:gd name="T6" fmla="*/ 8 w 309"/>
                    <a:gd name="T7" fmla="*/ 49 h 343"/>
                    <a:gd name="T8" fmla="*/ 54 w 309"/>
                    <a:gd name="T9" fmla="*/ 46 h 343"/>
                    <a:gd name="T10" fmla="*/ 127 w 309"/>
                    <a:gd name="T11" fmla="*/ 55 h 343"/>
                    <a:gd name="T12" fmla="*/ 241 w 309"/>
                    <a:gd name="T13" fmla="*/ 181 h 343"/>
                    <a:gd name="T14" fmla="*/ 202 w 309"/>
                    <a:gd name="T15" fmla="*/ 309 h 343"/>
                    <a:gd name="T16" fmla="*/ 159 w 309"/>
                    <a:gd name="T17" fmla="*/ 339 h 343"/>
                    <a:gd name="T18" fmla="*/ 158 w 309"/>
                    <a:gd name="T19" fmla="*/ 343 h 343"/>
                    <a:gd name="T20" fmla="*/ 283 w 309"/>
                    <a:gd name="T21" fmla="*/ 330 h 343"/>
                    <a:gd name="T22" fmla="*/ 309 w 309"/>
                    <a:gd name="T23" fmla="*/ 209 h 343"/>
                    <a:gd name="T24" fmla="*/ 256 w 309"/>
                    <a:gd name="T25" fmla="*/ 40 h 343"/>
                    <a:gd name="T26" fmla="*/ 154 w 309"/>
                    <a:gd name="T27" fmla="*/ 0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9" h="343">
                      <a:moveTo>
                        <a:pt x="154" y="0"/>
                      </a:moveTo>
                      <a:cubicBezTo>
                        <a:pt x="3" y="43"/>
                        <a:pt x="3" y="43"/>
                        <a:pt x="3" y="43"/>
                      </a:cubicBezTo>
                      <a:cubicBezTo>
                        <a:pt x="0" y="46"/>
                        <a:pt x="0" y="46"/>
                        <a:pt x="0" y="46"/>
                      </a:cubicBezTo>
                      <a:cubicBezTo>
                        <a:pt x="2" y="47"/>
                        <a:pt x="5" y="48"/>
                        <a:pt x="8" y="49"/>
                      </a:cubicBezTo>
                      <a:cubicBezTo>
                        <a:pt x="23" y="47"/>
                        <a:pt x="38" y="46"/>
                        <a:pt x="54" y="46"/>
                      </a:cubicBezTo>
                      <a:cubicBezTo>
                        <a:pt x="78" y="46"/>
                        <a:pt x="103" y="49"/>
                        <a:pt x="127" y="55"/>
                      </a:cubicBezTo>
                      <a:cubicBezTo>
                        <a:pt x="187" y="71"/>
                        <a:pt x="232" y="120"/>
                        <a:pt x="241" y="181"/>
                      </a:cubicBezTo>
                      <a:cubicBezTo>
                        <a:pt x="248" y="228"/>
                        <a:pt x="234" y="274"/>
                        <a:pt x="202" y="309"/>
                      </a:cubicBezTo>
                      <a:cubicBezTo>
                        <a:pt x="190" y="322"/>
                        <a:pt x="175" y="332"/>
                        <a:pt x="159" y="339"/>
                      </a:cubicBezTo>
                      <a:cubicBezTo>
                        <a:pt x="159" y="340"/>
                        <a:pt x="159" y="342"/>
                        <a:pt x="158" y="343"/>
                      </a:cubicBezTo>
                      <a:cubicBezTo>
                        <a:pt x="283" y="330"/>
                        <a:pt x="283" y="330"/>
                        <a:pt x="283" y="330"/>
                      </a:cubicBezTo>
                      <a:cubicBezTo>
                        <a:pt x="309" y="209"/>
                        <a:pt x="309" y="209"/>
                        <a:pt x="309" y="209"/>
                      </a:cubicBezTo>
                      <a:cubicBezTo>
                        <a:pt x="256" y="40"/>
                        <a:pt x="256" y="40"/>
                        <a:pt x="256" y="40"/>
                      </a:cubicBezTo>
                      <a:cubicBezTo>
                        <a:pt x="154" y="0"/>
                        <a:pt x="154" y="0"/>
                        <a:pt x="154" y="0"/>
                      </a:cubicBezTo>
                    </a:path>
                  </a:pathLst>
                </a:custGeom>
                <a:solidFill>
                  <a:srgbClr val="5C5A7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3" name="iṡľïdê"/>
                <p:cNvSpPr/>
                <p:nvPr>
                  <p:custDataLst>
                    <p:tags r:id="rId312"/>
                  </p:custDataLst>
                </p:nvPr>
              </p:nvSpPr>
              <p:spPr bwMode="auto">
                <a:xfrm>
                  <a:off x="7471570" y="5054223"/>
                  <a:ext cx="385763" cy="468313"/>
                </a:xfrm>
                <a:custGeom>
                  <a:avLst/>
                  <a:gdLst>
                    <a:gd name="T0" fmla="*/ 46 w 240"/>
                    <a:gd name="T1" fmla="*/ 0 h 293"/>
                    <a:gd name="T2" fmla="*/ 0 w 240"/>
                    <a:gd name="T3" fmla="*/ 3 h 293"/>
                    <a:gd name="T4" fmla="*/ 151 w 240"/>
                    <a:gd name="T5" fmla="*/ 293 h 293"/>
                    <a:gd name="T6" fmla="*/ 194 w 240"/>
                    <a:gd name="T7" fmla="*/ 263 h 293"/>
                    <a:gd name="T8" fmla="*/ 233 w 240"/>
                    <a:gd name="T9" fmla="*/ 135 h 293"/>
                    <a:gd name="T10" fmla="*/ 119 w 240"/>
                    <a:gd name="T11" fmla="*/ 9 h 293"/>
                    <a:gd name="T12" fmla="*/ 46 w 240"/>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40" h="293">
                      <a:moveTo>
                        <a:pt x="46" y="0"/>
                      </a:moveTo>
                      <a:cubicBezTo>
                        <a:pt x="30" y="0"/>
                        <a:pt x="15" y="1"/>
                        <a:pt x="0" y="3"/>
                      </a:cubicBezTo>
                      <a:cubicBezTo>
                        <a:pt x="43" y="20"/>
                        <a:pt x="186" y="93"/>
                        <a:pt x="151" y="293"/>
                      </a:cubicBezTo>
                      <a:cubicBezTo>
                        <a:pt x="167" y="286"/>
                        <a:pt x="182" y="276"/>
                        <a:pt x="194" y="263"/>
                      </a:cubicBezTo>
                      <a:cubicBezTo>
                        <a:pt x="226" y="228"/>
                        <a:pt x="240" y="182"/>
                        <a:pt x="233" y="135"/>
                      </a:cubicBezTo>
                      <a:cubicBezTo>
                        <a:pt x="224" y="74"/>
                        <a:pt x="179" y="25"/>
                        <a:pt x="119" y="9"/>
                      </a:cubicBezTo>
                      <a:cubicBezTo>
                        <a:pt x="95" y="3"/>
                        <a:pt x="70" y="0"/>
                        <a:pt x="46" y="0"/>
                      </a:cubicBezTo>
                    </a:path>
                  </a:pathLst>
                </a:custGeom>
                <a:solidFill>
                  <a:srgbClr val="D7A4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4" name="iṡļîḓê"/>
                <p:cNvSpPr/>
                <p:nvPr>
                  <p:custDataLst>
                    <p:tags r:id="rId313"/>
                  </p:custDataLst>
                </p:nvPr>
              </p:nvSpPr>
              <p:spPr bwMode="auto">
                <a:xfrm>
                  <a:off x="7460458" y="4981198"/>
                  <a:ext cx="501650" cy="549275"/>
                </a:xfrm>
                <a:custGeom>
                  <a:avLst/>
                  <a:gdLst>
                    <a:gd name="T0" fmla="*/ 0 w 313"/>
                    <a:gd name="T1" fmla="*/ 45 h 343"/>
                    <a:gd name="T2" fmla="*/ 162 w 313"/>
                    <a:gd name="T3" fmla="*/ 343 h 343"/>
                    <a:gd name="T4" fmla="*/ 286 w 313"/>
                    <a:gd name="T5" fmla="*/ 330 h 343"/>
                    <a:gd name="T6" fmla="*/ 313 w 313"/>
                    <a:gd name="T7" fmla="*/ 209 h 343"/>
                    <a:gd name="T8" fmla="*/ 260 w 313"/>
                    <a:gd name="T9" fmla="*/ 40 h 343"/>
                    <a:gd name="T10" fmla="*/ 157 w 313"/>
                    <a:gd name="T11" fmla="*/ 0 h 343"/>
                    <a:gd name="T12" fmla="*/ 0 w 313"/>
                    <a:gd name="T13" fmla="*/ 45 h 343"/>
                  </a:gdLst>
                  <a:ahLst/>
                  <a:cxnLst>
                    <a:cxn ang="0">
                      <a:pos x="T0" y="T1"/>
                    </a:cxn>
                    <a:cxn ang="0">
                      <a:pos x="T2" y="T3"/>
                    </a:cxn>
                    <a:cxn ang="0">
                      <a:pos x="T4" y="T5"/>
                    </a:cxn>
                    <a:cxn ang="0">
                      <a:pos x="T6" y="T7"/>
                    </a:cxn>
                    <a:cxn ang="0">
                      <a:pos x="T8" y="T9"/>
                    </a:cxn>
                    <a:cxn ang="0">
                      <a:pos x="T10" y="T11"/>
                    </a:cxn>
                    <a:cxn ang="0">
                      <a:pos x="T12" y="T13"/>
                    </a:cxn>
                  </a:cxnLst>
                  <a:rect l="0" t="0" r="r" b="b"/>
                  <a:pathLst>
                    <a:path w="313" h="343">
                      <a:moveTo>
                        <a:pt x="0" y="45"/>
                      </a:moveTo>
                      <a:cubicBezTo>
                        <a:pt x="0" y="45"/>
                        <a:pt x="206" y="105"/>
                        <a:pt x="162" y="343"/>
                      </a:cubicBezTo>
                      <a:cubicBezTo>
                        <a:pt x="286" y="330"/>
                        <a:pt x="286" y="330"/>
                        <a:pt x="286" y="330"/>
                      </a:cubicBezTo>
                      <a:cubicBezTo>
                        <a:pt x="313" y="209"/>
                        <a:pt x="313" y="209"/>
                        <a:pt x="313" y="209"/>
                      </a:cubicBezTo>
                      <a:cubicBezTo>
                        <a:pt x="260" y="40"/>
                        <a:pt x="260" y="40"/>
                        <a:pt x="260" y="40"/>
                      </a:cubicBezTo>
                      <a:cubicBezTo>
                        <a:pt x="157" y="0"/>
                        <a:pt x="157" y="0"/>
                        <a:pt x="157" y="0"/>
                      </a:cubicBezTo>
                      <a:lnTo>
                        <a:pt x="0" y="45"/>
                      </a:lnTo>
                      <a:close/>
                    </a:path>
                  </a:pathLst>
                </a:custGeom>
                <a:solidFill>
                  <a:srgbClr val="67647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5" name="isḻiďe"/>
                <p:cNvSpPr/>
                <p:nvPr>
                  <p:custDataLst>
                    <p:tags r:id="rId314"/>
                  </p:custDataLst>
                </p:nvPr>
              </p:nvSpPr>
              <p:spPr bwMode="auto">
                <a:xfrm>
                  <a:off x="5003008" y="1441073"/>
                  <a:ext cx="952500" cy="909638"/>
                </a:xfrm>
                <a:custGeom>
                  <a:avLst/>
                  <a:gdLst>
                    <a:gd name="T0" fmla="*/ 41 w 594"/>
                    <a:gd name="T1" fmla="*/ 318 h 569"/>
                    <a:gd name="T2" fmla="*/ 12 w 594"/>
                    <a:gd name="T3" fmla="*/ 569 h 569"/>
                    <a:gd name="T4" fmla="*/ 7 w 594"/>
                    <a:gd name="T5" fmla="*/ 498 h 569"/>
                    <a:gd name="T6" fmla="*/ 41 w 594"/>
                    <a:gd name="T7" fmla="*/ 318 h 569"/>
                    <a:gd name="T8" fmla="*/ 505 w 594"/>
                    <a:gd name="T9" fmla="*/ 0 h 569"/>
                    <a:gd name="T10" fmla="*/ 373 w 594"/>
                    <a:gd name="T11" fmla="*/ 18 h 569"/>
                    <a:gd name="T12" fmla="*/ 49 w 594"/>
                    <a:gd name="T13" fmla="*/ 298 h 569"/>
                    <a:gd name="T14" fmla="*/ 504 w 594"/>
                    <a:gd name="T15" fmla="*/ 1 h 569"/>
                    <a:gd name="T16" fmla="*/ 506 w 594"/>
                    <a:gd name="T17" fmla="*/ 1 h 569"/>
                    <a:gd name="T18" fmla="*/ 594 w 594"/>
                    <a:gd name="T19" fmla="*/ 8 h 569"/>
                    <a:gd name="T20" fmla="*/ 505 w 594"/>
                    <a:gd name="T21" fmla="*/ 0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4" h="569">
                      <a:moveTo>
                        <a:pt x="41" y="318"/>
                      </a:moveTo>
                      <a:cubicBezTo>
                        <a:pt x="10" y="396"/>
                        <a:pt x="0" y="482"/>
                        <a:pt x="12" y="569"/>
                      </a:cubicBezTo>
                      <a:cubicBezTo>
                        <a:pt x="9" y="546"/>
                        <a:pt x="7" y="522"/>
                        <a:pt x="7" y="498"/>
                      </a:cubicBezTo>
                      <a:cubicBezTo>
                        <a:pt x="7" y="434"/>
                        <a:pt x="19" y="374"/>
                        <a:pt x="41" y="318"/>
                      </a:cubicBezTo>
                      <a:moveTo>
                        <a:pt x="505" y="0"/>
                      </a:moveTo>
                      <a:cubicBezTo>
                        <a:pt x="461" y="0"/>
                        <a:pt x="417" y="6"/>
                        <a:pt x="373" y="18"/>
                      </a:cubicBezTo>
                      <a:cubicBezTo>
                        <a:pt x="223" y="59"/>
                        <a:pt x="107" y="165"/>
                        <a:pt x="49" y="298"/>
                      </a:cubicBezTo>
                      <a:cubicBezTo>
                        <a:pt x="126" y="123"/>
                        <a:pt x="301" y="1"/>
                        <a:pt x="504" y="1"/>
                      </a:cubicBezTo>
                      <a:cubicBezTo>
                        <a:pt x="505" y="1"/>
                        <a:pt x="505" y="1"/>
                        <a:pt x="506" y="1"/>
                      </a:cubicBezTo>
                      <a:cubicBezTo>
                        <a:pt x="536" y="1"/>
                        <a:pt x="565" y="3"/>
                        <a:pt x="594" y="8"/>
                      </a:cubicBezTo>
                      <a:cubicBezTo>
                        <a:pt x="565" y="3"/>
                        <a:pt x="535" y="0"/>
                        <a:pt x="505"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6" name="íṧ1ïḑe"/>
                <p:cNvSpPr/>
                <p:nvPr>
                  <p:custDataLst>
                    <p:tags r:id="rId315"/>
                  </p:custDataLst>
                </p:nvPr>
              </p:nvSpPr>
              <p:spPr bwMode="auto">
                <a:xfrm>
                  <a:off x="6603208" y="2214186"/>
                  <a:ext cx="3175" cy="101600"/>
                </a:xfrm>
                <a:custGeom>
                  <a:avLst/>
                  <a:gdLst>
                    <a:gd name="T0" fmla="*/ 2 w 2"/>
                    <a:gd name="T1" fmla="*/ 15 h 64"/>
                    <a:gd name="T2" fmla="*/ 2 w 2"/>
                    <a:gd name="T3" fmla="*/ 15 h 64"/>
                    <a:gd name="T4" fmla="*/ 0 w 2"/>
                    <a:gd name="T5" fmla="*/ 64 h 64"/>
                    <a:gd name="T6" fmla="*/ 2 w 2"/>
                    <a:gd name="T7" fmla="*/ 15 h 64"/>
                    <a:gd name="T8" fmla="*/ 2 w 2"/>
                    <a:gd name="T9" fmla="*/ 0 h 64"/>
                    <a:gd name="T10" fmla="*/ 2 w 2"/>
                    <a:gd name="T11" fmla="*/ 12 h 64"/>
                    <a:gd name="T12" fmla="*/ 2 w 2"/>
                    <a:gd name="T13" fmla="*/ 15 h 64"/>
                    <a:gd name="T14" fmla="*/ 2 w 2"/>
                    <a:gd name="T15" fmla="*/ 14 h 64"/>
                    <a:gd name="T16" fmla="*/ 2 w 2"/>
                    <a:gd name="T1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64">
                      <a:moveTo>
                        <a:pt x="2" y="15"/>
                      </a:moveTo>
                      <a:cubicBezTo>
                        <a:pt x="2" y="15"/>
                        <a:pt x="2" y="15"/>
                        <a:pt x="2" y="15"/>
                      </a:cubicBezTo>
                      <a:cubicBezTo>
                        <a:pt x="2" y="31"/>
                        <a:pt x="2" y="48"/>
                        <a:pt x="0" y="64"/>
                      </a:cubicBezTo>
                      <a:cubicBezTo>
                        <a:pt x="2" y="48"/>
                        <a:pt x="2" y="31"/>
                        <a:pt x="2" y="15"/>
                      </a:cubicBezTo>
                      <a:moveTo>
                        <a:pt x="2" y="0"/>
                      </a:moveTo>
                      <a:cubicBezTo>
                        <a:pt x="2" y="4"/>
                        <a:pt x="2" y="8"/>
                        <a:pt x="2" y="12"/>
                      </a:cubicBezTo>
                      <a:cubicBezTo>
                        <a:pt x="2" y="13"/>
                        <a:pt x="2" y="14"/>
                        <a:pt x="2" y="15"/>
                      </a:cubicBezTo>
                      <a:cubicBezTo>
                        <a:pt x="2" y="14"/>
                        <a:pt x="2" y="14"/>
                        <a:pt x="2" y="14"/>
                      </a:cubicBezTo>
                      <a:cubicBezTo>
                        <a:pt x="2" y="10"/>
                        <a:pt x="2" y="5"/>
                        <a:pt x="2" y="0"/>
                      </a:cubicBezTo>
                    </a:path>
                  </a:pathLst>
                </a:custGeom>
                <a:solidFill>
                  <a:srgbClr val="3B77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7" name="îṩļíďe"/>
                <p:cNvSpPr/>
                <p:nvPr>
                  <p:custDataLst>
                    <p:tags r:id="rId316"/>
                  </p:custDataLst>
                </p:nvPr>
              </p:nvSpPr>
              <p:spPr bwMode="auto">
                <a:xfrm>
                  <a:off x="5014120" y="1442661"/>
                  <a:ext cx="1592263" cy="1017588"/>
                </a:xfrm>
                <a:custGeom>
                  <a:avLst/>
                  <a:gdLst>
                    <a:gd name="T0" fmla="*/ 499 w 994"/>
                    <a:gd name="T1" fmla="*/ 0 h 636"/>
                    <a:gd name="T2" fmla="*/ 497 w 994"/>
                    <a:gd name="T3" fmla="*/ 0 h 636"/>
                    <a:gd name="T4" fmla="*/ 42 w 994"/>
                    <a:gd name="T5" fmla="*/ 297 h 636"/>
                    <a:gd name="T6" fmla="*/ 34 w 994"/>
                    <a:gd name="T7" fmla="*/ 317 h 636"/>
                    <a:gd name="T8" fmla="*/ 0 w 994"/>
                    <a:gd name="T9" fmla="*/ 497 h 636"/>
                    <a:gd name="T10" fmla="*/ 5 w 994"/>
                    <a:gd name="T11" fmla="*/ 568 h 636"/>
                    <a:gd name="T12" fmla="*/ 18 w 994"/>
                    <a:gd name="T13" fmla="*/ 628 h 636"/>
                    <a:gd name="T14" fmla="*/ 44 w 994"/>
                    <a:gd name="T15" fmla="*/ 636 h 636"/>
                    <a:gd name="T16" fmla="*/ 45 w 994"/>
                    <a:gd name="T17" fmla="*/ 636 h 636"/>
                    <a:gd name="T18" fmla="*/ 98 w 994"/>
                    <a:gd name="T19" fmla="*/ 593 h 636"/>
                    <a:gd name="T20" fmla="*/ 136 w 994"/>
                    <a:gd name="T21" fmla="*/ 502 h 636"/>
                    <a:gd name="T22" fmla="*/ 154 w 994"/>
                    <a:gd name="T23" fmla="*/ 394 h 636"/>
                    <a:gd name="T24" fmla="*/ 209 w 994"/>
                    <a:gd name="T25" fmla="*/ 373 h 636"/>
                    <a:gd name="T26" fmla="*/ 254 w 994"/>
                    <a:gd name="T27" fmla="*/ 376 h 636"/>
                    <a:gd name="T28" fmla="*/ 298 w 994"/>
                    <a:gd name="T29" fmla="*/ 378 h 636"/>
                    <a:gd name="T30" fmla="*/ 327 w 994"/>
                    <a:gd name="T31" fmla="*/ 375 h 636"/>
                    <a:gd name="T32" fmla="*/ 464 w 994"/>
                    <a:gd name="T33" fmla="*/ 336 h 636"/>
                    <a:gd name="T34" fmla="*/ 468 w 994"/>
                    <a:gd name="T35" fmla="*/ 336 h 636"/>
                    <a:gd name="T36" fmla="*/ 606 w 994"/>
                    <a:gd name="T37" fmla="*/ 413 h 636"/>
                    <a:gd name="T38" fmla="*/ 726 w 994"/>
                    <a:gd name="T39" fmla="*/ 544 h 636"/>
                    <a:gd name="T40" fmla="*/ 880 w 994"/>
                    <a:gd name="T41" fmla="*/ 629 h 636"/>
                    <a:gd name="T42" fmla="*/ 906 w 994"/>
                    <a:gd name="T43" fmla="*/ 631 h 636"/>
                    <a:gd name="T44" fmla="*/ 980 w 994"/>
                    <a:gd name="T45" fmla="*/ 615 h 636"/>
                    <a:gd name="T46" fmla="*/ 992 w 994"/>
                    <a:gd name="T47" fmla="*/ 546 h 636"/>
                    <a:gd name="T48" fmla="*/ 994 w 994"/>
                    <a:gd name="T49" fmla="*/ 497 h 636"/>
                    <a:gd name="T50" fmla="*/ 994 w 994"/>
                    <a:gd name="T51" fmla="*/ 497 h 636"/>
                    <a:gd name="T52" fmla="*/ 994 w 994"/>
                    <a:gd name="T53" fmla="*/ 497 h 636"/>
                    <a:gd name="T54" fmla="*/ 994 w 994"/>
                    <a:gd name="T55" fmla="*/ 494 h 636"/>
                    <a:gd name="T56" fmla="*/ 994 w 994"/>
                    <a:gd name="T57" fmla="*/ 482 h 636"/>
                    <a:gd name="T58" fmla="*/ 977 w 994"/>
                    <a:gd name="T59" fmla="*/ 365 h 636"/>
                    <a:gd name="T60" fmla="*/ 587 w 994"/>
                    <a:gd name="T61" fmla="*/ 7 h 636"/>
                    <a:gd name="T62" fmla="*/ 499 w 994"/>
                    <a:gd name="T63" fmla="*/ 0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94" h="636">
                      <a:moveTo>
                        <a:pt x="499" y="0"/>
                      </a:moveTo>
                      <a:cubicBezTo>
                        <a:pt x="498" y="0"/>
                        <a:pt x="498" y="0"/>
                        <a:pt x="497" y="0"/>
                      </a:cubicBezTo>
                      <a:cubicBezTo>
                        <a:pt x="294" y="0"/>
                        <a:pt x="119" y="122"/>
                        <a:pt x="42" y="297"/>
                      </a:cubicBezTo>
                      <a:cubicBezTo>
                        <a:pt x="39" y="304"/>
                        <a:pt x="36" y="310"/>
                        <a:pt x="34" y="317"/>
                      </a:cubicBezTo>
                      <a:cubicBezTo>
                        <a:pt x="12" y="373"/>
                        <a:pt x="0" y="433"/>
                        <a:pt x="0" y="497"/>
                      </a:cubicBezTo>
                      <a:cubicBezTo>
                        <a:pt x="0" y="521"/>
                        <a:pt x="2" y="545"/>
                        <a:pt x="5" y="568"/>
                      </a:cubicBezTo>
                      <a:cubicBezTo>
                        <a:pt x="8" y="588"/>
                        <a:pt x="12" y="608"/>
                        <a:pt x="18" y="628"/>
                      </a:cubicBezTo>
                      <a:cubicBezTo>
                        <a:pt x="26" y="633"/>
                        <a:pt x="35" y="636"/>
                        <a:pt x="44" y="636"/>
                      </a:cubicBezTo>
                      <a:cubicBezTo>
                        <a:pt x="44" y="636"/>
                        <a:pt x="45" y="636"/>
                        <a:pt x="45" y="636"/>
                      </a:cubicBezTo>
                      <a:cubicBezTo>
                        <a:pt x="69" y="636"/>
                        <a:pt x="86" y="614"/>
                        <a:pt x="98" y="593"/>
                      </a:cubicBezTo>
                      <a:cubicBezTo>
                        <a:pt x="114" y="564"/>
                        <a:pt x="127" y="533"/>
                        <a:pt x="136" y="502"/>
                      </a:cubicBezTo>
                      <a:cubicBezTo>
                        <a:pt x="145" y="472"/>
                        <a:pt x="140" y="418"/>
                        <a:pt x="154" y="394"/>
                      </a:cubicBezTo>
                      <a:cubicBezTo>
                        <a:pt x="163" y="377"/>
                        <a:pt x="184" y="373"/>
                        <a:pt x="209" y="373"/>
                      </a:cubicBezTo>
                      <a:cubicBezTo>
                        <a:pt x="223" y="373"/>
                        <a:pt x="238" y="374"/>
                        <a:pt x="254" y="376"/>
                      </a:cubicBezTo>
                      <a:cubicBezTo>
                        <a:pt x="269" y="377"/>
                        <a:pt x="284" y="378"/>
                        <a:pt x="298" y="378"/>
                      </a:cubicBezTo>
                      <a:cubicBezTo>
                        <a:pt x="309" y="378"/>
                        <a:pt x="319" y="377"/>
                        <a:pt x="327" y="375"/>
                      </a:cubicBezTo>
                      <a:cubicBezTo>
                        <a:pt x="373" y="362"/>
                        <a:pt x="417" y="336"/>
                        <a:pt x="464" y="336"/>
                      </a:cubicBezTo>
                      <a:cubicBezTo>
                        <a:pt x="465" y="336"/>
                        <a:pt x="467" y="336"/>
                        <a:pt x="468" y="336"/>
                      </a:cubicBezTo>
                      <a:cubicBezTo>
                        <a:pt x="522" y="338"/>
                        <a:pt x="568" y="374"/>
                        <a:pt x="606" y="413"/>
                      </a:cubicBezTo>
                      <a:cubicBezTo>
                        <a:pt x="647" y="455"/>
                        <a:pt x="683" y="503"/>
                        <a:pt x="726" y="544"/>
                      </a:cubicBezTo>
                      <a:cubicBezTo>
                        <a:pt x="769" y="585"/>
                        <a:pt x="821" y="620"/>
                        <a:pt x="880" y="629"/>
                      </a:cubicBezTo>
                      <a:cubicBezTo>
                        <a:pt x="889" y="631"/>
                        <a:pt x="897" y="631"/>
                        <a:pt x="906" y="631"/>
                      </a:cubicBezTo>
                      <a:cubicBezTo>
                        <a:pt x="932" y="631"/>
                        <a:pt x="957" y="626"/>
                        <a:pt x="980" y="615"/>
                      </a:cubicBezTo>
                      <a:cubicBezTo>
                        <a:pt x="986" y="592"/>
                        <a:pt x="990" y="569"/>
                        <a:pt x="992" y="546"/>
                      </a:cubicBezTo>
                      <a:cubicBezTo>
                        <a:pt x="994" y="530"/>
                        <a:pt x="994" y="513"/>
                        <a:pt x="994" y="497"/>
                      </a:cubicBezTo>
                      <a:cubicBezTo>
                        <a:pt x="994" y="497"/>
                        <a:pt x="994" y="497"/>
                        <a:pt x="994" y="497"/>
                      </a:cubicBezTo>
                      <a:cubicBezTo>
                        <a:pt x="994" y="497"/>
                        <a:pt x="994" y="497"/>
                        <a:pt x="994" y="497"/>
                      </a:cubicBezTo>
                      <a:cubicBezTo>
                        <a:pt x="994" y="496"/>
                        <a:pt x="994" y="495"/>
                        <a:pt x="994" y="494"/>
                      </a:cubicBezTo>
                      <a:cubicBezTo>
                        <a:pt x="994" y="490"/>
                        <a:pt x="994" y="486"/>
                        <a:pt x="994" y="482"/>
                      </a:cubicBezTo>
                      <a:cubicBezTo>
                        <a:pt x="993" y="443"/>
                        <a:pt x="987" y="403"/>
                        <a:pt x="977" y="365"/>
                      </a:cubicBezTo>
                      <a:cubicBezTo>
                        <a:pt x="925" y="175"/>
                        <a:pt x="769" y="41"/>
                        <a:pt x="587" y="7"/>
                      </a:cubicBezTo>
                      <a:cubicBezTo>
                        <a:pt x="558" y="2"/>
                        <a:pt x="529" y="0"/>
                        <a:pt x="499" y="0"/>
                      </a:cubicBezTo>
                    </a:path>
                  </a:pathLst>
                </a:custGeom>
                <a:solidFill>
                  <a:srgbClr val="D7A4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8" name="ïŝ1îďé"/>
                <p:cNvSpPr/>
                <p:nvPr>
                  <p:custDataLst>
                    <p:tags r:id="rId317"/>
                  </p:custDataLst>
                </p:nvPr>
              </p:nvSpPr>
              <p:spPr bwMode="auto">
                <a:xfrm>
                  <a:off x="4741070" y="950536"/>
                  <a:ext cx="2001838" cy="1500188"/>
                </a:xfrm>
                <a:custGeom>
                  <a:avLst/>
                  <a:gdLst>
                    <a:gd name="T0" fmla="*/ 498 w 1250"/>
                    <a:gd name="T1" fmla="*/ 674 h 938"/>
                    <a:gd name="T2" fmla="*/ 639 w 1250"/>
                    <a:gd name="T3" fmla="*/ 635 h 938"/>
                    <a:gd name="T4" fmla="*/ 777 w 1250"/>
                    <a:gd name="T5" fmla="*/ 712 h 938"/>
                    <a:gd name="T6" fmla="*/ 897 w 1250"/>
                    <a:gd name="T7" fmla="*/ 844 h 938"/>
                    <a:gd name="T8" fmla="*/ 1051 w 1250"/>
                    <a:gd name="T9" fmla="*/ 929 h 938"/>
                    <a:gd name="T10" fmla="*/ 1206 w 1250"/>
                    <a:gd name="T11" fmla="*/ 865 h 938"/>
                    <a:gd name="T12" fmla="*/ 1210 w 1250"/>
                    <a:gd name="T13" fmla="*/ 615 h 938"/>
                    <a:gd name="T14" fmla="*/ 1226 w 1250"/>
                    <a:gd name="T15" fmla="*/ 455 h 938"/>
                    <a:gd name="T16" fmla="*/ 1192 w 1250"/>
                    <a:gd name="T17" fmla="*/ 326 h 938"/>
                    <a:gd name="T18" fmla="*/ 1158 w 1250"/>
                    <a:gd name="T19" fmla="*/ 271 h 938"/>
                    <a:gd name="T20" fmla="*/ 993 w 1250"/>
                    <a:gd name="T21" fmla="*/ 229 h 938"/>
                    <a:gd name="T22" fmla="*/ 849 w 1250"/>
                    <a:gd name="T23" fmla="*/ 63 h 938"/>
                    <a:gd name="T24" fmla="*/ 780 w 1250"/>
                    <a:gd name="T25" fmla="*/ 27 h 938"/>
                    <a:gd name="T26" fmla="*/ 727 w 1250"/>
                    <a:gd name="T27" fmla="*/ 110 h 938"/>
                    <a:gd name="T28" fmla="*/ 673 w 1250"/>
                    <a:gd name="T29" fmla="*/ 92 h 938"/>
                    <a:gd name="T30" fmla="*/ 640 w 1250"/>
                    <a:gd name="T31" fmla="*/ 41 h 938"/>
                    <a:gd name="T32" fmla="*/ 544 w 1250"/>
                    <a:gd name="T33" fmla="*/ 8 h 938"/>
                    <a:gd name="T34" fmla="*/ 526 w 1250"/>
                    <a:gd name="T35" fmla="*/ 18 h 938"/>
                    <a:gd name="T36" fmla="*/ 523 w 1250"/>
                    <a:gd name="T37" fmla="*/ 61 h 938"/>
                    <a:gd name="T38" fmla="*/ 414 w 1250"/>
                    <a:gd name="T39" fmla="*/ 145 h 938"/>
                    <a:gd name="T40" fmla="*/ 275 w 1250"/>
                    <a:gd name="T41" fmla="*/ 192 h 938"/>
                    <a:gd name="T42" fmla="*/ 245 w 1250"/>
                    <a:gd name="T43" fmla="*/ 266 h 938"/>
                    <a:gd name="T44" fmla="*/ 107 w 1250"/>
                    <a:gd name="T45" fmla="*/ 387 h 938"/>
                    <a:gd name="T46" fmla="*/ 0 w 1250"/>
                    <a:gd name="T47" fmla="*/ 530 h 938"/>
                    <a:gd name="T48" fmla="*/ 61 w 1250"/>
                    <a:gd name="T49" fmla="*/ 697 h 938"/>
                    <a:gd name="T50" fmla="*/ 65 w 1250"/>
                    <a:gd name="T51" fmla="*/ 791 h 938"/>
                    <a:gd name="T52" fmla="*/ 176 w 1250"/>
                    <a:gd name="T53" fmla="*/ 919 h 938"/>
                    <a:gd name="T54" fmla="*/ 215 w 1250"/>
                    <a:gd name="T55" fmla="*/ 936 h 938"/>
                    <a:gd name="T56" fmla="*/ 269 w 1250"/>
                    <a:gd name="T57" fmla="*/ 892 h 938"/>
                    <a:gd name="T58" fmla="*/ 307 w 1250"/>
                    <a:gd name="T59" fmla="*/ 801 h 938"/>
                    <a:gd name="T60" fmla="*/ 325 w 1250"/>
                    <a:gd name="T61" fmla="*/ 693 h 938"/>
                    <a:gd name="T62" fmla="*/ 498 w 1250"/>
                    <a:gd name="T63" fmla="*/ 674 h 9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50" h="938">
                      <a:moveTo>
                        <a:pt x="498" y="674"/>
                      </a:moveTo>
                      <a:cubicBezTo>
                        <a:pt x="545" y="661"/>
                        <a:pt x="590" y="634"/>
                        <a:pt x="639" y="635"/>
                      </a:cubicBezTo>
                      <a:cubicBezTo>
                        <a:pt x="693" y="637"/>
                        <a:pt x="739" y="673"/>
                        <a:pt x="777" y="712"/>
                      </a:cubicBezTo>
                      <a:cubicBezTo>
                        <a:pt x="818" y="755"/>
                        <a:pt x="854" y="802"/>
                        <a:pt x="897" y="844"/>
                      </a:cubicBezTo>
                      <a:cubicBezTo>
                        <a:pt x="940" y="885"/>
                        <a:pt x="992" y="920"/>
                        <a:pt x="1051" y="929"/>
                      </a:cubicBezTo>
                      <a:cubicBezTo>
                        <a:pt x="1110" y="938"/>
                        <a:pt x="1176" y="916"/>
                        <a:pt x="1206" y="865"/>
                      </a:cubicBezTo>
                      <a:cubicBezTo>
                        <a:pt x="1250" y="792"/>
                        <a:pt x="1209" y="700"/>
                        <a:pt x="1210" y="615"/>
                      </a:cubicBezTo>
                      <a:cubicBezTo>
                        <a:pt x="1210" y="561"/>
                        <a:pt x="1228" y="509"/>
                        <a:pt x="1226" y="455"/>
                      </a:cubicBezTo>
                      <a:cubicBezTo>
                        <a:pt x="1224" y="411"/>
                        <a:pt x="1209" y="367"/>
                        <a:pt x="1192" y="326"/>
                      </a:cubicBezTo>
                      <a:cubicBezTo>
                        <a:pt x="1183" y="306"/>
                        <a:pt x="1174" y="286"/>
                        <a:pt x="1158" y="271"/>
                      </a:cubicBezTo>
                      <a:cubicBezTo>
                        <a:pt x="1116" y="231"/>
                        <a:pt x="1047" y="248"/>
                        <a:pt x="993" y="229"/>
                      </a:cubicBezTo>
                      <a:cubicBezTo>
                        <a:pt x="922" y="204"/>
                        <a:pt x="890" y="126"/>
                        <a:pt x="849" y="63"/>
                      </a:cubicBezTo>
                      <a:cubicBezTo>
                        <a:pt x="833" y="39"/>
                        <a:pt x="805" y="14"/>
                        <a:pt x="780" y="27"/>
                      </a:cubicBezTo>
                      <a:cubicBezTo>
                        <a:pt x="749" y="43"/>
                        <a:pt x="758" y="96"/>
                        <a:pt x="727" y="110"/>
                      </a:cubicBezTo>
                      <a:cubicBezTo>
                        <a:pt x="709" y="119"/>
                        <a:pt x="686" y="108"/>
                        <a:pt x="673" y="92"/>
                      </a:cubicBezTo>
                      <a:cubicBezTo>
                        <a:pt x="660" y="77"/>
                        <a:pt x="653" y="57"/>
                        <a:pt x="640" y="41"/>
                      </a:cubicBezTo>
                      <a:cubicBezTo>
                        <a:pt x="616" y="13"/>
                        <a:pt x="579" y="0"/>
                        <a:pt x="544" y="8"/>
                      </a:cubicBezTo>
                      <a:cubicBezTo>
                        <a:pt x="537" y="9"/>
                        <a:pt x="530" y="13"/>
                        <a:pt x="526" y="18"/>
                      </a:cubicBezTo>
                      <a:cubicBezTo>
                        <a:pt x="516" y="29"/>
                        <a:pt x="522" y="46"/>
                        <a:pt x="523" y="61"/>
                      </a:cubicBezTo>
                      <a:cubicBezTo>
                        <a:pt x="525" y="112"/>
                        <a:pt x="464" y="140"/>
                        <a:pt x="414" y="145"/>
                      </a:cubicBezTo>
                      <a:cubicBezTo>
                        <a:pt x="364" y="151"/>
                        <a:pt x="305" y="151"/>
                        <a:pt x="275" y="192"/>
                      </a:cubicBezTo>
                      <a:cubicBezTo>
                        <a:pt x="259" y="214"/>
                        <a:pt x="255" y="242"/>
                        <a:pt x="245" y="266"/>
                      </a:cubicBezTo>
                      <a:cubicBezTo>
                        <a:pt x="220" y="323"/>
                        <a:pt x="160" y="354"/>
                        <a:pt x="107" y="387"/>
                      </a:cubicBezTo>
                      <a:cubicBezTo>
                        <a:pt x="54" y="420"/>
                        <a:pt x="0" y="468"/>
                        <a:pt x="0" y="530"/>
                      </a:cubicBezTo>
                      <a:cubicBezTo>
                        <a:pt x="1" y="590"/>
                        <a:pt x="52" y="638"/>
                        <a:pt x="61" y="697"/>
                      </a:cubicBezTo>
                      <a:cubicBezTo>
                        <a:pt x="66" y="728"/>
                        <a:pt x="59" y="760"/>
                        <a:pt x="65" y="791"/>
                      </a:cubicBezTo>
                      <a:cubicBezTo>
                        <a:pt x="76" y="848"/>
                        <a:pt x="128" y="887"/>
                        <a:pt x="176" y="919"/>
                      </a:cubicBezTo>
                      <a:cubicBezTo>
                        <a:pt x="188" y="927"/>
                        <a:pt x="201" y="935"/>
                        <a:pt x="215" y="936"/>
                      </a:cubicBezTo>
                      <a:cubicBezTo>
                        <a:pt x="239" y="936"/>
                        <a:pt x="257" y="913"/>
                        <a:pt x="269" y="892"/>
                      </a:cubicBezTo>
                      <a:cubicBezTo>
                        <a:pt x="285" y="863"/>
                        <a:pt x="298" y="833"/>
                        <a:pt x="307" y="801"/>
                      </a:cubicBezTo>
                      <a:cubicBezTo>
                        <a:pt x="316" y="772"/>
                        <a:pt x="311" y="718"/>
                        <a:pt x="325" y="693"/>
                      </a:cubicBezTo>
                      <a:cubicBezTo>
                        <a:pt x="349" y="651"/>
                        <a:pt x="449" y="688"/>
                        <a:pt x="498" y="674"/>
                      </a:cubicBezTo>
                      <a:close/>
                    </a:path>
                  </a:pathLst>
                </a:custGeom>
                <a:solidFill>
                  <a:srgbClr val="58526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grpSp>
          <p:grpSp>
            <p:nvGrpSpPr>
              <p:cNvPr id="119" name="组合 11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2"/>
                </p:custDataLst>
              </p:nvPr>
            </p:nvGrpSpPr>
            <p:grpSpPr>
              <a:xfrm>
                <a:off x="818028" y="2763520"/>
                <a:ext cx="801360" cy="609438"/>
                <a:chOff x="3451226" y="1411288"/>
                <a:chExt cx="5311775" cy="4038600"/>
              </a:xfrm>
            </p:grpSpPr>
            <p:sp>
              <p:nvSpPr>
                <p:cNvPr id="120" name="iṩlïde"/>
                <p:cNvSpPr/>
                <p:nvPr>
                  <p:custDataLst>
                    <p:tags r:id="rId60"/>
                  </p:custDataLst>
                </p:nvPr>
              </p:nvSpPr>
              <p:spPr bwMode="auto">
                <a:xfrm>
                  <a:off x="3451226" y="1411288"/>
                  <a:ext cx="5311775" cy="4038600"/>
                </a:xfrm>
                <a:custGeom>
                  <a:avLst/>
                  <a:gdLst>
                    <a:gd name="T0" fmla="*/ 1022 w 1729"/>
                    <a:gd name="T1" fmla="*/ 1099 h 1315"/>
                    <a:gd name="T2" fmla="*/ 487 w 1729"/>
                    <a:gd name="T3" fmla="*/ 1093 h 1315"/>
                    <a:gd name="T4" fmla="*/ 502 w 1729"/>
                    <a:gd name="T5" fmla="*/ 1092 h 1315"/>
                    <a:gd name="T6" fmla="*/ 496 w 1729"/>
                    <a:gd name="T7" fmla="*/ 1033 h 1315"/>
                    <a:gd name="T8" fmla="*/ 541 w 1729"/>
                    <a:gd name="T9" fmla="*/ 1025 h 1315"/>
                    <a:gd name="T10" fmla="*/ 533 w 1729"/>
                    <a:gd name="T11" fmla="*/ 1129 h 1315"/>
                    <a:gd name="T12" fmla="*/ 599 w 1729"/>
                    <a:gd name="T13" fmla="*/ 1117 h 1315"/>
                    <a:gd name="T14" fmla="*/ 590 w 1729"/>
                    <a:gd name="T15" fmla="*/ 1078 h 1315"/>
                    <a:gd name="T16" fmla="*/ 667 w 1729"/>
                    <a:gd name="T17" fmla="*/ 1096 h 1315"/>
                    <a:gd name="T18" fmla="*/ 689 w 1729"/>
                    <a:gd name="T19" fmla="*/ 1025 h 1315"/>
                    <a:gd name="T20" fmla="*/ 702 w 1729"/>
                    <a:gd name="T21" fmla="*/ 1025 h 1315"/>
                    <a:gd name="T22" fmla="*/ 990 w 1729"/>
                    <a:gd name="T23" fmla="*/ 1045 h 1315"/>
                    <a:gd name="T24" fmla="*/ 302 w 1729"/>
                    <a:gd name="T25" fmla="*/ 428 h 1315"/>
                    <a:gd name="T26" fmla="*/ 123 w 1729"/>
                    <a:gd name="T27" fmla="*/ 1175 h 1315"/>
                    <a:gd name="T28" fmla="*/ 866 w 1729"/>
                    <a:gd name="T29" fmla="*/ 1217 h 1315"/>
                    <a:gd name="T30" fmla="*/ 786 w 1729"/>
                    <a:gd name="T31" fmla="*/ 1184 h 1315"/>
                    <a:gd name="T32" fmla="*/ 566 w 1729"/>
                    <a:gd name="T33" fmla="*/ 1197 h 1315"/>
                    <a:gd name="T34" fmla="*/ 447 w 1729"/>
                    <a:gd name="T35" fmla="*/ 1132 h 1315"/>
                    <a:gd name="T36" fmla="*/ 328 w 1729"/>
                    <a:gd name="T37" fmla="*/ 1025 h 1315"/>
                    <a:gd name="T38" fmla="*/ 299 w 1729"/>
                    <a:gd name="T39" fmla="*/ 844 h 1315"/>
                    <a:gd name="T40" fmla="*/ 294 w 1729"/>
                    <a:gd name="T41" fmla="*/ 844 h 1315"/>
                    <a:gd name="T42" fmla="*/ 240 w 1729"/>
                    <a:gd name="T43" fmla="*/ 834 h 1315"/>
                    <a:gd name="T44" fmla="*/ 201 w 1729"/>
                    <a:gd name="T45" fmla="*/ 918 h 1315"/>
                    <a:gd name="T46" fmla="*/ 161 w 1729"/>
                    <a:gd name="T47" fmla="*/ 838 h 1315"/>
                    <a:gd name="T48" fmla="*/ 200 w 1729"/>
                    <a:gd name="T49" fmla="*/ 765 h 1315"/>
                    <a:gd name="T50" fmla="*/ 251 w 1729"/>
                    <a:gd name="T51" fmla="*/ 797 h 1315"/>
                    <a:gd name="T52" fmla="*/ 261 w 1729"/>
                    <a:gd name="T53" fmla="*/ 830 h 1315"/>
                    <a:gd name="T54" fmla="*/ 302 w 1729"/>
                    <a:gd name="T55" fmla="*/ 828 h 1315"/>
                    <a:gd name="T56" fmla="*/ 1176 w 1729"/>
                    <a:gd name="T57" fmla="*/ 4 h 1315"/>
                    <a:gd name="T58" fmla="*/ 534 w 1729"/>
                    <a:gd name="T59" fmla="*/ 345 h 1315"/>
                    <a:gd name="T60" fmla="*/ 1389 w 1729"/>
                    <a:gd name="T61" fmla="*/ 423 h 1315"/>
                    <a:gd name="T62" fmla="*/ 1426 w 1729"/>
                    <a:gd name="T63" fmla="*/ 844 h 1315"/>
                    <a:gd name="T64" fmla="*/ 1513 w 1729"/>
                    <a:gd name="T65" fmla="*/ 1029 h 1315"/>
                    <a:gd name="T66" fmla="*/ 1436 w 1729"/>
                    <a:gd name="T67" fmla="*/ 901 h 1315"/>
                    <a:gd name="T68" fmla="*/ 1391 w 1729"/>
                    <a:gd name="T69" fmla="*/ 935 h 1315"/>
                    <a:gd name="T70" fmla="*/ 1389 w 1729"/>
                    <a:gd name="T71" fmla="*/ 998 h 1315"/>
                    <a:gd name="T72" fmla="*/ 1389 w 1729"/>
                    <a:gd name="T73" fmla="*/ 998 h 1315"/>
                    <a:gd name="T74" fmla="*/ 1389 w 1729"/>
                    <a:gd name="T75" fmla="*/ 998 h 1315"/>
                    <a:gd name="T76" fmla="*/ 1389 w 1729"/>
                    <a:gd name="T77" fmla="*/ 998 h 1315"/>
                    <a:gd name="T78" fmla="*/ 1389 w 1729"/>
                    <a:gd name="T79" fmla="*/ 999 h 1315"/>
                    <a:gd name="T80" fmla="*/ 1389 w 1729"/>
                    <a:gd name="T81" fmla="*/ 999 h 1315"/>
                    <a:gd name="T82" fmla="*/ 1064 w 1729"/>
                    <a:gd name="T83" fmla="*/ 1025 h 1315"/>
                    <a:gd name="T84" fmla="*/ 1108 w 1729"/>
                    <a:gd name="T85" fmla="*/ 1072 h 1315"/>
                    <a:gd name="T86" fmla="*/ 1089 w 1729"/>
                    <a:gd name="T87" fmla="*/ 1119 h 1315"/>
                    <a:gd name="T88" fmla="*/ 1457 w 1729"/>
                    <a:gd name="T89" fmla="*/ 1149 h 1315"/>
                    <a:gd name="T90" fmla="*/ 1578 w 1729"/>
                    <a:gd name="T91" fmla="*/ 627 h 1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29" h="1315">
                      <a:moveTo>
                        <a:pt x="1022" y="1099"/>
                      </a:moveTo>
                      <a:cubicBezTo>
                        <a:pt x="1022" y="1099"/>
                        <a:pt x="1022" y="1099"/>
                        <a:pt x="1022" y="1099"/>
                      </a:cubicBezTo>
                      <a:cubicBezTo>
                        <a:pt x="1022" y="1099"/>
                        <a:pt x="1022" y="1099"/>
                        <a:pt x="1022" y="1099"/>
                      </a:cubicBezTo>
                      <a:moveTo>
                        <a:pt x="496" y="1025"/>
                      </a:moveTo>
                      <a:cubicBezTo>
                        <a:pt x="493" y="1025"/>
                        <a:pt x="493" y="1025"/>
                        <a:pt x="493" y="1025"/>
                      </a:cubicBezTo>
                      <a:cubicBezTo>
                        <a:pt x="491" y="1045"/>
                        <a:pt x="491" y="1073"/>
                        <a:pt x="487" y="1093"/>
                      </a:cubicBezTo>
                      <a:cubicBezTo>
                        <a:pt x="485" y="1106"/>
                        <a:pt x="482" y="1119"/>
                        <a:pt x="479" y="1131"/>
                      </a:cubicBezTo>
                      <a:cubicBezTo>
                        <a:pt x="487" y="1130"/>
                        <a:pt x="494" y="1130"/>
                        <a:pt x="502" y="1130"/>
                      </a:cubicBezTo>
                      <a:cubicBezTo>
                        <a:pt x="502" y="1118"/>
                        <a:pt x="502" y="1105"/>
                        <a:pt x="502" y="1092"/>
                      </a:cubicBezTo>
                      <a:cubicBezTo>
                        <a:pt x="501" y="1075"/>
                        <a:pt x="498" y="1052"/>
                        <a:pt x="496" y="1033"/>
                      </a:cubicBezTo>
                      <a:cubicBezTo>
                        <a:pt x="496" y="1033"/>
                        <a:pt x="496" y="1033"/>
                        <a:pt x="496" y="1033"/>
                      </a:cubicBezTo>
                      <a:cubicBezTo>
                        <a:pt x="496" y="1033"/>
                        <a:pt x="496" y="1033"/>
                        <a:pt x="496" y="1033"/>
                      </a:cubicBezTo>
                      <a:cubicBezTo>
                        <a:pt x="496" y="1030"/>
                        <a:pt x="496" y="1027"/>
                        <a:pt x="496" y="1025"/>
                      </a:cubicBezTo>
                      <a:moveTo>
                        <a:pt x="627" y="1025"/>
                      </a:moveTo>
                      <a:cubicBezTo>
                        <a:pt x="541" y="1025"/>
                        <a:pt x="541" y="1025"/>
                        <a:pt x="541" y="1025"/>
                      </a:cubicBezTo>
                      <a:cubicBezTo>
                        <a:pt x="541" y="1025"/>
                        <a:pt x="541" y="1025"/>
                        <a:pt x="541" y="1025"/>
                      </a:cubicBezTo>
                      <a:cubicBezTo>
                        <a:pt x="541" y="1042"/>
                        <a:pt x="540" y="1069"/>
                        <a:pt x="538" y="1092"/>
                      </a:cubicBezTo>
                      <a:cubicBezTo>
                        <a:pt x="537" y="1105"/>
                        <a:pt x="535" y="1117"/>
                        <a:pt x="533" y="1129"/>
                      </a:cubicBezTo>
                      <a:cubicBezTo>
                        <a:pt x="550" y="1128"/>
                        <a:pt x="567" y="1127"/>
                        <a:pt x="585" y="1127"/>
                      </a:cubicBezTo>
                      <a:cubicBezTo>
                        <a:pt x="585" y="1125"/>
                        <a:pt x="586" y="1123"/>
                        <a:pt x="588" y="1121"/>
                      </a:cubicBezTo>
                      <a:cubicBezTo>
                        <a:pt x="590" y="1118"/>
                        <a:pt x="594" y="1117"/>
                        <a:pt x="599" y="1117"/>
                      </a:cubicBezTo>
                      <a:cubicBezTo>
                        <a:pt x="604" y="1117"/>
                        <a:pt x="610" y="1118"/>
                        <a:pt x="617" y="1120"/>
                      </a:cubicBezTo>
                      <a:cubicBezTo>
                        <a:pt x="601" y="1110"/>
                        <a:pt x="588" y="1099"/>
                        <a:pt x="588" y="1086"/>
                      </a:cubicBezTo>
                      <a:cubicBezTo>
                        <a:pt x="588" y="1083"/>
                        <a:pt x="588" y="1081"/>
                        <a:pt x="590" y="1078"/>
                      </a:cubicBezTo>
                      <a:cubicBezTo>
                        <a:pt x="595" y="1067"/>
                        <a:pt x="603" y="1062"/>
                        <a:pt x="612" y="1062"/>
                      </a:cubicBezTo>
                      <a:cubicBezTo>
                        <a:pt x="630" y="1062"/>
                        <a:pt x="654" y="1081"/>
                        <a:pt x="667" y="1096"/>
                      </a:cubicBezTo>
                      <a:cubicBezTo>
                        <a:pt x="667" y="1096"/>
                        <a:pt x="667" y="1096"/>
                        <a:pt x="667" y="1096"/>
                      </a:cubicBezTo>
                      <a:cubicBezTo>
                        <a:pt x="659" y="1086"/>
                        <a:pt x="636" y="1053"/>
                        <a:pt x="627" y="1025"/>
                      </a:cubicBezTo>
                      <a:moveTo>
                        <a:pt x="702" y="1025"/>
                      </a:moveTo>
                      <a:cubicBezTo>
                        <a:pt x="689" y="1025"/>
                        <a:pt x="689" y="1025"/>
                        <a:pt x="689" y="1025"/>
                      </a:cubicBezTo>
                      <a:cubicBezTo>
                        <a:pt x="698" y="1050"/>
                        <a:pt x="703" y="1078"/>
                        <a:pt x="704" y="1083"/>
                      </a:cubicBezTo>
                      <a:cubicBezTo>
                        <a:pt x="703" y="1079"/>
                        <a:pt x="701" y="1063"/>
                        <a:pt x="701" y="1045"/>
                      </a:cubicBezTo>
                      <a:cubicBezTo>
                        <a:pt x="701" y="1039"/>
                        <a:pt x="701" y="1032"/>
                        <a:pt x="702" y="1025"/>
                      </a:cubicBezTo>
                      <a:moveTo>
                        <a:pt x="1003" y="1025"/>
                      </a:moveTo>
                      <a:cubicBezTo>
                        <a:pt x="989" y="1025"/>
                        <a:pt x="989" y="1025"/>
                        <a:pt x="989" y="1025"/>
                      </a:cubicBezTo>
                      <a:cubicBezTo>
                        <a:pt x="990" y="1032"/>
                        <a:pt x="990" y="1039"/>
                        <a:pt x="990" y="1045"/>
                      </a:cubicBezTo>
                      <a:cubicBezTo>
                        <a:pt x="990" y="1063"/>
                        <a:pt x="988" y="1079"/>
                        <a:pt x="987" y="1083"/>
                      </a:cubicBezTo>
                      <a:cubicBezTo>
                        <a:pt x="988" y="1078"/>
                        <a:pt x="993" y="1050"/>
                        <a:pt x="1003" y="1025"/>
                      </a:cubicBezTo>
                      <a:moveTo>
                        <a:pt x="302" y="428"/>
                      </a:moveTo>
                      <a:cubicBezTo>
                        <a:pt x="293" y="432"/>
                        <a:pt x="285" y="436"/>
                        <a:pt x="277" y="440"/>
                      </a:cubicBezTo>
                      <a:cubicBezTo>
                        <a:pt x="64" y="550"/>
                        <a:pt x="0" y="706"/>
                        <a:pt x="9" y="907"/>
                      </a:cubicBezTo>
                      <a:cubicBezTo>
                        <a:pt x="12" y="968"/>
                        <a:pt x="20" y="1063"/>
                        <a:pt x="123" y="1175"/>
                      </a:cubicBezTo>
                      <a:cubicBezTo>
                        <a:pt x="212" y="1272"/>
                        <a:pt x="326" y="1315"/>
                        <a:pt x="461" y="1315"/>
                      </a:cubicBezTo>
                      <a:cubicBezTo>
                        <a:pt x="536" y="1315"/>
                        <a:pt x="617" y="1302"/>
                        <a:pt x="704" y="1277"/>
                      </a:cubicBezTo>
                      <a:cubicBezTo>
                        <a:pt x="759" y="1261"/>
                        <a:pt x="812" y="1236"/>
                        <a:pt x="866" y="1217"/>
                      </a:cubicBezTo>
                      <a:cubicBezTo>
                        <a:pt x="912" y="1202"/>
                        <a:pt x="959" y="1190"/>
                        <a:pt x="1007" y="1183"/>
                      </a:cubicBezTo>
                      <a:cubicBezTo>
                        <a:pt x="963" y="1184"/>
                        <a:pt x="917" y="1184"/>
                        <a:pt x="870" y="1184"/>
                      </a:cubicBezTo>
                      <a:cubicBezTo>
                        <a:pt x="841" y="1184"/>
                        <a:pt x="813" y="1184"/>
                        <a:pt x="786" y="1184"/>
                      </a:cubicBezTo>
                      <a:cubicBezTo>
                        <a:pt x="798" y="1188"/>
                        <a:pt x="806" y="1192"/>
                        <a:pt x="806" y="1197"/>
                      </a:cubicBezTo>
                      <a:cubicBezTo>
                        <a:pt x="806" y="1210"/>
                        <a:pt x="752" y="1220"/>
                        <a:pt x="686" y="1220"/>
                      </a:cubicBezTo>
                      <a:cubicBezTo>
                        <a:pt x="620" y="1220"/>
                        <a:pt x="566" y="1210"/>
                        <a:pt x="566" y="1197"/>
                      </a:cubicBezTo>
                      <a:cubicBezTo>
                        <a:pt x="566" y="1191"/>
                        <a:pt x="578" y="1185"/>
                        <a:pt x="599" y="1181"/>
                      </a:cubicBezTo>
                      <a:cubicBezTo>
                        <a:pt x="412" y="1176"/>
                        <a:pt x="285" y="1165"/>
                        <a:pt x="285" y="1154"/>
                      </a:cubicBezTo>
                      <a:cubicBezTo>
                        <a:pt x="285" y="1145"/>
                        <a:pt x="347" y="1138"/>
                        <a:pt x="447" y="1132"/>
                      </a:cubicBezTo>
                      <a:cubicBezTo>
                        <a:pt x="448" y="1118"/>
                        <a:pt x="448" y="1105"/>
                        <a:pt x="448" y="1093"/>
                      </a:cubicBezTo>
                      <a:cubicBezTo>
                        <a:pt x="447" y="1067"/>
                        <a:pt x="445" y="1045"/>
                        <a:pt x="444" y="1025"/>
                      </a:cubicBezTo>
                      <a:cubicBezTo>
                        <a:pt x="328" y="1025"/>
                        <a:pt x="328" y="1025"/>
                        <a:pt x="328" y="1025"/>
                      </a:cubicBezTo>
                      <a:cubicBezTo>
                        <a:pt x="314" y="1025"/>
                        <a:pt x="302" y="1013"/>
                        <a:pt x="302" y="998"/>
                      </a:cubicBezTo>
                      <a:cubicBezTo>
                        <a:pt x="302" y="844"/>
                        <a:pt x="302" y="844"/>
                        <a:pt x="302" y="844"/>
                      </a:cubicBezTo>
                      <a:cubicBezTo>
                        <a:pt x="301" y="844"/>
                        <a:pt x="300" y="844"/>
                        <a:pt x="299" y="844"/>
                      </a:cubicBezTo>
                      <a:cubicBezTo>
                        <a:pt x="298" y="844"/>
                        <a:pt x="297" y="844"/>
                        <a:pt x="295" y="844"/>
                      </a:cubicBezTo>
                      <a:cubicBezTo>
                        <a:pt x="295" y="844"/>
                        <a:pt x="294" y="844"/>
                        <a:pt x="294" y="843"/>
                      </a:cubicBezTo>
                      <a:cubicBezTo>
                        <a:pt x="294" y="844"/>
                        <a:pt x="294" y="844"/>
                        <a:pt x="294" y="844"/>
                      </a:cubicBezTo>
                      <a:cubicBezTo>
                        <a:pt x="294" y="844"/>
                        <a:pt x="276" y="847"/>
                        <a:pt x="263" y="847"/>
                      </a:cubicBezTo>
                      <a:cubicBezTo>
                        <a:pt x="257" y="847"/>
                        <a:pt x="252" y="846"/>
                        <a:pt x="249" y="845"/>
                      </a:cubicBezTo>
                      <a:cubicBezTo>
                        <a:pt x="246" y="843"/>
                        <a:pt x="243" y="839"/>
                        <a:pt x="240" y="834"/>
                      </a:cubicBezTo>
                      <a:cubicBezTo>
                        <a:pt x="239" y="841"/>
                        <a:pt x="239" y="848"/>
                        <a:pt x="239" y="853"/>
                      </a:cubicBezTo>
                      <a:cubicBezTo>
                        <a:pt x="240" y="865"/>
                        <a:pt x="260" y="904"/>
                        <a:pt x="260" y="904"/>
                      </a:cubicBezTo>
                      <a:cubicBezTo>
                        <a:pt x="255" y="915"/>
                        <a:pt x="226" y="918"/>
                        <a:pt x="201" y="918"/>
                      </a:cubicBezTo>
                      <a:cubicBezTo>
                        <a:pt x="178" y="918"/>
                        <a:pt x="158" y="916"/>
                        <a:pt x="158" y="916"/>
                      </a:cubicBezTo>
                      <a:cubicBezTo>
                        <a:pt x="158" y="916"/>
                        <a:pt x="177" y="850"/>
                        <a:pt x="174" y="830"/>
                      </a:cubicBezTo>
                      <a:cubicBezTo>
                        <a:pt x="168" y="834"/>
                        <a:pt x="161" y="838"/>
                        <a:pt x="161" y="838"/>
                      </a:cubicBezTo>
                      <a:cubicBezTo>
                        <a:pt x="161" y="838"/>
                        <a:pt x="153" y="820"/>
                        <a:pt x="158" y="796"/>
                      </a:cubicBezTo>
                      <a:cubicBezTo>
                        <a:pt x="163" y="772"/>
                        <a:pt x="187" y="766"/>
                        <a:pt x="187" y="766"/>
                      </a:cubicBezTo>
                      <a:cubicBezTo>
                        <a:pt x="187" y="766"/>
                        <a:pt x="192" y="765"/>
                        <a:pt x="200" y="765"/>
                      </a:cubicBezTo>
                      <a:cubicBezTo>
                        <a:pt x="213" y="765"/>
                        <a:pt x="233" y="768"/>
                        <a:pt x="245" y="782"/>
                      </a:cubicBezTo>
                      <a:cubicBezTo>
                        <a:pt x="249" y="787"/>
                        <a:pt x="253" y="796"/>
                        <a:pt x="253" y="796"/>
                      </a:cubicBezTo>
                      <a:cubicBezTo>
                        <a:pt x="253" y="796"/>
                        <a:pt x="253" y="796"/>
                        <a:pt x="251" y="797"/>
                      </a:cubicBezTo>
                      <a:cubicBezTo>
                        <a:pt x="251" y="797"/>
                        <a:pt x="251" y="797"/>
                        <a:pt x="251" y="797"/>
                      </a:cubicBezTo>
                      <a:cubicBezTo>
                        <a:pt x="251" y="797"/>
                        <a:pt x="250" y="797"/>
                        <a:pt x="250" y="797"/>
                      </a:cubicBezTo>
                      <a:cubicBezTo>
                        <a:pt x="252" y="805"/>
                        <a:pt x="258" y="829"/>
                        <a:pt x="261" y="830"/>
                      </a:cubicBezTo>
                      <a:cubicBezTo>
                        <a:pt x="269" y="832"/>
                        <a:pt x="283" y="835"/>
                        <a:pt x="290" y="835"/>
                      </a:cubicBezTo>
                      <a:cubicBezTo>
                        <a:pt x="291" y="835"/>
                        <a:pt x="291" y="835"/>
                        <a:pt x="292" y="835"/>
                      </a:cubicBezTo>
                      <a:cubicBezTo>
                        <a:pt x="292" y="835"/>
                        <a:pt x="297" y="832"/>
                        <a:pt x="302" y="828"/>
                      </a:cubicBezTo>
                      <a:cubicBezTo>
                        <a:pt x="302" y="428"/>
                        <a:pt x="302" y="428"/>
                        <a:pt x="302" y="428"/>
                      </a:cubicBezTo>
                      <a:moveTo>
                        <a:pt x="1238" y="0"/>
                      </a:moveTo>
                      <a:cubicBezTo>
                        <a:pt x="1218" y="0"/>
                        <a:pt x="1198" y="2"/>
                        <a:pt x="1176" y="4"/>
                      </a:cubicBezTo>
                      <a:cubicBezTo>
                        <a:pt x="1048" y="20"/>
                        <a:pt x="947" y="119"/>
                        <a:pt x="873" y="217"/>
                      </a:cubicBezTo>
                      <a:cubicBezTo>
                        <a:pt x="810" y="300"/>
                        <a:pt x="697" y="308"/>
                        <a:pt x="606" y="327"/>
                      </a:cubicBezTo>
                      <a:cubicBezTo>
                        <a:pt x="582" y="332"/>
                        <a:pt x="558" y="338"/>
                        <a:pt x="534" y="345"/>
                      </a:cubicBezTo>
                      <a:cubicBezTo>
                        <a:pt x="1362" y="345"/>
                        <a:pt x="1362" y="345"/>
                        <a:pt x="1362" y="345"/>
                      </a:cubicBezTo>
                      <a:cubicBezTo>
                        <a:pt x="1377" y="345"/>
                        <a:pt x="1389" y="357"/>
                        <a:pt x="1389" y="371"/>
                      </a:cubicBezTo>
                      <a:cubicBezTo>
                        <a:pt x="1389" y="423"/>
                        <a:pt x="1389" y="423"/>
                        <a:pt x="1389" y="423"/>
                      </a:cubicBezTo>
                      <a:cubicBezTo>
                        <a:pt x="1391" y="423"/>
                        <a:pt x="1391" y="423"/>
                        <a:pt x="1391" y="423"/>
                      </a:cubicBezTo>
                      <a:cubicBezTo>
                        <a:pt x="1391" y="817"/>
                        <a:pt x="1391" y="817"/>
                        <a:pt x="1391" y="817"/>
                      </a:cubicBezTo>
                      <a:cubicBezTo>
                        <a:pt x="1404" y="823"/>
                        <a:pt x="1421" y="839"/>
                        <a:pt x="1426" y="844"/>
                      </a:cubicBezTo>
                      <a:cubicBezTo>
                        <a:pt x="1445" y="865"/>
                        <a:pt x="1440" y="862"/>
                        <a:pt x="1455" y="875"/>
                      </a:cubicBezTo>
                      <a:cubicBezTo>
                        <a:pt x="1470" y="889"/>
                        <a:pt x="1476" y="894"/>
                        <a:pt x="1487" y="910"/>
                      </a:cubicBezTo>
                      <a:cubicBezTo>
                        <a:pt x="1497" y="926"/>
                        <a:pt x="1504" y="977"/>
                        <a:pt x="1513" y="1029"/>
                      </a:cubicBezTo>
                      <a:cubicBezTo>
                        <a:pt x="1500" y="989"/>
                        <a:pt x="1486" y="983"/>
                        <a:pt x="1473" y="967"/>
                      </a:cubicBezTo>
                      <a:cubicBezTo>
                        <a:pt x="1466" y="958"/>
                        <a:pt x="1447" y="934"/>
                        <a:pt x="1444" y="927"/>
                      </a:cubicBezTo>
                      <a:cubicBezTo>
                        <a:pt x="1439" y="917"/>
                        <a:pt x="1440" y="912"/>
                        <a:pt x="1436" y="901"/>
                      </a:cubicBezTo>
                      <a:cubicBezTo>
                        <a:pt x="1432" y="887"/>
                        <a:pt x="1421" y="866"/>
                        <a:pt x="1411" y="854"/>
                      </a:cubicBezTo>
                      <a:cubicBezTo>
                        <a:pt x="1406" y="849"/>
                        <a:pt x="1398" y="839"/>
                        <a:pt x="1391" y="830"/>
                      </a:cubicBezTo>
                      <a:cubicBezTo>
                        <a:pt x="1391" y="935"/>
                        <a:pt x="1391" y="935"/>
                        <a:pt x="1391" y="935"/>
                      </a:cubicBezTo>
                      <a:cubicBezTo>
                        <a:pt x="1389" y="935"/>
                        <a:pt x="1389" y="935"/>
                        <a:pt x="1389" y="935"/>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9"/>
                        <a:pt x="1389" y="999"/>
                      </a:cubicBezTo>
                      <a:cubicBezTo>
                        <a:pt x="1389" y="999"/>
                        <a:pt x="1389" y="999"/>
                        <a:pt x="1389" y="999"/>
                      </a:cubicBezTo>
                      <a:cubicBezTo>
                        <a:pt x="1389" y="999"/>
                        <a:pt x="1389" y="999"/>
                        <a:pt x="1389" y="999"/>
                      </a:cubicBezTo>
                      <a:cubicBezTo>
                        <a:pt x="1389" y="999"/>
                        <a:pt x="1389" y="999"/>
                        <a:pt x="1389" y="999"/>
                      </a:cubicBezTo>
                      <a:cubicBezTo>
                        <a:pt x="1389" y="999"/>
                        <a:pt x="1389" y="999"/>
                        <a:pt x="1389" y="999"/>
                      </a:cubicBezTo>
                      <a:cubicBezTo>
                        <a:pt x="1389" y="999"/>
                        <a:pt x="1389" y="999"/>
                        <a:pt x="1389" y="999"/>
                      </a:cubicBezTo>
                      <a:cubicBezTo>
                        <a:pt x="1388" y="1013"/>
                        <a:pt x="1376" y="1025"/>
                        <a:pt x="1362" y="1025"/>
                      </a:cubicBezTo>
                      <a:cubicBezTo>
                        <a:pt x="1064" y="1025"/>
                        <a:pt x="1064" y="1025"/>
                        <a:pt x="1064" y="1025"/>
                      </a:cubicBezTo>
                      <a:cubicBezTo>
                        <a:pt x="1055" y="1056"/>
                        <a:pt x="1027" y="1092"/>
                        <a:pt x="1022" y="1098"/>
                      </a:cubicBezTo>
                      <a:cubicBezTo>
                        <a:pt x="1035" y="1082"/>
                        <a:pt x="1065" y="1058"/>
                        <a:pt x="1087" y="1058"/>
                      </a:cubicBezTo>
                      <a:cubicBezTo>
                        <a:pt x="1096" y="1058"/>
                        <a:pt x="1104" y="1062"/>
                        <a:pt x="1108" y="1072"/>
                      </a:cubicBezTo>
                      <a:cubicBezTo>
                        <a:pt x="1109" y="1075"/>
                        <a:pt x="1110" y="1077"/>
                        <a:pt x="1110" y="1080"/>
                      </a:cubicBezTo>
                      <a:cubicBezTo>
                        <a:pt x="1110" y="1095"/>
                        <a:pt x="1092" y="1109"/>
                        <a:pt x="1072" y="1120"/>
                      </a:cubicBezTo>
                      <a:cubicBezTo>
                        <a:pt x="1077" y="1120"/>
                        <a:pt x="1083" y="1119"/>
                        <a:pt x="1089" y="1119"/>
                      </a:cubicBezTo>
                      <a:cubicBezTo>
                        <a:pt x="1099" y="1119"/>
                        <a:pt x="1109" y="1121"/>
                        <a:pt x="1111" y="1126"/>
                      </a:cubicBezTo>
                      <a:cubicBezTo>
                        <a:pt x="1296" y="1130"/>
                        <a:pt x="1430" y="1139"/>
                        <a:pt x="1452" y="1150"/>
                      </a:cubicBezTo>
                      <a:cubicBezTo>
                        <a:pt x="1454" y="1150"/>
                        <a:pt x="1455" y="1149"/>
                        <a:pt x="1457" y="1149"/>
                      </a:cubicBezTo>
                      <a:cubicBezTo>
                        <a:pt x="1528" y="1127"/>
                        <a:pt x="1592" y="1087"/>
                        <a:pt x="1643" y="1033"/>
                      </a:cubicBezTo>
                      <a:cubicBezTo>
                        <a:pt x="1707" y="967"/>
                        <a:pt x="1729" y="874"/>
                        <a:pt x="1698" y="787"/>
                      </a:cubicBezTo>
                      <a:cubicBezTo>
                        <a:pt x="1669" y="705"/>
                        <a:pt x="1622" y="680"/>
                        <a:pt x="1578" y="627"/>
                      </a:cubicBezTo>
                      <a:cubicBezTo>
                        <a:pt x="1524" y="563"/>
                        <a:pt x="1488" y="516"/>
                        <a:pt x="1502" y="433"/>
                      </a:cubicBezTo>
                      <a:cubicBezTo>
                        <a:pt x="1523" y="306"/>
                        <a:pt x="1533" y="0"/>
                        <a:pt x="1238" y="0"/>
                      </a:cubicBezTo>
                    </a:path>
                  </a:pathLst>
                </a:custGeom>
                <a:solidFill>
                  <a:srgbClr val="EAE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1" name="iSḷiďé"/>
                <p:cNvSpPr/>
                <p:nvPr>
                  <p:custDataLst>
                    <p:tags r:id="rId61"/>
                  </p:custDataLst>
                </p:nvPr>
              </p:nvSpPr>
              <p:spPr bwMode="auto">
                <a:xfrm>
                  <a:off x="7896226" y="4905376"/>
                  <a:ext cx="504825" cy="90488"/>
                </a:xfrm>
                <a:prstGeom prst="ellipse">
                  <a:avLst/>
                </a:prstGeom>
                <a:solidFill>
                  <a:srgbClr val="C2C1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2" name="i$lïḑé"/>
                <p:cNvSpPr/>
                <p:nvPr>
                  <p:custDataLst>
                    <p:tags r:id="rId62"/>
                  </p:custDataLst>
                </p:nvPr>
              </p:nvSpPr>
              <p:spPr bwMode="auto">
                <a:xfrm>
                  <a:off x="7977189" y="4660901"/>
                  <a:ext cx="365125" cy="319088"/>
                </a:xfrm>
                <a:custGeom>
                  <a:avLst/>
                  <a:gdLst>
                    <a:gd name="T0" fmla="*/ 91 w 119"/>
                    <a:gd name="T1" fmla="*/ 99 h 104"/>
                    <a:gd name="T2" fmla="*/ 28 w 119"/>
                    <a:gd name="T3" fmla="*/ 99 h 104"/>
                    <a:gd name="T4" fmla="*/ 18 w 119"/>
                    <a:gd name="T5" fmla="*/ 91 h 104"/>
                    <a:gd name="T6" fmla="*/ 0 w 119"/>
                    <a:gd name="T7" fmla="*/ 0 h 104"/>
                    <a:gd name="T8" fmla="*/ 119 w 119"/>
                    <a:gd name="T9" fmla="*/ 0 h 104"/>
                    <a:gd name="T10" fmla="*/ 101 w 119"/>
                    <a:gd name="T11" fmla="*/ 91 h 104"/>
                    <a:gd name="T12" fmla="*/ 91 w 119"/>
                    <a:gd name="T13" fmla="*/ 99 h 104"/>
                  </a:gdLst>
                  <a:ahLst/>
                  <a:cxnLst>
                    <a:cxn ang="0">
                      <a:pos x="T0" y="T1"/>
                    </a:cxn>
                    <a:cxn ang="0">
                      <a:pos x="T2" y="T3"/>
                    </a:cxn>
                    <a:cxn ang="0">
                      <a:pos x="T4" y="T5"/>
                    </a:cxn>
                    <a:cxn ang="0">
                      <a:pos x="T6" y="T7"/>
                    </a:cxn>
                    <a:cxn ang="0">
                      <a:pos x="T8" y="T9"/>
                    </a:cxn>
                    <a:cxn ang="0">
                      <a:pos x="T10" y="T11"/>
                    </a:cxn>
                    <a:cxn ang="0">
                      <a:pos x="T12" y="T13"/>
                    </a:cxn>
                  </a:cxnLst>
                  <a:rect l="0" t="0" r="r" b="b"/>
                  <a:pathLst>
                    <a:path w="119" h="104">
                      <a:moveTo>
                        <a:pt x="91" y="99"/>
                      </a:moveTo>
                      <a:cubicBezTo>
                        <a:pt x="74" y="104"/>
                        <a:pt x="47" y="104"/>
                        <a:pt x="28" y="99"/>
                      </a:cubicBezTo>
                      <a:cubicBezTo>
                        <a:pt x="23" y="98"/>
                        <a:pt x="19" y="95"/>
                        <a:pt x="18" y="91"/>
                      </a:cubicBezTo>
                      <a:cubicBezTo>
                        <a:pt x="0" y="0"/>
                        <a:pt x="0" y="0"/>
                        <a:pt x="0" y="0"/>
                      </a:cubicBezTo>
                      <a:cubicBezTo>
                        <a:pt x="119" y="0"/>
                        <a:pt x="119" y="0"/>
                        <a:pt x="119" y="0"/>
                      </a:cubicBezTo>
                      <a:cubicBezTo>
                        <a:pt x="101" y="91"/>
                        <a:pt x="101" y="91"/>
                        <a:pt x="101" y="91"/>
                      </a:cubicBezTo>
                      <a:cubicBezTo>
                        <a:pt x="100" y="95"/>
                        <a:pt x="96" y="97"/>
                        <a:pt x="91" y="99"/>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3" name="îṣliďê"/>
                <p:cNvSpPr/>
                <p:nvPr>
                  <p:custDataLst>
                    <p:tags r:id="rId63"/>
                  </p:custDataLst>
                </p:nvPr>
              </p:nvSpPr>
              <p:spPr bwMode="auto">
                <a:xfrm>
                  <a:off x="7978776" y="4635501"/>
                  <a:ext cx="363538" cy="52388"/>
                </a:xfrm>
                <a:prstGeom prst="ellipse">
                  <a:avLst/>
                </a:pr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4" name="íṩľîḍê"/>
                <p:cNvSpPr/>
                <p:nvPr>
                  <p:custDataLst>
                    <p:tags r:id="rId64"/>
                  </p:custDataLst>
                </p:nvPr>
              </p:nvSpPr>
              <p:spPr bwMode="auto">
                <a:xfrm>
                  <a:off x="8120064" y="4700588"/>
                  <a:ext cx="215900" cy="276225"/>
                </a:xfrm>
                <a:custGeom>
                  <a:avLst/>
                  <a:gdLst>
                    <a:gd name="T0" fmla="*/ 70 w 70"/>
                    <a:gd name="T1" fmla="*/ 0 h 90"/>
                    <a:gd name="T2" fmla="*/ 29 w 70"/>
                    <a:gd name="T3" fmla="*/ 26 h 90"/>
                    <a:gd name="T4" fmla="*/ 18 w 70"/>
                    <a:gd name="T5" fmla="*/ 33 h 90"/>
                    <a:gd name="T6" fmla="*/ 19 w 70"/>
                    <a:gd name="T7" fmla="*/ 45 h 90"/>
                    <a:gd name="T8" fmla="*/ 23 w 70"/>
                    <a:gd name="T9" fmla="*/ 49 h 90"/>
                    <a:gd name="T10" fmla="*/ 22 w 70"/>
                    <a:gd name="T11" fmla="*/ 51 h 90"/>
                    <a:gd name="T12" fmla="*/ 7 w 70"/>
                    <a:gd name="T13" fmla="*/ 62 h 90"/>
                    <a:gd name="T14" fmla="*/ 4 w 70"/>
                    <a:gd name="T15" fmla="*/ 78 h 90"/>
                    <a:gd name="T16" fmla="*/ 10 w 70"/>
                    <a:gd name="T17" fmla="*/ 83 h 90"/>
                    <a:gd name="T18" fmla="*/ 16 w 70"/>
                    <a:gd name="T19" fmla="*/ 90 h 90"/>
                    <a:gd name="T20" fmla="*/ 44 w 70"/>
                    <a:gd name="T21" fmla="*/ 86 h 90"/>
                    <a:gd name="T22" fmla="*/ 54 w 70"/>
                    <a:gd name="T23" fmla="*/ 78 h 90"/>
                    <a:gd name="T24" fmla="*/ 70 w 70"/>
                    <a:gd name="T2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90">
                      <a:moveTo>
                        <a:pt x="70" y="0"/>
                      </a:moveTo>
                      <a:cubicBezTo>
                        <a:pt x="57" y="10"/>
                        <a:pt x="44" y="19"/>
                        <a:pt x="29" y="26"/>
                      </a:cubicBezTo>
                      <a:cubicBezTo>
                        <a:pt x="25" y="27"/>
                        <a:pt x="21" y="29"/>
                        <a:pt x="18" y="33"/>
                      </a:cubicBezTo>
                      <a:cubicBezTo>
                        <a:pt x="15" y="37"/>
                        <a:pt x="15" y="43"/>
                        <a:pt x="19" y="45"/>
                      </a:cubicBezTo>
                      <a:cubicBezTo>
                        <a:pt x="21" y="46"/>
                        <a:pt x="23" y="47"/>
                        <a:pt x="23" y="49"/>
                      </a:cubicBezTo>
                      <a:cubicBezTo>
                        <a:pt x="23" y="50"/>
                        <a:pt x="23" y="51"/>
                        <a:pt x="22" y="51"/>
                      </a:cubicBezTo>
                      <a:cubicBezTo>
                        <a:pt x="18" y="56"/>
                        <a:pt x="12" y="58"/>
                        <a:pt x="7" y="62"/>
                      </a:cubicBezTo>
                      <a:cubicBezTo>
                        <a:pt x="3" y="66"/>
                        <a:pt x="0" y="73"/>
                        <a:pt x="4" y="78"/>
                      </a:cubicBezTo>
                      <a:cubicBezTo>
                        <a:pt x="6" y="80"/>
                        <a:pt x="8" y="82"/>
                        <a:pt x="10" y="83"/>
                      </a:cubicBezTo>
                      <a:cubicBezTo>
                        <a:pt x="14" y="84"/>
                        <a:pt x="15" y="90"/>
                        <a:pt x="16" y="90"/>
                      </a:cubicBezTo>
                      <a:cubicBezTo>
                        <a:pt x="34" y="90"/>
                        <a:pt x="44" y="86"/>
                        <a:pt x="44" y="86"/>
                      </a:cubicBezTo>
                      <a:cubicBezTo>
                        <a:pt x="49" y="86"/>
                        <a:pt x="53" y="82"/>
                        <a:pt x="54" y="78"/>
                      </a:cubicBezTo>
                      <a:lnTo>
                        <a:pt x="70" y="0"/>
                      </a:lnTo>
                      <a:close/>
                    </a:path>
                  </a:pathLst>
                </a:custGeom>
                <a:solidFill>
                  <a:srgbClr val="463AA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5" name="ïṩliḋé"/>
                <p:cNvSpPr/>
                <p:nvPr>
                  <p:custDataLst>
                    <p:tags r:id="rId65"/>
                  </p:custDataLst>
                </p:nvPr>
              </p:nvSpPr>
              <p:spPr bwMode="auto">
                <a:xfrm>
                  <a:off x="8001001" y="3035301"/>
                  <a:ext cx="261938" cy="1447800"/>
                </a:xfrm>
                <a:custGeom>
                  <a:avLst/>
                  <a:gdLst>
                    <a:gd name="T0" fmla="*/ 74 w 85"/>
                    <a:gd name="T1" fmla="*/ 77 h 471"/>
                    <a:gd name="T2" fmla="*/ 74 w 85"/>
                    <a:gd name="T3" fmla="*/ 31 h 471"/>
                    <a:gd name="T4" fmla="*/ 49 w 85"/>
                    <a:gd name="T5" fmla="*/ 3 h 471"/>
                    <a:gd name="T6" fmla="*/ 27 w 85"/>
                    <a:gd name="T7" fmla="*/ 38 h 471"/>
                    <a:gd name="T8" fmla="*/ 34 w 85"/>
                    <a:gd name="T9" fmla="*/ 92 h 471"/>
                    <a:gd name="T10" fmla="*/ 23 w 85"/>
                    <a:gd name="T11" fmla="*/ 177 h 471"/>
                    <a:gd name="T12" fmla="*/ 5 w 85"/>
                    <a:gd name="T13" fmla="*/ 241 h 471"/>
                    <a:gd name="T14" fmla="*/ 5 w 85"/>
                    <a:gd name="T15" fmla="*/ 298 h 471"/>
                    <a:gd name="T16" fmla="*/ 50 w 85"/>
                    <a:gd name="T17" fmla="*/ 471 h 471"/>
                    <a:gd name="T18" fmla="*/ 79 w 85"/>
                    <a:gd name="T19" fmla="*/ 311 h 471"/>
                    <a:gd name="T20" fmla="*/ 84 w 85"/>
                    <a:gd name="T21" fmla="*/ 270 h 471"/>
                    <a:gd name="T22" fmla="*/ 65 w 85"/>
                    <a:gd name="T23" fmla="*/ 164 h 471"/>
                    <a:gd name="T24" fmla="*/ 74 w 85"/>
                    <a:gd name="T25" fmla="*/ 7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471">
                      <a:moveTo>
                        <a:pt x="74" y="77"/>
                      </a:moveTo>
                      <a:cubicBezTo>
                        <a:pt x="78" y="62"/>
                        <a:pt x="77" y="47"/>
                        <a:pt x="74" y="31"/>
                      </a:cubicBezTo>
                      <a:cubicBezTo>
                        <a:pt x="71" y="15"/>
                        <a:pt x="64" y="0"/>
                        <a:pt x="49" y="3"/>
                      </a:cubicBezTo>
                      <a:cubicBezTo>
                        <a:pt x="33" y="6"/>
                        <a:pt x="28" y="25"/>
                        <a:pt x="27" y="38"/>
                      </a:cubicBezTo>
                      <a:cubicBezTo>
                        <a:pt x="26" y="56"/>
                        <a:pt x="32" y="74"/>
                        <a:pt x="34" y="92"/>
                      </a:cubicBezTo>
                      <a:cubicBezTo>
                        <a:pt x="37" y="120"/>
                        <a:pt x="31" y="150"/>
                        <a:pt x="23" y="177"/>
                      </a:cubicBezTo>
                      <a:cubicBezTo>
                        <a:pt x="18" y="198"/>
                        <a:pt x="10" y="216"/>
                        <a:pt x="5" y="241"/>
                      </a:cubicBezTo>
                      <a:cubicBezTo>
                        <a:pt x="1" y="256"/>
                        <a:pt x="0" y="277"/>
                        <a:pt x="5" y="298"/>
                      </a:cubicBezTo>
                      <a:cubicBezTo>
                        <a:pt x="10" y="319"/>
                        <a:pt x="44" y="394"/>
                        <a:pt x="50" y="471"/>
                      </a:cubicBezTo>
                      <a:cubicBezTo>
                        <a:pt x="53" y="373"/>
                        <a:pt x="73" y="345"/>
                        <a:pt x="79" y="311"/>
                      </a:cubicBezTo>
                      <a:cubicBezTo>
                        <a:pt x="82" y="298"/>
                        <a:pt x="85" y="284"/>
                        <a:pt x="84" y="270"/>
                      </a:cubicBezTo>
                      <a:cubicBezTo>
                        <a:pt x="80" y="234"/>
                        <a:pt x="71" y="199"/>
                        <a:pt x="65" y="164"/>
                      </a:cubicBezTo>
                      <a:cubicBezTo>
                        <a:pt x="59" y="129"/>
                        <a:pt x="65" y="114"/>
                        <a:pt x="74" y="77"/>
                      </a:cubicBezTo>
                      <a:close/>
                    </a:path>
                  </a:pathLst>
                </a:custGeom>
                <a:solidFill>
                  <a:srgbClr val="58BB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6" name="ïṩḻiḋê"/>
                <p:cNvSpPr/>
                <p:nvPr>
                  <p:custDataLst>
                    <p:tags r:id="rId66"/>
                  </p:custDataLst>
                </p:nvPr>
              </p:nvSpPr>
              <p:spPr bwMode="auto">
                <a:xfrm>
                  <a:off x="8112126" y="3173413"/>
                  <a:ext cx="60325" cy="1493838"/>
                </a:xfrm>
                <a:custGeom>
                  <a:avLst/>
                  <a:gdLst>
                    <a:gd name="T0" fmla="*/ 18 w 20"/>
                    <a:gd name="T1" fmla="*/ 486 h 486"/>
                    <a:gd name="T2" fmla="*/ 18 w 20"/>
                    <a:gd name="T3" fmla="*/ 486 h 486"/>
                    <a:gd name="T4" fmla="*/ 20 w 20"/>
                    <a:gd name="T5" fmla="*/ 484 h 486"/>
                    <a:gd name="T6" fmla="*/ 17 w 20"/>
                    <a:gd name="T7" fmla="*/ 2 h 486"/>
                    <a:gd name="T8" fmla="*/ 15 w 20"/>
                    <a:gd name="T9" fmla="*/ 0 h 486"/>
                    <a:gd name="T10" fmla="*/ 13 w 20"/>
                    <a:gd name="T11" fmla="*/ 2 h 486"/>
                    <a:gd name="T12" fmla="*/ 16 w 20"/>
                    <a:gd name="T13" fmla="*/ 484 h 486"/>
                    <a:gd name="T14" fmla="*/ 18 w 20"/>
                    <a:gd name="T15" fmla="*/ 486 h 4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486">
                      <a:moveTo>
                        <a:pt x="18" y="486"/>
                      </a:moveTo>
                      <a:cubicBezTo>
                        <a:pt x="18" y="486"/>
                        <a:pt x="18" y="486"/>
                        <a:pt x="18" y="486"/>
                      </a:cubicBezTo>
                      <a:cubicBezTo>
                        <a:pt x="19" y="486"/>
                        <a:pt x="20" y="485"/>
                        <a:pt x="20" y="484"/>
                      </a:cubicBezTo>
                      <a:cubicBezTo>
                        <a:pt x="5" y="308"/>
                        <a:pt x="17" y="5"/>
                        <a:pt x="17" y="2"/>
                      </a:cubicBezTo>
                      <a:cubicBezTo>
                        <a:pt x="17" y="1"/>
                        <a:pt x="16" y="0"/>
                        <a:pt x="15" y="0"/>
                      </a:cubicBezTo>
                      <a:cubicBezTo>
                        <a:pt x="14" y="0"/>
                        <a:pt x="13" y="1"/>
                        <a:pt x="13" y="2"/>
                      </a:cubicBezTo>
                      <a:cubicBezTo>
                        <a:pt x="13" y="5"/>
                        <a:pt x="0" y="308"/>
                        <a:pt x="16" y="484"/>
                      </a:cubicBezTo>
                      <a:cubicBezTo>
                        <a:pt x="16" y="485"/>
                        <a:pt x="17" y="486"/>
                        <a:pt x="18" y="486"/>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7" name="iṣ1îḋé"/>
                <p:cNvSpPr/>
                <p:nvPr>
                  <p:custDataLst>
                    <p:tags r:id="rId67"/>
                  </p:custDataLst>
                </p:nvPr>
              </p:nvSpPr>
              <p:spPr bwMode="auto">
                <a:xfrm>
                  <a:off x="8056564" y="3892551"/>
                  <a:ext cx="95250" cy="217488"/>
                </a:xfrm>
                <a:custGeom>
                  <a:avLst/>
                  <a:gdLst>
                    <a:gd name="T0" fmla="*/ 28 w 31"/>
                    <a:gd name="T1" fmla="*/ 71 h 71"/>
                    <a:gd name="T2" fmla="*/ 28 w 31"/>
                    <a:gd name="T3" fmla="*/ 71 h 71"/>
                    <a:gd name="T4" fmla="*/ 30 w 31"/>
                    <a:gd name="T5" fmla="*/ 69 h 71"/>
                    <a:gd name="T6" fmla="*/ 3 w 31"/>
                    <a:gd name="T7" fmla="*/ 0 h 71"/>
                    <a:gd name="T8" fmla="*/ 1 w 31"/>
                    <a:gd name="T9" fmla="*/ 1 h 71"/>
                    <a:gd name="T10" fmla="*/ 1 w 31"/>
                    <a:gd name="T11" fmla="*/ 4 h 71"/>
                    <a:gd name="T12" fmla="*/ 26 w 31"/>
                    <a:gd name="T13" fmla="*/ 69 h 71"/>
                    <a:gd name="T14" fmla="*/ 28 w 31"/>
                    <a:gd name="T15" fmla="*/ 71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71">
                      <a:moveTo>
                        <a:pt x="28" y="71"/>
                      </a:moveTo>
                      <a:cubicBezTo>
                        <a:pt x="28" y="71"/>
                        <a:pt x="28" y="71"/>
                        <a:pt x="28" y="71"/>
                      </a:cubicBezTo>
                      <a:cubicBezTo>
                        <a:pt x="30" y="71"/>
                        <a:pt x="31" y="70"/>
                        <a:pt x="30" y="69"/>
                      </a:cubicBezTo>
                      <a:cubicBezTo>
                        <a:pt x="28" y="17"/>
                        <a:pt x="4" y="1"/>
                        <a:pt x="3" y="0"/>
                      </a:cubicBezTo>
                      <a:cubicBezTo>
                        <a:pt x="2" y="0"/>
                        <a:pt x="1" y="0"/>
                        <a:pt x="1" y="1"/>
                      </a:cubicBezTo>
                      <a:cubicBezTo>
                        <a:pt x="0" y="2"/>
                        <a:pt x="0" y="3"/>
                        <a:pt x="1" y="4"/>
                      </a:cubicBezTo>
                      <a:cubicBezTo>
                        <a:pt x="1" y="4"/>
                        <a:pt x="24" y="20"/>
                        <a:pt x="26" y="69"/>
                      </a:cubicBezTo>
                      <a:cubicBezTo>
                        <a:pt x="26" y="70"/>
                        <a:pt x="27" y="71"/>
                        <a:pt x="28" y="71"/>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8" name="isḻiďe"/>
                <p:cNvSpPr/>
                <p:nvPr>
                  <p:custDataLst>
                    <p:tags r:id="rId68"/>
                  </p:custDataLst>
                </p:nvPr>
              </p:nvSpPr>
              <p:spPr bwMode="auto">
                <a:xfrm>
                  <a:off x="8135939" y="3790951"/>
                  <a:ext cx="88900" cy="206375"/>
                </a:xfrm>
                <a:custGeom>
                  <a:avLst/>
                  <a:gdLst>
                    <a:gd name="T0" fmla="*/ 2 w 29"/>
                    <a:gd name="T1" fmla="*/ 67 h 67"/>
                    <a:gd name="T2" fmla="*/ 4 w 29"/>
                    <a:gd name="T3" fmla="*/ 65 h 67"/>
                    <a:gd name="T4" fmla="*/ 27 w 29"/>
                    <a:gd name="T5" fmla="*/ 5 h 67"/>
                    <a:gd name="T6" fmla="*/ 28 w 29"/>
                    <a:gd name="T7" fmla="*/ 2 h 67"/>
                    <a:gd name="T8" fmla="*/ 26 w 29"/>
                    <a:gd name="T9" fmla="*/ 1 h 67"/>
                    <a:gd name="T10" fmla="*/ 0 w 29"/>
                    <a:gd name="T11" fmla="*/ 64 h 67"/>
                    <a:gd name="T12" fmla="*/ 2 w 29"/>
                    <a:gd name="T13" fmla="*/ 67 h 67"/>
                  </a:gdLst>
                  <a:ahLst/>
                  <a:cxnLst>
                    <a:cxn ang="0">
                      <a:pos x="T0" y="T1"/>
                    </a:cxn>
                    <a:cxn ang="0">
                      <a:pos x="T2" y="T3"/>
                    </a:cxn>
                    <a:cxn ang="0">
                      <a:pos x="T4" y="T5"/>
                    </a:cxn>
                    <a:cxn ang="0">
                      <a:pos x="T6" y="T7"/>
                    </a:cxn>
                    <a:cxn ang="0">
                      <a:pos x="T8" y="T9"/>
                    </a:cxn>
                    <a:cxn ang="0">
                      <a:pos x="T10" y="T11"/>
                    </a:cxn>
                    <a:cxn ang="0">
                      <a:pos x="T12" y="T13"/>
                    </a:cxn>
                  </a:cxnLst>
                  <a:rect l="0" t="0" r="r" b="b"/>
                  <a:pathLst>
                    <a:path w="29" h="67">
                      <a:moveTo>
                        <a:pt x="2" y="67"/>
                      </a:moveTo>
                      <a:cubicBezTo>
                        <a:pt x="3" y="67"/>
                        <a:pt x="4" y="66"/>
                        <a:pt x="4" y="65"/>
                      </a:cubicBezTo>
                      <a:cubicBezTo>
                        <a:pt x="7" y="12"/>
                        <a:pt x="27" y="5"/>
                        <a:pt x="27" y="5"/>
                      </a:cubicBezTo>
                      <a:cubicBezTo>
                        <a:pt x="28" y="4"/>
                        <a:pt x="29" y="3"/>
                        <a:pt x="28" y="2"/>
                      </a:cubicBezTo>
                      <a:cubicBezTo>
                        <a:pt x="28" y="1"/>
                        <a:pt x="27" y="0"/>
                        <a:pt x="26" y="1"/>
                      </a:cubicBezTo>
                      <a:cubicBezTo>
                        <a:pt x="25" y="1"/>
                        <a:pt x="3" y="8"/>
                        <a:pt x="0" y="64"/>
                      </a:cubicBezTo>
                      <a:cubicBezTo>
                        <a:pt x="0" y="66"/>
                        <a:pt x="1" y="67"/>
                        <a:pt x="2" y="67"/>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9" name="ïşļíḍé"/>
                <p:cNvSpPr/>
                <p:nvPr>
                  <p:custDataLst>
                    <p:tags r:id="rId69"/>
                  </p:custDataLst>
                </p:nvPr>
              </p:nvSpPr>
              <p:spPr bwMode="auto">
                <a:xfrm>
                  <a:off x="8083551" y="3625851"/>
                  <a:ext cx="65088" cy="171450"/>
                </a:xfrm>
                <a:custGeom>
                  <a:avLst/>
                  <a:gdLst>
                    <a:gd name="T0" fmla="*/ 19 w 21"/>
                    <a:gd name="T1" fmla="*/ 56 h 56"/>
                    <a:gd name="T2" fmla="*/ 19 w 21"/>
                    <a:gd name="T3" fmla="*/ 56 h 56"/>
                    <a:gd name="T4" fmla="*/ 21 w 21"/>
                    <a:gd name="T5" fmla="*/ 54 h 56"/>
                    <a:gd name="T6" fmla="*/ 4 w 21"/>
                    <a:gd name="T7" fmla="*/ 1 h 56"/>
                    <a:gd name="T8" fmla="*/ 1 w 21"/>
                    <a:gd name="T9" fmla="*/ 1 h 56"/>
                    <a:gd name="T10" fmla="*/ 1 w 21"/>
                    <a:gd name="T11" fmla="*/ 4 h 56"/>
                    <a:gd name="T12" fmla="*/ 17 w 21"/>
                    <a:gd name="T13" fmla="*/ 54 h 56"/>
                    <a:gd name="T14" fmla="*/ 19 w 21"/>
                    <a:gd name="T15" fmla="*/ 56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56">
                      <a:moveTo>
                        <a:pt x="19" y="56"/>
                      </a:moveTo>
                      <a:cubicBezTo>
                        <a:pt x="19" y="56"/>
                        <a:pt x="19" y="56"/>
                        <a:pt x="19" y="56"/>
                      </a:cubicBezTo>
                      <a:cubicBezTo>
                        <a:pt x="21" y="56"/>
                        <a:pt x="21" y="55"/>
                        <a:pt x="21" y="54"/>
                      </a:cubicBezTo>
                      <a:cubicBezTo>
                        <a:pt x="17" y="13"/>
                        <a:pt x="4" y="1"/>
                        <a:pt x="4" y="1"/>
                      </a:cubicBezTo>
                      <a:cubicBezTo>
                        <a:pt x="3" y="0"/>
                        <a:pt x="2" y="0"/>
                        <a:pt x="1" y="1"/>
                      </a:cubicBezTo>
                      <a:cubicBezTo>
                        <a:pt x="0" y="2"/>
                        <a:pt x="0" y="3"/>
                        <a:pt x="1" y="4"/>
                      </a:cubicBezTo>
                      <a:cubicBezTo>
                        <a:pt x="1" y="4"/>
                        <a:pt x="13" y="15"/>
                        <a:pt x="17" y="54"/>
                      </a:cubicBezTo>
                      <a:cubicBezTo>
                        <a:pt x="17" y="55"/>
                        <a:pt x="18" y="56"/>
                        <a:pt x="19" y="56"/>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0" name="ïṣļïḋé"/>
                <p:cNvSpPr/>
                <p:nvPr>
                  <p:custDataLst>
                    <p:tags r:id="rId70"/>
                  </p:custDataLst>
                </p:nvPr>
              </p:nvSpPr>
              <p:spPr bwMode="auto">
                <a:xfrm>
                  <a:off x="8259764" y="3505201"/>
                  <a:ext cx="381000" cy="992188"/>
                </a:xfrm>
                <a:custGeom>
                  <a:avLst/>
                  <a:gdLst>
                    <a:gd name="T0" fmla="*/ 99 w 124"/>
                    <a:gd name="T1" fmla="*/ 69 h 323"/>
                    <a:gd name="T2" fmla="*/ 120 w 124"/>
                    <a:gd name="T3" fmla="*/ 0 h 323"/>
                    <a:gd name="T4" fmla="*/ 81 w 124"/>
                    <a:gd name="T5" fmla="*/ 57 h 323"/>
                    <a:gd name="T6" fmla="*/ 40 w 124"/>
                    <a:gd name="T7" fmla="*/ 121 h 323"/>
                    <a:gd name="T8" fmla="*/ 17 w 124"/>
                    <a:gd name="T9" fmla="*/ 154 h 323"/>
                    <a:gd name="T10" fmla="*/ 2 w 124"/>
                    <a:gd name="T11" fmla="*/ 228 h 323"/>
                    <a:gd name="T12" fmla="*/ 0 w 124"/>
                    <a:gd name="T13" fmla="*/ 323 h 323"/>
                    <a:gd name="T14" fmla="*/ 66 w 124"/>
                    <a:gd name="T15" fmla="*/ 184 h 323"/>
                    <a:gd name="T16" fmla="*/ 80 w 124"/>
                    <a:gd name="T17" fmla="*/ 123 h 323"/>
                    <a:gd name="T18" fmla="*/ 99 w 124"/>
                    <a:gd name="T19" fmla="*/ 69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4" h="323">
                      <a:moveTo>
                        <a:pt x="99" y="69"/>
                      </a:moveTo>
                      <a:cubicBezTo>
                        <a:pt x="104" y="58"/>
                        <a:pt x="124" y="15"/>
                        <a:pt x="120" y="0"/>
                      </a:cubicBezTo>
                      <a:cubicBezTo>
                        <a:pt x="112" y="4"/>
                        <a:pt x="88" y="40"/>
                        <a:pt x="81" y="57"/>
                      </a:cubicBezTo>
                      <a:cubicBezTo>
                        <a:pt x="71" y="76"/>
                        <a:pt x="53" y="104"/>
                        <a:pt x="40" y="121"/>
                      </a:cubicBezTo>
                      <a:cubicBezTo>
                        <a:pt x="30" y="135"/>
                        <a:pt x="24" y="139"/>
                        <a:pt x="17" y="154"/>
                      </a:cubicBezTo>
                      <a:cubicBezTo>
                        <a:pt x="11" y="165"/>
                        <a:pt x="3" y="211"/>
                        <a:pt x="2" y="228"/>
                      </a:cubicBezTo>
                      <a:cubicBezTo>
                        <a:pt x="1" y="258"/>
                        <a:pt x="9" y="265"/>
                        <a:pt x="0" y="323"/>
                      </a:cubicBezTo>
                      <a:cubicBezTo>
                        <a:pt x="19" y="250"/>
                        <a:pt x="60" y="206"/>
                        <a:pt x="66" y="184"/>
                      </a:cubicBezTo>
                      <a:cubicBezTo>
                        <a:pt x="74" y="160"/>
                        <a:pt x="74" y="150"/>
                        <a:pt x="80" y="123"/>
                      </a:cubicBezTo>
                      <a:cubicBezTo>
                        <a:pt x="86" y="97"/>
                        <a:pt x="85" y="103"/>
                        <a:pt x="99" y="69"/>
                      </a:cubicBezTo>
                      <a:close/>
                    </a:path>
                  </a:pathLst>
                </a:custGeom>
                <a:solidFill>
                  <a:srgbClr val="48AA6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1" name="íSḻîde"/>
                <p:cNvSpPr/>
                <p:nvPr>
                  <p:custDataLst>
                    <p:tags r:id="rId71"/>
                  </p:custDataLst>
                </p:nvPr>
              </p:nvSpPr>
              <p:spPr bwMode="auto">
                <a:xfrm>
                  <a:off x="8228014" y="3662363"/>
                  <a:ext cx="334963" cy="1009650"/>
                </a:xfrm>
                <a:custGeom>
                  <a:avLst/>
                  <a:gdLst>
                    <a:gd name="T0" fmla="*/ 2 w 109"/>
                    <a:gd name="T1" fmla="*/ 329 h 329"/>
                    <a:gd name="T2" fmla="*/ 0 w 109"/>
                    <a:gd name="T3" fmla="*/ 327 h 329"/>
                    <a:gd name="T4" fmla="*/ 55 w 109"/>
                    <a:gd name="T5" fmla="*/ 113 h 329"/>
                    <a:gd name="T6" fmla="*/ 106 w 109"/>
                    <a:gd name="T7" fmla="*/ 0 h 329"/>
                    <a:gd name="T8" fmla="*/ 108 w 109"/>
                    <a:gd name="T9" fmla="*/ 0 h 329"/>
                    <a:gd name="T10" fmla="*/ 108 w 109"/>
                    <a:gd name="T11" fmla="*/ 3 h 329"/>
                    <a:gd name="T12" fmla="*/ 108 w 109"/>
                    <a:gd name="T13" fmla="*/ 4 h 329"/>
                    <a:gd name="T14" fmla="*/ 4 w 109"/>
                    <a:gd name="T15" fmla="*/ 327 h 329"/>
                    <a:gd name="T16" fmla="*/ 2 w 109"/>
                    <a:gd name="T17" fmla="*/ 329 h 329"/>
                    <a:gd name="T18" fmla="*/ 105 w 109"/>
                    <a:gd name="T19" fmla="*/ 4 h 329"/>
                    <a:gd name="T20" fmla="*/ 105 w 109"/>
                    <a:gd name="T21" fmla="*/ 4 h 329"/>
                    <a:gd name="T22" fmla="*/ 105 w 109"/>
                    <a:gd name="T23" fmla="*/ 4 h 329"/>
                    <a:gd name="T24" fmla="*/ 105 w 109"/>
                    <a:gd name="T25" fmla="*/ 4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329">
                      <a:moveTo>
                        <a:pt x="2" y="329"/>
                      </a:moveTo>
                      <a:cubicBezTo>
                        <a:pt x="0" y="329"/>
                        <a:pt x="0" y="328"/>
                        <a:pt x="0" y="327"/>
                      </a:cubicBezTo>
                      <a:cubicBezTo>
                        <a:pt x="5" y="255"/>
                        <a:pt x="33" y="171"/>
                        <a:pt x="55" y="113"/>
                      </a:cubicBezTo>
                      <a:cubicBezTo>
                        <a:pt x="77" y="55"/>
                        <a:pt x="102" y="2"/>
                        <a:pt x="106" y="0"/>
                      </a:cubicBezTo>
                      <a:cubicBezTo>
                        <a:pt x="106" y="0"/>
                        <a:pt x="107" y="0"/>
                        <a:pt x="108" y="0"/>
                      </a:cubicBezTo>
                      <a:cubicBezTo>
                        <a:pt x="109" y="1"/>
                        <a:pt x="109" y="3"/>
                        <a:pt x="108" y="3"/>
                      </a:cubicBezTo>
                      <a:cubicBezTo>
                        <a:pt x="108" y="4"/>
                        <a:pt x="108" y="4"/>
                        <a:pt x="108" y="4"/>
                      </a:cubicBezTo>
                      <a:cubicBezTo>
                        <a:pt x="100" y="14"/>
                        <a:pt x="14" y="196"/>
                        <a:pt x="4" y="327"/>
                      </a:cubicBezTo>
                      <a:cubicBezTo>
                        <a:pt x="4" y="329"/>
                        <a:pt x="3" y="329"/>
                        <a:pt x="2" y="329"/>
                      </a:cubicBezTo>
                      <a:close/>
                      <a:moveTo>
                        <a:pt x="105" y="4"/>
                      </a:moveTo>
                      <a:cubicBezTo>
                        <a:pt x="105" y="4"/>
                        <a:pt x="105" y="4"/>
                        <a:pt x="105" y="4"/>
                      </a:cubicBezTo>
                      <a:close/>
                      <a:moveTo>
                        <a:pt x="105" y="4"/>
                      </a:moveTo>
                      <a:cubicBezTo>
                        <a:pt x="105" y="4"/>
                        <a:pt x="105" y="4"/>
                        <a:pt x="105" y="4"/>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2" name="îŝľídè"/>
                <p:cNvSpPr/>
                <p:nvPr>
                  <p:custDataLst>
                    <p:tags r:id="rId72"/>
                  </p:custDataLst>
                </p:nvPr>
              </p:nvSpPr>
              <p:spPr bwMode="auto">
                <a:xfrm>
                  <a:off x="8305801" y="4073526"/>
                  <a:ext cx="52388" cy="184150"/>
                </a:xfrm>
                <a:custGeom>
                  <a:avLst/>
                  <a:gdLst>
                    <a:gd name="T0" fmla="*/ 5 w 17"/>
                    <a:gd name="T1" fmla="*/ 60 h 60"/>
                    <a:gd name="T2" fmla="*/ 7 w 17"/>
                    <a:gd name="T3" fmla="*/ 58 h 60"/>
                    <a:gd name="T4" fmla="*/ 3 w 17"/>
                    <a:gd name="T5" fmla="*/ 1 h 60"/>
                    <a:gd name="T6" fmla="*/ 1 w 17"/>
                    <a:gd name="T7" fmla="*/ 2 h 60"/>
                    <a:gd name="T8" fmla="*/ 1 w 17"/>
                    <a:gd name="T9" fmla="*/ 4 h 60"/>
                    <a:gd name="T10" fmla="*/ 3 w 17"/>
                    <a:gd name="T11" fmla="*/ 57 h 60"/>
                    <a:gd name="T12" fmla="*/ 5 w 17"/>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7" h="60">
                      <a:moveTo>
                        <a:pt x="5" y="60"/>
                      </a:moveTo>
                      <a:cubicBezTo>
                        <a:pt x="6" y="60"/>
                        <a:pt x="7" y="59"/>
                        <a:pt x="7" y="58"/>
                      </a:cubicBezTo>
                      <a:cubicBezTo>
                        <a:pt x="17" y="21"/>
                        <a:pt x="5" y="2"/>
                        <a:pt x="3" y="1"/>
                      </a:cubicBezTo>
                      <a:cubicBezTo>
                        <a:pt x="2" y="0"/>
                        <a:pt x="1" y="1"/>
                        <a:pt x="1" y="2"/>
                      </a:cubicBezTo>
                      <a:cubicBezTo>
                        <a:pt x="0" y="2"/>
                        <a:pt x="0" y="3"/>
                        <a:pt x="1" y="4"/>
                      </a:cubicBezTo>
                      <a:cubicBezTo>
                        <a:pt x="1" y="5"/>
                        <a:pt x="12" y="21"/>
                        <a:pt x="3" y="57"/>
                      </a:cubicBezTo>
                      <a:cubicBezTo>
                        <a:pt x="3" y="58"/>
                        <a:pt x="3" y="60"/>
                        <a:pt x="5" y="60"/>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3" name="ïṧlïḍè"/>
                <p:cNvSpPr/>
                <p:nvPr>
                  <p:custDataLst>
                    <p:tags r:id="rId73"/>
                  </p:custDataLst>
                </p:nvPr>
              </p:nvSpPr>
              <p:spPr bwMode="auto">
                <a:xfrm>
                  <a:off x="8339139" y="4043363"/>
                  <a:ext cx="114300" cy="128588"/>
                </a:xfrm>
                <a:custGeom>
                  <a:avLst/>
                  <a:gdLst>
                    <a:gd name="T0" fmla="*/ 2 w 37"/>
                    <a:gd name="T1" fmla="*/ 42 h 42"/>
                    <a:gd name="T2" fmla="*/ 4 w 37"/>
                    <a:gd name="T3" fmla="*/ 41 h 42"/>
                    <a:gd name="T4" fmla="*/ 35 w 37"/>
                    <a:gd name="T5" fmla="*/ 4 h 42"/>
                    <a:gd name="T6" fmla="*/ 37 w 37"/>
                    <a:gd name="T7" fmla="*/ 2 h 42"/>
                    <a:gd name="T8" fmla="*/ 36 w 37"/>
                    <a:gd name="T9" fmla="*/ 0 h 42"/>
                    <a:gd name="T10" fmla="*/ 35 w 37"/>
                    <a:gd name="T11" fmla="*/ 0 h 42"/>
                    <a:gd name="T12" fmla="*/ 0 w 37"/>
                    <a:gd name="T13" fmla="*/ 40 h 42"/>
                    <a:gd name="T14" fmla="*/ 2 w 37"/>
                    <a:gd name="T15" fmla="*/ 42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42">
                      <a:moveTo>
                        <a:pt x="2" y="42"/>
                      </a:moveTo>
                      <a:cubicBezTo>
                        <a:pt x="3" y="42"/>
                        <a:pt x="4" y="42"/>
                        <a:pt x="4" y="41"/>
                      </a:cubicBezTo>
                      <a:cubicBezTo>
                        <a:pt x="18" y="6"/>
                        <a:pt x="33" y="4"/>
                        <a:pt x="35" y="4"/>
                      </a:cubicBezTo>
                      <a:cubicBezTo>
                        <a:pt x="36" y="4"/>
                        <a:pt x="37" y="3"/>
                        <a:pt x="37" y="2"/>
                      </a:cubicBezTo>
                      <a:cubicBezTo>
                        <a:pt x="36" y="0"/>
                        <a:pt x="36" y="0"/>
                        <a:pt x="36" y="0"/>
                      </a:cubicBezTo>
                      <a:cubicBezTo>
                        <a:pt x="35" y="0"/>
                        <a:pt x="35" y="0"/>
                        <a:pt x="35" y="0"/>
                      </a:cubicBezTo>
                      <a:cubicBezTo>
                        <a:pt x="32" y="0"/>
                        <a:pt x="15" y="2"/>
                        <a:pt x="0" y="40"/>
                      </a:cubicBezTo>
                      <a:cubicBezTo>
                        <a:pt x="0" y="41"/>
                        <a:pt x="1" y="42"/>
                        <a:pt x="2" y="42"/>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4" name="ïŝļiḋè"/>
                <p:cNvSpPr/>
                <p:nvPr>
                  <p:custDataLst>
                    <p:tags r:id="rId74"/>
                  </p:custDataLst>
                </p:nvPr>
              </p:nvSpPr>
              <p:spPr bwMode="auto">
                <a:xfrm>
                  <a:off x="8391526" y="3886201"/>
                  <a:ext cx="36513" cy="141288"/>
                </a:xfrm>
                <a:custGeom>
                  <a:avLst/>
                  <a:gdLst>
                    <a:gd name="T0" fmla="*/ 2 w 12"/>
                    <a:gd name="T1" fmla="*/ 46 h 46"/>
                    <a:gd name="T2" fmla="*/ 4 w 12"/>
                    <a:gd name="T3" fmla="*/ 45 h 46"/>
                    <a:gd name="T4" fmla="*/ 6 w 12"/>
                    <a:gd name="T5" fmla="*/ 1 h 46"/>
                    <a:gd name="T6" fmla="*/ 3 w 12"/>
                    <a:gd name="T7" fmla="*/ 2 h 46"/>
                    <a:gd name="T8" fmla="*/ 3 w 12"/>
                    <a:gd name="T9" fmla="*/ 4 h 46"/>
                    <a:gd name="T10" fmla="*/ 0 w 12"/>
                    <a:gd name="T11" fmla="*/ 44 h 46"/>
                    <a:gd name="T12" fmla="*/ 2 w 12"/>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12" h="46">
                      <a:moveTo>
                        <a:pt x="2" y="46"/>
                      </a:moveTo>
                      <a:cubicBezTo>
                        <a:pt x="3" y="46"/>
                        <a:pt x="4" y="46"/>
                        <a:pt x="4" y="45"/>
                      </a:cubicBezTo>
                      <a:cubicBezTo>
                        <a:pt x="12" y="15"/>
                        <a:pt x="8" y="1"/>
                        <a:pt x="6" y="1"/>
                      </a:cubicBezTo>
                      <a:cubicBezTo>
                        <a:pt x="5" y="0"/>
                        <a:pt x="3" y="1"/>
                        <a:pt x="3" y="2"/>
                      </a:cubicBezTo>
                      <a:cubicBezTo>
                        <a:pt x="3" y="2"/>
                        <a:pt x="3" y="3"/>
                        <a:pt x="3" y="4"/>
                      </a:cubicBezTo>
                      <a:cubicBezTo>
                        <a:pt x="3" y="4"/>
                        <a:pt x="8" y="16"/>
                        <a:pt x="0" y="44"/>
                      </a:cubicBezTo>
                      <a:cubicBezTo>
                        <a:pt x="0" y="45"/>
                        <a:pt x="1" y="46"/>
                        <a:pt x="2" y="46"/>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5" name="iṩ1iḋé"/>
                <p:cNvSpPr/>
                <p:nvPr>
                  <p:custDataLst>
                    <p:tags r:id="rId75"/>
                  </p:custDataLst>
                </p:nvPr>
              </p:nvSpPr>
              <p:spPr bwMode="auto">
                <a:xfrm>
                  <a:off x="7693026" y="3908426"/>
                  <a:ext cx="406400" cy="663575"/>
                </a:xfrm>
                <a:custGeom>
                  <a:avLst/>
                  <a:gdLst>
                    <a:gd name="T0" fmla="*/ 45 w 132"/>
                    <a:gd name="T1" fmla="*/ 31 h 216"/>
                    <a:gd name="T2" fmla="*/ 0 w 132"/>
                    <a:gd name="T3" fmla="*/ 2 h 216"/>
                    <a:gd name="T4" fmla="*/ 30 w 132"/>
                    <a:gd name="T5" fmla="*/ 41 h 216"/>
                    <a:gd name="T6" fmla="*/ 55 w 132"/>
                    <a:gd name="T7" fmla="*/ 88 h 216"/>
                    <a:gd name="T8" fmla="*/ 63 w 132"/>
                    <a:gd name="T9" fmla="*/ 114 h 216"/>
                    <a:gd name="T10" fmla="*/ 92 w 132"/>
                    <a:gd name="T11" fmla="*/ 154 h 216"/>
                    <a:gd name="T12" fmla="*/ 132 w 132"/>
                    <a:gd name="T13" fmla="*/ 216 h 216"/>
                    <a:gd name="T14" fmla="*/ 106 w 132"/>
                    <a:gd name="T15" fmla="*/ 97 h 216"/>
                    <a:gd name="T16" fmla="*/ 74 w 132"/>
                    <a:gd name="T17" fmla="*/ 62 h 216"/>
                    <a:gd name="T18" fmla="*/ 45 w 132"/>
                    <a:gd name="T19" fmla="*/ 3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216">
                      <a:moveTo>
                        <a:pt x="45" y="31"/>
                      </a:moveTo>
                      <a:cubicBezTo>
                        <a:pt x="39" y="24"/>
                        <a:pt x="12" y="0"/>
                        <a:pt x="0" y="2"/>
                      </a:cubicBezTo>
                      <a:cubicBezTo>
                        <a:pt x="2" y="8"/>
                        <a:pt x="22" y="32"/>
                        <a:pt x="30" y="41"/>
                      </a:cubicBezTo>
                      <a:cubicBezTo>
                        <a:pt x="40" y="53"/>
                        <a:pt x="51" y="74"/>
                        <a:pt x="55" y="88"/>
                      </a:cubicBezTo>
                      <a:cubicBezTo>
                        <a:pt x="59" y="99"/>
                        <a:pt x="58" y="104"/>
                        <a:pt x="63" y="114"/>
                      </a:cubicBezTo>
                      <a:cubicBezTo>
                        <a:pt x="66" y="121"/>
                        <a:pt x="85" y="145"/>
                        <a:pt x="92" y="154"/>
                      </a:cubicBezTo>
                      <a:cubicBezTo>
                        <a:pt x="105" y="170"/>
                        <a:pt x="119" y="176"/>
                        <a:pt x="132" y="216"/>
                      </a:cubicBezTo>
                      <a:cubicBezTo>
                        <a:pt x="123" y="164"/>
                        <a:pt x="116" y="113"/>
                        <a:pt x="106" y="97"/>
                      </a:cubicBezTo>
                      <a:cubicBezTo>
                        <a:pt x="95" y="81"/>
                        <a:pt x="89" y="76"/>
                        <a:pt x="74" y="62"/>
                      </a:cubicBezTo>
                      <a:cubicBezTo>
                        <a:pt x="59" y="49"/>
                        <a:pt x="64" y="52"/>
                        <a:pt x="45" y="31"/>
                      </a:cubicBezTo>
                    </a:path>
                  </a:pathLst>
                </a:custGeom>
                <a:solidFill>
                  <a:srgbClr val="58BB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6" name="íṩľíḋe"/>
                <p:cNvSpPr/>
                <p:nvPr>
                  <p:custDataLst>
                    <p:tags r:id="rId76"/>
                  </p:custDataLst>
                </p:nvPr>
              </p:nvSpPr>
              <p:spPr bwMode="auto">
                <a:xfrm>
                  <a:off x="7786689" y="3990976"/>
                  <a:ext cx="342900" cy="681038"/>
                </a:xfrm>
                <a:custGeom>
                  <a:avLst/>
                  <a:gdLst>
                    <a:gd name="T0" fmla="*/ 110 w 112"/>
                    <a:gd name="T1" fmla="*/ 222 h 222"/>
                    <a:gd name="T2" fmla="*/ 110 w 112"/>
                    <a:gd name="T3" fmla="*/ 222 h 222"/>
                    <a:gd name="T4" fmla="*/ 112 w 112"/>
                    <a:gd name="T5" fmla="*/ 220 h 222"/>
                    <a:gd name="T6" fmla="*/ 55 w 112"/>
                    <a:gd name="T7" fmla="*/ 71 h 222"/>
                    <a:gd name="T8" fmla="*/ 7 w 112"/>
                    <a:gd name="T9" fmla="*/ 5 h 222"/>
                    <a:gd name="T10" fmla="*/ 4 w 112"/>
                    <a:gd name="T11" fmla="*/ 1 h 222"/>
                    <a:gd name="T12" fmla="*/ 2 w 112"/>
                    <a:gd name="T13" fmla="*/ 0 h 222"/>
                    <a:gd name="T14" fmla="*/ 0 w 112"/>
                    <a:gd name="T15" fmla="*/ 2 h 222"/>
                    <a:gd name="T16" fmla="*/ 4 w 112"/>
                    <a:gd name="T17" fmla="*/ 7 h 222"/>
                    <a:gd name="T18" fmla="*/ 51 w 112"/>
                    <a:gd name="T19" fmla="*/ 73 h 222"/>
                    <a:gd name="T20" fmla="*/ 108 w 112"/>
                    <a:gd name="T21" fmla="*/ 221 h 222"/>
                    <a:gd name="T22" fmla="*/ 110 w 112"/>
                    <a:gd name="T23"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2" h="222">
                      <a:moveTo>
                        <a:pt x="110" y="222"/>
                      </a:moveTo>
                      <a:cubicBezTo>
                        <a:pt x="110" y="222"/>
                        <a:pt x="110" y="222"/>
                        <a:pt x="110" y="222"/>
                      </a:cubicBezTo>
                      <a:cubicBezTo>
                        <a:pt x="112" y="222"/>
                        <a:pt x="112" y="221"/>
                        <a:pt x="112" y="220"/>
                      </a:cubicBezTo>
                      <a:cubicBezTo>
                        <a:pt x="102" y="170"/>
                        <a:pt x="80" y="113"/>
                        <a:pt x="55" y="71"/>
                      </a:cubicBezTo>
                      <a:cubicBezTo>
                        <a:pt x="36" y="38"/>
                        <a:pt x="15" y="14"/>
                        <a:pt x="7" y="5"/>
                      </a:cubicBezTo>
                      <a:cubicBezTo>
                        <a:pt x="6" y="3"/>
                        <a:pt x="5" y="2"/>
                        <a:pt x="4" y="1"/>
                      </a:cubicBezTo>
                      <a:cubicBezTo>
                        <a:pt x="4" y="0"/>
                        <a:pt x="3" y="0"/>
                        <a:pt x="2" y="0"/>
                      </a:cubicBezTo>
                      <a:cubicBezTo>
                        <a:pt x="1" y="0"/>
                        <a:pt x="0" y="1"/>
                        <a:pt x="0" y="2"/>
                      </a:cubicBezTo>
                      <a:cubicBezTo>
                        <a:pt x="0" y="3"/>
                        <a:pt x="0" y="3"/>
                        <a:pt x="4" y="7"/>
                      </a:cubicBezTo>
                      <a:cubicBezTo>
                        <a:pt x="12" y="16"/>
                        <a:pt x="33" y="40"/>
                        <a:pt x="51" y="73"/>
                      </a:cubicBezTo>
                      <a:cubicBezTo>
                        <a:pt x="76" y="115"/>
                        <a:pt x="98" y="172"/>
                        <a:pt x="108" y="221"/>
                      </a:cubicBezTo>
                      <a:cubicBezTo>
                        <a:pt x="108" y="222"/>
                        <a:pt x="109" y="222"/>
                        <a:pt x="110" y="222"/>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7" name="îṩ1ïḍe"/>
                <p:cNvSpPr/>
                <p:nvPr>
                  <p:custDataLst>
                    <p:tags r:id="rId77"/>
                  </p:custDataLst>
                </p:nvPr>
              </p:nvSpPr>
              <p:spPr bwMode="auto">
                <a:xfrm>
                  <a:off x="7935914" y="4292601"/>
                  <a:ext cx="104775" cy="92075"/>
                </a:xfrm>
                <a:custGeom>
                  <a:avLst/>
                  <a:gdLst>
                    <a:gd name="T0" fmla="*/ 31 w 34"/>
                    <a:gd name="T1" fmla="*/ 30 h 30"/>
                    <a:gd name="T2" fmla="*/ 32 w 34"/>
                    <a:gd name="T3" fmla="*/ 30 h 30"/>
                    <a:gd name="T4" fmla="*/ 33 w 34"/>
                    <a:gd name="T5" fmla="*/ 27 h 30"/>
                    <a:gd name="T6" fmla="*/ 2 w 34"/>
                    <a:gd name="T7" fmla="*/ 0 h 30"/>
                    <a:gd name="T8" fmla="*/ 1 w 34"/>
                    <a:gd name="T9" fmla="*/ 0 h 30"/>
                    <a:gd name="T10" fmla="*/ 0 w 34"/>
                    <a:gd name="T11" fmla="*/ 2 h 30"/>
                    <a:gd name="T12" fmla="*/ 2 w 34"/>
                    <a:gd name="T13" fmla="*/ 4 h 30"/>
                    <a:gd name="T14" fmla="*/ 29 w 34"/>
                    <a:gd name="T15" fmla="*/ 29 h 30"/>
                    <a:gd name="T16" fmla="*/ 31 w 34"/>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0">
                      <a:moveTo>
                        <a:pt x="31" y="30"/>
                      </a:moveTo>
                      <a:cubicBezTo>
                        <a:pt x="32" y="30"/>
                        <a:pt x="32" y="30"/>
                        <a:pt x="32" y="30"/>
                      </a:cubicBezTo>
                      <a:cubicBezTo>
                        <a:pt x="33" y="29"/>
                        <a:pt x="34" y="28"/>
                        <a:pt x="33" y="27"/>
                      </a:cubicBezTo>
                      <a:cubicBezTo>
                        <a:pt x="21" y="3"/>
                        <a:pt x="5" y="1"/>
                        <a:pt x="2" y="0"/>
                      </a:cubicBezTo>
                      <a:cubicBezTo>
                        <a:pt x="1" y="0"/>
                        <a:pt x="1" y="0"/>
                        <a:pt x="1" y="0"/>
                      </a:cubicBezTo>
                      <a:cubicBezTo>
                        <a:pt x="0" y="2"/>
                        <a:pt x="0" y="2"/>
                        <a:pt x="0" y="2"/>
                      </a:cubicBezTo>
                      <a:cubicBezTo>
                        <a:pt x="0" y="4"/>
                        <a:pt x="1" y="4"/>
                        <a:pt x="2" y="4"/>
                      </a:cubicBezTo>
                      <a:cubicBezTo>
                        <a:pt x="4" y="5"/>
                        <a:pt x="19" y="6"/>
                        <a:pt x="29" y="29"/>
                      </a:cubicBezTo>
                      <a:cubicBezTo>
                        <a:pt x="30" y="30"/>
                        <a:pt x="31" y="30"/>
                        <a:pt x="31" y="30"/>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8" name="îṩḻíḋé"/>
                <p:cNvSpPr/>
                <p:nvPr>
                  <p:custDataLst>
                    <p:tags r:id="rId78"/>
                  </p:custDataLst>
                </p:nvPr>
              </p:nvSpPr>
              <p:spPr bwMode="auto">
                <a:xfrm>
                  <a:off x="7961314" y="4200526"/>
                  <a:ext cx="52388" cy="125413"/>
                </a:xfrm>
                <a:custGeom>
                  <a:avLst/>
                  <a:gdLst>
                    <a:gd name="T0" fmla="*/ 15 w 17"/>
                    <a:gd name="T1" fmla="*/ 41 h 41"/>
                    <a:gd name="T2" fmla="*/ 16 w 17"/>
                    <a:gd name="T3" fmla="*/ 41 h 41"/>
                    <a:gd name="T4" fmla="*/ 17 w 17"/>
                    <a:gd name="T5" fmla="*/ 39 h 41"/>
                    <a:gd name="T6" fmla="*/ 13 w 17"/>
                    <a:gd name="T7" fmla="*/ 4 h 41"/>
                    <a:gd name="T8" fmla="*/ 14 w 17"/>
                    <a:gd name="T9" fmla="*/ 1 h 41"/>
                    <a:gd name="T10" fmla="*/ 11 w 17"/>
                    <a:gd name="T11" fmla="*/ 0 h 41"/>
                    <a:gd name="T12" fmla="*/ 13 w 17"/>
                    <a:gd name="T13" fmla="*/ 40 h 41"/>
                    <a:gd name="T14" fmla="*/ 15 w 17"/>
                    <a:gd name="T15" fmla="*/ 41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41">
                      <a:moveTo>
                        <a:pt x="15" y="41"/>
                      </a:moveTo>
                      <a:cubicBezTo>
                        <a:pt x="16" y="41"/>
                        <a:pt x="16" y="41"/>
                        <a:pt x="16" y="41"/>
                      </a:cubicBezTo>
                      <a:cubicBezTo>
                        <a:pt x="17" y="41"/>
                        <a:pt x="17" y="40"/>
                        <a:pt x="17" y="39"/>
                      </a:cubicBezTo>
                      <a:cubicBezTo>
                        <a:pt x="6" y="14"/>
                        <a:pt x="13" y="4"/>
                        <a:pt x="13" y="4"/>
                      </a:cubicBezTo>
                      <a:cubicBezTo>
                        <a:pt x="14" y="3"/>
                        <a:pt x="14" y="2"/>
                        <a:pt x="14" y="1"/>
                      </a:cubicBezTo>
                      <a:cubicBezTo>
                        <a:pt x="13" y="0"/>
                        <a:pt x="12" y="0"/>
                        <a:pt x="11" y="0"/>
                      </a:cubicBezTo>
                      <a:cubicBezTo>
                        <a:pt x="11" y="0"/>
                        <a:pt x="0" y="9"/>
                        <a:pt x="13" y="40"/>
                      </a:cubicBezTo>
                      <a:cubicBezTo>
                        <a:pt x="13" y="41"/>
                        <a:pt x="14" y="41"/>
                        <a:pt x="15" y="41"/>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9" name="îş1iďé"/>
                <p:cNvSpPr/>
                <p:nvPr>
                  <p:custDataLst>
                    <p:tags r:id="rId79"/>
                  </p:custDataLst>
                </p:nvPr>
              </p:nvSpPr>
              <p:spPr bwMode="auto">
                <a:xfrm>
                  <a:off x="7878764" y="4162426"/>
                  <a:ext cx="85725" cy="68263"/>
                </a:xfrm>
                <a:custGeom>
                  <a:avLst/>
                  <a:gdLst>
                    <a:gd name="T0" fmla="*/ 25 w 28"/>
                    <a:gd name="T1" fmla="*/ 22 h 22"/>
                    <a:gd name="T2" fmla="*/ 27 w 28"/>
                    <a:gd name="T3" fmla="*/ 22 h 22"/>
                    <a:gd name="T4" fmla="*/ 27 w 28"/>
                    <a:gd name="T5" fmla="*/ 19 h 22"/>
                    <a:gd name="T6" fmla="*/ 2 w 28"/>
                    <a:gd name="T7" fmla="*/ 0 h 22"/>
                    <a:gd name="T8" fmla="*/ 1 w 28"/>
                    <a:gd name="T9" fmla="*/ 1 h 22"/>
                    <a:gd name="T10" fmla="*/ 0 w 28"/>
                    <a:gd name="T11" fmla="*/ 3 h 22"/>
                    <a:gd name="T12" fmla="*/ 2 w 28"/>
                    <a:gd name="T13" fmla="*/ 4 h 22"/>
                    <a:gd name="T14" fmla="*/ 24 w 28"/>
                    <a:gd name="T15" fmla="*/ 22 h 22"/>
                    <a:gd name="T16" fmla="*/ 25 w 28"/>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2">
                      <a:moveTo>
                        <a:pt x="25" y="22"/>
                      </a:moveTo>
                      <a:cubicBezTo>
                        <a:pt x="26" y="22"/>
                        <a:pt x="26" y="22"/>
                        <a:pt x="27" y="22"/>
                      </a:cubicBezTo>
                      <a:cubicBezTo>
                        <a:pt x="28" y="21"/>
                        <a:pt x="28" y="20"/>
                        <a:pt x="27" y="19"/>
                      </a:cubicBezTo>
                      <a:cubicBezTo>
                        <a:pt x="15" y="3"/>
                        <a:pt x="5" y="1"/>
                        <a:pt x="2" y="0"/>
                      </a:cubicBezTo>
                      <a:cubicBezTo>
                        <a:pt x="1" y="1"/>
                        <a:pt x="1" y="1"/>
                        <a:pt x="1" y="1"/>
                      </a:cubicBezTo>
                      <a:cubicBezTo>
                        <a:pt x="0" y="3"/>
                        <a:pt x="0" y="3"/>
                        <a:pt x="0" y="3"/>
                      </a:cubicBezTo>
                      <a:cubicBezTo>
                        <a:pt x="0" y="4"/>
                        <a:pt x="1" y="4"/>
                        <a:pt x="2" y="4"/>
                      </a:cubicBezTo>
                      <a:cubicBezTo>
                        <a:pt x="4" y="5"/>
                        <a:pt x="12" y="7"/>
                        <a:pt x="24" y="22"/>
                      </a:cubicBezTo>
                      <a:cubicBezTo>
                        <a:pt x="24" y="22"/>
                        <a:pt x="25" y="22"/>
                        <a:pt x="25" y="22"/>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0" name="ï$ḻîḍé"/>
                <p:cNvSpPr/>
                <p:nvPr>
                  <p:custDataLst>
                    <p:tags r:id="rId80"/>
                  </p:custDataLst>
                </p:nvPr>
              </p:nvSpPr>
              <p:spPr bwMode="auto">
                <a:xfrm>
                  <a:off x="4325939" y="4859338"/>
                  <a:ext cx="3595688" cy="187325"/>
                </a:xfrm>
                <a:prstGeom prst="ellipse">
                  <a:avLst/>
                </a:prstGeom>
                <a:solidFill>
                  <a:srgbClr val="C2C1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1" name="iṥľïdé"/>
                <p:cNvSpPr/>
                <p:nvPr>
                  <p:custDataLst>
                    <p:tags r:id="rId81"/>
                  </p:custDataLst>
                </p:nvPr>
              </p:nvSpPr>
              <p:spPr bwMode="auto">
                <a:xfrm>
                  <a:off x="3806826" y="5016501"/>
                  <a:ext cx="568325" cy="141288"/>
                </a:xfrm>
                <a:prstGeom prst="ellipse">
                  <a:avLst/>
                </a:prstGeom>
                <a:solidFill>
                  <a:srgbClr val="C2C1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2" name="ïṩļide"/>
                <p:cNvSpPr/>
                <p:nvPr>
                  <p:custDataLst>
                    <p:tags r:id="rId82"/>
                  </p:custDataLst>
                </p:nvPr>
              </p:nvSpPr>
              <p:spPr bwMode="auto">
                <a:xfrm>
                  <a:off x="4679951" y="5016501"/>
                  <a:ext cx="568325" cy="141288"/>
                </a:xfrm>
                <a:prstGeom prst="ellipse">
                  <a:avLst/>
                </a:prstGeom>
                <a:solidFill>
                  <a:srgbClr val="C2C1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3" name="íSlíḍé"/>
                <p:cNvSpPr/>
                <p:nvPr>
                  <p:custDataLst>
                    <p:tags r:id="rId83"/>
                  </p:custDataLst>
                </p:nvPr>
              </p:nvSpPr>
              <p:spPr bwMode="auto">
                <a:xfrm>
                  <a:off x="5189539" y="5016501"/>
                  <a:ext cx="738188" cy="141288"/>
                </a:xfrm>
                <a:prstGeom prst="ellipse">
                  <a:avLst/>
                </a:prstGeom>
                <a:solidFill>
                  <a:srgbClr val="C2C1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4" name="íšlíḑè"/>
                <p:cNvSpPr/>
                <p:nvPr>
                  <p:custDataLst>
                    <p:tags r:id="rId84"/>
                  </p:custDataLst>
                </p:nvPr>
              </p:nvSpPr>
              <p:spPr bwMode="auto">
                <a:xfrm>
                  <a:off x="7208839" y="5041901"/>
                  <a:ext cx="1179513" cy="141288"/>
                </a:xfrm>
                <a:prstGeom prst="ellipse">
                  <a:avLst/>
                </a:prstGeom>
                <a:solidFill>
                  <a:srgbClr val="C2C1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5" name="ísļîḑê"/>
                <p:cNvSpPr/>
                <p:nvPr>
                  <p:custDataLst>
                    <p:tags r:id="rId85"/>
                  </p:custDataLst>
                </p:nvPr>
              </p:nvSpPr>
              <p:spPr bwMode="auto">
                <a:xfrm>
                  <a:off x="4148139" y="4995863"/>
                  <a:ext cx="131763" cy="100013"/>
                </a:xfrm>
                <a:custGeom>
                  <a:avLst/>
                  <a:gdLst>
                    <a:gd name="T0" fmla="*/ 3 w 43"/>
                    <a:gd name="T1" fmla="*/ 1 h 33"/>
                    <a:gd name="T2" fmla="*/ 0 w 43"/>
                    <a:gd name="T3" fmla="*/ 10 h 33"/>
                    <a:gd name="T4" fmla="*/ 21 w 43"/>
                    <a:gd name="T5" fmla="*/ 32 h 33"/>
                    <a:gd name="T6" fmla="*/ 42 w 43"/>
                    <a:gd name="T7" fmla="*/ 31 h 33"/>
                    <a:gd name="T8" fmla="*/ 34 w 43"/>
                    <a:gd name="T9" fmla="*/ 23 h 33"/>
                    <a:gd name="T10" fmla="*/ 25 w 43"/>
                    <a:gd name="T11" fmla="*/ 14 h 33"/>
                    <a:gd name="T12" fmla="*/ 15 w 43"/>
                    <a:gd name="T13" fmla="*/ 0 h 33"/>
                    <a:gd name="T14" fmla="*/ 3 w 43"/>
                    <a:gd name="T15" fmla="*/ 1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33">
                      <a:moveTo>
                        <a:pt x="3" y="1"/>
                      </a:moveTo>
                      <a:cubicBezTo>
                        <a:pt x="3" y="1"/>
                        <a:pt x="0" y="6"/>
                        <a:pt x="0" y="10"/>
                      </a:cubicBezTo>
                      <a:cubicBezTo>
                        <a:pt x="1" y="15"/>
                        <a:pt x="14" y="32"/>
                        <a:pt x="21" y="32"/>
                      </a:cubicBezTo>
                      <a:cubicBezTo>
                        <a:pt x="28" y="33"/>
                        <a:pt x="41" y="33"/>
                        <a:pt x="42" y="31"/>
                      </a:cubicBezTo>
                      <a:cubicBezTo>
                        <a:pt x="43" y="29"/>
                        <a:pt x="38" y="25"/>
                        <a:pt x="34" y="23"/>
                      </a:cubicBezTo>
                      <a:cubicBezTo>
                        <a:pt x="30" y="20"/>
                        <a:pt x="27" y="18"/>
                        <a:pt x="25" y="14"/>
                      </a:cubicBezTo>
                      <a:cubicBezTo>
                        <a:pt x="20" y="8"/>
                        <a:pt x="15" y="0"/>
                        <a:pt x="15" y="0"/>
                      </a:cubicBezTo>
                      <a:lnTo>
                        <a:pt x="3" y="1"/>
                      </a:ln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6" name="íS1íďê"/>
                <p:cNvSpPr/>
                <p:nvPr>
                  <p:custDataLst>
                    <p:tags r:id="rId86"/>
                  </p:custDataLst>
                </p:nvPr>
              </p:nvSpPr>
              <p:spPr bwMode="auto">
                <a:xfrm>
                  <a:off x="4148139" y="5022851"/>
                  <a:ext cx="23813" cy="69850"/>
                </a:xfrm>
                <a:custGeom>
                  <a:avLst/>
                  <a:gdLst>
                    <a:gd name="T0" fmla="*/ 0 w 8"/>
                    <a:gd name="T1" fmla="*/ 1 h 23"/>
                    <a:gd name="T2" fmla="*/ 2 w 8"/>
                    <a:gd name="T3" fmla="*/ 23 h 23"/>
                    <a:gd name="T4" fmla="*/ 5 w 8"/>
                    <a:gd name="T5" fmla="*/ 23 h 23"/>
                    <a:gd name="T6" fmla="*/ 8 w 8"/>
                    <a:gd name="T7" fmla="*/ 3 h 23"/>
                    <a:gd name="T8" fmla="*/ 0 w 8"/>
                    <a:gd name="T9" fmla="*/ 1 h 23"/>
                  </a:gdLst>
                  <a:ahLst/>
                  <a:cxnLst>
                    <a:cxn ang="0">
                      <a:pos x="T0" y="T1"/>
                    </a:cxn>
                    <a:cxn ang="0">
                      <a:pos x="T2" y="T3"/>
                    </a:cxn>
                    <a:cxn ang="0">
                      <a:pos x="T4" y="T5"/>
                    </a:cxn>
                    <a:cxn ang="0">
                      <a:pos x="T6" y="T7"/>
                    </a:cxn>
                    <a:cxn ang="0">
                      <a:pos x="T8" y="T9"/>
                    </a:cxn>
                  </a:cxnLst>
                  <a:rect l="0" t="0" r="r" b="b"/>
                  <a:pathLst>
                    <a:path w="8" h="23">
                      <a:moveTo>
                        <a:pt x="0" y="1"/>
                      </a:moveTo>
                      <a:cubicBezTo>
                        <a:pt x="0" y="1"/>
                        <a:pt x="0" y="18"/>
                        <a:pt x="2" y="23"/>
                      </a:cubicBezTo>
                      <a:cubicBezTo>
                        <a:pt x="5" y="23"/>
                        <a:pt x="5" y="23"/>
                        <a:pt x="5" y="23"/>
                      </a:cubicBezTo>
                      <a:cubicBezTo>
                        <a:pt x="5" y="23"/>
                        <a:pt x="8" y="5"/>
                        <a:pt x="8" y="3"/>
                      </a:cubicBezTo>
                      <a:cubicBezTo>
                        <a:pt x="8" y="0"/>
                        <a:pt x="0" y="1"/>
                        <a:pt x="0" y="1"/>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7" name="ïšlíḍê"/>
                <p:cNvSpPr/>
                <p:nvPr>
                  <p:custDataLst>
                    <p:tags r:id="rId87"/>
                  </p:custDataLst>
                </p:nvPr>
              </p:nvSpPr>
              <p:spPr bwMode="auto">
                <a:xfrm>
                  <a:off x="4098926" y="4129088"/>
                  <a:ext cx="144463" cy="930275"/>
                </a:xfrm>
                <a:custGeom>
                  <a:avLst/>
                  <a:gdLst>
                    <a:gd name="T0" fmla="*/ 46 w 47"/>
                    <a:gd name="T1" fmla="*/ 106 h 303"/>
                    <a:gd name="T2" fmla="*/ 40 w 47"/>
                    <a:gd name="T3" fmla="*/ 3 h 303"/>
                    <a:gd name="T4" fmla="*/ 0 w 47"/>
                    <a:gd name="T5" fmla="*/ 4 h 303"/>
                    <a:gd name="T6" fmla="*/ 11 w 47"/>
                    <a:gd name="T7" fmla="*/ 206 h 303"/>
                    <a:gd name="T8" fmla="*/ 19 w 47"/>
                    <a:gd name="T9" fmla="*/ 272 h 303"/>
                    <a:gd name="T10" fmla="*/ 19 w 47"/>
                    <a:gd name="T11" fmla="*/ 283 h 303"/>
                    <a:gd name="T12" fmla="*/ 40 w 47"/>
                    <a:gd name="T13" fmla="*/ 300 h 303"/>
                    <a:gd name="T14" fmla="*/ 31 w 47"/>
                    <a:gd name="T15" fmla="*/ 282 h 303"/>
                    <a:gd name="T16" fmla="*/ 32 w 47"/>
                    <a:gd name="T17" fmla="*/ 271 h 303"/>
                    <a:gd name="T18" fmla="*/ 46 w 47"/>
                    <a:gd name="T19" fmla="*/ 106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303">
                      <a:moveTo>
                        <a:pt x="46" y="106"/>
                      </a:moveTo>
                      <a:cubicBezTo>
                        <a:pt x="47" y="88"/>
                        <a:pt x="45" y="11"/>
                        <a:pt x="40" y="3"/>
                      </a:cubicBezTo>
                      <a:cubicBezTo>
                        <a:pt x="37" y="0"/>
                        <a:pt x="0" y="3"/>
                        <a:pt x="0" y="4"/>
                      </a:cubicBezTo>
                      <a:cubicBezTo>
                        <a:pt x="0" y="20"/>
                        <a:pt x="10" y="194"/>
                        <a:pt x="11" y="206"/>
                      </a:cubicBezTo>
                      <a:cubicBezTo>
                        <a:pt x="12" y="218"/>
                        <a:pt x="19" y="272"/>
                        <a:pt x="19" y="272"/>
                      </a:cubicBezTo>
                      <a:cubicBezTo>
                        <a:pt x="19" y="283"/>
                        <a:pt x="19" y="283"/>
                        <a:pt x="19" y="283"/>
                      </a:cubicBezTo>
                      <a:cubicBezTo>
                        <a:pt x="19" y="283"/>
                        <a:pt x="35" y="303"/>
                        <a:pt x="40" y="300"/>
                      </a:cubicBezTo>
                      <a:cubicBezTo>
                        <a:pt x="42" y="299"/>
                        <a:pt x="31" y="282"/>
                        <a:pt x="31" y="282"/>
                      </a:cubicBezTo>
                      <a:cubicBezTo>
                        <a:pt x="32" y="271"/>
                        <a:pt x="32" y="271"/>
                        <a:pt x="32" y="271"/>
                      </a:cubicBezTo>
                      <a:cubicBezTo>
                        <a:pt x="32" y="271"/>
                        <a:pt x="45" y="124"/>
                        <a:pt x="46" y="106"/>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8" name="iṩḻiḓê"/>
                <p:cNvSpPr/>
                <p:nvPr>
                  <p:custDataLst>
                    <p:tags r:id="rId88"/>
                  </p:custDataLst>
                </p:nvPr>
              </p:nvSpPr>
              <p:spPr bwMode="auto">
                <a:xfrm>
                  <a:off x="3967164" y="4992688"/>
                  <a:ext cx="125413" cy="109538"/>
                </a:xfrm>
                <a:custGeom>
                  <a:avLst/>
                  <a:gdLst>
                    <a:gd name="T0" fmla="*/ 3 w 41"/>
                    <a:gd name="T1" fmla="*/ 0 h 36"/>
                    <a:gd name="T2" fmla="*/ 0 w 41"/>
                    <a:gd name="T3" fmla="*/ 10 h 36"/>
                    <a:gd name="T4" fmla="*/ 19 w 41"/>
                    <a:gd name="T5" fmla="*/ 34 h 36"/>
                    <a:gd name="T6" fmla="*/ 40 w 41"/>
                    <a:gd name="T7" fmla="*/ 34 h 36"/>
                    <a:gd name="T8" fmla="*/ 32 w 41"/>
                    <a:gd name="T9" fmla="*/ 25 h 36"/>
                    <a:gd name="T10" fmla="*/ 24 w 41"/>
                    <a:gd name="T11" fmla="*/ 16 h 36"/>
                    <a:gd name="T12" fmla="*/ 16 w 41"/>
                    <a:gd name="T13" fmla="*/ 1 h 36"/>
                    <a:gd name="T14" fmla="*/ 3 w 41"/>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6">
                      <a:moveTo>
                        <a:pt x="3" y="0"/>
                      </a:moveTo>
                      <a:cubicBezTo>
                        <a:pt x="3" y="0"/>
                        <a:pt x="0" y="5"/>
                        <a:pt x="0" y="10"/>
                      </a:cubicBezTo>
                      <a:cubicBezTo>
                        <a:pt x="0" y="15"/>
                        <a:pt x="12" y="33"/>
                        <a:pt x="19" y="34"/>
                      </a:cubicBezTo>
                      <a:cubicBezTo>
                        <a:pt x="26" y="34"/>
                        <a:pt x="39" y="36"/>
                        <a:pt x="40" y="34"/>
                      </a:cubicBezTo>
                      <a:cubicBezTo>
                        <a:pt x="41" y="32"/>
                        <a:pt x="36" y="28"/>
                        <a:pt x="32" y="25"/>
                      </a:cubicBezTo>
                      <a:cubicBezTo>
                        <a:pt x="29" y="22"/>
                        <a:pt x="26" y="19"/>
                        <a:pt x="24" y="16"/>
                      </a:cubicBezTo>
                      <a:cubicBezTo>
                        <a:pt x="21" y="9"/>
                        <a:pt x="16" y="1"/>
                        <a:pt x="16" y="1"/>
                      </a:cubicBezTo>
                      <a:lnTo>
                        <a:pt x="3" y="0"/>
                      </a:ln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9" name="íṥḻiḋé"/>
                <p:cNvSpPr/>
                <p:nvPr>
                  <p:custDataLst>
                    <p:tags r:id="rId89"/>
                  </p:custDataLst>
                </p:nvPr>
              </p:nvSpPr>
              <p:spPr bwMode="auto">
                <a:xfrm>
                  <a:off x="3963989" y="5019676"/>
                  <a:ext cx="26988" cy="71438"/>
                </a:xfrm>
                <a:custGeom>
                  <a:avLst/>
                  <a:gdLst>
                    <a:gd name="T0" fmla="*/ 1 w 9"/>
                    <a:gd name="T1" fmla="*/ 0 h 23"/>
                    <a:gd name="T2" fmla="*/ 1 w 9"/>
                    <a:gd name="T3" fmla="*/ 22 h 23"/>
                    <a:gd name="T4" fmla="*/ 4 w 9"/>
                    <a:gd name="T5" fmla="*/ 23 h 23"/>
                    <a:gd name="T6" fmla="*/ 9 w 9"/>
                    <a:gd name="T7" fmla="*/ 3 h 23"/>
                    <a:gd name="T8" fmla="*/ 1 w 9"/>
                    <a:gd name="T9" fmla="*/ 0 h 23"/>
                  </a:gdLst>
                  <a:ahLst/>
                  <a:cxnLst>
                    <a:cxn ang="0">
                      <a:pos x="T0" y="T1"/>
                    </a:cxn>
                    <a:cxn ang="0">
                      <a:pos x="T2" y="T3"/>
                    </a:cxn>
                    <a:cxn ang="0">
                      <a:pos x="T4" y="T5"/>
                    </a:cxn>
                    <a:cxn ang="0">
                      <a:pos x="T6" y="T7"/>
                    </a:cxn>
                    <a:cxn ang="0">
                      <a:pos x="T8" y="T9"/>
                    </a:cxn>
                  </a:cxnLst>
                  <a:rect l="0" t="0" r="r" b="b"/>
                  <a:pathLst>
                    <a:path w="9" h="23">
                      <a:moveTo>
                        <a:pt x="1" y="0"/>
                      </a:moveTo>
                      <a:cubicBezTo>
                        <a:pt x="1" y="0"/>
                        <a:pt x="0" y="17"/>
                        <a:pt x="1" y="22"/>
                      </a:cubicBezTo>
                      <a:cubicBezTo>
                        <a:pt x="4" y="23"/>
                        <a:pt x="4" y="23"/>
                        <a:pt x="4" y="23"/>
                      </a:cubicBezTo>
                      <a:cubicBezTo>
                        <a:pt x="4" y="23"/>
                        <a:pt x="8" y="5"/>
                        <a:pt x="9" y="3"/>
                      </a:cubicBezTo>
                      <a:cubicBezTo>
                        <a:pt x="9" y="0"/>
                        <a:pt x="1" y="0"/>
                        <a:pt x="1" y="0"/>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0" name="íṣḻiḍê"/>
                <p:cNvSpPr/>
                <p:nvPr>
                  <p:custDataLst>
                    <p:tags r:id="rId90"/>
                  </p:custDataLst>
                </p:nvPr>
              </p:nvSpPr>
              <p:spPr bwMode="auto">
                <a:xfrm>
                  <a:off x="3973514" y="4132263"/>
                  <a:ext cx="152400" cy="927100"/>
                </a:xfrm>
                <a:custGeom>
                  <a:avLst/>
                  <a:gdLst>
                    <a:gd name="T0" fmla="*/ 43 w 50"/>
                    <a:gd name="T1" fmla="*/ 106 h 302"/>
                    <a:gd name="T2" fmla="*/ 45 w 50"/>
                    <a:gd name="T3" fmla="*/ 4 h 302"/>
                    <a:gd name="T4" fmla="*/ 6 w 50"/>
                    <a:gd name="T5" fmla="*/ 1 h 302"/>
                    <a:gd name="T6" fmla="*/ 0 w 50"/>
                    <a:gd name="T7" fmla="*/ 203 h 302"/>
                    <a:gd name="T8" fmla="*/ 3 w 50"/>
                    <a:gd name="T9" fmla="*/ 270 h 302"/>
                    <a:gd name="T10" fmla="*/ 1 w 50"/>
                    <a:gd name="T11" fmla="*/ 280 h 302"/>
                    <a:gd name="T12" fmla="*/ 21 w 50"/>
                    <a:gd name="T13" fmla="*/ 300 h 302"/>
                    <a:gd name="T14" fmla="*/ 14 w 50"/>
                    <a:gd name="T15" fmla="*/ 281 h 302"/>
                    <a:gd name="T16" fmla="*/ 15 w 50"/>
                    <a:gd name="T17" fmla="*/ 270 h 302"/>
                    <a:gd name="T18" fmla="*/ 43 w 50"/>
                    <a:gd name="T19" fmla="*/ 106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302">
                      <a:moveTo>
                        <a:pt x="43" y="106"/>
                      </a:moveTo>
                      <a:cubicBezTo>
                        <a:pt x="46" y="89"/>
                        <a:pt x="50" y="12"/>
                        <a:pt x="45" y="4"/>
                      </a:cubicBezTo>
                      <a:cubicBezTo>
                        <a:pt x="43" y="0"/>
                        <a:pt x="6" y="1"/>
                        <a:pt x="6" y="1"/>
                      </a:cubicBezTo>
                      <a:cubicBezTo>
                        <a:pt x="5" y="17"/>
                        <a:pt x="0" y="191"/>
                        <a:pt x="0" y="203"/>
                      </a:cubicBezTo>
                      <a:cubicBezTo>
                        <a:pt x="0" y="215"/>
                        <a:pt x="3" y="270"/>
                        <a:pt x="3" y="270"/>
                      </a:cubicBezTo>
                      <a:cubicBezTo>
                        <a:pt x="1" y="280"/>
                        <a:pt x="1" y="280"/>
                        <a:pt x="1" y="280"/>
                      </a:cubicBezTo>
                      <a:cubicBezTo>
                        <a:pt x="1" y="280"/>
                        <a:pt x="16" y="302"/>
                        <a:pt x="21" y="300"/>
                      </a:cubicBezTo>
                      <a:cubicBezTo>
                        <a:pt x="23" y="299"/>
                        <a:pt x="14" y="281"/>
                        <a:pt x="14" y="281"/>
                      </a:cubicBezTo>
                      <a:cubicBezTo>
                        <a:pt x="15" y="270"/>
                        <a:pt x="15" y="270"/>
                        <a:pt x="15" y="270"/>
                      </a:cubicBezTo>
                      <a:cubicBezTo>
                        <a:pt x="15" y="270"/>
                        <a:pt x="40" y="124"/>
                        <a:pt x="43" y="106"/>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1" name="ï$ḻîḓe"/>
                <p:cNvSpPr/>
                <p:nvPr>
                  <p:custDataLst>
                    <p:tags r:id="rId91"/>
                  </p:custDataLst>
                </p:nvPr>
              </p:nvSpPr>
              <p:spPr bwMode="auto">
                <a:xfrm>
                  <a:off x="4151314" y="3852863"/>
                  <a:ext cx="306388" cy="168275"/>
                </a:xfrm>
                <a:custGeom>
                  <a:avLst/>
                  <a:gdLst>
                    <a:gd name="T0" fmla="*/ 22 w 100"/>
                    <a:gd name="T1" fmla="*/ 0 h 55"/>
                    <a:gd name="T2" fmla="*/ 33 w 100"/>
                    <a:gd name="T3" fmla="*/ 35 h 55"/>
                    <a:gd name="T4" fmla="*/ 64 w 100"/>
                    <a:gd name="T5" fmla="*/ 40 h 55"/>
                    <a:gd name="T6" fmla="*/ 81 w 100"/>
                    <a:gd name="T7" fmla="*/ 29 h 55"/>
                    <a:gd name="T8" fmla="*/ 95 w 100"/>
                    <a:gd name="T9" fmla="*/ 29 h 55"/>
                    <a:gd name="T10" fmla="*/ 96 w 100"/>
                    <a:gd name="T11" fmla="*/ 31 h 55"/>
                    <a:gd name="T12" fmla="*/ 100 w 100"/>
                    <a:gd name="T13" fmla="*/ 34 h 55"/>
                    <a:gd name="T14" fmla="*/ 94 w 100"/>
                    <a:gd name="T15" fmla="*/ 34 h 55"/>
                    <a:gd name="T16" fmla="*/ 89 w 100"/>
                    <a:gd name="T17" fmla="*/ 34 h 55"/>
                    <a:gd name="T18" fmla="*/ 98 w 100"/>
                    <a:gd name="T19" fmla="*/ 36 h 55"/>
                    <a:gd name="T20" fmla="*/ 95 w 100"/>
                    <a:gd name="T21" fmla="*/ 38 h 55"/>
                    <a:gd name="T22" fmla="*/ 87 w 100"/>
                    <a:gd name="T23" fmla="*/ 38 h 55"/>
                    <a:gd name="T24" fmla="*/ 88 w 100"/>
                    <a:gd name="T25" fmla="*/ 38 h 55"/>
                    <a:gd name="T26" fmla="*/ 92 w 100"/>
                    <a:gd name="T27" fmla="*/ 39 h 55"/>
                    <a:gd name="T28" fmla="*/ 86 w 100"/>
                    <a:gd name="T29" fmla="*/ 41 h 55"/>
                    <a:gd name="T30" fmla="*/ 81 w 100"/>
                    <a:gd name="T31" fmla="*/ 45 h 55"/>
                    <a:gd name="T32" fmla="*/ 76 w 100"/>
                    <a:gd name="T33" fmla="*/ 48 h 55"/>
                    <a:gd name="T34" fmla="*/ 67 w 100"/>
                    <a:gd name="T35" fmla="*/ 49 h 55"/>
                    <a:gd name="T36" fmla="*/ 66 w 100"/>
                    <a:gd name="T37" fmla="*/ 48 h 55"/>
                    <a:gd name="T38" fmla="*/ 66 w 100"/>
                    <a:gd name="T39" fmla="*/ 49 h 55"/>
                    <a:gd name="T40" fmla="*/ 21 w 100"/>
                    <a:gd name="T41" fmla="*/ 50 h 55"/>
                    <a:gd name="T42" fmla="*/ 0 w 100"/>
                    <a:gd name="T43" fmla="*/ 9 h 55"/>
                    <a:gd name="T44" fmla="*/ 22 w 100"/>
                    <a:gd name="T45"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0" h="55">
                      <a:moveTo>
                        <a:pt x="22" y="0"/>
                      </a:moveTo>
                      <a:cubicBezTo>
                        <a:pt x="22" y="0"/>
                        <a:pt x="30" y="34"/>
                        <a:pt x="33" y="35"/>
                      </a:cubicBezTo>
                      <a:cubicBezTo>
                        <a:pt x="42" y="37"/>
                        <a:pt x="59" y="41"/>
                        <a:pt x="64" y="40"/>
                      </a:cubicBezTo>
                      <a:cubicBezTo>
                        <a:pt x="64" y="40"/>
                        <a:pt x="78" y="30"/>
                        <a:pt x="81" y="29"/>
                      </a:cubicBezTo>
                      <a:cubicBezTo>
                        <a:pt x="84" y="28"/>
                        <a:pt x="93" y="27"/>
                        <a:pt x="95" y="29"/>
                      </a:cubicBezTo>
                      <a:cubicBezTo>
                        <a:pt x="98" y="30"/>
                        <a:pt x="96" y="31"/>
                        <a:pt x="96" y="31"/>
                      </a:cubicBezTo>
                      <a:cubicBezTo>
                        <a:pt x="96" y="31"/>
                        <a:pt x="100" y="33"/>
                        <a:pt x="100" y="34"/>
                      </a:cubicBezTo>
                      <a:cubicBezTo>
                        <a:pt x="100" y="34"/>
                        <a:pt x="95" y="34"/>
                        <a:pt x="94" y="34"/>
                      </a:cubicBezTo>
                      <a:cubicBezTo>
                        <a:pt x="93" y="34"/>
                        <a:pt x="89" y="34"/>
                        <a:pt x="89" y="34"/>
                      </a:cubicBezTo>
                      <a:cubicBezTo>
                        <a:pt x="89" y="34"/>
                        <a:pt x="98" y="36"/>
                        <a:pt x="98" y="36"/>
                      </a:cubicBezTo>
                      <a:cubicBezTo>
                        <a:pt x="98" y="37"/>
                        <a:pt x="96" y="38"/>
                        <a:pt x="95" y="38"/>
                      </a:cubicBezTo>
                      <a:cubicBezTo>
                        <a:pt x="94" y="38"/>
                        <a:pt x="89" y="37"/>
                        <a:pt x="87" y="38"/>
                      </a:cubicBezTo>
                      <a:cubicBezTo>
                        <a:pt x="87" y="38"/>
                        <a:pt x="88" y="38"/>
                        <a:pt x="88" y="38"/>
                      </a:cubicBezTo>
                      <a:cubicBezTo>
                        <a:pt x="90" y="37"/>
                        <a:pt x="93" y="38"/>
                        <a:pt x="92" y="39"/>
                      </a:cubicBezTo>
                      <a:cubicBezTo>
                        <a:pt x="91" y="40"/>
                        <a:pt x="89" y="40"/>
                        <a:pt x="86" y="41"/>
                      </a:cubicBezTo>
                      <a:cubicBezTo>
                        <a:pt x="85" y="42"/>
                        <a:pt x="82" y="44"/>
                        <a:pt x="81" y="45"/>
                      </a:cubicBezTo>
                      <a:cubicBezTo>
                        <a:pt x="81" y="45"/>
                        <a:pt x="77" y="48"/>
                        <a:pt x="76" y="48"/>
                      </a:cubicBezTo>
                      <a:cubicBezTo>
                        <a:pt x="73" y="49"/>
                        <a:pt x="70" y="50"/>
                        <a:pt x="67" y="49"/>
                      </a:cubicBezTo>
                      <a:cubicBezTo>
                        <a:pt x="67" y="49"/>
                        <a:pt x="66" y="49"/>
                        <a:pt x="66" y="48"/>
                      </a:cubicBezTo>
                      <a:cubicBezTo>
                        <a:pt x="66" y="49"/>
                        <a:pt x="66" y="49"/>
                        <a:pt x="66" y="49"/>
                      </a:cubicBezTo>
                      <a:cubicBezTo>
                        <a:pt x="66" y="49"/>
                        <a:pt x="31" y="55"/>
                        <a:pt x="21" y="50"/>
                      </a:cubicBezTo>
                      <a:cubicBezTo>
                        <a:pt x="12" y="45"/>
                        <a:pt x="0" y="9"/>
                        <a:pt x="0" y="9"/>
                      </a:cubicBezTo>
                      <a:cubicBezTo>
                        <a:pt x="22" y="0"/>
                        <a:pt x="22" y="0"/>
                        <a:pt x="22" y="0"/>
                      </a:cubicBezTo>
                    </a:path>
                  </a:pathLst>
                </a:custGeom>
                <a:solidFill>
                  <a:srgbClr val="FFD1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2" name="iş1íḑè"/>
                <p:cNvSpPr/>
                <p:nvPr>
                  <p:custDataLst>
                    <p:tags r:id="rId92"/>
                  </p:custDataLst>
                </p:nvPr>
              </p:nvSpPr>
              <p:spPr bwMode="auto">
                <a:xfrm>
                  <a:off x="3930651" y="3975101"/>
                  <a:ext cx="368300" cy="636588"/>
                </a:xfrm>
                <a:custGeom>
                  <a:avLst/>
                  <a:gdLst>
                    <a:gd name="T0" fmla="*/ 88 w 120"/>
                    <a:gd name="T1" fmla="*/ 45 h 207"/>
                    <a:gd name="T2" fmla="*/ 120 w 120"/>
                    <a:gd name="T3" fmla="*/ 183 h 207"/>
                    <a:gd name="T4" fmla="*/ 0 w 120"/>
                    <a:gd name="T5" fmla="*/ 189 h 207"/>
                    <a:gd name="T6" fmla="*/ 10 w 120"/>
                    <a:gd name="T7" fmla="*/ 57 h 207"/>
                    <a:gd name="T8" fmla="*/ 88 w 120"/>
                    <a:gd name="T9" fmla="*/ 45 h 207"/>
                  </a:gdLst>
                  <a:ahLst/>
                  <a:cxnLst>
                    <a:cxn ang="0">
                      <a:pos x="T0" y="T1"/>
                    </a:cxn>
                    <a:cxn ang="0">
                      <a:pos x="T2" y="T3"/>
                    </a:cxn>
                    <a:cxn ang="0">
                      <a:pos x="T4" y="T5"/>
                    </a:cxn>
                    <a:cxn ang="0">
                      <a:pos x="T6" y="T7"/>
                    </a:cxn>
                    <a:cxn ang="0">
                      <a:pos x="T8" y="T9"/>
                    </a:cxn>
                  </a:cxnLst>
                  <a:rect l="0" t="0" r="r" b="b"/>
                  <a:pathLst>
                    <a:path w="120" h="207">
                      <a:moveTo>
                        <a:pt x="88" y="45"/>
                      </a:moveTo>
                      <a:cubicBezTo>
                        <a:pt x="108" y="65"/>
                        <a:pt x="101" y="148"/>
                        <a:pt x="120" y="183"/>
                      </a:cubicBezTo>
                      <a:cubicBezTo>
                        <a:pt x="120" y="183"/>
                        <a:pt x="55" y="207"/>
                        <a:pt x="0" y="189"/>
                      </a:cubicBezTo>
                      <a:cubicBezTo>
                        <a:pt x="10" y="165"/>
                        <a:pt x="2" y="100"/>
                        <a:pt x="10" y="57"/>
                      </a:cubicBezTo>
                      <a:cubicBezTo>
                        <a:pt x="16" y="29"/>
                        <a:pt x="74" y="0"/>
                        <a:pt x="88" y="45"/>
                      </a:cubicBezTo>
                      <a:close/>
                    </a:path>
                  </a:pathLst>
                </a:custGeom>
                <a:solidFill>
                  <a:srgbClr val="5F4F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3" name="íSļíḍe"/>
                <p:cNvSpPr/>
                <p:nvPr>
                  <p:custDataLst>
                    <p:tags r:id="rId93"/>
                  </p:custDataLst>
                </p:nvPr>
              </p:nvSpPr>
              <p:spPr bwMode="auto">
                <a:xfrm>
                  <a:off x="3921126" y="3741738"/>
                  <a:ext cx="328613" cy="509588"/>
                </a:xfrm>
                <a:custGeom>
                  <a:avLst/>
                  <a:gdLst>
                    <a:gd name="T0" fmla="*/ 107 w 107"/>
                    <a:gd name="T1" fmla="*/ 145 h 166"/>
                    <a:gd name="T2" fmla="*/ 5 w 107"/>
                    <a:gd name="T3" fmla="*/ 157 h 166"/>
                    <a:gd name="T4" fmla="*/ 21 w 107"/>
                    <a:gd name="T5" fmla="*/ 71 h 166"/>
                    <a:gd name="T6" fmla="*/ 8 w 107"/>
                    <a:gd name="T7" fmla="*/ 79 h 166"/>
                    <a:gd name="T8" fmla="*/ 5 w 107"/>
                    <a:gd name="T9" fmla="*/ 37 h 166"/>
                    <a:gd name="T10" fmla="*/ 34 w 107"/>
                    <a:gd name="T11" fmla="*/ 7 h 166"/>
                    <a:gd name="T12" fmla="*/ 92 w 107"/>
                    <a:gd name="T13" fmla="*/ 23 h 166"/>
                    <a:gd name="T14" fmla="*/ 100 w 107"/>
                    <a:gd name="T15" fmla="*/ 37 h 166"/>
                    <a:gd name="T16" fmla="*/ 98 w 107"/>
                    <a:gd name="T17" fmla="*/ 38 h 166"/>
                    <a:gd name="T18" fmla="*/ 98 w 107"/>
                    <a:gd name="T19" fmla="*/ 38 h 166"/>
                    <a:gd name="T20" fmla="*/ 88 w 107"/>
                    <a:gd name="T21" fmla="*/ 43 h 166"/>
                    <a:gd name="T22" fmla="*/ 93 w 107"/>
                    <a:gd name="T23" fmla="*/ 52 h 166"/>
                    <a:gd name="T24" fmla="*/ 90 w 107"/>
                    <a:gd name="T25" fmla="*/ 65 h 166"/>
                    <a:gd name="T26" fmla="*/ 86 w 107"/>
                    <a:gd name="T27" fmla="*/ 94 h 166"/>
                    <a:gd name="T28" fmla="*/ 107 w 107"/>
                    <a:gd name="T29" fmla="*/ 145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7" h="166">
                      <a:moveTo>
                        <a:pt x="107" y="145"/>
                      </a:moveTo>
                      <a:cubicBezTo>
                        <a:pt x="98" y="166"/>
                        <a:pt x="5" y="157"/>
                        <a:pt x="5" y="157"/>
                      </a:cubicBezTo>
                      <a:cubicBezTo>
                        <a:pt x="5" y="157"/>
                        <a:pt x="24" y="91"/>
                        <a:pt x="21" y="71"/>
                      </a:cubicBezTo>
                      <a:cubicBezTo>
                        <a:pt x="15" y="75"/>
                        <a:pt x="8" y="79"/>
                        <a:pt x="8" y="79"/>
                      </a:cubicBezTo>
                      <a:cubicBezTo>
                        <a:pt x="8" y="79"/>
                        <a:pt x="0" y="61"/>
                        <a:pt x="5" y="37"/>
                      </a:cubicBezTo>
                      <a:cubicBezTo>
                        <a:pt x="10" y="13"/>
                        <a:pt x="34" y="7"/>
                        <a:pt x="34" y="7"/>
                      </a:cubicBezTo>
                      <a:cubicBezTo>
                        <a:pt x="34" y="7"/>
                        <a:pt x="72" y="0"/>
                        <a:pt x="92" y="23"/>
                      </a:cubicBezTo>
                      <a:cubicBezTo>
                        <a:pt x="96" y="28"/>
                        <a:pt x="100" y="37"/>
                        <a:pt x="100" y="37"/>
                      </a:cubicBezTo>
                      <a:cubicBezTo>
                        <a:pt x="100" y="37"/>
                        <a:pt x="100" y="37"/>
                        <a:pt x="98" y="38"/>
                      </a:cubicBezTo>
                      <a:cubicBezTo>
                        <a:pt x="98" y="38"/>
                        <a:pt x="98" y="38"/>
                        <a:pt x="98" y="38"/>
                      </a:cubicBezTo>
                      <a:cubicBezTo>
                        <a:pt x="94" y="40"/>
                        <a:pt x="88" y="43"/>
                        <a:pt x="88" y="43"/>
                      </a:cubicBezTo>
                      <a:cubicBezTo>
                        <a:pt x="91" y="46"/>
                        <a:pt x="93" y="50"/>
                        <a:pt x="93" y="52"/>
                      </a:cubicBezTo>
                      <a:cubicBezTo>
                        <a:pt x="94" y="56"/>
                        <a:pt x="92" y="60"/>
                        <a:pt x="90" y="65"/>
                      </a:cubicBezTo>
                      <a:cubicBezTo>
                        <a:pt x="87" y="74"/>
                        <a:pt x="86" y="87"/>
                        <a:pt x="86" y="94"/>
                      </a:cubicBezTo>
                      <a:cubicBezTo>
                        <a:pt x="87" y="106"/>
                        <a:pt x="107" y="145"/>
                        <a:pt x="107" y="145"/>
                      </a:cubicBezTo>
                    </a:path>
                  </a:pathLst>
                </a:custGeom>
                <a:solidFill>
                  <a:srgbClr val="FA988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4" name="íṡľïḍe"/>
                <p:cNvSpPr/>
                <p:nvPr>
                  <p:custDataLst>
                    <p:tags r:id="rId94"/>
                  </p:custDataLst>
                </p:nvPr>
              </p:nvSpPr>
              <p:spPr bwMode="auto">
                <a:xfrm>
                  <a:off x="3997326" y="3576638"/>
                  <a:ext cx="173038" cy="249238"/>
                </a:xfrm>
                <a:custGeom>
                  <a:avLst/>
                  <a:gdLst>
                    <a:gd name="T0" fmla="*/ 36 w 56"/>
                    <a:gd name="T1" fmla="*/ 54 h 81"/>
                    <a:gd name="T2" fmla="*/ 45 w 56"/>
                    <a:gd name="T3" fmla="*/ 0 h 81"/>
                    <a:gd name="T4" fmla="*/ 23 w 56"/>
                    <a:gd name="T5" fmla="*/ 2 h 81"/>
                    <a:gd name="T6" fmla="*/ 13 w 56"/>
                    <a:gd name="T7" fmla="*/ 3 h 81"/>
                    <a:gd name="T8" fmla="*/ 10 w 56"/>
                    <a:gd name="T9" fmla="*/ 19 h 81"/>
                    <a:gd name="T10" fmla="*/ 1 w 56"/>
                    <a:gd name="T11" fmla="*/ 20 h 81"/>
                    <a:gd name="T12" fmla="*/ 5 w 56"/>
                    <a:gd name="T13" fmla="*/ 31 h 81"/>
                    <a:gd name="T14" fmla="*/ 16 w 56"/>
                    <a:gd name="T15" fmla="*/ 52 h 81"/>
                    <a:gd name="T16" fmla="*/ 13 w 56"/>
                    <a:gd name="T17" fmla="*/ 61 h 81"/>
                    <a:gd name="T18" fmla="*/ 32 w 56"/>
                    <a:gd name="T19" fmla="*/ 77 h 81"/>
                    <a:gd name="T20" fmla="*/ 37 w 56"/>
                    <a:gd name="T21" fmla="*/ 66 h 81"/>
                    <a:gd name="T22" fmla="*/ 36 w 56"/>
                    <a:gd name="T23" fmla="*/ 5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81">
                      <a:moveTo>
                        <a:pt x="36" y="54"/>
                      </a:moveTo>
                      <a:cubicBezTo>
                        <a:pt x="56" y="39"/>
                        <a:pt x="45" y="0"/>
                        <a:pt x="45" y="0"/>
                      </a:cubicBezTo>
                      <a:cubicBezTo>
                        <a:pt x="23" y="2"/>
                        <a:pt x="23" y="2"/>
                        <a:pt x="23" y="2"/>
                      </a:cubicBezTo>
                      <a:cubicBezTo>
                        <a:pt x="13" y="3"/>
                        <a:pt x="13" y="3"/>
                        <a:pt x="13" y="3"/>
                      </a:cubicBezTo>
                      <a:cubicBezTo>
                        <a:pt x="10" y="19"/>
                        <a:pt x="10" y="19"/>
                        <a:pt x="10" y="19"/>
                      </a:cubicBezTo>
                      <a:cubicBezTo>
                        <a:pt x="10" y="19"/>
                        <a:pt x="1" y="13"/>
                        <a:pt x="1" y="20"/>
                      </a:cubicBezTo>
                      <a:cubicBezTo>
                        <a:pt x="0" y="25"/>
                        <a:pt x="5" y="31"/>
                        <a:pt x="5" y="31"/>
                      </a:cubicBezTo>
                      <a:cubicBezTo>
                        <a:pt x="5" y="31"/>
                        <a:pt x="7" y="44"/>
                        <a:pt x="16" y="52"/>
                      </a:cubicBezTo>
                      <a:cubicBezTo>
                        <a:pt x="16" y="54"/>
                        <a:pt x="14" y="59"/>
                        <a:pt x="13" y="61"/>
                      </a:cubicBezTo>
                      <a:cubicBezTo>
                        <a:pt x="13" y="61"/>
                        <a:pt x="24" y="74"/>
                        <a:pt x="32" y="77"/>
                      </a:cubicBezTo>
                      <a:cubicBezTo>
                        <a:pt x="41" y="81"/>
                        <a:pt x="37" y="66"/>
                        <a:pt x="37" y="66"/>
                      </a:cubicBezTo>
                      <a:cubicBezTo>
                        <a:pt x="37" y="66"/>
                        <a:pt x="36" y="59"/>
                        <a:pt x="36" y="54"/>
                      </a:cubicBezTo>
                      <a:close/>
                    </a:path>
                  </a:pathLst>
                </a:custGeom>
                <a:solidFill>
                  <a:srgbClr val="FFD0B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5" name="isḷîdè"/>
                <p:cNvSpPr/>
                <p:nvPr>
                  <p:custDataLst>
                    <p:tags r:id="rId95"/>
                  </p:custDataLst>
                </p:nvPr>
              </p:nvSpPr>
              <p:spPr bwMode="auto">
                <a:xfrm>
                  <a:off x="3997326" y="3576638"/>
                  <a:ext cx="173038" cy="249238"/>
                </a:xfrm>
                <a:custGeom>
                  <a:avLst/>
                  <a:gdLst>
                    <a:gd name="T0" fmla="*/ 36 w 56"/>
                    <a:gd name="T1" fmla="*/ 54 h 81"/>
                    <a:gd name="T2" fmla="*/ 45 w 56"/>
                    <a:gd name="T3" fmla="*/ 0 h 81"/>
                    <a:gd name="T4" fmla="*/ 23 w 56"/>
                    <a:gd name="T5" fmla="*/ 2 h 81"/>
                    <a:gd name="T6" fmla="*/ 13 w 56"/>
                    <a:gd name="T7" fmla="*/ 3 h 81"/>
                    <a:gd name="T8" fmla="*/ 10 w 56"/>
                    <a:gd name="T9" fmla="*/ 19 h 81"/>
                    <a:gd name="T10" fmla="*/ 1 w 56"/>
                    <a:gd name="T11" fmla="*/ 20 h 81"/>
                    <a:gd name="T12" fmla="*/ 5 w 56"/>
                    <a:gd name="T13" fmla="*/ 31 h 81"/>
                    <a:gd name="T14" fmla="*/ 16 w 56"/>
                    <a:gd name="T15" fmla="*/ 52 h 81"/>
                    <a:gd name="T16" fmla="*/ 13 w 56"/>
                    <a:gd name="T17" fmla="*/ 61 h 81"/>
                    <a:gd name="T18" fmla="*/ 32 w 56"/>
                    <a:gd name="T19" fmla="*/ 77 h 81"/>
                    <a:gd name="T20" fmla="*/ 37 w 56"/>
                    <a:gd name="T21" fmla="*/ 66 h 81"/>
                    <a:gd name="T22" fmla="*/ 36 w 56"/>
                    <a:gd name="T23" fmla="*/ 5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81">
                      <a:moveTo>
                        <a:pt x="36" y="54"/>
                      </a:moveTo>
                      <a:cubicBezTo>
                        <a:pt x="56" y="39"/>
                        <a:pt x="45" y="0"/>
                        <a:pt x="45" y="0"/>
                      </a:cubicBezTo>
                      <a:cubicBezTo>
                        <a:pt x="23" y="2"/>
                        <a:pt x="23" y="2"/>
                        <a:pt x="23" y="2"/>
                      </a:cubicBezTo>
                      <a:cubicBezTo>
                        <a:pt x="13" y="3"/>
                        <a:pt x="13" y="3"/>
                        <a:pt x="13" y="3"/>
                      </a:cubicBezTo>
                      <a:cubicBezTo>
                        <a:pt x="10" y="19"/>
                        <a:pt x="10" y="19"/>
                        <a:pt x="10" y="19"/>
                      </a:cubicBezTo>
                      <a:cubicBezTo>
                        <a:pt x="10" y="19"/>
                        <a:pt x="1" y="13"/>
                        <a:pt x="1" y="20"/>
                      </a:cubicBezTo>
                      <a:cubicBezTo>
                        <a:pt x="0" y="25"/>
                        <a:pt x="5" y="31"/>
                        <a:pt x="5" y="31"/>
                      </a:cubicBezTo>
                      <a:cubicBezTo>
                        <a:pt x="5" y="31"/>
                        <a:pt x="7" y="44"/>
                        <a:pt x="16" y="52"/>
                      </a:cubicBezTo>
                      <a:cubicBezTo>
                        <a:pt x="16" y="54"/>
                        <a:pt x="14" y="59"/>
                        <a:pt x="13" y="61"/>
                      </a:cubicBezTo>
                      <a:cubicBezTo>
                        <a:pt x="13" y="61"/>
                        <a:pt x="24" y="74"/>
                        <a:pt x="32" y="77"/>
                      </a:cubicBezTo>
                      <a:cubicBezTo>
                        <a:pt x="41" y="81"/>
                        <a:pt x="37" y="66"/>
                        <a:pt x="37" y="66"/>
                      </a:cubicBezTo>
                      <a:cubicBezTo>
                        <a:pt x="37" y="66"/>
                        <a:pt x="36" y="59"/>
                        <a:pt x="36" y="54"/>
                      </a:cubicBezTo>
                      <a:close/>
                    </a:path>
                  </a:pathLst>
                </a:custGeom>
                <a:solidFill>
                  <a:srgbClr val="FFD1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6" name="iŝļíḍe"/>
                <p:cNvSpPr/>
                <p:nvPr>
                  <p:custDataLst>
                    <p:tags r:id="rId96"/>
                  </p:custDataLst>
                </p:nvPr>
              </p:nvSpPr>
              <p:spPr bwMode="auto">
                <a:xfrm>
                  <a:off x="3994151" y="3859213"/>
                  <a:ext cx="55563" cy="98425"/>
                </a:xfrm>
                <a:custGeom>
                  <a:avLst/>
                  <a:gdLst>
                    <a:gd name="T0" fmla="*/ 9 w 18"/>
                    <a:gd name="T1" fmla="*/ 0 h 32"/>
                    <a:gd name="T2" fmla="*/ 15 w 18"/>
                    <a:gd name="T3" fmla="*/ 21 h 32"/>
                    <a:gd name="T4" fmla="*/ 3 w 18"/>
                    <a:gd name="T5" fmla="*/ 28 h 32"/>
                    <a:gd name="T6" fmla="*/ 0 w 18"/>
                    <a:gd name="T7" fmla="*/ 32 h 32"/>
                    <a:gd name="T8" fmla="*/ 18 w 18"/>
                    <a:gd name="T9" fmla="*/ 22 h 32"/>
                    <a:gd name="T10" fmla="*/ 9 w 18"/>
                    <a:gd name="T11" fmla="*/ 0 h 32"/>
                  </a:gdLst>
                  <a:ahLst/>
                  <a:cxnLst>
                    <a:cxn ang="0">
                      <a:pos x="T0" y="T1"/>
                    </a:cxn>
                    <a:cxn ang="0">
                      <a:pos x="T2" y="T3"/>
                    </a:cxn>
                    <a:cxn ang="0">
                      <a:pos x="T4" y="T5"/>
                    </a:cxn>
                    <a:cxn ang="0">
                      <a:pos x="T6" y="T7"/>
                    </a:cxn>
                    <a:cxn ang="0">
                      <a:pos x="T8" y="T9"/>
                    </a:cxn>
                    <a:cxn ang="0">
                      <a:pos x="T10" y="T11"/>
                    </a:cxn>
                  </a:cxnLst>
                  <a:rect l="0" t="0" r="r" b="b"/>
                  <a:pathLst>
                    <a:path w="18" h="32">
                      <a:moveTo>
                        <a:pt x="9" y="0"/>
                      </a:moveTo>
                      <a:cubicBezTo>
                        <a:pt x="15" y="21"/>
                        <a:pt x="15" y="21"/>
                        <a:pt x="15" y="21"/>
                      </a:cubicBezTo>
                      <a:cubicBezTo>
                        <a:pt x="10" y="25"/>
                        <a:pt x="3" y="28"/>
                        <a:pt x="3" y="28"/>
                      </a:cubicBezTo>
                      <a:cubicBezTo>
                        <a:pt x="0" y="32"/>
                        <a:pt x="0" y="32"/>
                        <a:pt x="0" y="32"/>
                      </a:cubicBezTo>
                      <a:cubicBezTo>
                        <a:pt x="18" y="22"/>
                        <a:pt x="18" y="22"/>
                        <a:pt x="18" y="22"/>
                      </a:cubicBezTo>
                      <a:cubicBezTo>
                        <a:pt x="9" y="0"/>
                        <a:pt x="9" y="0"/>
                        <a:pt x="9" y="0"/>
                      </a:cubicBezTo>
                    </a:path>
                  </a:pathLst>
                </a:custGeom>
                <a:solidFill>
                  <a:srgbClr val="F7736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7" name="ïṩḷïdê"/>
                <p:cNvSpPr/>
                <p:nvPr>
                  <p:custDataLst>
                    <p:tags r:id="rId97"/>
                  </p:custDataLst>
                </p:nvPr>
              </p:nvSpPr>
              <p:spPr bwMode="auto">
                <a:xfrm>
                  <a:off x="3954464" y="3944938"/>
                  <a:ext cx="258763" cy="177800"/>
                </a:xfrm>
                <a:custGeom>
                  <a:avLst/>
                  <a:gdLst>
                    <a:gd name="T0" fmla="*/ 26 w 84"/>
                    <a:gd name="T1" fmla="*/ 53 h 58"/>
                    <a:gd name="T2" fmla="*/ 62 w 84"/>
                    <a:gd name="T3" fmla="*/ 55 h 58"/>
                    <a:gd name="T4" fmla="*/ 63 w 84"/>
                    <a:gd name="T5" fmla="*/ 55 h 58"/>
                    <a:gd name="T6" fmla="*/ 79 w 84"/>
                    <a:gd name="T7" fmla="*/ 56 h 58"/>
                    <a:gd name="T8" fmla="*/ 82 w 84"/>
                    <a:gd name="T9" fmla="*/ 52 h 58"/>
                    <a:gd name="T10" fmla="*/ 81 w 84"/>
                    <a:gd name="T11" fmla="*/ 48 h 58"/>
                    <a:gd name="T12" fmla="*/ 80 w 84"/>
                    <a:gd name="T13" fmla="*/ 44 h 58"/>
                    <a:gd name="T14" fmla="*/ 79 w 84"/>
                    <a:gd name="T15" fmla="*/ 40 h 58"/>
                    <a:gd name="T16" fmla="*/ 70 w 84"/>
                    <a:gd name="T17" fmla="*/ 42 h 58"/>
                    <a:gd name="T18" fmla="*/ 73 w 84"/>
                    <a:gd name="T19" fmla="*/ 35 h 58"/>
                    <a:gd name="T20" fmla="*/ 70 w 84"/>
                    <a:gd name="T21" fmla="*/ 32 h 58"/>
                    <a:gd name="T22" fmla="*/ 64 w 84"/>
                    <a:gd name="T23" fmla="*/ 44 h 58"/>
                    <a:gd name="T24" fmla="*/ 62 w 84"/>
                    <a:gd name="T25" fmla="*/ 46 h 58"/>
                    <a:gd name="T26" fmla="*/ 36 w 84"/>
                    <a:gd name="T27" fmla="*/ 39 h 58"/>
                    <a:gd name="T28" fmla="*/ 16 w 84"/>
                    <a:gd name="T29" fmla="*/ 0 h 58"/>
                    <a:gd name="T30" fmla="*/ 0 w 84"/>
                    <a:gd name="T31" fmla="*/ 11 h 58"/>
                    <a:gd name="T32" fmla="*/ 26 w 84"/>
                    <a:gd name="T33"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4" h="58">
                      <a:moveTo>
                        <a:pt x="26" y="53"/>
                      </a:moveTo>
                      <a:cubicBezTo>
                        <a:pt x="30" y="57"/>
                        <a:pt x="57" y="55"/>
                        <a:pt x="62" y="55"/>
                      </a:cubicBezTo>
                      <a:cubicBezTo>
                        <a:pt x="63" y="55"/>
                        <a:pt x="63" y="55"/>
                        <a:pt x="63" y="55"/>
                      </a:cubicBezTo>
                      <a:cubicBezTo>
                        <a:pt x="66" y="56"/>
                        <a:pt x="74" y="58"/>
                        <a:pt x="79" y="56"/>
                      </a:cubicBezTo>
                      <a:cubicBezTo>
                        <a:pt x="83" y="55"/>
                        <a:pt x="82" y="52"/>
                        <a:pt x="82" y="52"/>
                      </a:cubicBezTo>
                      <a:cubicBezTo>
                        <a:pt x="84" y="49"/>
                        <a:pt x="81" y="48"/>
                        <a:pt x="81" y="48"/>
                      </a:cubicBezTo>
                      <a:cubicBezTo>
                        <a:pt x="84" y="46"/>
                        <a:pt x="80" y="44"/>
                        <a:pt x="80" y="44"/>
                      </a:cubicBezTo>
                      <a:cubicBezTo>
                        <a:pt x="83" y="42"/>
                        <a:pt x="80" y="40"/>
                        <a:pt x="79" y="40"/>
                      </a:cubicBezTo>
                      <a:cubicBezTo>
                        <a:pt x="76" y="40"/>
                        <a:pt x="70" y="42"/>
                        <a:pt x="70" y="42"/>
                      </a:cubicBezTo>
                      <a:cubicBezTo>
                        <a:pt x="71" y="42"/>
                        <a:pt x="74" y="37"/>
                        <a:pt x="73" y="35"/>
                      </a:cubicBezTo>
                      <a:cubicBezTo>
                        <a:pt x="73" y="33"/>
                        <a:pt x="70" y="30"/>
                        <a:pt x="70" y="32"/>
                      </a:cubicBezTo>
                      <a:cubicBezTo>
                        <a:pt x="69" y="39"/>
                        <a:pt x="66" y="39"/>
                        <a:pt x="64" y="44"/>
                      </a:cubicBezTo>
                      <a:cubicBezTo>
                        <a:pt x="64" y="45"/>
                        <a:pt x="63" y="46"/>
                        <a:pt x="62" y="46"/>
                      </a:cubicBezTo>
                      <a:cubicBezTo>
                        <a:pt x="57" y="46"/>
                        <a:pt x="44" y="44"/>
                        <a:pt x="36" y="39"/>
                      </a:cubicBezTo>
                      <a:cubicBezTo>
                        <a:pt x="30" y="32"/>
                        <a:pt x="19" y="10"/>
                        <a:pt x="16" y="0"/>
                      </a:cubicBezTo>
                      <a:cubicBezTo>
                        <a:pt x="0" y="11"/>
                        <a:pt x="0" y="11"/>
                        <a:pt x="0" y="11"/>
                      </a:cubicBezTo>
                      <a:cubicBezTo>
                        <a:pt x="4" y="20"/>
                        <a:pt x="20" y="47"/>
                        <a:pt x="26" y="53"/>
                      </a:cubicBezTo>
                      <a:close/>
                    </a:path>
                  </a:pathLst>
                </a:custGeom>
                <a:solidFill>
                  <a:srgbClr val="FFD1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8" name="îSḻíḓe"/>
                <p:cNvSpPr/>
                <p:nvPr>
                  <p:custDataLst>
                    <p:tags r:id="rId98"/>
                  </p:custDataLst>
                </p:nvPr>
              </p:nvSpPr>
              <p:spPr bwMode="auto">
                <a:xfrm>
                  <a:off x="4151314" y="3819526"/>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0" y="0"/>
                        <a:pt x="1" y="0"/>
                      </a:cubicBezTo>
                      <a:cubicBezTo>
                        <a:pt x="0" y="0"/>
                        <a:pt x="0" y="0"/>
                        <a:pt x="0" y="0"/>
                      </a:cubicBezTo>
                    </a:path>
                  </a:pathLst>
                </a:custGeom>
                <a:solidFill>
                  <a:srgbClr val="F7736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9" name="ïSlîḑê"/>
                <p:cNvSpPr/>
                <p:nvPr>
                  <p:custDataLst>
                    <p:tags r:id="rId99"/>
                  </p:custDataLst>
                </p:nvPr>
              </p:nvSpPr>
              <p:spPr bwMode="auto">
                <a:xfrm>
                  <a:off x="4191001" y="3871913"/>
                  <a:ext cx="6350" cy="1588"/>
                </a:xfrm>
                <a:custGeom>
                  <a:avLst/>
                  <a:gdLst>
                    <a:gd name="T0" fmla="*/ 2 w 2"/>
                    <a:gd name="T1" fmla="*/ 0 h 1"/>
                    <a:gd name="T2" fmla="*/ 0 w 2"/>
                    <a:gd name="T3" fmla="*/ 1 h 1"/>
                    <a:gd name="T4" fmla="*/ 2 w 2"/>
                    <a:gd name="T5" fmla="*/ 0 h 1"/>
                    <a:gd name="T6" fmla="*/ 2 w 2"/>
                    <a:gd name="T7" fmla="*/ 0 h 1"/>
                  </a:gdLst>
                  <a:ahLst/>
                  <a:cxnLst>
                    <a:cxn ang="0">
                      <a:pos x="T0" y="T1"/>
                    </a:cxn>
                    <a:cxn ang="0">
                      <a:pos x="T2" y="T3"/>
                    </a:cxn>
                    <a:cxn ang="0">
                      <a:pos x="T4" y="T5"/>
                    </a:cxn>
                    <a:cxn ang="0">
                      <a:pos x="T6" y="T7"/>
                    </a:cxn>
                  </a:cxnLst>
                  <a:rect l="0" t="0" r="r" b="b"/>
                  <a:pathLst>
                    <a:path w="2" h="1">
                      <a:moveTo>
                        <a:pt x="2" y="0"/>
                      </a:moveTo>
                      <a:cubicBezTo>
                        <a:pt x="1" y="1"/>
                        <a:pt x="0" y="1"/>
                        <a:pt x="0" y="1"/>
                      </a:cubicBezTo>
                      <a:cubicBezTo>
                        <a:pt x="2" y="0"/>
                        <a:pt x="2" y="0"/>
                        <a:pt x="2" y="0"/>
                      </a:cubicBezTo>
                      <a:cubicBezTo>
                        <a:pt x="2" y="0"/>
                        <a:pt x="2" y="0"/>
                        <a:pt x="2" y="0"/>
                      </a:cubicBezTo>
                    </a:path>
                  </a:pathLst>
                </a:custGeom>
                <a:solidFill>
                  <a:srgbClr val="FC9F7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0" name="î$ḷïḍé"/>
                <p:cNvSpPr/>
                <p:nvPr>
                  <p:custDataLst>
                    <p:tags r:id="rId100"/>
                  </p:custDataLst>
                </p:nvPr>
              </p:nvSpPr>
              <p:spPr bwMode="auto">
                <a:xfrm>
                  <a:off x="4154489" y="3819526"/>
                  <a:ext cx="42863" cy="53975"/>
                </a:xfrm>
                <a:custGeom>
                  <a:avLst/>
                  <a:gdLst>
                    <a:gd name="T0" fmla="*/ 0 w 14"/>
                    <a:gd name="T1" fmla="*/ 0 h 18"/>
                    <a:gd name="T2" fmla="*/ 12 w 14"/>
                    <a:gd name="T3" fmla="*/ 18 h 18"/>
                    <a:gd name="T4" fmla="*/ 12 w 14"/>
                    <a:gd name="T5" fmla="*/ 18 h 18"/>
                    <a:gd name="T6" fmla="*/ 14 w 14"/>
                    <a:gd name="T7" fmla="*/ 17 h 18"/>
                    <a:gd name="T8" fmla="*/ 0 w 14"/>
                    <a:gd name="T9" fmla="*/ 0 h 18"/>
                  </a:gdLst>
                  <a:ahLst/>
                  <a:cxnLst>
                    <a:cxn ang="0">
                      <a:pos x="T0" y="T1"/>
                    </a:cxn>
                    <a:cxn ang="0">
                      <a:pos x="T2" y="T3"/>
                    </a:cxn>
                    <a:cxn ang="0">
                      <a:pos x="T4" y="T5"/>
                    </a:cxn>
                    <a:cxn ang="0">
                      <a:pos x="T6" y="T7"/>
                    </a:cxn>
                    <a:cxn ang="0">
                      <a:pos x="T8" y="T9"/>
                    </a:cxn>
                  </a:cxnLst>
                  <a:rect l="0" t="0" r="r" b="b"/>
                  <a:pathLst>
                    <a:path w="14" h="18">
                      <a:moveTo>
                        <a:pt x="0" y="0"/>
                      </a:moveTo>
                      <a:cubicBezTo>
                        <a:pt x="4" y="4"/>
                        <a:pt x="12" y="18"/>
                        <a:pt x="12" y="18"/>
                      </a:cubicBezTo>
                      <a:cubicBezTo>
                        <a:pt x="12" y="18"/>
                        <a:pt x="12" y="18"/>
                        <a:pt x="12" y="18"/>
                      </a:cubicBezTo>
                      <a:cubicBezTo>
                        <a:pt x="12" y="18"/>
                        <a:pt x="13" y="18"/>
                        <a:pt x="14" y="17"/>
                      </a:cubicBezTo>
                      <a:cubicBezTo>
                        <a:pt x="13" y="10"/>
                        <a:pt x="1" y="1"/>
                        <a:pt x="0" y="0"/>
                      </a:cubicBezTo>
                    </a:path>
                  </a:pathLst>
                </a:custGeom>
                <a:solidFill>
                  <a:srgbClr val="F7736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1" name="íṥḻïḋê"/>
                <p:cNvSpPr/>
                <p:nvPr>
                  <p:custDataLst>
                    <p:tags r:id="rId101"/>
                  </p:custDataLst>
                </p:nvPr>
              </p:nvSpPr>
              <p:spPr bwMode="auto">
                <a:xfrm>
                  <a:off x="4135439" y="3656013"/>
                  <a:ext cx="22225" cy="36513"/>
                </a:xfrm>
                <a:custGeom>
                  <a:avLst/>
                  <a:gdLst>
                    <a:gd name="T0" fmla="*/ 1 w 7"/>
                    <a:gd name="T1" fmla="*/ 0 h 12"/>
                    <a:gd name="T2" fmla="*/ 5 w 7"/>
                    <a:gd name="T3" fmla="*/ 8 h 12"/>
                    <a:gd name="T4" fmla="*/ 0 w 7"/>
                    <a:gd name="T5" fmla="*/ 12 h 12"/>
                    <a:gd name="T6" fmla="*/ 1 w 7"/>
                    <a:gd name="T7" fmla="*/ 0 h 12"/>
                  </a:gdLst>
                  <a:ahLst/>
                  <a:cxnLst>
                    <a:cxn ang="0">
                      <a:pos x="T0" y="T1"/>
                    </a:cxn>
                    <a:cxn ang="0">
                      <a:pos x="T2" y="T3"/>
                    </a:cxn>
                    <a:cxn ang="0">
                      <a:pos x="T4" y="T5"/>
                    </a:cxn>
                    <a:cxn ang="0">
                      <a:pos x="T6" y="T7"/>
                    </a:cxn>
                  </a:cxnLst>
                  <a:rect l="0" t="0" r="r" b="b"/>
                  <a:pathLst>
                    <a:path w="7" h="12">
                      <a:moveTo>
                        <a:pt x="1" y="0"/>
                      </a:moveTo>
                      <a:cubicBezTo>
                        <a:pt x="1" y="0"/>
                        <a:pt x="3" y="6"/>
                        <a:pt x="5" y="8"/>
                      </a:cubicBezTo>
                      <a:cubicBezTo>
                        <a:pt x="7" y="10"/>
                        <a:pt x="0" y="12"/>
                        <a:pt x="0" y="12"/>
                      </a:cubicBezTo>
                      <a:lnTo>
                        <a:pt x="1" y="0"/>
                      </a:lnTo>
                      <a:close/>
                    </a:path>
                  </a:pathLst>
                </a:custGeom>
                <a:solidFill>
                  <a:srgbClr val="FFD0B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2" name="ïsḷíḍê"/>
                <p:cNvSpPr/>
                <p:nvPr>
                  <p:custDataLst>
                    <p:tags r:id="rId102"/>
                  </p:custDataLst>
                </p:nvPr>
              </p:nvSpPr>
              <p:spPr bwMode="auto">
                <a:xfrm>
                  <a:off x="5219701" y="4375151"/>
                  <a:ext cx="666750" cy="574675"/>
                </a:xfrm>
                <a:custGeom>
                  <a:avLst/>
                  <a:gdLst>
                    <a:gd name="T0" fmla="*/ 208 w 217"/>
                    <a:gd name="T1" fmla="*/ 184 h 187"/>
                    <a:gd name="T2" fmla="*/ 191 w 217"/>
                    <a:gd name="T3" fmla="*/ 128 h 187"/>
                    <a:gd name="T4" fmla="*/ 163 w 217"/>
                    <a:gd name="T5" fmla="*/ 15 h 187"/>
                    <a:gd name="T6" fmla="*/ 128 w 217"/>
                    <a:gd name="T7" fmla="*/ 118 h 187"/>
                    <a:gd name="T8" fmla="*/ 63 w 217"/>
                    <a:gd name="T9" fmla="*/ 16 h 187"/>
                    <a:gd name="T10" fmla="*/ 93 w 217"/>
                    <a:gd name="T11" fmla="*/ 134 h 187"/>
                    <a:gd name="T12" fmla="*/ 14 w 217"/>
                    <a:gd name="T13" fmla="*/ 113 h 187"/>
                    <a:gd name="T14" fmla="*/ 41 w 217"/>
                    <a:gd name="T15" fmla="*/ 155 h 187"/>
                    <a:gd name="T16" fmla="*/ 12 w 217"/>
                    <a:gd name="T17" fmla="*/ 156 h 187"/>
                    <a:gd name="T18" fmla="*/ 68 w 217"/>
                    <a:gd name="T19" fmla="*/ 187 h 187"/>
                    <a:gd name="T20" fmla="*/ 97 w 217"/>
                    <a:gd name="T21" fmla="*/ 179 h 187"/>
                    <a:gd name="T22" fmla="*/ 98 w 217"/>
                    <a:gd name="T23" fmla="*/ 179 h 187"/>
                    <a:gd name="T24" fmla="*/ 208 w 217"/>
                    <a:gd name="T25" fmla="*/ 184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7" h="187">
                      <a:moveTo>
                        <a:pt x="208" y="184"/>
                      </a:moveTo>
                      <a:cubicBezTo>
                        <a:pt x="191" y="128"/>
                        <a:pt x="191" y="128"/>
                        <a:pt x="191" y="128"/>
                      </a:cubicBezTo>
                      <a:cubicBezTo>
                        <a:pt x="191" y="128"/>
                        <a:pt x="217" y="20"/>
                        <a:pt x="163" y="15"/>
                      </a:cubicBezTo>
                      <a:cubicBezTo>
                        <a:pt x="113" y="11"/>
                        <a:pt x="126" y="108"/>
                        <a:pt x="128" y="118"/>
                      </a:cubicBezTo>
                      <a:cubicBezTo>
                        <a:pt x="126" y="107"/>
                        <a:pt x="108" y="0"/>
                        <a:pt x="63" y="16"/>
                      </a:cubicBezTo>
                      <a:cubicBezTo>
                        <a:pt x="14" y="34"/>
                        <a:pt x="93" y="134"/>
                        <a:pt x="93" y="134"/>
                      </a:cubicBezTo>
                      <a:cubicBezTo>
                        <a:pt x="76" y="111"/>
                        <a:pt x="30" y="77"/>
                        <a:pt x="14" y="113"/>
                      </a:cubicBezTo>
                      <a:cubicBezTo>
                        <a:pt x="7" y="129"/>
                        <a:pt x="22" y="143"/>
                        <a:pt x="41" y="155"/>
                      </a:cubicBezTo>
                      <a:cubicBezTo>
                        <a:pt x="29" y="152"/>
                        <a:pt x="16" y="151"/>
                        <a:pt x="12" y="156"/>
                      </a:cubicBezTo>
                      <a:cubicBezTo>
                        <a:pt x="0" y="169"/>
                        <a:pt x="24" y="186"/>
                        <a:pt x="68" y="187"/>
                      </a:cubicBezTo>
                      <a:cubicBezTo>
                        <a:pt x="85" y="187"/>
                        <a:pt x="93" y="184"/>
                        <a:pt x="97" y="179"/>
                      </a:cubicBezTo>
                      <a:cubicBezTo>
                        <a:pt x="97" y="179"/>
                        <a:pt x="98" y="179"/>
                        <a:pt x="98" y="179"/>
                      </a:cubicBezTo>
                      <a:cubicBezTo>
                        <a:pt x="208" y="184"/>
                        <a:pt x="208" y="184"/>
                        <a:pt x="208" y="184"/>
                      </a:cubicBezTo>
                    </a:path>
                  </a:pathLst>
                </a:custGeom>
                <a:solidFill>
                  <a:srgbClr val="78E2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3" name="íŝlîdè"/>
                <p:cNvSpPr/>
                <p:nvPr>
                  <p:custDataLst>
                    <p:tags r:id="rId103"/>
                  </p:custDataLst>
                </p:nvPr>
              </p:nvSpPr>
              <p:spPr bwMode="auto">
                <a:xfrm>
                  <a:off x="5219701" y="4375151"/>
                  <a:ext cx="666750" cy="574675"/>
                </a:xfrm>
                <a:custGeom>
                  <a:avLst/>
                  <a:gdLst>
                    <a:gd name="T0" fmla="*/ 208 w 217"/>
                    <a:gd name="T1" fmla="*/ 184 h 187"/>
                    <a:gd name="T2" fmla="*/ 191 w 217"/>
                    <a:gd name="T3" fmla="*/ 128 h 187"/>
                    <a:gd name="T4" fmla="*/ 163 w 217"/>
                    <a:gd name="T5" fmla="*/ 15 h 187"/>
                    <a:gd name="T6" fmla="*/ 128 w 217"/>
                    <a:gd name="T7" fmla="*/ 118 h 187"/>
                    <a:gd name="T8" fmla="*/ 63 w 217"/>
                    <a:gd name="T9" fmla="*/ 16 h 187"/>
                    <a:gd name="T10" fmla="*/ 93 w 217"/>
                    <a:gd name="T11" fmla="*/ 134 h 187"/>
                    <a:gd name="T12" fmla="*/ 14 w 217"/>
                    <a:gd name="T13" fmla="*/ 113 h 187"/>
                    <a:gd name="T14" fmla="*/ 41 w 217"/>
                    <a:gd name="T15" fmla="*/ 155 h 187"/>
                    <a:gd name="T16" fmla="*/ 12 w 217"/>
                    <a:gd name="T17" fmla="*/ 156 h 187"/>
                    <a:gd name="T18" fmla="*/ 68 w 217"/>
                    <a:gd name="T19" fmla="*/ 187 h 187"/>
                    <a:gd name="T20" fmla="*/ 97 w 217"/>
                    <a:gd name="T21" fmla="*/ 179 h 187"/>
                    <a:gd name="T22" fmla="*/ 98 w 217"/>
                    <a:gd name="T23" fmla="*/ 179 h 187"/>
                    <a:gd name="T24" fmla="*/ 208 w 217"/>
                    <a:gd name="T25" fmla="*/ 184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7" h="187">
                      <a:moveTo>
                        <a:pt x="208" y="184"/>
                      </a:moveTo>
                      <a:cubicBezTo>
                        <a:pt x="191" y="128"/>
                        <a:pt x="191" y="128"/>
                        <a:pt x="191" y="128"/>
                      </a:cubicBezTo>
                      <a:cubicBezTo>
                        <a:pt x="191" y="128"/>
                        <a:pt x="217" y="20"/>
                        <a:pt x="163" y="15"/>
                      </a:cubicBezTo>
                      <a:cubicBezTo>
                        <a:pt x="113" y="11"/>
                        <a:pt x="126" y="108"/>
                        <a:pt x="128" y="118"/>
                      </a:cubicBezTo>
                      <a:cubicBezTo>
                        <a:pt x="126" y="107"/>
                        <a:pt x="108" y="0"/>
                        <a:pt x="63" y="16"/>
                      </a:cubicBezTo>
                      <a:cubicBezTo>
                        <a:pt x="14" y="34"/>
                        <a:pt x="93" y="134"/>
                        <a:pt x="93" y="134"/>
                      </a:cubicBezTo>
                      <a:cubicBezTo>
                        <a:pt x="76" y="111"/>
                        <a:pt x="30" y="77"/>
                        <a:pt x="14" y="113"/>
                      </a:cubicBezTo>
                      <a:cubicBezTo>
                        <a:pt x="7" y="129"/>
                        <a:pt x="22" y="143"/>
                        <a:pt x="41" y="155"/>
                      </a:cubicBezTo>
                      <a:cubicBezTo>
                        <a:pt x="29" y="152"/>
                        <a:pt x="16" y="151"/>
                        <a:pt x="12" y="156"/>
                      </a:cubicBezTo>
                      <a:cubicBezTo>
                        <a:pt x="0" y="169"/>
                        <a:pt x="24" y="186"/>
                        <a:pt x="68" y="187"/>
                      </a:cubicBezTo>
                      <a:cubicBezTo>
                        <a:pt x="85" y="187"/>
                        <a:pt x="93" y="184"/>
                        <a:pt x="97" y="179"/>
                      </a:cubicBezTo>
                      <a:cubicBezTo>
                        <a:pt x="97" y="179"/>
                        <a:pt x="98" y="179"/>
                        <a:pt x="98" y="179"/>
                      </a:cubicBezTo>
                      <a:cubicBezTo>
                        <a:pt x="208" y="184"/>
                        <a:pt x="208" y="184"/>
                        <a:pt x="208" y="184"/>
                      </a:cubicBezTo>
                    </a:path>
                  </a:pathLst>
                </a:custGeom>
                <a:solidFill>
                  <a:srgbClr val="58BB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4" name="iṧľîḑe"/>
                <p:cNvSpPr/>
                <p:nvPr>
                  <p:custDataLst>
                    <p:tags r:id="rId104"/>
                  </p:custDataLst>
                </p:nvPr>
              </p:nvSpPr>
              <p:spPr bwMode="auto">
                <a:xfrm>
                  <a:off x="5521326" y="4713288"/>
                  <a:ext cx="223838" cy="92075"/>
                </a:xfrm>
                <a:custGeom>
                  <a:avLst/>
                  <a:gdLst>
                    <a:gd name="T0" fmla="*/ 73 w 73"/>
                    <a:gd name="T1" fmla="*/ 17 h 30"/>
                    <a:gd name="T2" fmla="*/ 68 w 73"/>
                    <a:gd name="T3" fmla="*/ 21 h 30"/>
                    <a:gd name="T4" fmla="*/ 72 w 73"/>
                    <a:gd name="T5" fmla="*/ 21 h 30"/>
                    <a:gd name="T6" fmla="*/ 73 w 73"/>
                    <a:gd name="T7" fmla="*/ 17 h 30"/>
                    <a:gd name="T8" fmla="*/ 14 w 73"/>
                    <a:gd name="T9" fmla="*/ 7 h 30"/>
                    <a:gd name="T10" fmla="*/ 8 w 73"/>
                    <a:gd name="T11" fmla="*/ 9 h 30"/>
                    <a:gd name="T12" fmla="*/ 0 w 73"/>
                    <a:gd name="T13" fmla="*/ 21 h 30"/>
                    <a:gd name="T14" fmla="*/ 11 w 73"/>
                    <a:gd name="T15" fmla="*/ 21 h 30"/>
                    <a:gd name="T16" fmla="*/ 11 w 73"/>
                    <a:gd name="T17" fmla="*/ 21 h 30"/>
                    <a:gd name="T18" fmla="*/ 26 w 73"/>
                    <a:gd name="T19" fmla="*/ 30 h 30"/>
                    <a:gd name="T20" fmla="*/ 33 w 73"/>
                    <a:gd name="T21" fmla="*/ 22 h 30"/>
                    <a:gd name="T22" fmla="*/ 14 w 73"/>
                    <a:gd name="T23" fmla="*/ 7 h 30"/>
                    <a:gd name="T24" fmla="*/ 47 w 73"/>
                    <a:gd name="T25" fmla="*/ 0 h 30"/>
                    <a:gd name="T26" fmla="*/ 45 w 73"/>
                    <a:gd name="T27" fmla="*/ 0 h 30"/>
                    <a:gd name="T28" fmla="*/ 36 w 73"/>
                    <a:gd name="T29" fmla="*/ 21 h 30"/>
                    <a:gd name="T30" fmla="*/ 38 w 73"/>
                    <a:gd name="T31" fmla="*/ 21 h 30"/>
                    <a:gd name="T32" fmla="*/ 60 w 73"/>
                    <a:gd name="T33" fmla="*/ 21 h 30"/>
                    <a:gd name="T34" fmla="*/ 47 w 73"/>
                    <a:gd name="T3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30">
                      <a:moveTo>
                        <a:pt x="73" y="17"/>
                      </a:moveTo>
                      <a:cubicBezTo>
                        <a:pt x="71" y="18"/>
                        <a:pt x="69" y="20"/>
                        <a:pt x="68" y="21"/>
                      </a:cubicBezTo>
                      <a:cubicBezTo>
                        <a:pt x="72" y="21"/>
                        <a:pt x="72" y="21"/>
                        <a:pt x="72" y="21"/>
                      </a:cubicBezTo>
                      <a:cubicBezTo>
                        <a:pt x="73" y="17"/>
                        <a:pt x="73" y="17"/>
                        <a:pt x="73" y="17"/>
                      </a:cubicBezTo>
                      <a:moveTo>
                        <a:pt x="14" y="7"/>
                      </a:moveTo>
                      <a:cubicBezTo>
                        <a:pt x="12" y="7"/>
                        <a:pt x="10" y="8"/>
                        <a:pt x="8" y="9"/>
                      </a:cubicBezTo>
                      <a:cubicBezTo>
                        <a:pt x="2" y="12"/>
                        <a:pt x="0" y="16"/>
                        <a:pt x="0" y="21"/>
                      </a:cubicBezTo>
                      <a:cubicBezTo>
                        <a:pt x="11" y="21"/>
                        <a:pt x="11" y="21"/>
                        <a:pt x="11" y="21"/>
                      </a:cubicBezTo>
                      <a:cubicBezTo>
                        <a:pt x="11" y="21"/>
                        <a:pt x="11" y="21"/>
                        <a:pt x="11" y="21"/>
                      </a:cubicBezTo>
                      <a:cubicBezTo>
                        <a:pt x="17" y="21"/>
                        <a:pt x="23" y="25"/>
                        <a:pt x="26" y="30"/>
                      </a:cubicBezTo>
                      <a:cubicBezTo>
                        <a:pt x="27" y="26"/>
                        <a:pt x="29" y="23"/>
                        <a:pt x="33" y="22"/>
                      </a:cubicBezTo>
                      <a:cubicBezTo>
                        <a:pt x="29" y="15"/>
                        <a:pt x="23" y="7"/>
                        <a:pt x="14" y="7"/>
                      </a:cubicBezTo>
                      <a:moveTo>
                        <a:pt x="47" y="0"/>
                      </a:moveTo>
                      <a:cubicBezTo>
                        <a:pt x="46" y="0"/>
                        <a:pt x="46" y="0"/>
                        <a:pt x="45" y="0"/>
                      </a:cubicBezTo>
                      <a:cubicBezTo>
                        <a:pt x="36" y="2"/>
                        <a:pt x="35" y="13"/>
                        <a:pt x="36" y="21"/>
                      </a:cubicBezTo>
                      <a:cubicBezTo>
                        <a:pt x="36" y="21"/>
                        <a:pt x="37" y="21"/>
                        <a:pt x="38" y="21"/>
                      </a:cubicBezTo>
                      <a:cubicBezTo>
                        <a:pt x="60" y="21"/>
                        <a:pt x="60" y="21"/>
                        <a:pt x="60" y="21"/>
                      </a:cubicBezTo>
                      <a:cubicBezTo>
                        <a:pt x="59" y="12"/>
                        <a:pt x="55" y="0"/>
                        <a:pt x="47" y="0"/>
                      </a:cubicBezTo>
                    </a:path>
                  </a:pathLst>
                </a:custGeom>
                <a:solidFill>
                  <a:srgbClr val="46AE8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5" name="iślîḓe"/>
                <p:cNvSpPr/>
                <p:nvPr>
                  <p:custDataLst>
                    <p:tags r:id="rId105"/>
                  </p:custDataLst>
                </p:nvPr>
              </p:nvSpPr>
              <p:spPr bwMode="auto">
                <a:xfrm>
                  <a:off x="6213476" y="4375151"/>
                  <a:ext cx="666750" cy="611188"/>
                </a:xfrm>
                <a:custGeom>
                  <a:avLst/>
                  <a:gdLst>
                    <a:gd name="T0" fmla="*/ 213 w 217"/>
                    <a:gd name="T1" fmla="*/ 163 h 199"/>
                    <a:gd name="T2" fmla="*/ 173 w 217"/>
                    <a:gd name="T3" fmla="*/ 155 h 199"/>
                    <a:gd name="T4" fmla="*/ 209 w 217"/>
                    <a:gd name="T5" fmla="*/ 107 h 199"/>
                    <a:gd name="T6" fmla="*/ 123 w 217"/>
                    <a:gd name="T7" fmla="*/ 134 h 199"/>
                    <a:gd name="T8" fmla="*/ 153 w 217"/>
                    <a:gd name="T9" fmla="*/ 16 h 199"/>
                    <a:gd name="T10" fmla="*/ 88 w 217"/>
                    <a:gd name="T11" fmla="*/ 118 h 199"/>
                    <a:gd name="T12" fmla="*/ 53 w 217"/>
                    <a:gd name="T13" fmla="*/ 15 h 199"/>
                    <a:gd name="T14" fmla="*/ 8 w 217"/>
                    <a:gd name="T15" fmla="*/ 184 h 199"/>
                    <a:gd name="T16" fmla="*/ 213 w 217"/>
                    <a:gd name="T17" fmla="*/ 16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199">
                      <a:moveTo>
                        <a:pt x="213" y="163"/>
                      </a:moveTo>
                      <a:cubicBezTo>
                        <a:pt x="214" y="153"/>
                        <a:pt x="191" y="153"/>
                        <a:pt x="173" y="155"/>
                      </a:cubicBezTo>
                      <a:cubicBezTo>
                        <a:pt x="197" y="142"/>
                        <a:pt x="217" y="125"/>
                        <a:pt x="209" y="107"/>
                      </a:cubicBezTo>
                      <a:cubicBezTo>
                        <a:pt x="193" y="71"/>
                        <a:pt x="141" y="111"/>
                        <a:pt x="123" y="134"/>
                      </a:cubicBezTo>
                      <a:cubicBezTo>
                        <a:pt x="123" y="134"/>
                        <a:pt x="202" y="34"/>
                        <a:pt x="153" y="16"/>
                      </a:cubicBezTo>
                      <a:cubicBezTo>
                        <a:pt x="109" y="0"/>
                        <a:pt x="90" y="107"/>
                        <a:pt x="88" y="118"/>
                      </a:cubicBezTo>
                      <a:cubicBezTo>
                        <a:pt x="90" y="108"/>
                        <a:pt x="104" y="11"/>
                        <a:pt x="53" y="15"/>
                      </a:cubicBezTo>
                      <a:cubicBezTo>
                        <a:pt x="0" y="20"/>
                        <a:pt x="8" y="184"/>
                        <a:pt x="8" y="184"/>
                      </a:cubicBezTo>
                      <a:cubicBezTo>
                        <a:pt x="8" y="184"/>
                        <a:pt x="209" y="199"/>
                        <a:pt x="213" y="163"/>
                      </a:cubicBezTo>
                    </a:path>
                  </a:pathLst>
                </a:custGeom>
                <a:solidFill>
                  <a:srgbClr val="78E2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6" name="íS1iḍé"/>
                <p:cNvSpPr/>
                <p:nvPr>
                  <p:custDataLst>
                    <p:tags r:id="rId106"/>
                  </p:custDataLst>
                </p:nvPr>
              </p:nvSpPr>
              <p:spPr bwMode="auto">
                <a:xfrm>
                  <a:off x="6213476" y="4375151"/>
                  <a:ext cx="666750" cy="611188"/>
                </a:xfrm>
                <a:custGeom>
                  <a:avLst/>
                  <a:gdLst>
                    <a:gd name="T0" fmla="*/ 213 w 217"/>
                    <a:gd name="T1" fmla="*/ 163 h 199"/>
                    <a:gd name="T2" fmla="*/ 173 w 217"/>
                    <a:gd name="T3" fmla="*/ 155 h 199"/>
                    <a:gd name="T4" fmla="*/ 209 w 217"/>
                    <a:gd name="T5" fmla="*/ 107 h 199"/>
                    <a:gd name="T6" fmla="*/ 123 w 217"/>
                    <a:gd name="T7" fmla="*/ 134 h 199"/>
                    <a:gd name="T8" fmla="*/ 153 w 217"/>
                    <a:gd name="T9" fmla="*/ 16 h 199"/>
                    <a:gd name="T10" fmla="*/ 88 w 217"/>
                    <a:gd name="T11" fmla="*/ 118 h 199"/>
                    <a:gd name="T12" fmla="*/ 53 w 217"/>
                    <a:gd name="T13" fmla="*/ 15 h 199"/>
                    <a:gd name="T14" fmla="*/ 8 w 217"/>
                    <a:gd name="T15" fmla="*/ 184 h 199"/>
                    <a:gd name="T16" fmla="*/ 213 w 217"/>
                    <a:gd name="T17" fmla="*/ 16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199">
                      <a:moveTo>
                        <a:pt x="213" y="163"/>
                      </a:moveTo>
                      <a:cubicBezTo>
                        <a:pt x="214" y="153"/>
                        <a:pt x="191" y="153"/>
                        <a:pt x="173" y="155"/>
                      </a:cubicBezTo>
                      <a:cubicBezTo>
                        <a:pt x="197" y="142"/>
                        <a:pt x="217" y="125"/>
                        <a:pt x="209" y="107"/>
                      </a:cubicBezTo>
                      <a:cubicBezTo>
                        <a:pt x="193" y="71"/>
                        <a:pt x="141" y="111"/>
                        <a:pt x="123" y="134"/>
                      </a:cubicBezTo>
                      <a:cubicBezTo>
                        <a:pt x="123" y="134"/>
                        <a:pt x="202" y="34"/>
                        <a:pt x="153" y="16"/>
                      </a:cubicBezTo>
                      <a:cubicBezTo>
                        <a:pt x="109" y="0"/>
                        <a:pt x="90" y="107"/>
                        <a:pt x="88" y="118"/>
                      </a:cubicBezTo>
                      <a:cubicBezTo>
                        <a:pt x="90" y="108"/>
                        <a:pt x="104" y="11"/>
                        <a:pt x="53" y="15"/>
                      </a:cubicBezTo>
                      <a:cubicBezTo>
                        <a:pt x="0" y="20"/>
                        <a:pt x="8" y="184"/>
                        <a:pt x="8" y="184"/>
                      </a:cubicBezTo>
                      <a:cubicBezTo>
                        <a:pt x="8" y="184"/>
                        <a:pt x="209" y="199"/>
                        <a:pt x="213" y="163"/>
                      </a:cubicBezTo>
                    </a:path>
                  </a:pathLst>
                </a:custGeom>
                <a:solidFill>
                  <a:srgbClr val="58BB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7" name="ïšḷïḍé"/>
                <p:cNvSpPr/>
                <p:nvPr>
                  <p:custDataLst>
                    <p:tags r:id="rId107"/>
                  </p:custDataLst>
                </p:nvPr>
              </p:nvSpPr>
              <p:spPr bwMode="auto">
                <a:xfrm>
                  <a:off x="6354764" y="4721226"/>
                  <a:ext cx="273050" cy="166688"/>
                </a:xfrm>
                <a:custGeom>
                  <a:avLst/>
                  <a:gdLst>
                    <a:gd name="T0" fmla="*/ 24 w 89"/>
                    <a:gd name="T1" fmla="*/ 0 h 54"/>
                    <a:gd name="T2" fmla="*/ 11 w 89"/>
                    <a:gd name="T3" fmla="*/ 29 h 54"/>
                    <a:gd name="T4" fmla="*/ 0 w 89"/>
                    <a:gd name="T5" fmla="*/ 19 h 54"/>
                    <a:gd name="T6" fmla="*/ 9 w 89"/>
                    <a:gd name="T7" fmla="*/ 54 h 54"/>
                    <a:gd name="T8" fmla="*/ 83 w 89"/>
                    <a:gd name="T9" fmla="*/ 54 h 54"/>
                    <a:gd name="T10" fmla="*/ 86 w 89"/>
                    <a:gd name="T11" fmla="*/ 38 h 54"/>
                    <a:gd name="T12" fmla="*/ 79 w 89"/>
                    <a:gd name="T13" fmla="*/ 34 h 54"/>
                    <a:gd name="T14" fmla="*/ 61 w 89"/>
                    <a:gd name="T15" fmla="*/ 46 h 54"/>
                    <a:gd name="T16" fmla="*/ 64 w 89"/>
                    <a:gd name="T17" fmla="*/ 10 h 54"/>
                    <a:gd name="T18" fmla="*/ 57 w 89"/>
                    <a:gd name="T19" fmla="*/ 8 h 54"/>
                    <a:gd name="T20" fmla="*/ 34 w 89"/>
                    <a:gd name="T21" fmla="*/ 33 h 54"/>
                    <a:gd name="T22" fmla="*/ 27 w 89"/>
                    <a:gd name="T23" fmla="*/ 1 h 54"/>
                    <a:gd name="T24" fmla="*/ 24 w 89"/>
                    <a:gd name="T2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54">
                      <a:moveTo>
                        <a:pt x="24" y="0"/>
                      </a:moveTo>
                      <a:cubicBezTo>
                        <a:pt x="12" y="0"/>
                        <a:pt x="11" y="29"/>
                        <a:pt x="11" y="29"/>
                      </a:cubicBezTo>
                      <a:cubicBezTo>
                        <a:pt x="11" y="29"/>
                        <a:pt x="6" y="23"/>
                        <a:pt x="0" y="19"/>
                      </a:cubicBezTo>
                      <a:cubicBezTo>
                        <a:pt x="9" y="54"/>
                        <a:pt x="9" y="54"/>
                        <a:pt x="9" y="54"/>
                      </a:cubicBezTo>
                      <a:cubicBezTo>
                        <a:pt x="83" y="54"/>
                        <a:pt x="83" y="54"/>
                        <a:pt x="83" y="54"/>
                      </a:cubicBezTo>
                      <a:cubicBezTo>
                        <a:pt x="88" y="49"/>
                        <a:pt x="89" y="44"/>
                        <a:pt x="86" y="38"/>
                      </a:cubicBezTo>
                      <a:cubicBezTo>
                        <a:pt x="84" y="35"/>
                        <a:pt x="81" y="34"/>
                        <a:pt x="79" y="34"/>
                      </a:cubicBezTo>
                      <a:cubicBezTo>
                        <a:pt x="71" y="34"/>
                        <a:pt x="61" y="46"/>
                        <a:pt x="61" y="46"/>
                      </a:cubicBezTo>
                      <a:cubicBezTo>
                        <a:pt x="61" y="46"/>
                        <a:pt x="82" y="18"/>
                        <a:pt x="64" y="10"/>
                      </a:cubicBezTo>
                      <a:cubicBezTo>
                        <a:pt x="61" y="9"/>
                        <a:pt x="59" y="8"/>
                        <a:pt x="57" y="8"/>
                      </a:cubicBezTo>
                      <a:cubicBezTo>
                        <a:pt x="42" y="8"/>
                        <a:pt x="34" y="33"/>
                        <a:pt x="34" y="33"/>
                      </a:cubicBezTo>
                      <a:cubicBezTo>
                        <a:pt x="34" y="33"/>
                        <a:pt x="41" y="5"/>
                        <a:pt x="27" y="1"/>
                      </a:cubicBezTo>
                      <a:cubicBezTo>
                        <a:pt x="26" y="1"/>
                        <a:pt x="25" y="0"/>
                        <a:pt x="24" y="0"/>
                      </a:cubicBezTo>
                    </a:path>
                  </a:pathLst>
                </a:custGeom>
                <a:solidFill>
                  <a:srgbClr val="46AE8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8" name="îṣļíḍê"/>
                <p:cNvSpPr/>
                <p:nvPr>
                  <p:custDataLst>
                    <p:tags r:id="rId108"/>
                  </p:custDataLst>
                </p:nvPr>
              </p:nvSpPr>
              <p:spPr bwMode="auto">
                <a:xfrm>
                  <a:off x="4378326" y="2470151"/>
                  <a:ext cx="3340100" cy="2089150"/>
                </a:xfrm>
                <a:custGeom>
                  <a:avLst/>
                  <a:gdLst>
                    <a:gd name="T0" fmla="*/ 1087 w 1087"/>
                    <a:gd name="T1" fmla="*/ 26 h 680"/>
                    <a:gd name="T2" fmla="*/ 1087 w 1087"/>
                    <a:gd name="T3" fmla="*/ 653 h 680"/>
                    <a:gd name="T4" fmla="*/ 1060 w 1087"/>
                    <a:gd name="T5" fmla="*/ 680 h 680"/>
                    <a:gd name="T6" fmla="*/ 26 w 1087"/>
                    <a:gd name="T7" fmla="*/ 680 h 680"/>
                    <a:gd name="T8" fmla="*/ 0 w 1087"/>
                    <a:gd name="T9" fmla="*/ 653 h 680"/>
                    <a:gd name="T10" fmla="*/ 0 w 1087"/>
                    <a:gd name="T11" fmla="*/ 26 h 680"/>
                    <a:gd name="T12" fmla="*/ 26 w 1087"/>
                    <a:gd name="T13" fmla="*/ 0 h 680"/>
                    <a:gd name="T14" fmla="*/ 1060 w 1087"/>
                    <a:gd name="T15" fmla="*/ 0 h 680"/>
                    <a:gd name="T16" fmla="*/ 1087 w 1087"/>
                    <a:gd name="T17" fmla="*/ 26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7" h="680">
                      <a:moveTo>
                        <a:pt x="1087" y="26"/>
                      </a:moveTo>
                      <a:cubicBezTo>
                        <a:pt x="1087" y="653"/>
                        <a:pt x="1087" y="653"/>
                        <a:pt x="1087" y="653"/>
                      </a:cubicBezTo>
                      <a:cubicBezTo>
                        <a:pt x="1087" y="668"/>
                        <a:pt x="1075" y="680"/>
                        <a:pt x="1060" y="680"/>
                      </a:cubicBezTo>
                      <a:cubicBezTo>
                        <a:pt x="26" y="680"/>
                        <a:pt x="26" y="680"/>
                        <a:pt x="26" y="680"/>
                      </a:cubicBezTo>
                      <a:cubicBezTo>
                        <a:pt x="12" y="680"/>
                        <a:pt x="0" y="668"/>
                        <a:pt x="0" y="653"/>
                      </a:cubicBezTo>
                      <a:cubicBezTo>
                        <a:pt x="0" y="26"/>
                        <a:pt x="0" y="26"/>
                        <a:pt x="0" y="26"/>
                      </a:cubicBezTo>
                      <a:cubicBezTo>
                        <a:pt x="0" y="12"/>
                        <a:pt x="12" y="0"/>
                        <a:pt x="26" y="0"/>
                      </a:cubicBezTo>
                      <a:cubicBezTo>
                        <a:pt x="1060" y="0"/>
                        <a:pt x="1060" y="0"/>
                        <a:pt x="1060" y="0"/>
                      </a:cubicBezTo>
                      <a:cubicBezTo>
                        <a:pt x="1075" y="0"/>
                        <a:pt x="1087" y="12"/>
                        <a:pt x="1087" y="26"/>
                      </a:cubicBezTo>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9" name="îş1íḑé"/>
                <p:cNvSpPr/>
                <p:nvPr>
                  <p:custDataLst>
                    <p:tags r:id="rId109"/>
                  </p:custDataLst>
                </p:nvPr>
              </p:nvSpPr>
              <p:spPr bwMode="auto">
                <a:xfrm>
                  <a:off x="5708651" y="4430713"/>
                  <a:ext cx="679450" cy="481013"/>
                </a:xfrm>
                <a:custGeom>
                  <a:avLst/>
                  <a:gdLst>
                    <a:gd name="T0" fmla="*/ 428 w 428"/>
                    <a:gd name="T1" fmla="*/ 303 h 303"/>
                    <a:gd name="T2" fmla="*/ 0 w 428"/>
                    <a:gd name="T3" fmla="*/ 303 h 303"/>
                    <a:gd name="T4" fmla="*/ 47 w 428"/>
                    <a:gd name="T5" fmla="*/ 121 h 303"/>
                    <a:gd name="T6" fmla="*/ 56 w 428"/>
                    <a:gd name="T7" fmla="*/ 79 h 303"/>
                    <a:gd name="T8" fmla="*/ 78 w 428"/>
                    <a:gd name="T9" fmla="*/ 0 h 303"/>
                    <a:gd name="T10" fmla="*/ 350 w 428"/>
                    <a:gd name="T11" fmla="*/ 0 h 303"/>
                    <a:gd name="T12" fmla="*/ 370 w 428"/>
                    <a:gd name="T13" fmla="*/ 79 h 303"/>
                    <a:gd name="T14" fmla="*/ 381 w 428"/>
                    <a:gd name="T15" fmla="*/ 121 h 303"/>
                    <a:gd name="T16" fmla="*/ 428 w 428"/>
                    <a:gd name="T17" fmla="*/ 30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303">
                      <a:moveTo>
                        <a:pt x="428" y="303"/>
                      </a:moveTo>
                      <a:lnTo>
                        <a:pt x="0" y="303"/>
                      </a:lnTo>
                      <a:lnTo>
                        <a:pt x="47" y="121"/>
                      </a:lnTo>
                      <a:lnTo>
                        <a:pt x="56" y="79"/>
                      </a:lnTo>
                      <a:lnTo>
                        <a:pt x="78" y="0"/>
                      </a:lnTo>
                      <a:lnTo>
                        <a:pt x="350" y="0"/>
                      </a:lnTo>
                      <a:lnTo>
                        <a:pt x="370" y="79"/>
                      </a:lnTo>
                      <a:lnTo>
                        <a:pt x="381" y="121"/>
                      </a:lnTo>
                      <a:lnTo>
                        <a:pt x="428" y="303"/>
                      </a:ln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70" name="iṧḻïḓê"/>
                <p:cNvSpPr/>
                <p:nvPr/>
              </p:nvSpPr>
              <p:spPr bwMode="auto">
                <a:xfrm>
                  <a:off x="5708651" y="4430713"/>
                  <a:ext cx="679450" cy="481013"/>
                </a:xfrm>
                <a:custGeom>
                  <a:avLst/>
                  <a:gdLst>
                    <a:gd name="T0" fmla="*/ 428 w 428"/>
                    <a:gd name="T1" fmla="*/ 303 h 303"/>
                    <a:gd name="T2" fmla="*/ 0 w 428"/>
                    <a:gd name="T3" fmla="*/ 303 h 303"/>
                    <a:gd name="T4" fmla="*/ 47 w 428"/>
                    <a:gd name="T5" fmla="*/ 121 h 303"/>
                    <a:gd name="T6" fmla="*/ 56 w 428"/>
                    <a:gd name="T7" fmla="*/ 79 h 303"/>
                    <a:gd name="T8" fmla="*/ 78 w 428"/>
                    <a:gd name="T9" fmla="*/ 0 h 303"/>
                    <a:gd name="T10" fmla="*/ 350 w 428"/>
                    <a:gd name="T11" fmla="*/ 0 h 303"/>
                    <a:gd name="T12" fmla="*/ 370 w 428"/>
                    <a:gd name="T13" fmla="*/ 79 h 303"/>
                    <a:gd name="T14" fmla="*/ 381 w 428"/>
                    <a:gd name="T15" fmla="*/ 121 h 303"/>
                    <a:gd name="T16" fmla="*/ 428 w 428"/>
                    <a:gd name="T17" fmla="*/ 30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303">
                      <a:moveTo>
                        <a:pt x="428" y="303"/>
                      </a:moveTo>
                      <a:lnTo>
                        <a:pt x="0" y="303"/>
                      </a:lnTo>
                      <a:lnTo>
                        <a:pt x="47" y="121"/>
                      </a:lnTo>
                      <a:lnTo>
                        <a:pt x="56" y="79"/>
                      </a:lnTo>
                      <a:lnTo>
                        <a:pt x="78" y="0"/>
                      </a:lnTo>
                      <a:lnTo>
                        <a:pt x="350" y="0"/>
                      </a:lnTo>
                      <a:lnTo>
                        <a:pt x="370" y="79"/>
                      </a:lnTo>
                      <a:lnTo>
                        <a:pt x="381" y="121"/>
                      </a:lnTo>
                      <a:lnTo>
                        <a:pt x="428" y="30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71" name="îṡľîďè"/>
                <p:cNvSpPr/>
                <p:nvPr>
                  <p:custDataLst>
                    <p:tags r:id="rId110"/>
                  </p:custDataLst>
                </p:nvPr>
              </p:nvSpPr>
              <p:spPr bwMode="auto">
                <a:xfrm>
                  <a:off x="5783264" y="4556126"/>
                  <a:ext cx="530225" cy="66675"/>
                </a:xfrm>
                <a:custGeom>
                  <a:avLst/>
                  <a:gdLst>
                    <a:gd name="T0" fmla="*/ 334 w 334"/>
                    <a:gd name="T1" fmla="*/ 42 h 42"/>
                    <a:gd name="T2" fmla="*/ 0 w 334"/>
                    <a:gd name="T3" fmla="*/ 42 h 42"/>
                    <a:gd name="T4" fmla="*/ 9 w 334"/>
                    <a:gd name="T5" fmla="*/ 0 h 42"/>
                    <a:gd name="T6" fmla="*/ 323 w 334"/>
                    <a:gd name="T7" fmla="*/ 0 h 42"/>
                    <a:gd name="T8" fmla="*/ 334 w 334"/>
                    <a:gd name="T9" fmla="*/ 42 h 42"/>
                  </a:gdLst>
                  <a:ahLst/>
                  <a:cxnLst>
                    <a:cxn ang="0">
                      <a:pos x="T0" y="T1"/>
                    </a:cxn>
                    <a:cxn ang="0">
                      <a:pos x="T2" y="T3"/>
                    </a:cxn>
                    <a:cxn ang="0">
                      <a:pos x="T4" y="T5"/>
                    </a:cxn>
                    <a:cxn ang="0">
                      <a:pos x="T6" y="T7"/>
                    </a:cxn>
                    <a:cxn ang="0">
                      <a:pos x="T8" y="T9"/>
                    </a:cxn>
                  </a:cxnLst>
                  <a:rect l="0" t="0" r="r" b="b"/>
                  <a:pathLst>
                    <a:path w="334" h="42">
                      <a:moveTo>
                        <a:pt x="334" y="42"/>
                      </a:moveTo>
                      <a:lnTo>
                        <a:pt x="0" y="42"/>
                      </a:lnTo>
                      <a:lnTo>
                        <a:pt x="9" y="0"/>
                      </a:lnTo>
                      <a:lnTo>
                        <a:pt x="323" y="0"/>
                      </a:lnTo>
                      <a:lnTo>
                        <a:pt x="334" y="42"/>
                      </a:lnTo>
                      <a:close/>
                    </a:path>
                  </a:pathLst>
                </a:custGeom>
                <a:solidFill>
                  <a:srgbClr val="463AA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72" name="ï$lïḓè"/>
                <p:cNvSpPr/>
                <p:nvPr>
                  <p:custDataLst>
                    <p:tags r:id="rId111"/>
                  </p:custDataLst>
                </p:nvPr>
              </p:nvSpPr>
              <p:spPr bwMode="auto">
                <a:xfrm>
                  <a:off x="5395914" y="4887913"/>
                  <a:ext cx="1304925" cy="104775"/>
                </a:xfrm>
                <a:custGeom>
                  <a:avLst/>
                  <a:gdLst>
                    <a:gd name="T0" fmla="*/ 408 w 425"/>
                    <a:gd name="T1" fmla="*/ 34 h 34"/>
                    <a:gd name="T2" fmla="*/ 17 w 425"/>
                    <a:gd name="T3" fmla="*/ 34 h 34"/>
                    <a:gd name="T4" fmla="*/ 0 w 425"/>
                    <a:gd name="T5" fmla="*/ 17 h 34"/>
                    <a:gd name="T6" fmla="*/ 17 w 425"/>
                    <a:gd name="T7" fmla="*/ 0 h 34"/>
                    <a:gd name="T8" fmla="*/ 408 w 425"/>
                    <a:gd name="T9" fmla="*/ 0 h 34"/>
                    <a:gd name="T10" fmla="*/ 425 w 425"/>
                    <a:gd name="T11" fmla="*/ 17 h 34"/>
                    <a:gd name="T12" fmla="*/ 408 w 425"/>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425" h="34">
                      <a:moveTo>
                        <a:pt x="408" y="34"/>
                      </a:moveTo>
                      <a:cubicBezTo>
                        <a:pt x="17" y="34"/>
                        <a:pt x="17" y="34"/>
                        <a:pt x="17" y="34"/>
                      </a:cubicBezTo>
                      <a:cubicBezTo>
                        <a:pt x="7" y="34"/>
                        <a:pt x="0" y="27"/>
                        <a:pt x="0" y="17"/>
                      </a:cubicBezTo>
                      <a:cubicBezTo>
                        <a:pt x="0" y="8"/>
                        <a:pt x="7" y="0"/>
                        <a:pt x="17" y="0"/>
                      </a:cubicBezTo>
                      <a:cubicBezTo>
                        <a:pt x="408" y="0"/>
                        <a:pt x="408" y="0"/>
                        <a:pt x="408" y="0"/>
                      </a:cubicBezTo>
                      <a:cubicBezTo>
                        <a:pt x="417" y="0"/>
                        <a:pt x="425" y="8"/>
                        <a:pt x="425" y="17"/>
                      </a:cubicBezTo>
                      <a:cubicBezTo>
                        <a:pt x="425" y="27"/>
                        <a:pt x="417" y="34"/>
                        <a:pt x="408" y="34"/>
                      </a:cubicBezTo>
                    </a:path>
                  </a:pathLst>
                </a:custGeom>
                <a:solidFill>
                  <a:srgbClr val="463AA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73" name="îśľïďê"/>
                <p:cNvSpPr/>
                <p:nvPr>
                  <p:custDataLst>
                    <p:tags r:id="rId112"/>
                  </p:custDataLst>
                </p:nvPr>
              </p:nvSpPr>
              <p:spPr bwMode="auto">
                <a:xfrm>
                  <a:off x="4378326" y="2709863"/>
                  <a:ext cx="3346450" cy="1573213"/>
                </a:xfrm>
                <a:prstGeom prst="rect">
                  <a:avLst/>
                </a:prstGeom>
                <a:solidFill>
                  <a:srgbClr val="8A82B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74" name="íṧḻíďê"/>
                <p:cNvSpPr/>
                <p:nvPr/>
              </p:nvSpPr>
              <p:spPr bwMode="auto">
                <a:xfrm>
                  <a:off x="4378326" y="2709863"/>
                  <a:ext cx="3346450"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75" name="işľídé"/>
                <p:cNvSpPr/>
                <p:nvPr>
                  <p:custDataLst>
                    <p:tags r:id="rId113"/>
                  </p:custDataLst>
                </p:nvPr>
              </p:nvSpPr>
              <p:spPr bwMode="auto">
                <a:xfrm>
                  <a:off x="5970589" y="4310063"/>
                  <a:ext cx="152400" cy="153988"/>
                </a:xfrm>
                <a:custGeom>
                  <a:avLst/>
                  <a:gdLst>
                    <a:gd name="T0" fmla="*/ 25 w 50"/>
                    <a:gd name="T1" fmla="*/ 50 h 50"/>
                    <a:gd name="T2" fmla="*/ 25 w 50"/>
                    <a:gd name="T3" fmla="*/ 50 h 50"/>
                    <a:gd name="T4" fmla="*/ 0 w 50"/>
                    <a:gd name="T5" fmla="*/ 25 h 50"/>
                    <a:gd name="T6" fmla="*/ 25 w 50"/>
                    <a:gd name="T7" fmla="*/ 0 h 50"/>
                    <a:gd name="T8" fmla="*/ 50 w 50"/>
                    <a:gd name="T9" fmla="*/ 25 h 50"/>
                    <a:gd name="T10" fmla="*/ 25 w 50"/>
                    <a:gd name="T11" fmla="*/ 50 h 50"/>
                  </a:gdLst>
                  <a:ahLst/>
                  <a:cxnLst>
                    <a:cxn ang="0">
                      <a:pos x="T0" y="T1"/>
                    </a:cxn>
                    <a:cxn ang="0">
                      <a:pos x="T2" y="T3"/>
                    </a:cxn>
                    <a:cxn ang="0">
                      <a:pos x="T4" y="T5"/>
                    </a:cxn>
                    <a:cxn ang="0">
                      <a:pos x="T6" y="T7"/>
                    </a:cxn>
                    <a:cxn ang="0">
                      <a:pos x="T8" y="T9"/>
                    </a:cxn>
                    <a:cxn ang="0">
                      <a:pos x="T10" y="T11"/>
                    </a:cxn>
                  </a:cxnLst>
                  <a:rect l="0" t="0" r="r" b="b"/>
                  <a:pathLst>
                    <a:path w="50" h="50">
                      <a:moveTo>
                        <a:pt x="25" y="50"/>
                      </a:moveTo>
                      <a:cubicBezTo>
                        <a:pt x="25" y="50"/>
                        <a:pt x="25" y="50"/>
                        <a:pt x="25" y="50"/>
                      </a:cubicBezTo>
                      <a:cubicBezTo>
                        <a:pt x="11" y="50"/>
                        <a:pt x="0" y="39"/>
                        <a:pt x="0" y="25"/>
                      </a:cubicBezTo>
                      <a:cubicBezTo>
                        <a:pt x="0" y="11"/>
                        <a:pt x="11" y="0"/>
                        <a:pt x="25" y="0"/>
                      </a:cubicBezTo>
                      <a:cubicBezTo>
                        <a:pt x="39" y="0"/>
                        <a:pt x="50" y="11"/>
                        <a:pt x="50" y="25"/>
                      </a:cubicBezTo>
                      <a:cubicBezTo>
                        <a:pt x="50" y="39"/>
                        <a:pt x="39" y="50"/>
                        <a:pt x="25" y="50"/>
                      </a:cubicBezTo>
                      <a:close/>
                    </a:path>
                  </a:pathLst>
                </a:custGeom>
                <a:solidFill>
                  <a:srgbClr val="463AA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76" name="îş1ïḋe"/>
                <p:cNvSpPr/>
                <p:nvPr>
                  <p:custDataLst>
                    <p:tags r:id="rId114"/>
                  </p:custDataLst>
                </p:nvPr>
              </p:nvSpPr>
              <p:spPr bwMode="auto">
                <a:xfrm>
                  <a:off x="4857751" y="2863851"/>
                  <a:ext cx="2486025" cy="1344613"/>
                </a:xfrm>
                <a:prstGeom prst="rect">
                  <a:avLst/>
                </a:prstGeom>
                <a:solidFill>
                  <a:srgbClr val="614FB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77" name="íSļiḍe"/>
                <p:cNvSpPr/>
                <p:nvPr/>
              </p:nvSpPr>
              <p:spPr bwMode="auto">
                <a:xfrm>
                  <a:off x="4857751" y="2863851"/>
                  <a:ext cx="2486025" cy="134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78" name="îš1ïḓè"/>
                <p:cNvSpPr/>
                <p:nvPr>
                  <p:custDataLst>
                    <p:tags r:id="rId115"/>
                  </p:custDataLst>
                </p:nvPr>
              </p:nvSpPr>
              <p:spPr bwMode="auto">
                <a:xfrm>
                  <a:off x="4897439" y="2897188"/>
                  <a:ext cx="2409825" cy="12779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79" name="iṡḻiḍê"/>
                <p:cNvSpPr/>
                <p:nvPr/>
              </p:nvSpPr>
              <p:spPr bwMode="auto">
                <a:xfrm>
                  <a:off x="4897439" y="2897188"/>
                  <a:ext cx="2409825"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80" name="ïṩľîḍê"/>
                <p:cNvSpPr/>
                <p:nvPr>
                  <p:custDataLst>
                    <p:tags r:id="rId116"/>
                  </p:custDataLst>
                </p:nvPr>
              </p:nvSpPr>
              <p:spPr bwMode="auto">
                <a:xfrm>
                  <a:off x="6157914" y="3478213"/>
                  <a:ext cx="638175" cy="574675"/>
                </a:xfrm>
                <a:custGeom>
                  <a:avLst/>
                  <a:gdLst>
                    <a:gd name="T0" fmla="*/ 178 w 208"/>
                    <a:gd name="T1" fmla="*/ 157 h 187"/>
                    <a:gd name="T2" fmla="*/ 175 w 208"/>
                    <a:gd name="T3" fmla="*/ 160 h 187"/>
                    <a:gd name="T4" fmla="*/ 170 w 208"/>
                    <a:gd name="T5" fmla="*/ 164 h 187"/>
                    <a:gd name="T6" fmla="*/ 168 w 208"/>
                    <a:gd name="T7" fmla="*/ 166 h 187"/>
                    <a:gd name="T8" fmla="*/ 162 w 208"/>
                    <a:gd name="T9" fmla="*/ 170 h 187"/>
                    <a:gd name="T10" fmla="*/ 159 w 208"/>
                    <a:gd name="T11" fmla="*/ 172 h 187"/>
                    <a:gd name="T12" fmla="*/ 155 w 208"/>
                    <a:gd name="T13" fmla="*/ 175 h 187"/>
                    <a:gd name="T14" fmla="*/ 152 w 208"/>
                    <a:gd name="T15" fmla="*/ 176 h 187"/>
                    <a:gd name="T16" fmla="*/ 148 w 208"/>
                    <a:gd name="T17" fmla="*/ 178 h 187"/>
                    <a:gd name="T18" fmla="*/ 144 w 208"/>
                    <a:gd name="T19" fmla="*/ 180 h 187"/>
                    <a:gd name="T20" fmla="*/ 139 w 208"/>
                    <a:gd name="T21" fmla="*/ 182 h 187"/>
                    <a:gd name="T22" fmla="*/ 136 w 208"/>
                    <a:gd name="T23" fmla="*/ 183 h 187"/>
                    <a:gd name="T24" fmla="*/ 130 w 208"/>
                    <a:gd name="T25" fmla="*/ 184 h 187"/>
                    <a:gd name="T26" fmla="*/ 128 w 208"/>
                    <a:gd name="T27" fmla="*/ 185 h 187"/>
                    <a:gd name="T28" fmla="*/ 126 w 208"/>
                    <a:gd name="T29" fmla="*/ 185 h 187"/>
                    <a:gd name="T30" fmla="*/ 118 w 208"/>
                    <a:gd name="T31" fmla="*/ 186 h 187"/>
                    <a:gd name="T32" fmla="*/ 116 w 208"/>
                    <a:gd name="T33" fmla="*/ 187 h 187"/>
                    <a:gd name="T34" fmla="*/ 112 w 208"/>
                    <a:gd name="T35" fmla="*/ 187 h 187"/>
                    <a:gd name="T36" fmla="*/ 109 w 208"/>
                    <a:gd name="T37" fmla="*/ 187 h 187"/>
                    <a:gd name="T38" fmla="*/ 102 w 208"/>
                    <a:gd name="T39" fmla="*/ 187 h 187"/>
                    <a:gd name="T40" fmla="*/ 98 w 208"/>
                    <a:gd name="T41" fmla="*/ 187 h 187"/>
                    <a:gd name="T42" fmla="*/ 88 w 208"/>
                    <a:gd name="T43" fmla="*/ 186 h 187"/>
                    <a:gd name="T44" fmla="*/ 83 w 208"/>
                    <a:gd name="T45" fmla="*/ 186 h 187"/>
                    <a:gd name="T46" fmla="*/ 58 w 208"/>
                    <a:gd name="T47" fmla="*/ 186 h 187"/>
                    <a:gd name="T48" fmla="*/ 0 w 208"/>
                    <a:gd name="T49" fmla="*/ 158 h 187"/>
                    <a:gd name="T50" fmla="*/ 34 w 208"/>
                    <a:gd name="T51" fmla="*/ 158 h 187"/>
                    <a:gd name="T52" fmla="*/ 34 w 208"/>
                    <a:gd name="T53" fmla="*/ 98 h 187"/>
                    <a:gd name="T54" fmla="*/ 1 w 208"/>
                    <a:gd name="T55" fmla="*/ 99 h 187"/>
                    <a:gd name="T56" fmla="*/ 58 w 208"/>
                    <a:gd name="T57" fmla="*/ 62 h 187"/>
                    <a:gd name="T58" fmla="*/ 58 w 208"/>
                    <a:gd name="T59" fmla="*/ 29 h 187"/>
                    <a:gd name="T60" fmla="*/ 61 w 208"/>
                    <a:gd name="T61" fmla="*/ 18 h 187"/>
                    <a:gd name="T62" fmla="*/ 85 w 208"/>
                    <a:gd name="T63" fmla="*/ 0 h 187"/>
                    <a:gd name="T64" fmla="*/ 87 w 208"/>
                    <a:gd name="T65" fmla="*/ 0 h 187"/>
                    <a:gd name="T66" fmla="*/ 87 w 208"/>
                    <a:gd name="T67" fmla="*/ 0 h 187"/>
                    <a:gd name="T68" fmla="*/ 97 w 208"/>
                    <a:gd name="T69" fmla="*/ 2 h 187"/>
                    <a:gd name="T70" fmla="*/ 107 w 208"/>
                    <a:gd name="T71" fmla="*/ 55 h 187"/>
                    <a:gd name="T72" fmla="*/ 175 w 208"/>
                    <a:gd name="T73" fmla="*/ 62 h 187"/>
                    <a:gd name="T74" fmla="*/ 197 w 208"/>
                    <a:gd name="T75" fmla="*/ 62 h 187"/>
                    <a:gd name="T76" fmla="*/ 205 w 208"/>
                    <a:gd name="T77" fmla="*/ 62 h 187"/>
                    <a:gd name="T78" fmla="*/ 206 w 208"/>
                    <a:gd name="T79" fmla="*/ 68 h 187"/>
                    <a:gd name="T80" fmla="*/ 208 w 208"/>
                    <a:gd name="T81" fmla="*/ 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8" h="187">
                      <a:moveTo>
                        <a:pt x="208" y="86"/>
                      </a:moveTo>
                      <a:cubicBezTo>
                        <a:pt x="208" y="114"/>
                        <a:pt x="196" y="139"/>
                        <a:pt x="178" y="157"/>
                      </a:cubicBezTo>
                      <a:cubicBezTo>
                        <a:pt x="177" y="158"/>
                        <a:pt x="177" y="159"/>
                        <a:pt x="176" y="159"/>
                      </a:cubicBezTo>
                      <a:cubicBezTo>
                        <a:pt x="175" y="160"/>
                        <a:pt x="175" y="160"/>
                        <a:pt x="175" y="160"/>
                      </a:cubicBezTo>
                      <a:cubicBezTo>
                        <a:pt x="173" y="162"/>
                        <a:pt x="172" y="163"/>
                        <a:pt x="171" y="164"/>
                      </a:cubicBezTo>
                      <a:cubicBezTo>
                        <a:pt x="170" y="164"/>
                        <a:pt x="170" y="164"/>
                        <a:pt x="170" y="164"/>
                      </a:cubicBezTo>
                      <a:cubicBezTo>
                        <a:pt x="169" y="165"/>
                        <a:pt x="169" y="165"/>
                        <a:pt x="169" y="165"/>
                      </a:cubicBezTo>
                      <a:cubicBezTo>
                        <a:pt x="169" y="165"/>
                        <a:pt x="169" y="166"/>
                        <a:pt x="168" y="166"/>
                      </a:cubicBezTo>
                      <a:cubicBezTo>
                        <a:pt x="167" y="167"/>
                        <a:pt x="165" y="168"/>
                        <a:pt x="164" y="169"/>
                      </a:cubicBezTo>
                      <a:cubicBezTo>
                        <a:pt x="163" y="170"/>
                        <a:pt x="163" y="170"/>
                        <a:pt x="162" y="170"/>
                      </a:cubicBezTo>
                      <a:cubicBezTo>
                        <a:pt x="162" y="171"/>
                        <a:pt x="161" y="171"/>
                        <a:pt x="160" y="171"/>
                      </a:cubicBezTo>
                      <a:cubicBezTo>
                        <a:pt x="160" y="172"/>
                        <a:pt x="159" y="172"/>
                        <a:pt x="159" y="172"/>
                      </a:cubicBezTo>
                      <a:cubicBezTo>
                        <a:pt x="158" y="173"/>
                        <a:pt x="157" y="173"/>
                        <a:pt x="157" y="174"/>
                      </a:cubicBezTo>
                      <a:cubicBezTo>
                        <a:pt x="156" y="174"/>
                        <a:pt x="155" y="174"/>
                        <a:pt x="155" y="175"/>
                      </a:cubicBezTo>
                      <a:cubicBezTo>
                        <a:pt x="154" y="175"/>
                        <a:pt x="153" y="176"/>
                        <a:pt x="153" y="176"/>
                      </a:cubicBezTo>
                      <a:cubicBezTo>
                        <a:pt x="152" y="176"/>
                        <a:pt x="152" y="176"/>
                        <a:pt x="152" y="176"/>
                      </a:cubicBezTo>
                      <a:cubicBezTo>
                        <a:pt x="152" y="176"/>
                        <a:pt x="151" y="177"/>
                        <a:pt x="150" y="177"/>
                      </a:cubicBezTo>
                      <a:cubicBezTo>
                        <a:pt x="149" y="177"/>
                        <a:pt x="149" y="178"/>
                        <a:pt x="148" y="178"/>
                      </a:cubicBezTo>
                      <a:cubicBezTo>
                        <a:pt x="147" y="178"/>
                        <a:pt x="146" y="179"/>
                        <a:pt x="146" y="179"/>
                      </a:cubicBezTo>
                      <a:cubicBezTo>
                        <a:pt x="145" y="179"/>
                        <a:pt x="144" y="180"/>
                        <a:pt x="144" y="180"/>
                      </a:cubicBezTo>
                      <a:cubicBezTo>
                        <a:pt x="143" y="180"/>
                        <a:pt x="142" y="181"/>
                        <a:pt x="141" y="181"/>
                      </a:cubicBezTo>
                      <a:cubicBezTo>
                        <a:pt x="140" y="181"/>
                        <a:pt x="140" y="181"/>
                        <a:pt x="139" y="182"/>
                      </a:cubicBezTo>
                      <a:cubicBezTo>
                        <a:pt x="139" y="182"/>
                        <a:pt x="139" y="182"/>
                        <a:pt x="139" y="182"/>
                      </a:cubicBezTo>
                      <a:cubicBezTo>
                        <a:pt x="138" y="182"/>
                        <a:pt x="137" y="182"/>
                        <a:pt x="136" y="183"/>
                      </a:cubicBezTo>
                      <a:cubicBezTo>
                        <a:pt x="136" y="183"/>
                        <a:pt x="135" y="183"/>
                        <a:pt x="134" y="183"/>
                      </a:cubicBezTo>
                      <a:cubicBezTo>
                        <a:pt x="132" y="184"/>
                        <a:pt x="131" y="184"/>
                        <a:pt x="130" y="184"/>
                      </a:cubicBezTo>
                      <a:cubicBezTo>
                        <a:pt x="129" y="184"/>
                        <a:pt x="129" y="185"/>
                        <a:pt x="128" y="185"/>
                      </a:cubicBezTo>
                      <a:cubicBezTo>
                        <a:pt x="128" y="185"/>
                        <a:pt x="128" y="185"/>
                        <a:pt x="128" y="185"/>
                      </a:cubicBezTo>
                      <a:cubicBezTo>
                        <a:pt x="127" y="185"/>
                        <a:pt x="127" y="185"/>
                        <a:pt x="126" y="185"/>
                      </a:cubicBezTo>
                      <a:cubicBezTo>
                        <a:pt x="126" y="185"/>
                        <a:pt x="126" y="185"/>
                        <a:pt x="126" y="185"/>
                      </a:cubicBezTo>
                      <a:cubicBezTo>
                        <a:pt x="125" y="185"/>
                        <a:pt x="125" y="185"/>
                        <a:pt x="124" y="186"/>
                      </a:cubicBezTo>
                      <a:cubicBezTo>
                        <a:pt x="122" y="186"/>
                        <a:pt x="120" y="186"/>
                        <a:pt x="118" y="186"/>
                      </a:cubicBezTo>
                      <a:cubicBezTo>
                        <a:pt x="118" y="186"/>
                        <a:pt x="117" y="186"/>
                        <a:pt x="117" y="187"/>
                      </a:cubicBezTo>
                      <a:cubicBezTo>
                        <a:pt x="116" y="187"/>
                        <a:pt x="116" y="187"/>
                        <a:pt x="116" y="187"/>
                      </a:cubicBezTo>
                      <a:cubicBezTo>
                        <a:pt x="116" y="187"/>
                        <a:pt x="115" y="187"/>
                        <a:pt x="114" y="187"/>
                      </a:cubicBezTo>
                      <a:cubicBezTo>
                        <a:pt x="114" y="187"/>
                        <a:pt x="113" y="187"/>
                        <a:pt x="112" y="187"/>
                      </a:cubicBezTo>
                      <a:cubicBezTo>
                        <a:pt x="112" y="187"/>
                        <a:pt x="111" y="187"/>
                        <a:pt x="111" y="187"/>
                      </a:cubicBezTo>
                      <a:cubicBezTo>
                        <a:pt x="110" y="187"/>
                        <a:pt x="109" y="187"/>
                        <a:pt x="109" y="187"/>
                      </a:cubicBezTo>
                      <a:cubicBezTo>
                        <a:pt x="108" y="187"/>
                        <a:pt x="107" y="187"/>
                        <a:pt x="106" y="187"/>
                      </a:cubicBezTo>
                      <a:cubicBezTo>
                        <a:pt x="105" y="187"/>
                        <a:pt x="103" y="187"/>
                        <a:pt x="102" y="187"/>
                      </a:cubicBezTo>
                      <a:cubicBezTo>
                        <a:pt x="101" y="187"/>
                        <a:pt x="101" y="187"/>
                        <a:pt x="101" y="187"/>
                      </a:cubicBezTo>
                      <a:cubicBezTo>
                        <a:pt x="100" y="187"/>
                        <a:pt x="99" y="187"/>
                        <a:pt x="98" y="187"/>
                      </a:cubicBezTo>
                      <a:cubicBezTo>
                        <a:pt x="95" y="187"/>
                        <a:pt x="92" y="186"/>
                        <a:pt x="88" y="186"/>
                      </a:cubicBezTo>
                      <a:cubicBezTo>
                        <a:pt x="88" y="186"/>
                        <a:pt x="88" y="186"/>
                        <a:pt x="88" y="186"/>
                      </a:cubicBezTo>
                      <a:cubicBezTo>
                        <a:pt x="87" y="186"/>
                        <a:pt x="87" y="186"/>
                        <a:pt x="86" y="186"/>
                      </a:cubicBezTo>
                      <a:cubicBezTo>
                        <a:pt x="85" y="186"/>
                        <a:pt x="84" y="186"/>
                        <a:pt x="83" y="186"/>
                      </a:cubicBezTo>
                      <a:cubicBezTo>
                        <a:pt x="76" y="186"/>
                        <a:pt x="68" y="186"/>
                        <a:pt x="60" y="186"/>
                      </a:cubicBezTo>
                      <a:cubicBezTo>
                        <a:pt x="59" y="186"/>
                        <a:pt x="59" y="186"/>
                        <a:pt x="58" y="186"/>
                      </a:cubicBezTo>
                      <a:cubicBezTo>
                        <a:pt x="39" y="185"/>
                        <a:pt x="20" y="185"/>
                        <a:pt x="0" y="186"/>
                      </a:cubicBezTo>
                      <a:cubicBezTo>
                        <a:pt x="0" y="158"/>
                        <a:pt x="0" y="158"/>
                        <a:pt x="0" y="158"/>
                      </a:cubicBezTo>
                      <a:cubicBezTo>
                        <a:pt x="0" y="149"/>
                        <a:pt x="3" y="146"/>
                        <a:pt x="7" y="147"/>
                      </a:cubicBezTo>
                      <a:cubicBezTo>
                        <a:pt x="13" y="149"/>
                        <a:pt x="17" y="159"/>
                        <a:pt x="34" y="158"/>
                      </a:cubicBezTo>
                      <a:cubicBezTo>
                        <a:pt x="47" y="158"/>
                        <a:pt x="62" y="145"/>
                        <a:pt x="62" y="128"/>
                      </a:cubicBezTo>
                      <a:cubicBezTo>
                        <a:pt x="63" y="111"/>
                        <a:pt x="47" y="98"/>
                        <a:pt x="34" y="98"/>
                      </a:cubicBezTo>
                      <a:cubicBezTo>
                        <a:pt x="17" y="98"/>
                        <a:pt x="13" y="108"/>
                        <a:pt x="7" y="109"/>
                      </a:cubicBezTo>
                      <a:cubicBezTo>
                        <a:pt x="3" y="111"/>
                        <a:pt x="1" y="107"/>
                        <a:pt x="1" y="99"/>
                      </a:cubicBezTo>
                      <a:cubicBezTo>
                        <a:pt x="1" y="62"/>
                        <a:pt x="1" y="62"/>
                        <a:pt x="1" y="62"/>
                      </a:cubicBezTo>
                      <a:cubicBezTo>
                        <a:pt x="20" y="62"/>
                        <a:pt x="39" y="62"/>
                        <a:pt x="58" y="62"/>
                      </a:cubicBezTo>
                      <a:cubicBezTo>
                        <a:pt x="67" y="62"/>
                        <a:pt x="70" y="60"/>
                        <a:pt x="69" y="55"/>
                      </a:cubicBezTo>
                      <a:cubicBezTo>
                        <a:pt x="68" y="49"/>
                        <a:pt x="58" y="46"/>
                        <a:pt x="58" y="29"/>
                      </a:cubicBezTo>
                      <a:cubicBezTo>
                        <a:pt x="58" y="26"/>
                        <a:pt x="59" y="23"/>
                        <a:pt x="60" y="21"/>
                      </a:cubicBezTo>
                      <a:cubicBezTo>
                        <a:pt x="60" y="20"/>
                        <a:pt x="60" y="19"/>
                        <a:pt x="61" y="18"/>
                      </a:cubicBezTo>
                      <a:cubicBezTo>
                        <a:pt x="65" y="10"/>
                        <a:pt x="73" y="3"/>
                        <a:pt x="83" y="1"/>
                      </a:cubicBezTo>
                      <a:cubicBezTo>
                        <a:pt x="84" y="1"/>
                        <a:pt x="84" y="0"/>
                        <a:pt x="85" y="0"/>
                      </a:cubicBezTo>
                      <a:cubicBezTo>
                        <a:pt x="86" y="0"/>
                        <a:pt x="86" y="0"/>
                        <a:pt x="86" y="0"/>
                      </a:cubicBezTo>
                      <a:cubicBezTo>
                        <a:pt x="87" y="0"/>
                        <a:pt x="87" y="0"/>
                        <a:pt x="87" y="0"/>
                      </a:cubicBezTo>
                      <a:cubicBezTo>
                        <a:pt x="87" y="0"/>
                        <a:pt x="87" y="0"/>
                        <a:pt x="87" y="0"/>
                      </a:cubicBezTo>
                      <a:cubicBezTo>
                        <a:pt x="87" y="0"/>
                        <a:pt x="87" y="0"/>
                        <a:pt x="87" y="0"/>
                      </a:cubicBezTo>
                      <a:cubicBezTo>
                        <a:pt x="88" y="0"/>
                        <a:pt x="88" y="0"/>
                        <a:pt x="88" y="0"/>
                      </a:cubicBezTo>
                      <a:cubicBezTo>
                        <a:pt x="92" y="0"/>
                        <a:pt x="94" y="1"/>
                        <a:pt x="97" y="2"/>
                      </a:cubicBezTo>
                      <a:cubicBezTo>
                        <a:pt x="110" y="6"/>
                        <a:pt x="119" y="18"/>
                        <a:pt x="119" y="29"/>
                      </a:cubicBezTo>
                      <a:cubicBezTo>
                        <a:pt x="118" y="46"/>
                        <a:pt x="108" y="49"/>
                        <a:pt x="107" y="55"/>
                      </a:cubicBezTo>
                      <a:cubicBezTo>
                        <a:pt x="106" y="59"/>
                        <a:pt x="109" y="62"/>
                        <a:pt x="118" y="62"/>
                      </a:cubicBezTo>
                      <a:cubicBezTo>
                        <a:pt x="128" y="62"/>
                        <a:pt x="152" y="62"/>
                        <a:pt x="175" y="62"/>
                      </a:cubicBezTo>
                      <a:cubicBezTo>
                        <a:pt x="179" y="62"/>
                        <a:pt x="183" y="62"/>
                        <a:pt x="187" y="62"/>
                      </a:cubicBezTo>
                      <a:cubicBezTo>
                        <a:pt x="191" y="62"/>
                        <a:pt x="194" y="62"/>
                        <a:pt x="197" y="62"/>
                      </a:cubicBezTo>
                      <a:cubicBezTo>
                        <a:pt x="200" y="62"/>
                        <a:pt x="202" y="62"/>
                        <a:pt x="205" y="62"/>
                      </a:cubicBezTo>
                      <a:cubicBezTo>
                        <a:pt x="205" y="62"/>
                        <a:pt x="205" y="62"/>
                        <a:pt x="205" y="62"/>
                      </a:cubicBezTo>
                      <a:cubicBezTo>
                        <a:pt x="205" y="63"/>
                        <a:pt x="205" y="64"/>
                        <a:pt x="205" y="65"/>
                      </a:cubicBezTo>
                      <a:cubicBezTo>
                        <a:pt x="206" y="66"/>
                        <a:pt x="206" y="67"/>
                        <a:pt x="206" y="68"/>
                      </a:cubicBezTo>
                      <a:cubicBezTo>
                        <a:pt x="206" y="70"/>
                        <a:pt x="207" y="72"/>
                        <a:pt x="207" y="74"/>
                      </a:cubicBezTo>
                      <a:cubicBezTo>
                        <a:pt x="207" y="78"/>
                        <a:pt x="208" y="82"/>
                        <a:pt x="208" y="86"/>
                      </a:cubicBezTo>
                      <a:close/>
                    </a:path>
                  </a:pathLst>
                </a:custGeom>
                <a:solidFill>
                  <a:srgbClr val="E565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1" name="ïṥlíḋê"/>
                <p:cNvSpPr/>
                <p:nvPr>
                  <p:custDataLst>
                    <p:tags r:id="rId117"/>
                  </p:custDataLst>
                </p:nvPr>
              </p:nvSpPr>
              <p:spPr bwMode="auto">
                <a:xfrm>
                  <a:off x="6427789" y="3668713"/>
                  <a:ext cx="368300" cy="384175"/>
                </a:xfrm>
                <a:custGeom>
                  <a:avLst/>
                  <a:gdLst>
                    <a:gd name="T0" fmla="*/ 117 w 120"/>
                    <a:gd name="T1" fmla="*/ 0 h 125"/>
                    <a:gd name="T2" fmla="*/ 87 w 120"/>
                    <a:gd name="T3" fmla="*/ 0 h 125"/>
                    <a:gd name="T4" fmla="*/ 90 w 120"/>
                    <a:gd name="T5" fmla="*/ 24 h 125"/>
                    <a:gd name="T6" fmla="*/ 60 w 120"/>
                    <a:gd name="T7" fmla="*/ 95 h 125"/>
                    <a:gd name="T8" fmla="*/ 0 w 120"/>
                    <a:gd name="T9" fmla="*/ 124 h 125"/>
                    <a:gd name="T10" fmla="*/ 18 w 120"/>
                    <a:gd name="T11" fmla="*/ 125 h 125"/>
                    <a:gd name="T12" fmla="*/ 90 w 120"/>
                    <a:gd name="T13" fmla="*/ 95 h 125"/>
                    <a:gd name="T14" fmla="*/ 120 w 120"/>
                    <a:gd name="T15" fmla="*/ 24 h 125"/>
                    <a:gd name="T16" fmla="*/ 117 w 120"/>
                    <a:gd name="T17"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 h="125">
                      <a:moveTo>
                        <a:pt x="117" y="0"/>
                      </a:moveTo>
                      <a:cubicBezTo>
                        <a:pt x="108" y="0"/>
                        <a:pt x="98" y="0"/>
                        <a:pt x="87" y="0"/>
                      </a:cubicBezTo>
                      <a:cubicBezTo>
                        <a:pt x="89" y="8"/>
                        <a:pt x="90" y="15"/>
                        <a:pt x="90" y="24"/>
                      </a:cubicBezTo>
                      <a:cubicBezTo>
                        <a:pt x="90" y="52"/>
                        <a:pt x="78" y="77"/>
                        <a:pt x="60" y="95"/>
                      </a:cubicBezTo>
                      <a:cubicBezTo>
                        <a:pt x="44" y="111"/>
                        <a:pt x="24" y="122"/>
                        <a:pt x="0" y="124"/>
                      </a:cubicBezTo>
                      <a:cubicBezTo>
                        <a:pt x="6" y="125"/>
                        <a:pt x="12" y="125"/>
                        <a:pt x="18" y="125"/>
                      </a:cubicBezTo>
                      <a:cubicBezTo>
                        <a:pt x="46" y="125"/>
                        <a:pt x="71" y="114"/>
                        <a:pt x="90" y="95"/>
                      </a:cubicBezTo>
                      <a:cubicBezTo>
                        <a:pt x="108" y="77"/>
                        <a:pt x="120" y="52"/>
                        <a:pt x="120" y="24"/>
                      </a:cubicBezTo>
                      <a:cubicBezTo>
                        <a:pt x="120" y="15"/>
                        <a:pt x="119" y="7"/>
                        <a:pt x="117" y="0"/>
                      </a:cubicBezTo>
                      <a:close/>
                    </a:path>
                  </a:pathLst>
                </a:custGeom>
                <a:solidFill>
                  <a:srgbClr val="419DB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2" name="iŝ1íḍê"/>
                <p:cNvSpPr/>
                <p:nvPr>
                  <p:custDataLst>
                    <p:tags r:id="rId118"/>
                  </p:custDataLst>
                </p:nvPr>
              </p:nvSpPr>
              <p:spPr bwMode="auto">
                <a:xfrm>
                  <a:off x="5970589" y="3011488"/>
                  <a:ext cx="814388" cy="490538"/>
                </a:xfrm>
                <a:custGeom>
                  <a:avLst/>
                  <a:gdLst>
                    <a:gd name="T0" fmla="*/ 265 w 265"/>
                    <a:gd name="T1" fmla="*/ 160 h 160"/>
                    <a:gd name="T2" fmla="*/ 178 w 265"/>
                    <a:gd name="T3" fmla="*/ 160 h 160"/>
                    <a:gd name="T4" fmla="*/ 167 w 265"/>
                    <a:gd name="T5" fmla="*/ 153 h 160"/>
                    <a:gd name="T6" fmla="*/ 179 w 265"/>
                    <a:gd name="T7" fmla="*/ 127 h 160"/>
                    <a:gd name="T8" fmla="*/ 149 w 265"/>
                    <a:gd name="T9" fmla="*/ 98 h 160"/>
                    <a:gd name="T10" fmla="*/ 118 w 265"/>
                    <a:gd name="T11" fmla="*/ 127 h 160"/>
                    <a:gd name="T12" fmla="*/ 129 w 265"/>
                    <a:gd name="T13" fmla="*/ 153 h 160"/>
                    <a:gd name="T14" fmla="*/ 118 w 265"/>
                    <a:gd name="T15" fmla="*/ 160 h 160"/>
                    <a:gd name="T16" fmla="*/ 61 w 265"/>
                    <a:gd name="T17" fmla="*/ 160 h 160"/>
                    <a:gd name="T18" fmla="*/ 62 w 265"/>
                    <a:gd name="T19" fmla="*/ 118 h 160"/>
                    <a:gd name="T20" fmla="*/ 55 w 265"/>
                    <a:gd name="T21" fmla="*/ 107 h 160"/>
                    <a:gd name="T22" fmla="*/ 28 w 265"/>
                    <a:gd name="T23" fmla="*/ 119 h 160"/>
                    <a:gd name="T24" fmla="*/ 0 w 265"/>
                    <a:gd name="T25" fmla="*/ 88 h 160"/>
                    <a:gd name="T26" fmla="*/ 29 w 265"/>
                    <a:gd name="T27" fmla="*/ 58 h 160"/>
                    <a:gd name="T28" fmla="*/ 55 w 265"/>
                    <a:gd name="T29" fmla="*/ 69 h 160"/>
                    <a:gd name="T30" fmla="*/ 62 w 265"/>
                    <a:gd name="T31" fmla="*/ 58 h 160"/>
                    <a:gd name="T32" fmla="*/ 62 w 265"/>
                    <a:gd name="T33" fmla="*/ 0 h 160"/>
                    <a:gd name="T34" fmla="*/ 130 w 265"/>
                    <a:gd name="T35" fmla="*/ 24 h 160"/>
                    <a:gd name="T36" fmla="*/ 174 w 265"/>
                    <a:gd name="T37" fmla="*/ 82 h 160"/>
                    <a:gd name="T38" fmla="*/ 239 w 265"/>
                    <a:gd name="T39" fmla="*/ 113 h 160"/>
                    <a:gd name="T40" fmla="*/ 265 w 265"/>
                    <a:gd name="T41"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5" h="160">
                      <a:moveTo>
                        <a:pt x="265" y="160"/>
                      </a:moveTo>
                      <a:cubicBezTo>
                        <a:pt x="178" y="160"/>
                        <a:pt x="178" y="160"/>
                        <a:pt x="178" y="160"/>
                      </a:cubicBezTo>
                      <a:cubicBezTo>
                        <a:pt x="169" y="160"/>
                        <a:pt x="166" y="157"/>
                        <a:pt x="167" y="153"/>
                      </a:cubicBezTo>
                      <a:cubicBezTo>
                        <a:pt x="168" y="147"/>
                        <a:pt x="179" y="143"/>
                        <a:pt x="179" y="127"/>
                      </a:cubicBezTo>
                      <a:cubicBezTo>
                        <a:pt x="179" y="113"/>
                        <a:pt x="165" y="98"/>
                        <a:pt x="149" y="98"/>
                      </a:cubicBezTo>
                      <a:cubicBezTo>
                        <a:pt x="132" y="98"/>
                        <a:pt x="118" y="113"/>
                        <a:pt x="118" y="127"/>
                      </a:cubicBezTo>
                      <a:cubicBezTo>
                        <a:pt x="118" y="144"/>
                        <a:pt x="128" y="147"/>
                        <a:pt x="129" y="153"/>
                      </a:cubicBezTo>
                      <a:cubicBezTo>
                        <a:pt x="130" y="157"/>
                        <a:pt x="127" y="160"/>
                        <a:pt x="118" y="160"/>
                      </a:cubicBezTo>
                      <a:cubicBezTo>
                        <a:pt x="61" y="160"/>
                        <a:pt x="61" y="160"/>
                        <a:pt x="61" y="160"/>
                      </a:cubicBezTo>
                      <a:cubicBezTo>
                        <a:pt x="61" y="141"/>
                        <a:pt x="62" y="137"/>
                        <a:pt x="62" y="118"/>
                      </a:cubicBezTo>
                      <a:cubicBezTo>
                        <a:pt x="62" y="109"/>
                        <a:pt x="59" y="106"/>
                        <a:pt x="55" y="107"/>
                      </a:cubicBezTo>
                      <a:cubicBezTo>
                        <a:pt x="49" y="108"/>
                        <a:pt x="45" y="118"/>
                        <a:pt x="28" y="119"/>
                      </a:cubicBezTo>
                      <a:cubicBezTo>
                        <a:pt x="15" y="119"/>
                        <a:pt x="0" y="105"/>
                        <a:pt x="0" y="88"/>
                      </a:cubicBezTo>
                      <a:cubicBezTo>
                        <a:pt x="0" y="72"/>
                        <a:pt x="16" y="58"/>
                        <a:pt x="29" y="58"/>
                      </a:cubicBezTo>
                      <a:cubicBezTo>
                        <a:pt x="46" y="58"/>
                        <a:pt x="49" y="68"/>
                        <a:pt x="55" y="69"/>
                      </a:cubicBezTo>
                      <a:cubicBezTo>
                        <a:pt x="60" y="70"/>
                        <a:pt x="62" y="67"/>
                        <a:pt x="62" y="58"/>
                      </a:cubicBezTo>
                      <a:cubicBezTo>
                        <a:pt x="62" y="44"/>
                        <a:pt x="62" y="14"/>
                        <a:pt x="62" y="0"/>
                      </a:cubicBezTo>
                      <a:cubicBezTo>
                        <a:pt x="88" y="1"/>
                        <a:pt x="111" y="10"/>
                        <a:pt x="130" y="24"/>
                      </a:cubicBezTo>
                      <a:cubicBezTo>
                        <a:pt x="150" y="38"/>
                        <a:pt x="165" y="59"/>
                        <a:pt x="174" y="82"/>
                      </a:cubicBezTo>
                      <a:cubicBezTo>
                        <a:pt x="200" y="84"/>
                        <a:pt x="223" y="96"/>
                        <a:pt x="239" y="113"/>
                      </a:cubicBezTo>
                      <a:cubicBezTo>
                        <a:pt x="252" y="126"/>
                        <a:pt x="261" y="142"/>
                        <a:pt x="265" y="160"/>
                      </a:cubicBezTo>
                    </a:path>
                  </a:pathLst>
                </a:custGeom>
                <a:solidFill>
                  <a:srgbClr val="FFC25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3" name="íśľïḑe"/>
                <p:cNvSpPr/>
                <p:nvPr>
                  <p:custDataLst>
                    <p:tags r:id="rId119"/>
                  </p:custDataLst>
                </p:nvPr>
              </p:nvSpPr>
              <p:spPr bwMode="auto">
                <a:xfrm>
                  <a:off x="6161089" y="3011488"/>
                  <a:ext cx="623888" cy="490538"/>
                </a:xfrm>
                <a:custGeom>
                  <a:avLst/>
                  <a:gdLst>
                    <a:gd name="T0" fmla="*/ 177 w 203"/>
                    <a:gd name="T1" fmla="*/ 113 h 160"/>
                    <a:gd name="T2" fmla="*/ 112 w 203"/>
                    <a:gd name="T3" fmla="*/ 82 h 160"/>
                    <a:gd name="T4" fmla="*/ 68 w 203"/>
                    <a:gd name="T5" fmla="*/ 24 h 160"/>
                    <a:gd name="T6" fmla="*/ 0 w 203"/>
                    <a:gd name="T7" fmla="*/ 0 h 160"/>
                    <a:gd name="T8" fmla="*/ 0 w 203"/>
                    <a:gd name="T9" fmla="*/ 5 h 160"/>
                    <a:gd name="T10" fmla="*/ 38 w 203"/>
                    <a:gd name="T11" fmla="*/ 24 h 160"/>
                    <a:gd name="T12" fmla="*/ 82 w 203"/>
                    <a:gd name="T13" fmla="*/ 82 h 160"/>
                    <a:gd name="T14" fmla="*/ 148 w 203"/>
                    <a:gd name="T15" fmla="*/ 113 h 160"/>
                    <a:gd name="T16" fmla="*/ 173 w 203"/>
                    <a:gd name="T17" fmla="*/ 160 h 160"/>
                    <a:gd name="T18" fmla="*/ 114 w 203"/>
                    <a:gd name="T19" fmla="*/ 160 h 160"/>
                    <a:gd name="T20" fmla="*/ 116 w 203"/>
                    <a:gd name="T21" fmla="*/ 160 h 160"/>
                    <a:gd name="T22" fmla="*/ 203 w 203"/>
                    <a:gd name="T23" fmla="*/ 160 h 160"/>
                    <a:gd name="T24" fmla="*/ 177 w 203"/>
                    <a:gd name="T25" fmla="*/ 11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 h="160">
                      <a:moveTo>
                        <a:pt x="177" y="113"/>
                      </a:moveTo>
                      <a:cubicBezTo>
                        <a:pt x="161" y="96"/>
                        <a:pt x="138" y="84"/>
                        <a:pt x="112" y="82"/>
                      </a:cubicBezTo>
                      <a:cubicBezTo>
                        <a:pt x="103" y="59"/>
                        <a:pt x="88" y="38"/>
                        <a:pt x="68" y="24"/>
                      </a:cubicBezTo>
                      <a:cubicBezTo>
                        <a:pt x="49" y="10"/>
                        <a:pt x="26" y="1"/>
                        <a:pt x="0" y="0"/>
                      </a:cubicBezTo>
                      <a:cubicBezTo>
                        <a:pt x="0" y="1"/>
                        <a:pt x="0" y="3"/>
                        <a:pt x="0" y="5"/>
                      </a:cubicBezTo>
                      <a:cubicBezTo>
                        <a:pt x="14" y="9"/>
                        <a:pt x="27" y="15"/>
                        <a:pt x="38" y="24"/>
                      </a:cubicBezTo>
                      <a:cubicBezTo>
                        <a:pt x="58" y="38"/>
                        <a:pt x="74" y="59"/>
                        <a:pt x="82" y="82"/>
                      </a:cubicBezTo>
                      <a:cubicBezTo>
                        <a:pt x="108" y="84"/>
                        <a:pt x="131" y="96"/>
                        <a:pt x="148" y="113"/>
                      </a:cubicBezTo>
                      <a:cubicBezTo>
                        <a:pt x="160" y="126"/>
                        <a:pt x="169" y="142"/>
                        <a:pt x="173" y="160"/>
                      </a:cubicBezTo>
                      <a:cubicBezTo>
                        <a:pt x="114" y="160"/>
                        <a:pt x="114" y="160"/>
                        <a:pt x="114" y="160"/>
                      </a:cubicBezTo>
                      <a:cubicBezTo>
                        <a:pt x="115" y="160"/>
                        <a:pt x="115" y="160"/>
                        <a:pt x="116" y="160"/>
                      </a:cubicBezTo>
                      <a:cubicBezTo>
                        <a:pt x="203" y="160"/>
                        <a:pt x="203" y="160"/>
                        <a:pt x="203" y="160"/>
                      </a:cubicBezTo>
                      <a:cubicBezTo>
                        <a:pt x="199" y="142"/>
                        <a:pt x="190" y="126"/>
                        <a:pt x="177" y="113"/>
                      </a:cubicBezTo>
                      <a:close/>
                    </a:path>
                  </a:pathLst>
                </a:custGeom>
                <a:solidFill>
                  <a:srgbClr val="80D4D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4" name="îś1idé"/>
                <p:cNvSpPr/>
                <p:nvPr>
                  <p:custDataLst>
                    <p:tags r:id="rId120"/>
                  </p:custDataLst>
                </p:nvPr>
              </p:nvSpPr>
              <p:spPr bwMode="auto">
                <a:xfrm>
                  <a:off x="5505451" y="3136901"/>
                  <a:ext cx="596900" cy="682625"/>
                </a:xfrm>
                <a:custGeom>
                  <a:avLst/>
                  <a:gdLst>
                    <a:gd name="T0" fmla="*/ 132 w 194"/>
                    <a:gd name="T1" fmla="*/ 88 h 222"/>
                    <a:gd name="T2" fmla="*/ 160 w 194"/>
                    <a:gd name="T3" fmla="*/ 119 h 222"/>
                    <a:gd name="T4" fmla="*/ 187 w 194"/>
                    <a:gd name="T5" fmla="*/ 107 h 222"/>
                    <a:gd name="T6" fmla="*/ 193 w 194"/>
                    <a:gd name="T7" fmla="*/ 118 h 222"/>
                    <a:gd name="T8" fmla="*/ 193 w 194"/>
                    <a:gd name="T9" fmla="*/ 160 h 222"/>
                    <a:gd name="T10" fmla="*/ 136 w 194"/>
                    <a:gd name="T11" fmla="*/ 160 h 222"/>
                    <a:gd name="T12" fmla="*/ 125 w 194"/>
                    <a:gd name="T13" fmla="*/ 167 h 222"/>
                    <a:gd name="T14" fmla="*/ 136 w 194"/>
                    <a:gd name="T15" fmla="*/ 194 h 222"/>
                    <a:gd name="T16" fmla="*/ 106 w 194"/>
                    <a:gd name="T17" fmla="*/ 222 h 222"/>
                    <a:gd name="T18" fmla="*/ 76 w 194"/>
                    <a:gd name="T19" fmla="*/ 194 h 222"/>
                    <a:gd name="T20" fmla="*/ 87 w 194"/>
                    <a:gd name="T21" fmla="*/ 167 h 222"/>
                    <a:gd name="T22" fmla="*/ 76 w 194"/>
                    <a:gd name="T23" fmla="*/ 161 h 222"/>
                    <a:gd name="T24" fmla="*/ 0 w 194"/>
                    <a:gd name="T25" fmla="*/ 161 h 222"/>
                    <a:gd name="T26" fmla="*/ 10 w 194"/>
                    <a:gd name="T27" fmla="*/ 149 h 222"/>
                    <a:gd name="T28" fmla="*/ 63 w 194"/>
                    <a:gd name="T29" fmla="*/ 126 h 222"/>
                    <a:gd name="T30" fmla="*/ 63 w 194"/>
                    <a:gd name="T31" fmla="*/ 125 h 222"/>
                    <a:gd name="T32" fmla="*/ 100 w 194"/>
                    <a:gd name="T33" fmla="*/ 36 h 222"/>
                    <a:gd name="T34" fmla="*/ 149 w 194"/>
                    <a:gd name="T35" fmla="*/ 6 h 222"/>
                    <a:gd name="T36" fmla="*/ 149 w 194"/>
                    <a:gd name="T37" fmla="*/ 6 h 222"/>
                    <a:gd name="T38" fmla="*/ 153 w 194"/>
                    <a:gd name="T39" fmla="*/ 5 h 222"/>
                    <a:gd name="T40" fmla="*/ 154 w 194"/>
                    <a:gd name="T41" fmla="*/ 5 h 222"/>
                    <a:gd name="T42" fmla="*/ 188 w 194"/>
                    <a:gd name="T43" fmla="*/ 0 h 222"/>
                    <a:gd name="T44" fmla="*/ 194 w 194"/>
                    <a:gd name="T45" fmla="*/ 0 h 222"/>
                    <a:gd name="T46" fmla="*/ 194 w 194"/>
                    <a:gd name="T47" fmla="*/ 59 h 222"/>
                    <a:gd name="T48" fmla="*/ 187 w 194"/>
                    <a:gd name="T49" fmla="*/ 70 h 222"/>
                    <a:gd name="T50" fmla="*/ 161 w 194"/>
                    <a:gd name="T51" fmla="*/ 58 h 222"/>
                    <a:gd name="T52" fmla="*/ 132 w 194"/>
                    <a:gd name="T53" fmla="*/ 88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4" h="222">
                      <a:moveTo>
                        <a:pt x="132" y="88"/>
                      </a:moveTo>
                      <a:cubicBezTo>
                        <a:pt x="132" y="105"/>
                        <a:pt x="147" y="119"/>
                        <a:pt x="160" y="119"/>
                      </a:cubicBezTo>
                      <a:cubicBezTo>
                        <a:pt x="177" y="119"/>
                        <a:pt x="181" y="109"/>
                        <a:pt x="187" y="107"/>
                      </a:cubicBezTo>
                      <a:cubicBezTo>
                        <a:pt x="191" y="106"/>
                        <a:pt x="193" y="109"/>
                        <a:pt x="193" y="118"/>
                      </a:cubicBezTo>
                      <a:cubicBezTo>
                        <a:pt x="193" y="160"/>
                        <a:pt x="193" y="160"/>
                        <a:pt x="193" y="160"/>
                      </a:cubicBezTo>
                      <a:cubicBezTo>
                        <a:pt x="174" y="160"/>
                        <a:pt x="155" y="160"/>
                        <a:pt x="136" y="160"/>
                      </a:cubicBezTo>
                      <a:cubicBezTo>
                        <a:pt x="127" y="160"/>
                        <a:pt x="124" y="163"/>
                        <a:pt x="125" y="167"/>
                      </a:cubicBezTo>
                      <a:cubicBezTo>
                        <a:pt x="126" y="173"/>
                        <a:pt x="136" y="177"/>
                        <a:pt x="136" y="194"/>
                      </a:cubicBezTo>
                      <a:cubicBezTo>
                        <a:pt x="136" y="207"/>
                        <a:pt x="122" y="222"/>
                        <a:pt x="106" y="222"/>
                      </a:cubicBezTo>
                      <a:cubicBezTo>
                        <a:pt x="89" y="222"/>
                        <a:pt x="75" y="207"/>
                        <a:pt x="76" y="194"/>
                      </a:cubicBezTo>
                      <a:cubicBezTo>
                        <a:pt x="76" y="177"/>
                        <a:pt x="86" y="173"/>
                        <a:pt x="87" y="167"/>
                      </a:cubicBezTo>
                      <a:cubicBezTo>
                        <a:pt x="88" y="163"/>
                        <a:pt x="85" y="161"/>
                        <a:pt x="76" y="161"/>
                      </a:cubicBezTo>
                      <a:cubicBezTo>
                        <a:pt x="64" y="161"/>
                        <a:pt x="30" y="161"/>
                        <a:pt x="0" y="161"/>
                      </a:cubicBezTo>
                      <a:cubicBezTo>
                        <a:pt x="3" y="157"/>
                        <a:pt x="6" y="153"/>
                        <a:pt x="10" y="149"/>
                      </a:cubicBezTo>
                      <a:cubicBezTo>
                        <a:pt x="24" y="136"/>
                        <a:pt x="42" y="127"/>
                        <a:pt x="63" y="126"/>
                      </a:cubicBezTo>
                      <a:cubicBezTo>
                        <a:pt x="63" y="125"/>
                        <a:pt x="63" y="125"/>
                        <a:pt x="63" y="125"/>
                      </a:cubicBezTo>
                      <a:cubicBezTo>
                        <a:pt x="63" y="90"/>
                        <a:pt x="77" y="59"/>
                        <a:pt x="100" y="36"/>
                      </a:cubicBezTo>
                      <a:cubicBezTo>
                        <a:pt x="113" y="23"/>
                        <a:pt x="130" y="12"/>
                        <a:pt x="149" y="6"/>
                      </a:cubicBezTo>
                      <a:cubicBezTo>
                        <a:pt x="149" y="6"/>
                        <a:pt x="149" y="6"/>
                        <a:pt x="149" y="6"/>
                      </a:cubicBezTo>
                      <a:cubicBezTo>
                        <a:pt x="151" y="6"/>
                        <a:pt x="152" y="5"/>
                        <a:pt x="153" y="5"/>
                      </a:cubicBezTo>
                      <a:cubicBezTo>
                        <a:pt x="154" y="5"/>
                        <a:pt x="154" y="5"/>
                        <a:pt x="154" y="5"/>
                      </a:cubicBezTo>
                      <a:cubicBezTo>
                        <a:pt x="165" y="2"/>
                        <a:pt x="176" y="0"/>
                        <a:pt x="188" y="0"/>
                      </a:cubicBezTo>
                      <a:cubicBezTo>
                        <a:pt x="190" y="0"/>
                        <a:pt x="192" y="0"/>
                        <a:pt x="194" y="0"/>
                      </a:cubicBezTo>
                      <a:cubicBezTo>
                        <a:pt x="194" y="59"/>
                        <a:pt x="194" y="59"/>
                        <a:pt x="194" y="59"/>
                      </a:cubicBezTo>
                      <a:cubicBezTo>
                        <a:pt x="194" y="67"/>
                        <a:pt x="191" y="71"/>
                        <a:pt x="187" y="70"/>
                      </a:cubicBezTo>
                      <a:cubicBezTo>
                        <a:pt x="181" y="68"/>
                        <a:pt x="177" y="58"/>
                        <a:pt x="161" y="58"/>
                      </a:cubicBezTo>
                      <a:cubicBezTo>
                        <a:pt x="147" y="58"/>
                        <a:pt x="132" y="72"/>
                        <a:pt x="132" y="88"/>
                      </a:cubicBezTo>
                    </a:path>
                  </a:pathLst>
                </a:custGeom>
                <a:solidFill>
                  <a:srgbClr val="FE998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5" name="ïṩľiďé"/>
                <p:cNvSpPr/>
                <p:nvPr>
                  <p:custDataLst>
                    <p:tags r:id="rId121"/>
                  </p:custDataLst>
                </p:nvPr>
              </p:nvSpPr>
              <p:spPr bwMode="auto">
                <a:xfrm>
                  <a:off x="5776914" y="3216276"/>
                  <a:ext cx="204788" cy="242888"/>
                </a:xfrm>
                <a:custGeom>
                  <a:avLst/>
                  <a:gdLst>
                    <a:gd name="T0" fmla="*/ 34 w 67"/>
                    <a:gd name="T1" fmla="*/ 14 h 79"/>
                    <a:gd name="T2" fmla="*/ 31 w 67"/>
                    <a:gd name="T3" fmla="*/ 15 h 79"/>
                    <a:gd name="T4" fmla="*/ 9 w 67"/>
                    <a:gd name="T5" fmla="*/ 41 h 79"/>
                    <a:gd name="T6" fmla="*/ 0 w 67"/>
                    <a:gd name="T7" fmla="*/ 74 h 79"/>
                    <a:gd name="T8" fmla="*/ 4 w 67"/>
                    <a:gd name="T9" fmla="*/ 79 h 79"/>
                    <a:gd name="T10" fmla="*/ 5 w 67"/>
                    <a:gd name="T11" fmla="*/ 79 h 79"/>
                    <a:gd name="T12" fmla="*/ 9 w 67"/>
                    <a:gd name="T13" fmla="*/ 75 h 79"/>
                    <a:gd name="T14" fmla="*/ 18 w 67"/>
                    <a:gd name="T15" fmla="*/ 46 h 79"/>
                    <a:gd name="T16" fmla="*/ 37 w 67"/>
                    <a:gd name="T17" fmla="*/ 23 h 79"/>
                    <a:gd name="T18" fmla="*/ 38 w 67"/>
                    <a:gd name="T19" fmla="*/ 16 h 79"/>
                    <a:gd name="T20" fmla="*/ 34 w 67"/>
                    <a:gd name="T21" fmla="*/ 14 h 79"/>
                    <a:gd name="T22" fmla="*/ 62 w 67"/>
                    <a:gd name="T23" fmla="*/ 0 h 79"/>
                    <a:gd name="T24" fmla="*/ 61 w 67"/>
                    <a:gd name="T25" fmla="*/ 1 h 79"/>
                    <a:gd name="T26" fmla="*/ 53 w 67"/>
                    <a:gd name="T27" fmla="*/ 3 h 79"/>
                    <a:gd name="T28" fmla="*/ 45 w 67"/>
                    <a:gd name="T29" fmla="*/ 7 h 79"/>
                    <a:gd name="T30" fmla="*/ 43 w 67"/>
                    <a:gd name="T31" fmla="*/ 13 h 79"/>
                    <a:gd name="T32" fmla="*/ 47 w 67"/>
                    <a:gd name="T33" fmla="*/ 16 h 79"/>
                    <a:gd name="T34" fmla="*/ 49 w 67"/>
                    <a:gd name="T35" fmla="*/ 15 h 79"/>
                    <a:gd name="T36" fmla="*/ 56 w 67"/>
                    <a:gd name="T37" fmla="*/ 12 h 79"/>
                    <a:gd name="T38" fmla="*/ 63 w 67"/>
                    <a:gd name="T39" fmla="*/ 10 h 79"/>
                    <a:gd name="T40" fmla="*/ 67 w 67"/>
                    <a:gd name="T41" fmla="*/ 4 h 79"/>
                    <a:gd name="T42" fmla="*/ 62 w 67"/>
                    <a:gd name="T43"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7" h="79">
                      <a:moveTo>
                        <a:pt x="34" y="14"/>
                      </a:moveTo>
                      <a:cubicBezTo>
                        <a:pt x="33" y="14"/>
                        <a:pt x="32" y="14"/>
                        <a:pt x="31" y="15"/>
                      </a:cubicBezTo>
                      <a:cubicBezTo>
                        <a:pt x="22" y="22"/>
                        <a:pt x="15" y="31"/>
                        <a:pt x="9" y="41"/>
                      </a:cubicBezTo>
                      <a:cubicBezTo>
                        <a:pt x="4" y="51"/>
                        <a:pt x="1" y="62"/>
                        <a:pt x="0" y="74"/>
                      </a:cubicBezTo>
                      <a:cubicBezTo>
                        <a:pt x="0" y="77"/>
                        <a:pt x="2" y="79"/>
                        <a:pt x="4" y="79"/>
                      </a:cubicBezTo>
                      <a:cubicBezTo>
                        <a:pt x="4" y="79"/>
                        <a:pt x="5" y="79"/>
                        <a:pt x="5" y="79"/>
                      </a:cubicBezTo>
                      <a:cubicBezTo>
                        <a:pt x="7" y="79"/>
                        <a:pt x="9" y="77"/>
                        <a:pt x="9" y="75"/>
                      </a:cubicBezTo>
                      <a:cubicBezTo>
                        <a:pt x="10" y="64"/>
                        <a:pt x="13" y="54"/>
                        <a:pt x="18" y="46"/>
                      </a:cubicBezTo>
                      <a:cubicBezTo>
                        <a:pt x="22" y="37"/>
                        <a:pt x="29" y="29"/>
                        <a:pt x="37" y="23"/>
                      </a:cubicBezTo>
                      <a:cubicBezTo>
                        <a:pt x="39" y="21"/>
                        <a:pt x="40" y="18"/>
                        <a:pt x="38" y="16"/>
                      </a:cubicBezTo>
                      <a:cubicBezTo>
                        <a:pt x="37" y="15"/>
                        <a:pt x="36" y="14"/>
                        <a:pt x="34" y="14"/>
                      </a:cubicBezTo>
                      <a:moveTo>
                        <a:pt x="62" y="0"/>
                      </a:moveTo>
                      <a:cubicBezTo>
                        <a:pt x="62" y="0"/>
                        <a:pt x="61" y="1"/>
                        <a:pt x="61" y="1"/>
                      </a:cubicBezTo>
                      <a:cubicBezTo>
                        <a:pt x="58" y="1"/>
                        <a:pt x="55" y="2"/>
                        <a:pt x="53" y="3"/>
                      </a:cubicBezTo>
                      <a:cubicBezTo>
                        <a:pt x="50" y="4"/>
                        <a:pt x="47" y="5"/>
                        <a:pt x="45" y="7"/>
                      </a:cubicBezTo>
                      <a:cubicBezTo>
                        <a:pt x="42" y="8"/>
                        <a:pt x="42" y="11"/>
                        <a:pt x="43" y="13"/>
                      </a:cubicBezTo>
                      <a:cubicBezTo>
                        <a:pt x="44" y="15"/>
                        <a:pt x="45" y="16"/>
                        <a:pt x="47" y="16"/>
                      </a:cubicBezTo>
                      <a:cubicBezTo>
                        <a:pt x="48" y="16"/>
                        <a:pt x="48" y="16"/>
                        <a:pt x="49" y="15"/>
                      </a:cubicBezTo>
                      <a:cubicBezTo>
                        <a:pt x="51" y="14"/>
                        <a:pt x="54" y="13"/>
                        <a:pt x="56" y="12"/>
                      </a:cubicBezTo>
                      <a:cubicBezTo>
                        <a:pt x="58" y="11"/>
                        <a:pt x="61" y="10"/>
                        <a:pt x="63" y="10"/>
                      </a:cubicBezTo>
                      <a:cubicBezTo>
                        <a:pt x="66" y="9"/>
                        <a:pt x="67" y="7"/>
                        <a:pt x="67" y="4"/>
                      </a:cubicBezTo>
                      <a:cubicBezTo>
                        <a:pt x="66" y="2"/>
                        <a:pt x="64" y="0"/>
                        <a:pt x="62" y="0"/>
                      </a:cubicBezTo>
                    </a:path>
                  </a:pathLst>
                </a:custGeom>
                <a:solidFill>
                  <a:srgbClr val="FEAD9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6" name="îṧļîḋê"/>
                <p:cNvSpPr/>
                <p:nvPr>
                  <p:custDataLst>
                    <p:tags r:id="rId122"/>
                  </p:custDataLst>
                </p:nvPr>
              </p:nvSpPr>
              <p:spPr bwMode="auto">
                <a:xfrm>
                  <a:off x="5392739" y="3665538"/>
                  <a:ext cx="823913" cy="384175"/>
                </a:xfrm>
                <a:custGeom>
                  <a:avLst/>
                  <a:gdLst>
                    <a:gd name="T0" fmla="*/ 268 w 268"/>
                    <a:gd name="T1" fmla="*/ 66 h 125"/>
                    <a:gd name="T2" fmla="*/ 239 w 268"/>
                    <a:gd name="T3" fmla="*/ 96 h 125"/>
                    <a:gd name="T4" fmla="*/ 212 w 268"/>
                    <a:gd name="T5" fmla="*/ 85 h 125"/>
                    <a:gd name="T6" fmla="*/ 206 w 268"/>
                    <a:gd name="T7" fmla="*/ 96 h 125"/>
                    <a:gd name="T8" fmla="*/ 205 w 268"/>
                    <a:gd name="T9" fmla="*/ 123 h 125"/>
                    <a:gd name="T10" fmla="*/ 137 w 268"/>
                    <a:gd name="T11" fmla="*/ 124 h 125"/>
                    <a:gd name="T12" fmla="*/ 132 w 268"/>
                    <a:gd name="T13" fmla="*/ 124 h 125"/>
                    <a:gd name="T14" fmla="*/ 127 w 268"/>
                    <a:gd name="T15" fmla="*/ 124 h 125"/>
                    <a:gd name="T16" fmla="*/ 122 w 268"/>
                    <a:gd name="T17" fmla="*/ 124 h 125"/>
                    <a:gd name="T18" fmla="*/ 80 w 268"/>
                    <a:gd name="T19" fmla="*/ 125 h 125"/>
                    <a:gd name="T20" fmla="*/ 42 w 268"/>
                    <a:gd name="T21" fmla="*/ 115 h 125"/>
                    <a:gd name="T22" fmla="*/ 42 w 268"/>
                    <a:gd name="T23" fmla="*/ 115 h 125"/>
                    <a:gd name="T24" fmla="*/ 36 w 268"/>
                    <a:gd name="T25" fmla="*/ 112 h 125"/>
                    <a:gd name="T26" fmla="*/ 36 w 268"/>
                    <a:gd name="T27" fmla="*/ 112 h 125"/>
                    <a:gd name="T28" fmla="*/ 32 w 268"/>
                    <a:gd name="T29" fmla="*/ 109 h 125"/>
                    <a:gd name="T30" fmla="*/ 32 w 268"/>
                    <a:gd name="T31" fmla="*/ 109 h 125"/>
                    <a:gd name="T32" fmla="*/ 26 w 268"/>
                    <a:gd name="T33" fmla="*/ 104 h 125"/>
                    <a:gd name="T34" fmla="*/ 25 w 268"/>
                    <a:gd name="T35" fmla="*/ 103 h 125"/>
                    <a:gd name="T36" fmla="*/ 23 w 268"/>
                    <a:gd name="T37" fmla="*/ 101 h 125"/>
                    <a:gd name="T38" fmla="*/ 2 w 268"/>
                    <a:gd name="T39" fmla="*/ 64 h 125"/>
                    <a:gd name="T40" fmla="*/ 1 w 268"/>
                    <a:gd name="T41" fmla="*/ 58 h 125"/>
                    <a:gd name="T42" fmla="*/ 1 w 268"/>
                    <a:gd name="T43" fmla="*/ 56 h 125"/>
                    <a:gd name="T44" fmla="*/ 1 w 268"/>
                    <a:gd name="T45" fmla="*/ 54 h 125"/>
                    <a:gd name="T46" fmla="*/ 0 w 268"/>
                    <a:gd name="T47" fmla="*/ 53 h 125"/>
                    <a:gd name="T48" fmla="*/ 0 w 268"/>
                    <a:gd name="T49" fmla="*/ 49 h 125"/>
                    <a:gd name="T50" fmla="*/ 0 w 268"/>
                    <a:gd name="T51" fmla="*/ 47 h 125"/>
                    <a:gd name="T52" fmla="*/ 0 w 268"/>
                    <a:gd name="T53" fmla="*/ 45 h 125"/>
                    <a:gd name="T54" fmla="*/ 0 w 268"/>
                    <a:gd name="T55" fmla="*/ 41 h 125"/>
                    <a:gd name="T56" fmla="*/ 1 w 268"/>
                    <a:gd name="T57" fmla="*/ 35 h 125"/>
                    <a:gd name="T58" fmla="*/ 14 w 268"/>
                    <a:gd name="T59" fmla="*/ 0 h 125"/>
                    <a:gd name="T60" fmla="*/ 90 w 268"/>
                    <a:gd name="T61" fmla="*/ 0 h 125"/>
                    <a:gd name="T62" fmla="*/ 101 w 268"/>
                    <a:gd name="T63" fmla="*/ 7 h 125"/>
                    <a:gd name="T64" fmla="*/ 89 w 268"/>
                    <a:gd name="T65" fmla="*/ 33 h 125"/>
                    <a:gd name="T66" fmla="*/ 117 w 268"/>
                    <a:gd name="T67" fmla="*/ 62 h 125"/>
                    <a:gd name="T68" fmla="*/ 119 w 268"/>
                    <a:gd name="T69" fmla="*/ 62 h 125"/>
                    <a:gd name="T70" fmla="*/ 135 w 268"/>
                    <a:gd name="T71" fmla="*/ 57 h 125"/>
                    <a:gd name="T72" fmla="*/ 139 w 268"/>
                    <a:gd name="T73" fmla="*/ 54 h 125"/>
                    <a:gd name="T74" fmla="*/ 150 w 268"/>
                    <a:gd name="T75" fmla="*/ 33 h 125"/>
                    <a:gd name="T76" fmla="*/ 149 w 268"/>
                    <a:gd name="T77" fmla="*/ 30 h 125"/>
                    <a:gd name="T78" fmla="*/ 138 w 268"/>
                    <a:gd name="T79" fmla="*/ 7 h 125"/>
                    <a:gd name="T80" fmla="*/ 149 w 268"/>
                    <a:gd name="T81" fmla="*/ 0 h 125"/>
                    <a:gd name="T82" fmla="*/ 206 w 268"/>
                    <a:gd name="T83" fmla="*/ 0 h 125"/>
                    <a:gd name="T84" fmla="*/ 206 w 268"/>
                    <a:gd name="T85" fmla="*/ 36 h 125"/>
                    <a:gd name="T86" fmla="*/ 213 w 268"/>
                    <a:gd name="T87" fmla="*/ 47 h 125"/>
                    <a:gd name="T88" fmla="*/ 239 w 268"/>
                    <a:gd name="T89" fmla="*/ 35 h 125"/>
                    <a:gd name="T90" fmla="*/ 268 w 268"/>
                    <a:gd name="T91" fmla="*/ 66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68" h="125">
                      <a:moveTo>
                        <a:pt x="268" y="66"/>
                      </a:moveTo>
                      <a:cubicBezTo>
                        <a:pt x="268" y="82"/>
                        <a:pt x="252" y="96"/>
                        <a:pt x="239" y="96"/>
                      </a:cubicBezTo>
                      <a:cubicBezTo>
                        <a:pt x="222" y="96"/>
                        <a:pt x="218" y="86"/>
                        <a:pt x="212" y="85"/>
                      </a:cubicBezTo>
                      <a:cubicBezTo>
                        <a:pt x="208" y="84"/>
                        <a:pt x="206" y="87"/>
                        <a:pt x="206" y="96"/>
                      </a:cubicBezTo>
                      <a:cubicBezTo>
                        <a:pt x="206" y="98"/>
                        <a:pt x="205" y="121"/>
                        <a:pt x="205" y="123"/>
                      </a:cubicBezTo>
                      <a:cubicBezTo>
                        <a:pt x="183" y="123"/>
                        <a:pt x="160" y="124"/>
                        <a:pt x="137" y="124"/>
                      </a:cubicBezTo>
                      <a:cubicBezTo>
                        <a:pt x="135" y="124"/>
                        <a:pt x="133" y="124"/>
                        <a:pt x="132" y="124"/>
                      </a:cubicBezTo>
                      <a:cubicBezTo>
                        <a:pt x="130" y="124"/>
                        <a:pt x="129" y="124"/>
                        <a:pt x="127" y="124"/>
                      </a:cubicBezTo>
                      <a:cubicBezTo>
                        <a:pt x="126" y="124"/>
                        <a:pt x="124" y="124"/>
                        <a:pt x="122" y="124"/>
                      </a:cubicBezTo>
                      <a:cubicBezTo>
                        <a:pt x="108" y="125"/>
                        <a:pt x="93" y="125"/>
                        <a:pt x="80" y="125"/>
                      </a:cubicBezTo>
                      <a:cubicBezTo>
                        <a:pt x="66" y="125"/>
                        <a:pt x="53" y="121"/>
                        <a:pt x="42" y="115"/>
                      </a:cubicBezTo>
                      <a:cubicBezTo>
                        <a:pt x="42" y="115"/>
                        <a:pt x="42" y="115"/>
                        <a:pt x="42" y="115"/>
                      </a:cubicBezTo>
                      <a:cubicBezTo>
                        <a:pt x="40" y="114"/>
                        <a:pt x="38" y="113"/>
                        <a:pt x="36" y="112"/>
                      </a:cubicBezTo>
                      <a:cubicBezTo>
                        <a:pt x="36" y="112"/>
                        <a:pt x="36" y="112"/>
                        <a:pt x="36" y="112"/>
                      </a:cubicBezTo>
                      <a:cubicBezTo>
                        <a:pt x="35" y="111"/>
                        <a:pt x="34" y="110"/>
                        <a:pt x="32" y="109"/>
                      </a:cubicBezTo>
                      <a:cubicBezTo>
                        <a:pt x="32" y="109"/>
                        <a:pt x="32" y="109"/>
                        <a:pt x="32" y="109"/>
                      </a:cubicBezTo>
                      <a:cubicBezTo>
                        <a:pt x="30" y="107"/>
                        <a:pt x="28" y="106"/>
                        <a:pt x="26" y="104"/>
                      </a:cubicBezTo>
                      <a:cubicBezTo>
                        <a:pt x="26" y="104"/>
                        <a:pt x="25" y="103"/>
                        <a:pt x="25" y="103"/>
                      </a:cubicBezTo>
                      <a:cubicBezTo>
                        <a:pt x="24" y="102"/>
                        <a:pt x="24" y="102"/>
                        <a:pt x="23" y="101"/>
                      </a:cubicBezTo>
                      <a:cubicBezTo>
                        <a:pt x="13" y="91"/>
                        <a:pt x="6" y="78"/>
                        <a:pt x="2" y="64"/>
                      </a:cubicBezTo>
                      <a:cubicBezTo>
                        <a:pt x="2" y="62"/>
                        <a:pt x="1" y="60"/>
                        <a:pt x="1" y="58"/>
                      </a:cubicBezTo>
                      <a:cubicBezTo>
                        <a:pt x="1" y="58"/>
                        <a:pt x="1" y="57"/>
                        <a:pt x="1" y="56"/>
                      </a:cubicBezTo>
                      <a:cubicBezTo>
                        <a:pt x="1" y="55"/>
                        <a:pt x="1" y="55"/>
                        <a:pt x="1" y="54"/>
                      </a:cubicBezTo>
                      <a:cubicBezTo>
                        <a:pt x="0" y="54"/>
                        <a:pt x="0" y="53"/>
                        <a:pt x="0" y="53"/>
                      </a:cubicBezTo>
                      <a:cubicBezTo>
                        <a:pt x="0" y="52"/>
                        <a:pt x="0" y="50"/>
                        <a:pt x="0" y="49"/>
                      </a:cubicBezTo>
                      <a:cubicBezTo>
                        <a:pt x="0" y="48"/>
                        <a:pt x="0" y="48"/>
                        <a:pt x="0" y="47"/>
                      </a:cubicBezTo>
                      <a:cubicBezTo>
                        <a:pt x="0" y="46"/>
                        <a:pt x="0" y="46"/>
                        <a:pt x="0" y="45"/>
                      </a:cubicBezTo>
                      <a:cubicBezTo>
                        <a:pt x="0" y="44"/>
                        <a:pt x="0" y="42"/>
                        <a:pt x="0" y="41"/>
                      </a:cubicBezTo>
                      <a:cubicBezTo>
                        <a:pt x="0" y="39"/>
                        <a:pt x="0" y="37"/>
                        <a:pt x="1" y="35"/>
                      </a:cubicBezTo>
                      <a:cubicBezTo>
                        <a:pt x="2" y="22"/>
                        <a:pt x="7" y="10"/>
                        <a:pt x="14" y="0"/>
                      </a:cubicBezTo>
                      <a:cubicBezTo>
                        <a:pt x="90" y="0"/>
                        <a:pt x="90" y="0"/>
                        <a:pt x="90" y="0"/>
                      </a:cubicBezTo>
                      <a:cubicBezTo>
                        <a:pt x="99" y="0"/>
                        <a:pt x="102" y="3"/>
                        <a:pt x="101" y="7"/>
                      </a:cubicBezTo>
                      <a:cubicBezTo>
                        <a:pt x="99" y="13"/>
                        <a:pt x="89" y="17"/>
                        <a:pt x="89" y="33"/>
                      </a:cubicBezTo>
                      <a:cubicBezTo>
                        <a:pt x="89" y="46"/>
                        <a:pt x="101" y="61"/>
                        <a:pt x="117" y="62"/>
                      </a:cubicBezTo>
                      <a:cubicBezTo>
                        <a:pt x="117" y="62"/>
                        <a:pt x="118" y="62"/>
                        <a:pt x="119" y="62"/>
                      </a:cubicBezTo>
                      <a:cubicBezTo>
                        <a:pt x="125" y="62"/>
                        <a:pt x="130" y="60"/>
                        <a:pt x="135" y="57"/>
                      </a:cubicBezTo>
                      <a:cubicBezTo>
                        <a:pt x="136" y="56"/>
                        <a:pt x="137" y="55"/>
                        <a:pt x="139" y="54"/>
                      </a:cubicBezTo>
                      <a:cubicBezTo>
                        <a:pt x="145" y="49"/>
                        <a:pt x="150" y="41"/>
                        <a:pt x="150" y="33"/>
                      </a:cubicBezTo>
                      <a:cubicBezTo>
                        <a:pt x="150" y="32"/>
                        <a:pt x="150" y="31"/>
                        <a:pt x="149" y="30"/>
                      </a:cubicBezTo>
                      <a:cubicBezTo>
                        <a:pt x="148" y="16"/>
                        <a:pt x="140" y="12"/>
                        <a:pt x="138" y="7"/>
                      </a:cubicBezTo>
                      <a:cubicBezTo>
                        <a:pt x="137" y="3"/>
                        <a:pt x="140" y="0"/>
                        <a:pt x="149" y="0"/>
                      </a:cubicBezTo>
                      <a:cubicBezTo>
                        <a:pt x="206" y="0"/>
                        <a:pt x="206" y="0"/>
                        <a:pt x="206" y="0"/>
                      </a:cubicBezTo>
                      <a:cubicBezTo>
                        <a:pt x="206" y="19"/>
                        <a:pt x="206" y="17"/>
                        <a:pt x="206" y="36"/>
                      </a:cubicBezTo>
                      <a:cubicBezTo>
                        <a:pt x="206" y="45"/>
                        <a:pt x="208" y="48"/>
                        <a:pt x="213" y="47"/>
                      </a:cubicBezTo>
                      <a:cubicBezTo>
                        <a:pt x="219" y="46"/>
                        <a:pt x="222" y="36"/>
                        <a:pt x="239" y="35"/>
                      </a:cubicBezTo>
                      <a:cubicBezTo>
                        <a:pt x="252" y="35"/>
                        <a:pt x="268" y="49"/>
                        <a:pt x="268" y="66"/>
                      </a:cubicBezTo>
                      <a:close/>
                    </a:path>
                  </a:pathLst>
                </a:custGeom>
                <a:solidFill>
                  <a:srgbClr val="D186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7" name="ï$ļiḑe"/>
                <p:cNvSpPr/>
                <p:nvPr>
                  <p:custDataLst>
                    <p:tags r:id="rId123"/>
                  </p:custDataLst>
                </p:nvPr>
              </p:nvSpPr>
              <p:spPr bwMode="auto">
                <a:xfrm>
                  <a:off x="4430714" y="2860676"/>
                  <a:ext cx="387350" cy="912813"/>
                </a:xfrm>
                <a:prstGeom prst="rect">
                  <a:avLst/>
                </a:prstGeom>
                <a:solidFill>
                  <a:srgbClr val="AAA7D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88" name="íšḻïḓe"/>
                <p:cNvSpPr/>
                <p:nvPr/>
              </p:nvSpPr>
              <p:spPr bwMode="auto">
                <a:xfrm>
                  <a:off x="4430714" y="2860676"/>
                  <a:ext cx="38735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89" name="îsḻíďe"/>
                <p:cNvSpPr/>
                <p:nvPr>
                  <p:custDataLst>
                    <p:tags r:id="rId124"/>
                  </p:custDataLst>
                </p:nvPr>
              </p:nvSpPr>
              <p:spPr bwMode="auto">
                <a:xfrm>
                  <a:off x="4452939" y="2879726"/>
                  <a:ext cx="165100" cy="1158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0" name="ïšľîḑê"/>
                <p:cNvSpPr/>
                <p:nvPr>
                  <p:custDataLst>
                    <p:tags r:id="rId125"/>
                  </p:custDataLst>
                </p:nvPr>
              </p:nvSpPr>
              <p:spPr bwMode="auto">
                <a:xfrm>
                  <a:off x="4630739" y="2879726"/>
                  <a:ext cx="168275" cy="115888"/>
                </a:xfrm>
                <a:prstGeom prst="rect">
                  <a:avLst/>
                </a:prstGeom>
                <a:solidFill>
                  <a:srgbClr val="B8C7E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1" name="íSḷíďé"/>
                <p:cNvSpPr/>
                <p:nvPr/>
              </p:nvSpPr>
              <p:spPr bwMode="auto">
                <a:xfrm>
                  <a:off x="4630739" y="2879726"/>
                  <a:ext cx="168275" cy="11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2" name="iṣ1îḓè"/>
                <p:cNvSpPr/>
                <p:nvPr>
                  <p:custDataLst>
                    <p:tags r:id="rId126"/>
                  </p:custDataLst>
                </p:nvPr>
              </p:nvSpPr>
              <p:spPr bwMode="auto">
                <a:xfrm>
                  <a:off x="4452939" y="3011488"/>
                  <a:ext cx="165100" cy="115888"/>
                </a:xfrm>
                <a:prstGeom prst="rect">
                  <a:avLst/>
                </a:prstGeom>
                <a:solidFill>
                  <a:srgbClr val="ABCDE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3" name="íṩļiḓè"/>
                <p:cNvSpPr/>
                <p:nvPr/>
              </p:nvSpPr>
              <p:spPr bwMode="auto">
                <a:xfrm>
                  <a:off x="4452939" y="3011488"/>
                  <a:ext cx="165100" cy="11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4" name="îšļíḑé"/>
                <p:cNvSpPr/>
                <p:nvPr>
                  <p:custDataLst>
                    <p:tags r:id="rId127"/>
                  </p:custDataLst>
                </p:nvPr>
              </p:nvSpPr>
              <p:spPr bwMode="auto">
                <a:xfrm>
                  <a:off x="4630739" y="3011488"/>
                  <a:ext cx="168275" cy="115888"/>
                </a:xfrm>
                <a:prstGeom prst="rect">
                  <a:avLst/>
                </a:prstGeom>
                <a:solidFill>
                  <a:srgbClr val="7BAFD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5" name="ïSḻíḓè"/>
                <p:cNvSpPr/>
                <p:nvPr/>
              </p:nvSpPr>
              <p:spPr bwMode="auto">
                <a:xfrm>
                  <a:off x="4630739" y="3011488"/>
                  <a:ext cx="168275" cy="11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6" name="íṩļïďé"/>
                <p:cNvSpPr/>
                <p:nvPr>
                  <p:custDataLst>
                    <p:tags r:id="rId128"/>
                  </p:custDataLst>
                </p:nvPr>
              </p:nvSpPr>
              <p:spPr bwMode="auto">
                <a:xfrm>
                  <a:off x="4452939" y="3140076"/>
                  <a:ext cx="165100" cy="117475"/>
                </a:xfrm>
                <a:prstGeom prst="rect">
                  <a:avLst/>
                </a:prstGeom>
                <a:solidFill>
                  <a:srgbClr val="90AFC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7" name="íşḻíḓe"/>
                <p:cNvSpPr/>
                <p:nvPr/>
              </p:nvSpPr>
              <p:spPr bwMode="auto">
                <a:xfrm>
                  <a:off x="4452939" y="3140076"/>
                  <a:ext cx="165100" cy="11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8" name="išľídè"/>
                <p:cNvSpPr/>
                <p:nvPr>
                  <p:custDataLst>
                    <p:tags r:id="rId129"/>
                  </p:custDataLst>
                </p:nvPr>
              </p:nvSpPr>
              <p:spPr bwMode="auto">
                <a:xfrm>
                  <a:off x="4630739" y="3140076"/>
                  <a:ext cx="168275" cy="117475"/>
                </a:xfrm>
                <a:prstGeom prst="rect">
                  <a:avLst/>
                </a:prstGeom>
                <a:solidFill>
                  <a:srgbClr val="6BA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9" name="îṧ1iďê"/>
                <p:cNvSpPr/>
                <p:nvPr/>
              </p:nvSpPr>
              <p:spPr bwMode="auto">
                <a:xfrm>
                  <a:off x="4630739" y="3140076"/>
                  <a:ext cx="168275" cy="11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0" name="iSľiḍê"/>
                <p:cNvSpPr/>
                <p:nvPr>
                  <p:custDataLst>
                    <p:tags r:id="rId130"/>
                  </p:custDataLst>
                </p:nvPr>
              </p:nvSpPr>
              <p:spPr bwMode="auto">
                <a:xfrm>
                  <a:off x="4452939" y="3271838"/>
                  <a:ext cx="165100" cy="117475"/>
                </a:xfrm>
                <a:prstGeom prst="rect">
                  <a:avLst/>
                </a:prstGeom>
                <a:solidFill>
                  <a:srgbClr val="FE998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1" name="ïŝḻîḋè"/>
                <p:cNvSpPr/>
                <p:nvPr>
                  <p:custDataLst>
                    <p:tags r:id="rId131"/>
                  </p:custDataLst>
                </p:nvPr>
              </p:nvSpPr>
              <p:spPr bwMode="auto">
                <a:xfrm>
                  <a:off x="4630739" y="3271838"/>
                  <a:ext cx="168275" cy="117475"/>
                </a:xfrm>
                <a:prstGeom prst="rect">
                  <a:avLst/>
                </a:prstGeom>
                <a:solidFill>
                  <a:srgbClr val="F1C8A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2" name="ïṣļiḓê"/>
                <p:cNvSpPr/>
                <p:nvPr>
                  <p:custDataLst>
                    <p:tags r:id="rId132"/>
                  </p:custDataLst>
                </p:nvPr>
              </p:nvSpPr>
              <p:spPr bwMode="auto">
                <a:xfrm>
                  <a:off x="4452939" y="3402013"/>
                  <a:ext cx="165100" cy="115888"/>
                </a:xfrm>
                <a:prstGeom prst="rect">
                  <a:avLst/>
                </a:prstGeom>
                <a:solidFill>
                  <a:srgbClr val="FCC35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3" name="íṡ1íḍé"/>
                <p:cNvSpPr/>
                <p:nvPr>
                  <p:custDataLst>
                    <p:tags r:id="rId133"/>
                  </p:custDataLst>
                </p:nvPr>
              </p:nvSpPr>
              <p:spPr bwMode="auto">
                <a:xfrm>
                  <a:off x="4630739" y="3402013"/>
                  <a:ext cx="168275" cy="115888"/>
                </a:xfrm>
                <a:prstGeom prst="rect">
                  <a:avLst/>
                </a:prstGeom>
                <a:solidFill>
                  <a:srgbClr val="FFC25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4" name="íṩḻíďe"/>
                <p:cNvSpPr/>
                <p:nvPr>
                  <p:custDataLst>
                    <p:tags r:id="rId134"/>
                  </p:custDataLst>
                </p:nvPr>
              </p:nvSpPr>
              <p:spPr bwMode="auto">
                <a:xfrm>
                  <a:off x="4452939" y="3533776"/>
                  <a:ext cx="165100" cy="115888"/>
                </a:xfrm>
                <a:prstGeom prst="rect">
                  <a:avLst/>
                </a:prstGeom>
                <a:solidFill>
                  <a:srgbClr val="D1865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5" name="íṡļîḑê"/>
                <p:cNvSpPr/>
                <p:nvPr>
                  <p:custDataLst>
                    <p:tags r:id="rId135"/>
                  </p:custDataLst>
                </p:nvPr>
              </p:nvSpPr>
              <p:spPr bwMode="auto">
                <a:xfrm>
                  <a:off x="4630739" y="3533776"/>
                  <a:ext cx="168275" cy="115888"/>
                </a:xfrm>
                <a:prstGeom prst="rect">
                  <a:avLst/>
                </a:prstGeom>
                <a:solidFill>
                  <a:srgbClr val="E5653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6" name="iśļiḑe"/>
                <p:cNvSpPr/>
                <p:nvPr>
                  <p:custDataLst>
                    <p:tags r:id="rId136"/>
                  </p:custDataLst>
                </p:nvPr>
              </p:nvSpPr>
              <p:spPr bwMode="auto">
                <a:xfrm>
                  <a:off x="4430714" y="2778126"/>
                  <a:ext cx="3198813" cy="55563"/>
                </a:xfrm>
                <a:prstGeom prst="rect">
                  <a:avLst/>
                </a:prstGeom>
                <a:solidFill>
                  <a:srgbClr val="AAA7D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7" name="íśḷïḑè"/>
                <p:cNvSpPr/>
                <p:nvPr>
                  <p:custDataLst>
                    <p:tags r:id="rId137"/>
                  </p:custDataLst>
                </p:nvPr>
              </p:nvSpPr>
              <p:spPr bwMode="auto">
                <a:xfrm>
                  <a:off x="7383464" y="2863851"/>
                  <a:ext cx="246063" cy="1344613"/>
                </a:xfrm>
                <a:prstGeom prst="rect">
                  <a:avLst/>
                </a:prstGeom>
                <a:solidFill>
                  <a:srgbClr val="AAA7D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8" name="ïṩ1iḓè"/>
                <p:cNvSpPr/>
                <p:nvPr/>
              </p:nvSpPr>
              <p:spPr bwMode="auto">
                <a:xfrm>
                  <a:off x="7383464" y="2863851"/>
                  <a:ext cx="246063" cy="134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9" name="îṣļîḑê"/>
                <p:cNvSpPr/>
                <p:nvPr>
                  <p:custDataLst>
                    <p:tags r:id="rId138"/>
                  </p:custDataLst>
                </p:nvPr>
              </p:nvSpPr>
              <p:spPr bwMode="auto">
                <a:xfrm>
                  <a:off x="7405689" y="2879726"/>
                  <a:ext cx="201613" cy="23813"/>
                </a:xfrm>
                <a:prstGeom prst="rect">
                  <a:avLst/>
                </a:prstGeom>
                <a:solidFill>
                  <a:srgbClr val="C2C1D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0" name="ïśḷïḍê"/>
                <p:cNvSpPr/>
                <p:nvPr>
                  <p:custDataLst>
                    <p:tags r:id="rId139"/>
                  </p:custDataLst>
                </p:nvPr>
              </p:nvSpPr>
              <p:spPr bwMode="auto">
                <a:xfrm>
                  <a:off x="7405689" y="2925763"/>
                  <a:ext cx="201613" cy="23813"/>
                </a:xfrm>
                <a:prstGeom prst="rect">
                  <a:avLst/>
                </a:prstGeom>
                <a:solidFill>
                  <a:srgbClr val="C2C1D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1" name="ïsḻîďè"/>
                <p:cNvSpPr/>
                <p:nvPr>
                  <p:custDataLst>
                    <p:tags r:id="rId140"/>
                  </p:custDataLst>
                </p:nvPr>
              </p:nvSpPr>
              <p:spPr bwMode="auto">
                <a:xfrm>
                  <a:off x="7405689" y="3219451"/>
                  <a:ext cx="201613" cy="22225"/>
                </a:xfrm>
                <a:prstGeom prst="rect">
                  <a:avLst/>
                </a:prstGeom>
                <a:solidFill>
                  <a:srgbClr val="C2C1D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2" name="ísḻiḋe"/>
                <p:cNvSpPr/>
                <p:nvPr>
                  <p:custDataLst>
                    <p:tags r:id="rId141"/>
                  </p:custDataLst>
                </p:nvPr>
              </p:nvSpPr>
              <p:spPr bwMode="auto">
                <a:xfrm>
                  <a:off x="7405689" y="4162426"/>
                  <a:ext cx="201613" cy="25400"/>
                </a:xfrm>
                <a:prstGeom prst="rect">
                  <a:avLst/>
                </a:prstGeom>
                <a:solidFill>
                  <a:srgbClr val="C2C1D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3" name="ïṡḻîḑé"/>
                <p:cNvSpPr/>
                <p:nvPr/>
              </p:nvSpPr>
              <p:spPr bwMode="auto">
                <a:xfrm>
                  <a:off x="7405689" y="4162426"/>
                  <a:ext cx="201613" cy="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4" name="ïsļide"/>
                <p:cNvSpPr/>
                <p:nvPr>
                  <p:custDataLst>
                    <p:tags r:id="rId142"/>
                  </p:custDataLst>
                </p:nvPr>
              </p:nvSpPr>
              <p:spPr bwMode="auto">
                <a:xfrm>
                  <a:off x="7405689" y="2971801"/>
                  <a:ext cx="201613" cy="227013"/>
                </a:xfrm>
                <a:prstGeom prst="rect">
                  <a:avLst/>
                </a:prstGeom>
                <a:solidFill>
                  <a:srgbClr val="C2C1D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5" name="iṩļîḍe"/>
                <p:cNvSpPr/>
                <p:nvPr>
                  <p:custDataLst>
                    <p:tags r:id="rId143"/>
                  </p:custDataLst>
                </p:nvPr>
              </p:nvSpPr>
              <p:spPr bwMode="auto">
                <a:xfrm>
                  <a:off x="6781801" y="3527426"/>
                  <a:ext cx="269875" cy="546100"/>
                </a:xfrm>
                <a:custGeom>
                  <a:avLst/>
                  <a:gdLst>
                    <a:gd name="T0" fmla="*/ 9 w 170"/>
                    <a:gd name="T1" fmla="*/ 344 h 344"/>
                    <a:gd name="T2" fmla="*/ 170 w 170"/>
                    <a:gd name="T3" fmla="*/ 344 h 344"/>
                    <a:gd name="T4" fmla="*/ 170 w 170"/>
                    <a:gd name="T5" fmla="*/ 8 h 344"/>
                    <a:gd name="T6" fmla="*/ 162 w 170"/>
                    <a:gd name="T7" fmla="*/ 0 h 344"/>
                    <a:gd name="T8" fmla="*/ 5 w 170"/>
                    <a:gd name="T9" fmla="*/ 8 h 344"/>
                    <a:gd name="T10" fmla="*/ 0 w 170"/>
                    <a:gd name="T11" fmla="*/ 336 h 344"/>
                    <a:gd name="T12" fmla="*/ 9 w 170"/>
                    <a:gd name="T13" fmla="*/ 344 h 344"/>
                  </a:gdLst>
                  <a:ahLst/>
                  <a:cxnLst>
                    <a:cxn ang="0">
                      <a:pos x="T0" y="T1"/>
                    </a:cxn>
                    <a:cxn ang="0">
                      <a:pos x="T2" y="T3"/>
                    </a:cxn>
                    <a:cxn ang="0">
                      <a:pos x="T4" y="T5"/>
                    </a:cxn>
                    <a:cxn ang="0">
                      <a:pos x="T6" y="T7"/>
                    </a:cxn>
                    <a:cxn ang="0">
                      <a:pos x="T8" y="T9"/>
                    </a:cxn>
                    <a:cxn ang="0">
                      <a:pos x="T10" y="T11"/>
                    </a:cxn>
                    <a:cxn ang="0">
                      <a:pos x="T12" y="T13"/>
                    </a:cxn>
                  </a:cxnLst>
                  <a:rect l="0" t="0" r="r" b="b"/>
                  <a:pathLst>
                    <a:path w="170" h="344">
                      <a:moveTo>
                        <a:pt x="9" y="344"/>
                      </a:moveTo>
                      <a:lnTo>
                        <a:pt x="170" y="344"/>
                      </a:lnTo>
                      <a:lnTo>
                        <a:pt x="170" y="8"/>
                      </a:lnTo>
                      <a:lnTo>
                        <a:pt x="162" y="0"/>
                      </a:lnTo>
                      <a:lnTo>
                        <a:pt x="5" y="8"/>
                      </a:lnTo>
                      <a:lnTo>
                        <a:pt x="0" y="336"/>
                      </a:lnTo>
                      <a:lnTo>
                        <a:pt x="9" y="344"/>
                      </a:lnTo>
                      <a:close/>
                    </a:path>
                  </a:pathLst>
                </a:custGeom>
                <a:solidFill>
                  <a:srgbClr val="BABFD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16" name="íṩḻïḋè"/>
                <p:cNvSpPr/>
                <p:nvPr>
                  <p:custDataLst>
                    <p:tags r:id="rId144"/>
                  </p:custDataLst>
                </p:nvPr>
              </p:nvSpPr>
              <p:spPr bwMode="auto">
                <a:xfrm>
                  <a:off x="6781801" y="3527426"/>
                  <a:ext cx="260350" cy="533400"/>
                </a:xfrm>
                <a:prstGeom prst="rect">
                  <a:avLst/>
                </a:prstGeom>
                <a:solidFill>
                  <a:srgbClr val="DFE1E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7" name="îsļîďé"/>
                <p:cNvSpPr/>
                <p:nvPr>
                  <p:custDataLst>
                    <p:tags r:id="rId145"/>
                  </p:custDataLst>
                </p:nvPr>
              </p:nvSpPr>
              <p:spPr bwMode="auto">
                <a:xfrm>
                  <a:off x="6796089" y="3543301"/>
                  <a:ext cx="230188" cy="17463"/>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8" name="îŝľîḓè"/>
                <p:cNvSpPr/>
                <p:nvPr>
                  <p:custDataLst>
                    <p:tags r:id="rId146"/>
                  </p:custDataLst>
                </p:nvPr>
              </p:nvSpPr>
              <p:spPr bwMode="auto">
                <a:xfrm>
                  <a:off x="6796089" y="3594101"/>
                  <a:ext cx="230188" cy="19050"/>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9" name="ïśļiďe"/>
                <p:cNvSpPr/>
                <p:nvPr>
                  <p:custDataLst>
                    <p:tags r:id="rId147"/>
                  </p:custDataLst>
                </p:nvPr>
              </p:nvSpPr>
              <p:spPr bwMode="auto">
                <a:xfrm>
                  <a:off x="6796089" y="3646488"/>
                  <a:ext cx="230188" cy="19050"/>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0" name="iŝ1ïḑè"/>
                <p:cNvSpPr/>
                <p:nvPr>
                  <p:custDataLst>
                    <p:tags r:id="rId148"/>
                  </p:custDataLst>
                </p:nvPr>
              </p:nvSpPr>
              <p:spPr bwMode="auto">
                <a:xfrm>
                  <a:off x="6796089" y="3702051"/>
                  <a:ext cx="230188" cy="19050"/>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1" name="ïŝḷîḓé"/>
                <p:cNvSpPr/>
                <p:nvPr>
                  <p:custDataLst>
                    <p:tags r:id="rId149"/>
                  </p:custDataLst>
                </p:nvPr>
              </p:nvSpPr>
              <p:spPr bwMode="auto">
                <a:xfrm>
                  <a:off x="6796089" y="3735388"/>
                  <a:ext cx="230188" cy="19050"/>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2" name="iSlîďé"/>
                <p:cNvSpPr/>
                <p:nvPr>
                  <p:custDataLst>
                    <p:tags r:id="rId150"/>
                  </p:custDataLst>
                </p:nvPr>
              </p:nvSpPr>
              <p:spPr bwMode="auto">
                <a:xfrm>
                  <a:off x="6796089" y="3773488"/>
                  <a:ext cx="230188" cy="17463"/>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3" name="i$lïḍè"/>
                <p:cNvSpPr/>
                <p:nvPr>
                  <p:custDataLst>
                    <p:tags r:id="rId151"/>
                  </p:custDataLst>
                </p:nvPr>
              </p:nvSpPr>
              <p:spPr bwMode="auto">
                <a:xfrm>
                  <a:off x="6796089" y="3825876"/>
                  <a:ext cx="230188" cy="17463"/>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4" name="îṣḷíḑe"/>
                <p:cNvSpPr/>
                <p:nvPr>
                  <p:custDataLst>
                    <p:tags r:id="rId152"/>
                  </p:custDataLst>
                </p:nvPr>
              </p:nvSpPr>
              <p:spPr bwMode="auto">
                <a:xfrm>
                  <a:off x="6796089" y="3879851"/>
                  <a:ext cx="230188" cy="49213"/>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5" name="îsļïḓè"/>
                <p:cNvSpPr/>
                <p:nvPr>
                  <p:custDataLst>
                    <p:tags r:id="rId153"/>
                  </p:custDataLst>
                </p:nvPr>
              </p:nvSpPr>
              <p:spPr bwMode="auto">
                <a:xfrm>
                  <a:off x="6796089" y="3984626"/>
                  <a:ext cx="230188" cy="19050"/>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6" name="iṣļiďe"/>
                <p:cNvSpPr/>
                <p:nvPr>
                  <p:custDataLst>
                    <p:tags r:id="rId154"/>
                  </p:custDataLst>
                </p:nvPr>
              </p:nvSpPr>
              <p:spPr bwMode="auto">
                <a:xfrm>
                  <a:off x="6796089" y="4003676"/>
                  <a:ext cx="230188" cy="17463"/>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7" name="ïşḻîḑé"/>
                <p:cNvSpPr/>
                <p:nvPr>
                  <p:custDataLst>
                    <p:tags r:id="rId155"/>
                  </p:custDataLst>
                </p:nvPr>
              </p:nvSpPr>
              <p:spPr bwMode="auto">
                <a:xfrm>
                  <a:off x="6980239" y="2903538"/>
                  <a:ext cx="311150" cy="403225"/>
                </a:xfrm>
                <a:custGeom>
                  <a:avLst/>
                  <a:gdLst>
                    <a:gd name="T0" fmla="*/ 10 w 196"/>
                    <a:gd name="T1" fmla="*/ 254 h 254"/>
                    <a:gd name="T2" fmla="*/ 196 w 196"/>
                    <a:gd name="T3" fmla="*/ 254 h 254"/>
                    <a:gd name="T4" fmla="*/ 196 w 196"/>
                    <a:gd name="T5" fmla="*/ 6 h 254"/>
                    <a:gd name="T6" fmla="*/ 186 w 196"/>
                    <a:gd name="T7" fmla="*/ 0 h 254"/>
                    <a:gd name="T8" fmla="*/ 8 w 196"/>
                    <a:gd name="T9" fmla="*/ 6 h 254"/>
                    <a:gd name="T10" fmla="*/ 0 w 196"/>
                    <a:gd name="T11" fmla="*/ 250 h 254"/>
                    <a:gd name="T12" fmla="*/ 10 w 196"/>
                    <a:gd name="T13" fmla="*/ 254 h 254"/>
                  </a:gdLst>
                  <a:ahLst/>
                  <a:cxnLst>
                    <a:cxn ang="0">
                      <a:pos x="T0" y="T1"/>
                    </a:cxn>
                    <a:cxn ang="0">
                      <a:pos x="T2" y="T3"/>
                    </a:cxn>
                    <a:cxn ang="0">
                      <a:pos x="T4" y="T5"/>
                    </a:cxn>
                    <a:cxn ang="0">
                      <a:pos x="T6" y="T7"/>
                    </a:cxn>
                    <a:cxn ang="0">
                      <a:pos x="T8" y="T9"/>
                    </a:cxn>
                    <a:cxn ang="0">
                      <a:pos x="T10" y="T11"/>
                    </a:cxn>
                    <a:cxn ang="0">
                      <a:pos x="T12" y="T13"/>
                    </a:cxn>
                  </a:cxnLst>
                  <a:rect l="0" t="0" r="r" b="b"/>
                  <a:pathLst>
                    <a:path w="196" h="254">
                      <a:moveTo>
                        <a:pt x="10" y="254"/>
                      </a:moveTo>
                      <a:lnTo>
                        <a:pt x="196" y="254"/>
                      </a:lnTo>
                      <a:lnTo>
                        <a:pt x="196" y="6"/>
                      </a:lnTo>
                      <a:lnTo>
                        <a:pt x="186" y="0"/>
                      </a:lnTo>
                      <a:lnTo>
                        <a:pt x="8" y="6"/>
                      </a:lnTo>
                      <a:lnTo>
                        <a:pt x="0" y="250"/>
                      </a:lnTo>
                      <a:lnTo>
                        <a:pt x="10" y="254"/>
                      </a:lnTo>
                      <a:close/>
                    </a:path>
                  </a:pathLst>
                </a:custGeom>
                <a:solidFill>
                  <a:srgbClr val="BABFD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28" name="iṡľidé"/>
                <p:cNvSpPr/>
                <p:nvPr>
                  <p:custDataLst>
                    <p:tags r:id="rId156"/>
                  </p:custDataLst>
                </p:nvPr>
              </p:nvSpPr>
              <p:spPr bwMode="auto">
                <a:xfrm>
                  <a:off x="6980239" y="2903538"/>
                  <a:ext cx="298450" cy="396875"/>
                </a:xfrm>
                <a:prstGeom prst="rect">
                  <a:avLst/>
                </a:prstGeom>
                <a:solidFill>
                  <a:srgbClr val="D0D1D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9" name="ïślïḍê"/>
                <p:cNvSpPr/>
                <p:nvPr>
                  <p:custDataLst>
                    <p:tags r:id="rId157"/>
                  </p:custDataLst>
                </p:nvPr>
              </p:nvSpPr>
              <p:spPr bwMode="auto">
                <a:xfrm>
                  <a:off x="6996114" y="2916238"/>
                  <a:ext cx="265113" cy="12700"/>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0" name="îṩ1ïďé"/>
                <p:cNvSpPr/>
                <p:nvPr>
                  <p:custDataLst>
                    <p:tags r:id="rId158"/>
                  </p:custDataLst>
                </p:nvPr>
              </p:nvSpPr>
              <p:spPr bwMode="auto">
                <a:xfrm>
                  <a:off x="7045326" y="2955926"/>
                  <a:ext cx="215900" cy="12700"/>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1" name="iśľîḍè"/>
                <p:cNvSpPr/>
                <p:nvPr>
                  <p:custDataLst>
                    <p:tags r:id="rId159"/>
                  </p:custDataLst>
                </p:nvPr>
              </p:nvSpPr>
              <p:spPr bwMode="auto">
                <a:xfrm>
                  <a:off x="7051676" y="2995613"/>
                  <a:ext cx="209550" cy="12700"/>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2" name="ïSľïdé"/>
                <p:cNvSpPr/>
                <p:nvPr>
                  <p:custDataLst>
                    <p:tags r:id="rId160"/>
                  </p:custDataLst>
                </p:nvPr>
              </p:nvSpPr>
              <p:spPr bwMode="auto">
                <a:xfrm>
                  <a:off x="7051676" y="3032126"/>
                  <a:ext cx="209550" cy="15875"/>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3" name="íṧ1iḋe"/>
                <p:cNvSpPr/>
                <p:nvPr>
                  <p:custDataLst>
                    <p:tags r:id="rId161"/>
                  </p:custDataLst>
                </p:nvPr>
              </p:nvSpPr>
              <p:spPr bwMode="auto">
                <a:xfrm>
                  <a:off x="7091364" y="3060701"/>
                  <a:ext cx="169863" cy="12700"/>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4" name="îṣḻïḓè"/>
                <p:cNvSpPr/>
                <p:nvPr>
                  <p:custDataLst>
                    <p:tags r:id="rId162"/>
                  </p:custDataLst>
                </p:nvPr>
              </p:nvSpPr>
              <p:spPr bwMode="auto">
                <a:xfrm>
                  <a:off x="7091364" y="3084513"/>
                  <a:ext cx="169863" cy="15875"/>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5" name="íṡlîḋè"/>
                <p:cNvSpPr/>
                <p:nvPr>
                  <p:custDataLst>
                    <p:tags r:id="rId163"/>
                  </p:custDataLst>
                </p:nvPr>
              </p:nvSpPr>
              <p:spPr bwMode="auto">
                <a:xfrm>
                  <a:off x="7091364" y="3124201"/>
                  <a:ext cx="169863" cy="15875"/>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6" name="iSḻíḑè"/>
                <p:cNvSpPr/>
                <p:nvPr>
                  <p:custDataLst>
                    <p:tags r:id="rId164"/>
                  </p:custDataLst>
                </p:nvPr>
              </p:nvSpPr>
              <p:spPr bwMode="auto">
                <a:xfrm>
                  <a:off x="6996114" y="3168651"/>
                  <a:ext cx="265113" cy="33338"/>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7" name="íṡḻide"/>
                <p:cNvSpPr/>
                <p:nvPr>
                  <p:custDataLst>
                    <p:tags r:id="rId165"/>
                  </p:custDataLst>
                </p:nvPr>
              </p:nvSpPr>
              <p:spPr bwMode="auto">
                <a:xfrm>
                  <a:off x="6996114" y="3244851"/>
                  <a:ext cx="265113" cy="12700"/>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8" name="íş1îḍé"/>
                <p:cNvSpPr/>
                <p:nvPr>
                  <p:custDataLst>
                    <p:tags r:id="rId166"/>
                  </p:custDataLst>
                </p:nvPr>
              </p:nvSpPr>
              <p:spPr bwMode="auto">
                <a:xfrm>
                  <a:off x="6996114" y="3257551"/>
                  <a:ext cx="265113" cy="11113"/>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9" name="ïṣ1ïdè"/>
                <p:cNvSpPr/>
                <p:nvPr>
                  <p:custDataLst>
                    <p:tags r:id="rId167"/>
                  </p:custDataLst>
                </p:nvPr>
              </p:nvSpPr>
              <p:spPr bwMode="auto">
                <a:xfrm>
                  <a:off x="7343776" y="3327401"/>
                  <a:ext cx="39688" cy="104775"/>
                </a:xfrm>
                <a:custGeom>
                  <a:avLst/>
                  <a:gdLst>
                    <a:gd name="T0" fmla="*/ 0 w 13"/>
                    <a:gd name="T1" fmla="*/ 0 h 34"/>
                    <a:gd name="T2" fmla="*/ 0 w 13"/>
                    <a:gd name="T3" fmla="*/ 26 h 34"/>
                    <a:gd name="T4" fmla="*/ 11 w 13"/>
                    <a:gd name="T5" fmla="*/ 32 h 34"/>
                    <a:gd name="T6" fmla="*/ 13 w 13"/>
                    <a:gd name="T7" fmla="*/ 34 h 34"/>
                    <a:gd name="T8" fmla="*/ 13 w 13"/>
                    <a:gd name="T9" fmla="*/ 12 h 34"/>
                    <a:gd name="T10" fmla="*/ 5 w 13"/>
                    <a:gd name="T11" fmla="*/ 4 h 34"/>
                    <a:gd name="T12" fmla="*/ 0 w 13"/>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13" h="34">
                      <a:moveTo>
                        <a:pt x="0" y="0"/>
                      </a:moveTo>
                      <a:cubicBezTo>
                        <a:pt x="0" y="26"/>
                        <a:pt x="0" y="26"/>
                        <a:pt x="0" y="26"/>
                      </a:cubicBezTo>
                      <a:cubicBezTo>
                        <a:pt x="3" y="28"/>
                        <a:pt x="6" y="31"/>
                        <a:pt x="11" y="32"/>
                      </a:cubicBezTo>
                      <a:cubicBezTo>
                        <a:pt x="11" y="32"/>
                        <a:pt x="12" y="33"/>
                        <a:pt x="13" y="34"/>
                      </a:cubicBezTo>
                      <a:cubicBezTo>
                        <a:pt x="13" y="12"/>
                        <a:pt x="13" y="12"/>
                        <a:pt x="13" y="12"/>
                      </a:cubicBezTo>
                      <a:cubicBezTo>
                        <a:pt x="10" y="10"/>
                        <a:pt x="7" y="6"/>
                        <a:pt x="5" y="4"/>
                      </a:cubicBezTo>
                      <a:cubicBezTo>
                        <a:pt x="3" y="2"/>
                        <a:pt x="2" y="1"/>
                        <a:pt x="0" y="0"/>
                      </a:cubicBezTo>
                    </a:path>
                  </a:pathLst>
                </a:custGeom>
                <a:solidFill>
                  <a:srgbClr val="8163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0" name="îṡľïḍe"/>
                <p:cNvSpPr/>
                <p:nvPr>
                  <p:custDataLst>
                    <p:tags r:id="rId168"/>
                  </p:custDataLst>
                </p:nvPr>
              </p:nvSpPr>
              <p:spPr bwMode="auto">
                <a:xfrm>
                  <a:off x="7307264" y="3317876"/>
                  <a:ext cx="36513" cy="88900"/>
                </a:xfrm>
                <a:custGeom>
                  <a:avLst/>
                  <a:gdLst>
                    <a:gd name="T0" fmla="*/ 7 w 12"/>
                    <a:gd name="T1" fmla="*/ 0 h 29"/>
                    <a:gd name="T2" fmla="*/ 6 w 12"/>
                    <a:gd name="T3" fmla="*/ 2 h 29"/>
                    <a:gd name="T4" fmla="*/ 2 w 12"/>
                    <a:gd name="T5" fmla="*/ 4 h 29"/>
                    <a:gd name="T6" fmla="*/ 3 w 12"/>
                    <a:gd name="T7" fmla="*/ 6 h 29"/>
                    <a:gd name="T8" fmla="*/ 2 w 12"/>
                    <a:gd name="T9" fmla="*/ 12 h 29"/>
                    <a:gd name="T10" fmla="*/ 8 w 12"/>
                    <a:gd name="T11" fmla="*/ 23 h 29"/>
                    <a:gd name="T12" fmla="*/ 12 w 12"/>
                    <a:gd name="T13" fmla="*/ 29 h 29"/>
                    <a:gd name="T14" fmla="*/ 12 w 12"/>
                    <a:gd name="T15" fmla="*/ 3 h 29"/>
                    <a:gd name="T16" fmla="*/ 7 w 12"/>
                    <a:gd name="T17" fmla="*/ 0 h 29"/>
                    <a:gd name="T18" fmla="*/ 7 w 12"/>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9">
                      <a:moveTo>
                        <a:pt x="7" y="0"/>
                      </a:moveTo>
                      <a:cubicBezTo>
                        <a:pt x="6" y="0"/>
                        <a:pt x="6" y="1"/>
                        <a:pt x="6" y="2"/>
                      </a:cubicBezTo>
                      <a:cubicBezTo>
                        <a:pt x="6" y="2"/>
                        <a:pt x="1" y="2"/>
                        <a:pt x="2" y="4"/>
                      </a:cubicBezTo>
                      <a:cubicBezTo>
                        <a:pt x="2" y="4"/>
                        <a:pt x="2" y="4"/>
                        <a:pt x="3" y="6"/>
                      </a:cubicBezTo>
                      <a:cubicBezTo>
                        <a:pt x="3" y="6"/>
                        <a:pt x="0" y="9"/>
                        <a:pt x="2" y="12"/>
                      </a:cubicBezTo>
                      <a:cubicBezTo>
                        <a:pt x="8" y="23"/>
                        <a:pt x="8" y="23"/>
                        <a:pt x="8" y="23"/>
                      </a:cubicBezTo>
                      <a:cubicBezTo>
                        <a:pt x="9" y="25"/>
                        <a:pt x="10" y="27"/>
                        <a:pt x="12" y="29"/>
                      </a:cubicBezTo>
                      <a:cubicBezTo>
                        <a:pt x="12" y="3"/>
                        <a:pt x="12" y="3"/>
                        <a:pt x="12" y="3"/>
                      </a:cubicBezTo>
                      <a:cubicBezTo>
                        <a:pt x="10" y="1"/>
                        <a:pt x="8" y="0"/>
                        <a:pt x="7" y="0"/>
                      </a:cubicBezTo>
                      <a:cubicBezTo>
                        <a:pt x="7" y="0"/>
                        <a:pt x="7" y="0"/>
                        <a:pt x="7" y="0"/>
                      </a:cubicBezTo>
                    </a:path>
                  </a:pathLst>
                </a:custGeom>
                <a:solidFill>
                  <a:srgbClr val="5B3C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1" name="i$ḷïďe"/>
                <p:cNvSpPr/>
                <p:nvPr>
                  <p:custDataLst>
                    <p:tags r:id="rId169"/>
                  </p:custDataLst>
                </p:nvPr>
              </p:nvSpPr>
              <p:spPr bwMode="auto">
                <a:xfrm>
                  <a:off x="7367589" y="3333751"/>
                  <a:ext cx="15875" cy="23813"/>
                </a:xfrm>
                <a:custGeom>
                  <a:avLst/>
                  <a:gdLst>
                    <a:gd name="T0" fmla="*/ 2 w 5"/>
                    <a:gd name="T1" fmla="*/ 0 h 8"/>
                    <a:gd name="T2" fmla="*/ 1 w 5"/>
                    <a:gd name="T3" fmla="*/ 4 h 8"/>
                    <a:gd name="T4" fmla="*/ 5 w 5"/>
                    <a:gd name="T5" fmla="*/ 8 h 8"/>
                    <a:gd name="T6" fmla="*/ 5 w 5"/>
                    <a:gd name="T7" fmla="*/ 1 h 8"/>
                    <a:gd name="T8" fmla="*/ 2 w 5"/>
                    <a:gd name="T9" fmla="*/ 0 h 8"/>
                    <a:gd name="T10" fmla="*/ 2 w 5"/>
                    <a:gd name="T11" fmla="*/ 0 h 8"/>
                  </a:gdLst>
                  <a:ahLst/>
                  <a:cxnLst>
                    <a:cxn ang="0">
                      <a:pos x="T0" y="T1"/>
                    </a:cxn>
                    <a:cxn ang="0">
                      <a:pos x="T2" y="T3"/>
                    </a:cxn>
                    <a:cxn ang="0">
                      <a:pos x="T4" y="T5"/>
                    </a:cxn>
                    <a:cxn ang="0">
                      <a:pos x="T6" y="T7"/>
                    </a:cxn>
                    <a:cxn ang="0">
                      <a:pos x="T8" y="T9"/>
                    </a:cxn>
                    <a:cxn ang="0">
                      <a:pos x="T10" y="T11"/>
                    </a:cxn>
                  </a:cxnLst>
                  <a:rect l="0" t="0" r="r" b="b"/>
                  <a:pathLst>
                    <a:path w="5" h="8">
                      <a:moveTo>
                        <a:pt x="2" y="0"/>
                      </a:moveTo>
                      <a:cubicBezTo>
                        <a:pt x="0" y="0"/>
                        <a:pt x="1" y="3"/>
                        <a:pt x="1" y="4"/>
                      </a:cubicBezTo>
                      <a:cubicBezTo>
                        <a:pt x="2" y="5"/>
                        <a:pt x="3" y="7"/>
                        <a:pt x="5" y="8"/>
                      </a:cubicBezTo>
                      <a:cubicBezTo>
                        <a:pt x="5" y="1"/>
                        <a:pt x="5" y="1"/>
                        <a:pt x="5" y="1"/>
                      </a:cubicBezTo>
                      <a:cubicBezTo>
                        <a:pt x="4" y="1"/>
                        <a:pt x="2" y="0"/>
                        <a:pt x="2" y="0"/>
                      </a:cubicBezTo>
                      <a:cubicBezTo>
                        <a:pt x="2" y="0"/>
                        <a:pt x="2" y="0"/>
                        <a:pt x="2" y="0"/>
                      </a:cubicBezTo>
                    </a:path>
                  </a:pathLst>
                </a:custGeom>
                <a:solidFill>
                  <a:srgbClr val="8163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2" name="îSlïḓê"/>
                <p:cNvSpPr/>
                <p:nvPr>
                  <p:custDataLst>
                    <p:tags r:id="rId170"/>
                  </p:custDataLst>
                </p:nvPr>
              </p:nvSpPr>
              <p:spPr bwMode="auto">
                <a:xfrm>
                  <a:off x="7718426" y="4476751"/>
                  <a:ext cx="0" cy="3175"/>
                </a:xfrm>
                <a:custGeom>
                  <a:avLst/>
                  <a:gdLst>
                    <a:gd name="T0" fmla="*/ 1 h 1"/>
                    <a:gd name="T1" fmla="*/ 1 h 1"/>
                    <a:gd name="T2" fmla="*/ 1 h 1"/>
                    <a:gd name="T3" fmla="*/ 1 h 1"/>
                    <a:gd name="T4" fmla="*/ 1 h 1"/>
                    <a:gd name="T5" fmla="*/ 1 h 1"/>
                    <a:gd name="T6" fmla="*/ 1 h 1"/>
                    <a:gd name="T7" fmla="*/ 1 h 1"/>
                    <a:gd name="T8" fmla="*/ 1 h 1"/>
                    <a:gd name="T9" fmla="*/ 0 h 1"/>
                    <a:gd name="T10" fmla="*/ 0 h 1"/>
                    <a:gd name="T11" fmla="*/ 0 h 1"/>
                    <a:gd name="T12" fmla="*/ 0 h 1"/>
                    <a:gd name="T13" fmla="*/ 0 h 1"/>
                    <a:gd name="T14" fmla="*/ 0 h 1"/>
                    <a:gd name="T15" fmla="*/ 0 h 1"/>
                    <a:gd name="T16" fmla="*/ 0 h 1"/>
                    <a:gd name="T17" fmla="*/ 0 h 1"/>
                    <a:gd name="T18" fmla="*/ 0 h 1"/>
                    <a:gd name="T19" fmla="*/ 0 h 1"/>
                    <a:gd name="T20" fmla="*/ 0 h 1"/>
                    <a:gd name="T21" fmla="*/ 0 h 1"/>
                    <a:gd name="T22" fmla="*/ 0 h 1"/>
                    <a:gd name="T23"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 ang="0">
                      <a:pos x="0" y="T11"/>
                    </a:cxn>
                    <a:cxn ang="0">
                      <a:pos x="0" y="T12"/>
                    </a:cxn>
                    <a:cxn ang="0">
                      <a:pos x="0" y="T13"/>
                    </a:cxn>
                    <a:cxn ang="0">
                      <a:pos x="0" y="T14"/>
                    </a:cxn>
                    <a:cxn ang="0">
                      <a:pos x="0" y="T15"/>
                    </a:cxn>
                    <a:cxn ang="0">
                      <a:pos x="0" y="T16"/>
                    </a:cxn>
                    <a:cxn ang="0">
                      <a:pos x="0" y="T17"/>
                    </a:cxn>
                    <a:cxn ang="0">
                      <a:pos x="0" y="T18"/>
                    </a:cxn>
                    <a:cxn ang="0">
                      <a:pos x="0" y="T19"/>
                    </a:cxn>
                    <a:cxn ang="0">
                      <a:pos x="0" y="T20"/>
                    </a:cxn>
                    <a:cxn ang="0">
                      <a:pos x="0" y="T21"/>
                    </a:cxn>
                    <a:cxn ang="0">
                      <a:pos x="0" y="T22"/>
                    </a:cxn>
                    <a:cxn ang="0">
                      <a:pos x="0" y="T23"/>
                    </a:cxn>
                  </a:cxnLst>
                  <a:rect l="0" t="0" r="r" b="b"/>
                  <a:pathLst>
                    <a:path h="1">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DBB0F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3" name="iṣľïḑê"/>
                <p:cNvSpPr/>
                <p:nvPr>
                  <p:custDataLst>
                    <p:tags r:id="rId171"/>
                  </p:custDataLst>
                </p:nvPr>
              </p:nvSpPr>
              <p:spPr bwMode="auto">
                <a:xfrm>
                  <a:off x="7505701" y="4283076"/>
                  <a:ext cx="212725" cy="276225"/>
                </a:xfrm>
                <a:custGeom>
                  <a:avLst/>
                  <a:gdLst>
                    <a:gd name="T0" fmla="*/ 69 w 69"/>
                    <a:gd name="T1" fmla="*/ 0 h 90"/>
                    <a:gd name="T2" fmla="*/ 44 w 69"/>
                    <a:gd name="T3" fmla="*/ 0 h 90"/>
                    <a:gd name="T4" fmla="*/ 43 w 69"/>
                    <a:gd name="T5" fmla="*/ 39 h 90"/>
                    <a:gd name="T6" fmla="*/ 27 w 69"/>
                    <a:gd name="T7" fmla="*/ 39 h 90"/>
                    <a:gd name="T8" fmla="*/ 37 w 69"/>
                    <a:gd name="T9" fmla="*/ 0 h 90"/>
                    <a:gd name="T10" fmla="*/ 21 w 69"/>
                    <a:gd name="T11" fmla="*/ 0 h 90"/>
                    <a:gd name="T12" fmla="*/ 0 w 69"/>
                    <a:gd name="T13" fmla="*/ 90 h 90"/>
                    <a:gd name="T14" fmla="*/ 15 w 69"/>
                    <a:gd name="T15" fmla="*/ 90 h 90"/>
                    <a:gd name="T16" fmla="*/ 23 w 69"/>
                    <a:gd name="T17" fmla="*/ 57 h 90"/>
                    <a:gd name="T18" fmla="*/ 43 w 69"/>
                    <a:gd name="T19" fmla="*/ 57 h 90"/>
                    <a:gd name="T20" fmla="*/ 42 w 69"/>
                    <a:gd name="T21" fmla="*/ 90 h 90"/>
                    <a:gd name="T22" fmla="*/ 69 w 69"/>
                    <a:gd name="T23" fmla="*/ 64 h 90"/>
                    <a:gd name="T24" fmla="*/ 69 w 69"/>
                    <a:gd name="T25" fmla="*/ 64 h 90"/>
                    <a:gd name="T26" fmla="*/ 69 w 69"/>
                    <a:gd name="T27" fmla="*/ 64 h 90"/>
                    <a:gd name="T28" fmla="*/ 69 w 69"/>
                    <a:gd name="T29" fmla="*/ 64 h 90"/>
                    <a:gd name="T30" fmla="*/ 69 w 69"/>
                    <a:gd name="T31" fmla="*/ 64 h 90"/>
                    <a:gd name="T32" fmla="*/ 69 w 69"/>
                    <a:gd name="T33" fmla="*/ 64 h 90"/>
                    <a:gd name="T34" fmla="*/ 69 w 69"/>
                    <a:gd name="T35" fmla="*/ 63 h 90"/>
                    <a:gd name="T36" fmla="*/ 69 w 69"/>
                    <a:gd name="T37" fmla="*/ 63 h 90"/>
                    <a:gd name="T38" fmla="*/ 69 w 69"/>
                    <a:gd name="T39" fmla="*/ 63 h 90"/>
                    <a:gd name="T40" fmla="*/ 69 w 69"/>
                    <a:gd name="T41" fmla="*/ 63 h 90"/>
                    <a:gd name="T42" fmla="*/ 69 w 69"/>
                    <a:gd name="T43" fmla="*/ 63 h 90"/>
                    <a:gd name="T44" fmla="*/ 69 w 69"/>
                    <a:gd name="T45" fmla="*/ 63 h 90"/>
                    <a:gd name="T46" fmla="*/ 69 w 69"/>
                    <a:gd name="T47" fmla="*/ 63 h 90"/>
                    <a:gd name="T48" fmla="*/ 69 w 69"/>
                    <a:gd name="T49" fmla="*/ 63 h 90"/>
                    <a:gd name="T50" fmla="*/ 69 w 69"/>
                    <a:gd name="T51" fmla="*/ 63 h 90"/>
                    <a:gd name="T52" fmla="*/ 69 w 69"/>
                    <a:gd name="T53" fmla="*/ 63 h 90"/>
                    <a:gd name="T54" fmla="*/ 69 w 69"/>
                    <a:gd name="T55" fmla="*/ 63 h 90"/>
                    <a:gd name="T56" fmla="*/ 69 w 69"/>
                    <a:gd name="T5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 h="90">
                      <a:moveTo>
                        <a:pt x="69" y="0"/>
                      </a:moveTo>
                      <a:cubicBezTo>
                        <a:pt x="44" y="0"/>
                        <a:pt x="44" y="0"/>
                        <a:pt x="44" y="0"/>
                      </a:cubicBezTo>
                      <a:cubicBezTo>
                        <a:pt x="44" y="13"/>
                        <a:pt x="43" y="26"/>
                        <a:pt x="43" y="39"/>
                      </a:cubicBezTo>
                      <a:cubicBezTo>
                        <a:pt x="27" y="39"/>
                        <a:pt x="27" y="39"/>
                        <a:pt x="27" y="39"/>
                      </a:cubicBezTo>
                      <a:cubicBezTo>
                        <a:pt x="37" y="0"/>
                        <a:pt x="37" y="0"/>
                        <a:pt x="37" y="0"/>
                      </a:cubicBezTo>
                      <a:cubicBezTo>
                        <a:pt x="21" y="0"/>
                        <a:pt x="21" y="0"/>
                        <a:pt x="21" y="0"/>
                      </a:cubicBezTo>
                      <a:cubicBezTo>
                        <a:pt x="0" y="90"/>
                        <a:pt x="0" y="90"/>
                        <a:pt x="0" y="90"/>
                      </a:cubicBezTo>
                      <a:cubicBezTo>
                        <a:pt x="15" y="90"/>
                        <a:pt x="15" y="90"/>
                        <a:pt x="15" y="90"/>
                      </a:cubicBezTo>
                      <a:cubicBezTo>
                        <a:pt x="23" y="57"/>
                        <a:pt x="23" y="57"/>
                        <a:pt x="23" y="57"/>
                      </a:cubicBezTo>
                      <a:cubicBezTo>
                        <a:pt x="43" y="57"/>
                        <a:pt x="43" y="57"/>
                        <a:pt x="43" y="57"/>
                      </a:cubicBezTo>
                      <a:cubicBezTo>
                        <a:pt x="42" y="68"/>
                        <a:pt x="42" y="79"/>
                        <a:pt x="42" y="90"/>
                      </a:cubicBezTo>
                      <a:cubicBezTo>
                        <a:pt x="57" y="90"/>
                        <a:pt x="68" y="78"/>
                        <a:pt x="69" y="64"/>
                      </a:cubicBezTo>
                      <a:cubicBezTo>
                        <a:pt x="69" y="64"/>
                        <a:pt x="69" y="64"/>
                        <a:pt x="69" y="64"/>
                      </a:cubicBezTo>
                      <a:cubicBezTo>
                        <a:pt x="69" y="64"/>
                        <a:pt x="69" y="64"/>
                        <a:pt x="69" y="64"/>
                      </a:cubicBezTo>
                      <a:cubicBezTo>
                        <a:pt x="69" y="64"/>
                        <a:pt x="69" y="64"/>
                        <a:pt x="69" y="64"/>
                      </a:cubicBezTo>
                      <a:cubicBezTo>
                        <a:pt x="69" y="64"/>
                        <a:pt x="69" y="64"/>
                        <a:pt x="69" y="64"/>
                      </a:cubicBezTo>
                      <a:cubicBezTo>
                        <a:pt x="69" y="64"/>
                        <a:pt x="69" y="64"/>
                        <a:pt x="69" y="64"/>
                      </a:cubicBezTo>
                      <a:cubicBezTo>
                        <a:pt x="69" y="64"/>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0"/>
                        <a:pt x="69" y="0"/>
                        <a:pt x="69" y="0"/>
                      </a:cubicBezTo>
                    </a:path>
                  </a:pathLst>
                </a:custGeom>
                <a:solidFill>
                  <a:srgbClr val="5B3C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4" name="íṣḻîďé"/>
                <p:cNvSpPr/>
                <p:nvPr>
                  <p:custDataLst>
                    <p:tags r:id="rId172"/>
                  </p:custDataLst>
                </p:nvPr>
              </p:nvSpPr>
              <p:spPr bwMode="auto">
                <a:xfrm>
                  <a:off x="7570789" y="3521076"/>
                  <a:ext cx="147638" cy="762000"/>
                </a:xfrm>
                <a:custGeom>
                  <a:avLst/>
                  <a:gdLst>
                    <a:gd name="T0" fmla="*/ 48 w 48"/>
                    <a:gd name="T1" fmla="*/ 0 h 248"/>
                    <a:gd name="T2" fmla="*/ 22 w 48"/>
                    <a:gd name="T3" fmla="*/ 3 h 248"/>
                    <a:gd name="T4" fmla="*/ 19 w 48"/>
                    <a:gd name="T5" fmla="*/ 3 h 248"/>
                    <a:gd name="T6" fmla="*/ 19 w 48"/>
                    <a:gd name="T7" fmla="*/ 40 h 248"/>
                    <a:gd name="T8" fmla="*/ 22 w 48"/>
                    <a:gd name="T9" fmla="*/ 40 h 248"/>
                    <a:gd name="T10" fmla="*/ 27 w 48"/>
                    <a:gd name="T11" fmla="*/ 40 h 248"/>
                    <a:gd name="T12" fmla="*/ 27 w 48"/>
                    <a:gd name="T13" fmla="*/ 40 h 248"/>
                    <a:gd name="T14" fmla="*/ 32 w 48"/>
                    <a:gd name="T15" fmla="*/ 45 h 248"/>
                    <a:gd name="T16" fmla="*/ 25 w 48"/>
                    <a:gd name="T17" fmla="*/ 156 h 248"/>
                    <a:gd name="T18" fmla="*/ 29 w 48"/>
                    <a:gd name="T19" fmla="*/ 162 h 248"/>
                    <a:gd name="T20" fmla="*/ 29 w 48"/>
                    <a:gd name="T21" fmla="*/ 162 h 248"/>
                    <a:gd name="T22" fmla="*/ 26 w 48"/>
                    <a:gd name="T23" fmla="*/ 196 h 248"/>
                    <a:gd name="T24" fmla="*/ 19 w 48"/>
                    <a:gd name="T25" fmla="*/ 196 h 248"/>
                    <a:gd name="T26" fmla="*/ 19 w 48"/>
                    <a:gd name="T27" fmla="*/ 224 h 248"/>
                    <a:gd name="T28" fmla="*/ 6 w 48"/>
                    <a:gd name="T29" fmla="*/ 224 h 248"/>
                    <a:gd name="T30" fmla="*/ 0 w 48"/>
                    <a:gd name="T31" fmla="*/ 248 h 248"/>
                    <a:gd name="T32" fmla="*/ 16 w 48"/>
                    <a:gd name="T33" fmla="*/ 248 h 248"/>
                    <a:gd name="T34" fmla="*/ 23 w 48"/>
                    <a:gd name="T35" fmla="*/ 219 h 248"/>
                    <a:gd name="T36" fmla="*/ 25 w 48"/>
                    <a:gd name="T37" fmla="*/ 219 h 248"/>
                    <a:gd name="T38" fmla="*/ 23 w 48"/>
                    <a:gd name="T39" fmla="*/ 248 h 248"/>
                    <a:gd name="T40" fmla="*/ 48 w 48"/>
                    <a:gd name="T41" fmla="*/ 248 h 248"/>
                    <a:gd name="T42" fmla="*/ 48 w 48"/>
                    <a:gd name="T43"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 h="248">
                      <a:moveTo>
                        <a:pt x="48" y="0"/>
                      </a:moveTo>
                      <a:cubicBezTo>
                        <a:pt x="39" y="2"/>
                        <a:pt x="30" y="3"/>
                        <a:pt x="22" y="3"/>
                      </a:cubicBezTo>
                      <a:cubicBezTo>
                        <a:pt x="21" y="3"/>
                        <a:pt x="20" y="3"/>
                        <a:pt x="19" y="3"/>
                      </a:cubicBezTo>
                      <a:cubicBezTo>
                        <a:pt x="19" y="40"/>
                        <a:pt x="19" y="40"/>
                        <a:pt x="19" y="40"/>
                      </a:cubicBezTo>
                      <a:cubicBezTo>
                        <a:pt x="20" y="40"/>
                        <a:pt x="21" y="40"/>
                        <a:pt x="22" y="40"/>
                      </a:cubicBezTo>
                      <a:cubicBezTo>
                        <a:pt x="23" y="40"/>
                        <a:pt x="25" y="40"/>
                        <a:pt x="27" y="40"/>
                      </a:cubicBezTo>
                      <a:cubicBezTo>
                        <a:pt x="27" y="40"/>
                        <a:pt x="27" y="40"/>
                        <a:pt x="27" y="40"/>
                      </a:cubicBezTo>
                      <a:cubicBezTo>
                        <a:pt x="30" y="40"/>
                        <a:pt x="32" y="42"/>
                        <a:pt x="32" y="45"/>
                      </a:cubicBezTo>
                      <a:cubicBezTo>
                        <a:pt x="31" y="94"/>
                        <a:pt x="27" y="138"/>
                        <a:pt x="25" y="156"/>
                      </a:cubicBezTo>
                      <a:cubicBezTo>
                        <a:pt x="25" y="159"/>
                        <a:pt x="26" y="161"/>
                        <a:pt x="29" y="162"/>
                      </a:cubicBezTo>
                      <a:cubicBezTo>
                        <a:pt x="29" y="162"/>
                        <a:pt x="29" y="162"/>
                        <a:pt x="29" y="162"/>
                      </a:cubicBezTo>
                      <a:cubicBezTo>
                        <a:pt x="28" y="171"/>
                        <a:pt x="27" y="183"/>
                        <a:pt x="26" y="196"/>
                      </a:cubicBezTo>
                      <a:cubicBezTo>
                        <a:pt x="19" y="196"/>
                        <a:pt x="19" y="196"/>
                        <a:pt x="19" y="196"/>
                      </a:cubicBezTo>
                      <a:cubicBezTo>
                        <a:pt x="19" y="224"/>
                        <a:pt x="19" y="224"/>
                        <a:pt x="19" y="224"/>
                      </a:cubicBezTo>
                      <a:cubicBezTo>
                        <a:pt x="6" y="224"/>
                        <a:pt x="6" y="224"/>
                        <a:pt x="6" y="224"/>
                      </a:cubicBezTo>
                      <a:cubicBezTo>
                        <a:pt x="0" y="248"/>
                        <a:pt x="0" y="248"/>
                        <a:pt x="0" y="248"/>
                      </a:cubicBezTo>
                      <a:cubicBezTo>
                        <a:pt x="16" y="248"/>
                        <a:pt x="16" y="248"/>
                        <a:pt x="16" y="248"/>
                      </a:cubicBezTo>
                      <a:cubicBezTo>
                        <a:pt x="23" y="219"/>
                        <a:pt x="23" y="219"/>
                        <a:pt x="23" y="219"/>
                      </a:cubicBezTo>
                      <a:cubicBezTo>
                        <a:pt x="25" y="219"/>
                        <a:pt x="25" y="219"/>
                        <a:pt x="25" y="219"/>
                      </a:cubicBezTo>
                      <a:cubicBezTo>
                        <a:pt x="24" y="229"/>
                        <a:pt x="24" y="238"/>
                        <a:pt x="23" y="248"/>
                      </a:cubicBezTo>
                      <a:cubicBezTo>
                        <a:pt x="48" y="248"/>
                        <a:pt x="48" y="248"/>
                        <a:pt x="48" y="248"/>
                      </a:cubicBezTo>
                      <a:cubicBezTo>
                        <a:pt x="48" y="0"/>
                        <a:pt x="48" y="0"/>
                        <a:pt x="48" y="0"/>
                      </a:cubicBezTo>
                    </a:path>
                  </a:pathLst>
                </a:custGeom>
                <a:solidFill>
                  <a:srgbClr val="8163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5" name="í$ḻîḑe"/>
                <p:cNvSpPr/>
                <p:nvPr>
                  <p:custDataLst>
                    <p:tags r:id="rId173"/>
                  </p:custDataLst>
                </p:nvPr>
              </p:nvSpPr>
              <p:spPr bwMode="auto">
                <a:xfrm>
                  <a:off x="7383464" y="3336926"/>
                  <a:ext cx="246063" cy="871538"/>
                </a:xfrm>
                <a:custGeom>
                  <a:avLst/>
                  <a:gdLst>
                    <a:gd name="T0" fmla="*/ 80 w 80"/>
                    <a:gd name="T1" fmla="*/ 256 h 284"/>
                    <a:gd name="T2" fmla="*/ 63 w 80"/>
                    <a:gd name="T3" fmla="*/ 256 h 284"/>
                    <a:gd name="T4" fmla="*/ 51 w 80"/>
                    <a:gd name="T5" fmla="*/ 268 h 284"/>
                    <a:gd name="T6" fmla="*/ 51 w 80"/>
                    <a:gd name="T7" fmla="*/ 269 h 284"/>
                    <a:gd name="T8" fmla="*/ 73 w 80"/>
                    <a:gd name="T9" fmla="*/ 269 h 284"/>
                    <a:gd name="T10" fmla="*/ 73 w 80"/>
                    <a:gd name="T11" fmla="*/ 277 h 284"/>
                    <a:gd name="T12" fmla="*/ 55 w 80"/>
                    <a:gd name="T13" fmla="*/ 277 h 284"/>
                    <a:gd name="T14" fmla="*/ 63 w 80"/>
                    <a:gd name="T15" fmla="*/ 279 h 284"/>
                    <a:gd name="T16" fmla="*/ 68 w 80"/>
                    <a:gd name="T17" fmla="*/ 279 h 284"/>
                    <a:gd name="T18" fmla="*/ 67 w 80"/>
                    <a:gd name="T19" fmla="*/ 284 h 284"/>
                    <a:gd name="T20" fmla="*/ 80 w 80"/>
                    <a:gd name="T21" fmla="*/ 284 h 284"/>
                    <a:gd name="T22" fmla="*/ 80 w 80"/>
                    <a:gd name="T23" fmla="*/ 256 h 284"/>
                    <a:gd name="T24" fmla="*/ 0 w 80"/>
                    <a:gd name="T25" fmla="*/ 0 h 284"/>
                    <a:gd name="T26" fmla="*/ 0 w 80"/>
                    <a:gd name="T27" fmla="*/ 7 h 284"/>
                    <a:gd name="T28" fmla="*/ 2 w 80"/>
                    <a:gd name="T29" fmla="*/ 10 h 284"/>
                    <a:gd name="T30" fmla="*/ 3 w 80"/>
                    <a:gd name="T31" fmla="*/ 11 h 284"/>
                    <a:gd name="T32" fmla="*/ 3 w 80"/>
                    <a:gd name="T33" fmla="*/ 11 h 284"/>
                    <a:gd name="T34" fmla="*/ 2 w 80"/>
                    <a:gd name="T35" fmla="*/ 11 h 284"/>
                    <a:gd name="T36" fmla="*/ 0 w 80"/>
                    <a:gd name="T37" fmla="*/ 9 h 284"/>
                    <a:gd name="T38" fmla="*/ 0 w 80"/>
                    <a:gd name="T39" fmla="*/ 31 h 284"/>
                    <a:gd name="T40" fmla="*/ 37 w 80"/>
                    <a:gd name="T41" fmla="*/ 77 h 284"/>
                    <a:gd name="T42" fmla="*/ 60 w 80"/>
                    <a:gd name="T43" fmla="*/ 88 h 284"/>
                    <a:gd name="T44" fmla="*/ 59 w 80"/>
                    <a:gd name="T45" fmla="*/ 93 h 284"/>
                    <a:gd name="T46" fmla="*/ 64 w 80"/>
                    <a:gd name="T47" fmla="*/ 98 h 284"/>
                    <a:gd name="T48" fmla="*/ 80 w 80"/>
                    <a:gd name="T49" fmla="*/ 100 h 284"/>
                    <a:gd name="T50" fmla="*/ 80 w 80"/>
                    <a:gd name="T51" fmla="*/ 63 h 284"/>
                    <a:gd name="T52" fmla="*/ 70 w 80"/>
                    <a:gd name="T53" fmla="*/ 62 h 284"/>
                    <a:gd name="T54" fmla="*/ 69 w 80"/>
                    <a:gd name="T55" fmla="*/ 62 h 284"/>
                    <a:gd name="T56" fmla="*/ 65 w 80"/>
                    <a:gd name="T57" fmla="*/ 66 h 284"/>
                    <a:gd name="T58" fmla="*/ 64 w 80"/>
                    <a:gd name="T59" fmla="*/ 66 h 284"/>
                    <a:gd name="T60" fmla="*/ 50 w 80"/>
                    <a:gd name="T61" fmla="*/ 59 h 284"/>
                    <a:gd name="T62" fmla="*/ 8 w 80"/>
                    <a:gd name="T63" fmla="*/ 22 h 284"/>
                    <a:gd name="T64" fmla="*/ 9 w 80"/>
                    <a:gd name="T65" fmla="*/ 9 h 284"/>
                    <a:gd name="T66" fmla="*/ 5 w 80"/>
                    <a:gd name="T67" fmla="*/ 4 h 284"/>
                    <a:gd name="T68" fmla="*/ 0 w 80"/>
                    <a:gd name="T69" fmla="*/ 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0" h="284">
                      <a:moveTo>
                        <a:pt x="80" y="256"/>
                      </a:moveTo>
                      <a:cubicBezTo>
                        <a:pt x="63" y="256"/>
                        <a:pt x="63" y="256"/>
                        <a:pt x="63" y="256"/>
                      </a:cubicBezTo>
                      <a:cubicBezTo>
                        <a:pt x="56" y="256"/>
                        <a:pt x="51" y="262"/>
                        <a:pt x="51" y="268"/>
                      </a:cubicBezTo>
                      <a:cubicBezTo>
                        <a:pt x="51" y="268"/>
                        <a:pt x="51" y="269"/>
                        <a:pt x="51" y="269"/>
                      </a:cubicBezTo>
                      <a:cubicBezTo>
                        <a:pt x="73" y="269"/>
                        <a:pt x="73" y="269"/>
                        <a:pt x="73" y="269"/>
                      </a:cubicBezTo>
                      <a:cubicBezTo>
                        <a:pt x="73" y="277"/>
                        <a:pt x="73" y="277"/>
                        <a:pt x="73" y="277"/>
                      </a:cubicBezTo>
                      <a:cubicBezTo>
                        <a:pt x="55" y="277"/>
                        <a:pt x="55" y="277"/>
                        <a:pt x="55" y="277"/>
                      </a:cubicBezTo>
                      <a:cubicBezTo>
                        <a:pt x="57" y="278"/>
                        <a:pt x="60" y="279"/>
                        <a:pt x="63" y="279"/>
                      </a:cubicBezTo>
                      <a:cubicBezTo>
                        <a:pt x="68" y="279"/>
                        <a:pt x="68" y="279"/>
                        <a:pt x="68" y="279"/>
                      </a:cubicBezTo>
                      <a:cubicBezTo>
                        <a:pt x="67" y="284"/>
                        <a:pt x="67" y="284"/>
                        <a:pt x="67" y="284"/>
                      </a:cubicBezTo>
                      <a:cubicBezTo>
                        <a:pt x="80" y="284"/>
                        <a:pt x="80" y="284"/>
                        <a:pt x="80" y="284"/>
                      </a:cubicBezTo>
                      <a:cubicBezTo>
                        <a:pt x="80" y="256"/>
                        <a:pt x="80" y="256"/>
                        <a:pt x="80" y="256"/>
                      </a:cubicBezTo>
                      <a:moveTo>
                        <a:pt x="0" y="0"/>
                      </a:moveTo>
                      <a:cubicBezTo>
                        <a:pt x="0" y="7"/>
                        <a:pt x="0" y="7"/>
                        <a:pt x="0" y="7"/>
                      </a:cubicBezTo>
                      <a:cubicBezTo>
                        <a:pt x="1" y="8"/>
                        <a:pt x="2" y="10"/>
                        <a:pt x="2" y="10"/>
                      </a:cubicBezTo>
                      <a:cubicBezTo>
                        <a:pt x="3" y="10"/>
                        <a:pt x="3" y="11"/>
                        <a:pt x="3" y="11"/>
                      </a:cubicBezTo>
                      <a:cubicBezTo>
                        <a:pt x="3" y="11"/>
                        <a:pt x="3" y="11"/>
                        <a:pt x="3" y="11"/>
                      </a:cubicBezTo>
                      <a:cubicBezTo>
                        <a:pt x="2" y="11"/>
                        <a:pt x="2" y="11"/>
                        <a:pt x="2" y="11"/>
                      </a:cubicBezTo>
                      <a:cubicBezTo>
                        <a:pt x="1" y="10"/>
                        <a:pt x="1" y="10"/>
                        <a:pt x="0" y="9"/>
                      </a:cubicBezTo>
                      <a:cubicBezTo>
                        <a:pt x="0" y="31"/>
                        <a:pt x="0" y="31"/>
                        <a:pt x="0" y="31"/>
                      </a:cubicBezTo>
                      <a:cubicBezTo>
                        <a:pt x="6" y="40"/>
                        <a:pt x="30" y="74"/>
                        <a:pt x="37" y="77"/>
                      </a:cubicBezTo>
                      <a:cubicBezTo>
                        <a:pt x="41" y="79"/>
                        <a:pt x="51" y="84"/>
                        <a:pt x="60" y="88"/>
                      </a:cubicBezTo>
                      <a:cubicBezTo>
                        <a:pt x="60" y="89"/>
                        <a:pt x="59" y="91"/>
                        <a:pt x="59" y="93"/>
                      </a:cubicBezTo>
                      <a:cubicBezTo>
                        <a:pt x="59" y="95"/>
                        <a:pt x="61" y="98"/>
                        <a:pt x="64" y="98"/>
                      </a:cubicBezTo>
                      <a:cubicBezTo>
                        <a:pt x="67" y="99"/>
                        <a:pt x="73" y="99"/>
                        <a:pt x="80" y="100"/>
                      </a:cubicBezTo>
                      <a:cubicBezTo>
                        <a:pt x="80" y="63"/>
                        <a:pt x="80" y="63"/>
                        <a:pt x="80" y="63"/>
                      </a:cubicBezTo>
                      <a:cubicBezTo>
                        <a:pt x="77" y="63"/>
                        <a:pt x="73" y="63"/>
                        <a:pt x="70" y="62"/>
                      </a:cubicBezTo>
                      <a:cubicBezTo>
                        <a:pt x="70" y="62"/>
                        <a:pt x="70" y="62"/>
                        <a:pt x="69" y="62"/>
                      </a:cubicBezTo>
                      <a:cubicBezTo>
                        <a:pt x="67" y="62"/>
                        <a:pt x="65" y="64"/>
                        <a:pt x="65" y="66"/>
                      </a:cubicBezTo>
                      <a:cubicBezTo>
                        <a:pt x="64" y="66"/>
                        <a:pt x="64" y="66"/>
                        <a:pt x="64" y="66"/>
                      </a:cubicBezTo>
                      <a:cubicBezTo>
                        <a:pt x="59" y="64"/>
                        <a:pt x="53" y="61"/>
                        <a:pt x="50" y="59"/>
                      </a:cubicBezTo>
                      <a:cubicBezTo>
                        <a:pt x="42" y="54"/>
                        <a:pt x="8" y="22"/>
                        <a:pt x="8" y="22"/>
                      </a:cubicBezTo>
                      <a:cubicBezTo>
                        <a:pt x="8" y="22"/>
                        <a:pt x="10" y="12"/>
                        <a:pt x="9" y="9"/>
                      </a:cubicBezTo>
                      <a:cubicBezTo>
                        <a:pt x="8" y="8"/>
                        <a:pt x="7" y="6"/>
                        <a:pt x="5" y="4"/>
                      </a:cubicBezTo>
                      <a:cubicBezTo>
                        <a:pt x="5" y="4"/>
                        <a:pt x="2" y="2"/>
                        <a:pt x="0" y="0"/>
                      </a:cubicBezTo>
                    </a:path>
                  </a:pathLst>
                </a:custGeom>
                <a:solidFill>
                  <a:srgbClr val="9F80C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6" name="ïśḻïďê"/>
                <p:cNvSpPr/>
                <p:nvPr>
                  <p:custDataLst>
                    <p:tags r:id="rId174"/>
                  </p:custDataLst>
                </p:nvPr>
              </p:nvSpPr>
              <p:spPr bwMode="auto">
                <a:xfrm>
                  <a:off x="7540626" y="4162426"/>
                  <a:ext cx="66675" cy="25400"/>
                </a:xfrm>
                <a:custGeom>
                  <a:avLst/>
                  <a:gdLst>
                    <a:gd name="T0" fmla="*/ 22 w 22"/>
                    <a:gd name="T1" fmla="*/ 0 h 8"/>
                    <a:gd name="T2" fmla="*/ 0 w 22"/>
                    <a:gd name="T3" fmla="*/ 0 h 8"/>
                    <a:gd name="T4" fmla="*/ 4 w 22"/>
                    <a:gd name="T5" fmla="*/ 8 h 8"/>
                    <a:gd name="T6" fmla="*/ 22 w 22"/>
                    <a:gd name="T7" fmla="*/ 8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0" y="0"/>
                        <a:pt x="0" y="0"/>
                        <a:pt x="0" y="0"/>
                      </a:cubicBezTo>
                      <a:cubicBezTo>
                        <a:pt x="0" y="3"/>
                        <a:pt x="2" y="6"/>
                        <a:pt x="4" y="8"/>
                      </a:cubicBezTo>
                      <a:cubicBezTo>
                        <a:pt x="22" y="8"/>
                        <a:pt x="22" y="8"/>
                        <a:pt x="22" y="8"/>
                      </a:cubicBezTo>
                      <a:cubicBezTo>
                        <a:pt x="22" y="0"/>
                        <a:pt x="22" y="0"/>
                        <a:pt x="22" y="0"/>
                      </a:cubicBezTo>
                    </a:path>
                  </a:pathLst>
                </a:custGeom>
                <a:solidFill>
                  <a:srgbClr val="B594D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7" name="íṡ1idè"/>
                <p:cNvSpPr/>
                <p:nvPr>
                  <p:custDataLst>
                    <p:tags r:id="rId175"/>
                  </p:custDataLst>
                </p:nvPr>
              </p:nvSpPr>
              <p:spPr bwMode="auto">
                <a:xfrm>
                  <a:off x="7974014" y="4135438"/>
                  <a:ext cx="282575" cy="976313"/>
                </a:xfrm>
                <a:custGeom>
                  <a:avLst/>
                  <a:gdLst>
                    <a:gd name="T0" fmla="*/ 149 w 178"/>
                    <a:gd name="T1" fmla="*/ 615 h 615"/>
                    <a:gd name="T2" fmla="*/ 178 w 178"/>
                    <a:gd name="T3" fmla="*/ 615 h 615"/>
                    <a:gd name="T4" fmla="*/ 31 w 178"/>
                    <a:gd name="T5" fmla="*/ 0 h 615"/>
                    <a:gd name="T6" fmla="*/ 0 w 178"/>
                    <a:gd name="T7" fmla="*/ 0 h 615"/>
                    <a:gd name="T8" fmla="*/ 149 w 178"/>
                    <a:gd name="T9" fmla="*/ 615 h 615"/>
                  </a:gdLst>
                  <a:ahLst/>
                  <a:cxnLst>
                    <a:cxn ang="0">
                      <a:pos x="T0" y="T1"/>
                    </a:cxn>
                    <a:cxn ang="0">
                      <a:pos x="T2" y="T3"/>
                    </a:cxn>
                    <a:cxn ang="0">
                      <a:pos x="T4" y="T5"/>
                    </a:cxn>
                    <a:cxn ang="0">
                      <a:pos x="T6" y="T7"/>
                    </a:cxn>
                    <a:cxn ang="0">
                      <a:pos x="T8" y="T9"/>
                    </a:cxn>
                  </a:cxnLst>
                  <a:rect l="0" t="0" r="r" b="b"/>
                  <a:pathLst>
                    <a:path w="178" h="615">
                      <a:moveTo>
                        <a:pt x="149" y="615"/>
                      </a:moveTo>
                      <a:lnTo>
                        <a:pt x="178" y="615"/>
                      </a:lnTo>
                      <a:lnTo>
                        <a:pt x="31" y="0"/>
                      </a:lnTo>
                      <a:lnTo>
                        <a:pt x="0" y="0"/>
                      </a:lnTo>
                      <a:lnTo>
                        <a:pt x="149" y="615"/>
                      </a:lnTo>
                      <a:close/>
                    </a:path>
                  </a:pathLst>
                </a:custGeom>
                <a:solidFill>
                  <a:srgbClr val="7A74B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8" name="íšḷiḓè"/>
                <p:cNvSpPr/>
                <p:nvPr>
                  <p:custDataLst>
                    <p:tags r:id="rId176"/>
                  </p:custDataLst>
                </p:nvPr>
              </p:nvSpPr>
              <p:spPr bwMode="auto">
                <a:xfrm>
                  <a:off x="7527926" y="4098926"/>
                  <a:ext cx="577850" cy="69850"/>
                </a:xfrm>
                <a:custGeom>
                  <a:avLst/>
                  <a:gdLst>
                    <a:gd name="T0" fmla="*/ 12 w 188"/>
                    <a:gd name="T1" fmla="*/ 23 h 23"/>
                    <a:gd name="T2" fmla="*/ 177 w 188"/>
                    <a:gd name="T3" fmla="*/ 23 h 23"/>
                    <a:gd name="T4" fmla="*/ 188 w 188"/>
                    <a:gd name="T5" fmla="*/ 12 h 23"/>
                    <a:gd name="T6" fmla="*/ 177 w 188"/>
                    <a:gd name="T7" fmla="*/ 0 h 23"/>
                    <a:gd name="T8" fmla="*/ 12 w 188"/>
                    <a:gd name="T9" fmla="*/ 0 h 23"/>
                    <a:gd name="T10" fmla="*/ 0 w 188"/>
                    <a:gd name="T11" fmla="*/ 12 h 23"/>
                    <a:gd name="T12" fmla="*/ 12 w 188"/>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88" h="23">
                      <a:moveTo>
                        <a:pt x="12" y="23"/>
                      </a:moveTo>
                      <a:cubicBezTo>
                        <a:pt x="177" y="23"/>
                        <a:pt x="177" y="23"/>
                        <a:pt x="177" y="23"/>
                      </a:cubicBezTo>
                      <a:cubicBezTo>
                        <a:pt x="183" y="23"/>
                        <a:pt x="188" y="18"/>
                        <a:pt x="188" y="12"/>
                      </a:cubicBezTo>
                      <a:cubicBezTo>
                        <a:pt x="188" y="6"/>
                        <a:pt x="183" y="0"/>
                        <a:pt x="177" y="0"/>
                      </a:cubicBezTo>
                      <a:cubicBezTo>
                        <a:pt x="12" y="0"/>
                        <a:pt x="12" y="0"/>
                        <a:pt x="12" y="0"/>
                      </a:cubicBezTo>
                      <a:cubicBezTo>
                        <a:pt x="5" y="0"/>
                        <a:pt x="0" y="6"/>
                        <a:pt x="0" y="12"/>
                      </a:cubicBezTo>
                      <a:cubicBezTo>
                        <a:pt x="0" y="18"/>
                        <a:pt x="5" y="23"/>
                        <a:pt x="12" y="23"/>
                      </a:cubicBezTo>
                      <a:close/>
                    </a:path>
                  </a:pathLst>
                </a:custGeom>
                <a:solidFill>
                  <a:srgbClr val="7A74B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9" name="ïşḷîḑê"/>
                <p:cNvSpPr/>
                <p:nvPr>
                  <p:custDataLst>
                    <p:tags r:id="rId177"/>
                  </p:custDataLst>
                </p:nvPr>
              </p:nvSpPr>
              <p:spPr bwMode="auto">
                <a:xfrm>
                  <a:off x="7551739" y="4378326"/>
                  <a:ext cx="514350" cy="55563"/>
                </a:xfrm>
                <a:prstGeom prst="rect">
                  <a:avLst/>
                </a:prstGeom>
                <a:solidFill>
                  <a:srgbClr val="7A74B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50" name="iṡliḑé"/>
                <p:cNvSpPr/>
                <p:nvPr>
                  <p:custDataLst>
                    <p:tags r:id="rId178"/>
                  </p:custDataLst>
                </p:nvPr>
              </p:nvSpPr>
              <p:spPr bwMode="auto">
                <a:xfrm>
                  <a:off x="7494589" y="4641851"/>
                  <a:ext cx="644525" cy="55563"/>
                </a:xfrm>
                <a:prstGeom prst="rect">
                  <a:avLst/>
                </a:prstGeom>
                <a:solidFill>
                  <a:srgbClr val="7A74B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51" name="iSľidè"/>
                <p:cNvSpPr/>
                <p:nvPr>
                  <p:custDataLst>
                    <p:tags r:id="rId179"/>
                  </p:custDataLst>
                </p:nvPr>
              </p:nvSpPr>
              <p:spPr bwMode="auto">
                <a:xfrm>
                  <a:off x="7439026" y="4865688"/>
                  <a:ext cx="742950" cy="55563"/>
                </a:xfrm>
                <a:prstGeom prst="rect">
                  <a:avLst/>
                </a:prstGeom>
                <a:solidFill>
                  <a:srgbClr val="7A74B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52" name="iśļîḍe"/>
                <p:cNvSpPr/>
                <p:nvPr>
                  <p:custDataLst>
                    <p:tags r:id="rId180"/>
                  </p:custDataLst>
                </p:nvPr>
              </p:nvSpPr>
              <p:spPr bwMode="auto">
                <a:xfrm>
                  <a:off x="7353301" y="4135438"/>
                  <a:ext cx="282575" cy="976313"/>
                </a:xfrm>
                <a:custGeom>
                  <a:avLst/>
                  <a:gdLst>
                    <a:gd name="T0" fmla="*/ 31 w 178"/>
                    <a:gd name="T1" fmla="*/ 615 h 615"/>
                    <a:gd name="T2" fmla="*/ 0 w 178"/>
                    <a:gd name="T3" fmla="*/ 615 h 615"/>
                    <a:gd name="T4" fmla="*/ 149 w 178"/>
                    <a:gd name="T5" fmla="*/ 0 h 615"/>
                    <a:gd name="T6" fmla="*/ 178 w 178"/>
                    <a:gd name="T7" fmla="*/ 0 h 615"/>
                    <a:gd name="T8" fmla="*/ 31 w 178"/>
                    <a:gd name="T9" fmla="*/ 615 h 615"/>
                  </a:gdLst>
                  <a:ahLst/>
                  <a:cxnLst>
                    <a:cxn ang="0">
                      <a:pos x="T0" y="T1"/>
                    </a:cxn>
                    <a:cxn ang="0">
                      <a:pos x="T2" y="T3"/>
                    </a:cxn>
                    <a:cxn ang="0">
                      <a:pos x="T4" y="T5"/>
                    </a:cxn>
                    <a:cxn ang="0">
                      <a:pos x="T6" y="T7"/>
                    </a:cxn>
                    <a:cxn ang="0">
                      <a:pos x="T8" y="T9"/>
                    </a:cxn>
                  </a:cxnLst>
                  <a:rect l="0" t="0" r="r" b="b"/>
                  <a:pathLst>
                    <a:path w="178" h="615">
                      <a:moveTo>
                        <a:pt x="31" y="615"/>
                      </a:moveTo>
                      <a:lnTo>
                        <a:pt x="0" y="615"/>
                      </a:lnTo>
                      <a:lnTo>
                        <a:pt x="149" y="0"/>
                      </a:lnTo>
                      <a:lnTo>
                        <a:pt x="178" y="0"/>
                      </a:lnTo>
                      <a:lnTo>
                        <a:pt x="31" y="615"/>
                      </a:lnTo>
                      <a:close/>
                    </a:path>
                  </a:pathLst>
                </a:custGeom>
                <a:solidFill>
                  <a:srgbClr val="7A74B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53" name="ïśļíḍe"/>
                <p:cNvSpPr/>
                <p:nvPr>
                  <p:custDataLst>
                    <p:tags r:id="rId181"/>
                  </p:custDataLst>
                </p:nvPr>
              </p:nvSpPr>
              <p:spPr bwMode="auto">
                <a:xfrm>
                  <a:off x="4095751" y="3517901"/>
                  <a:ext cx="71438" cy="92075"/>
                </a:xfrm>
                <a:custGeom>
                  <a:avLst/>
                  <a:gdLst>
                    <a:gd name="T0" fmla="*/ 0 w 23"/>
                    <a:gd name="T1" fmla="*/ 2 h 30"/>
                    <a:gd name="T2" fmla="*/ 19 w 23"/>
                    <a:gd name="T3" fmla="*/ 10 h 30"/>
                    <a:gd name="T4" fmla="*/ 18 w 23"/>
                    <a:gd name="T5" fmla="*/ 30 h 30"/>
                  </a:gdLst>
                  <a:ahLst/>
                  <a:cxnLst>
                    <a:cxn ang="0">
                      <a:pos x="T0" y="T1"/>
                    </a:cxn>
                    <a:cxn ang="0">
                      <a:pos x="T2" y="T3"/>
                    </a:cxn>
                    <a:cxn ang="0">
                      <a:pos x="T4" y="T5"/>
                    </a:cxn>
                  </a:cxnLst>
                  <a:rect l="0" t="0" r="r" b="b"/>
                  <a:pathLst>
                    <a:path w="23" h="30">
                      <a:moveTo>
                        <a:pt x="0" y="2"/>
                      </a:moveTo>
                      <a:cubicBezTo>
                        <a:pt x="0" y="2"/>
                        <a:pt x="15" y="0"/>
                        <a:pt x="19" y="10"/>
                      </a:cubicBezTo>
                      <a:cubicBezTo>
                        <a:pt x="23" y="20"/>
                        <a:pt x="18" y="30"/>
                        <a:pt x="18" y="30"/>
                      </a:cubicBezTo>
                    </a:path>
                  </a:pathLst>
                </a:custGeom>
                <a:solidFill>
                  <a:srgbClr val="F2B0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54" name="ïsļîḑé"/>
                <p:cNvSpPr/>
                <p:nvPr>
                  <p:custDataLst>
                    <p:tags r:id="rId182"/>
                  </p:custDataLst>
                </p:nvPr>
              </p:nvSpPr>
              <p:spPr bwMode="auto">
                <a:xfrm>
                  <a:off x="3987801" y="3517901"/>
                  <a:ext cx="187325" cy="295275"/>
                </a:xfrm>
                <a:custGeom>
                  <a:avLst/>
                  <a:gdLst>
                    <a:gd name="T0" fmla="*/ 1 w 61"/>
                    <a:gd name="T1" fmla="*/ 41 h 96"/>
                    <a:gd name="T2" fmla="*/ 16 w 61"/>
                    <a:gd name="T3" fmla="*/ 69 h 96"/>
                    <a:gd name="T4" fmla="*/ 20 w 61"/>
                    <a:gd name="T5" fmla="*/ 83 h 96"/>
                    <a:gd name="T6" fmla="*/ 30 w 61"/>
                    <a:gd name="T7" fmla="*/ 90 h 96"/>
                    <a:gd name="T8" fmla="*/ 36 w 61"/>
                    <a:gd name="T9" fmla="*/ 96 h 96"/>
                    <a:gd name="T10" fmla="*/ 39 w 61"/>
                    <a:gd name="T11" fmla="*/ 86 h 96"/>
                    <a:gd name="T12" fmla="*/ 39 w 61"/>
                    <a:gd name="T13" fmla="*/ 75 h 96"/>
                    <a:gd name="T14" fmla="*/ 45 w 61"/>
                    <a:gd name="T15" fmla="*/ 70 h 96"/>
                    <a:gd name="T16" fmla="*/ 54 w 61"/>
                    <a:gd name="T17" fmla="*/ 63 h 96"/>
                    <a:gd name="T18" fmla="*/ 55 w 61"/>
                    <a:gd name="T19" fmla="*/ 62 h 96"/>
                    <a:gd name="T20" fmla="*/ 55 w 61"/>
                    <a:gd name="T21" fmla="*/ 62 h 96"/>
                    <a:gd name="T22" fmla="*/ 38 w 61"/>
                    <a:gd name="T23" fmla="*/ 8 h 96"/>
                    <a:gd name="T24" fmla="*/ 1 w 61"/>
                    <a:gd name="T25" fmla="*/ 4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1" h="96">
                      <a:moveTo>
                        <a:pt x="1" y="41"/>
                      </a:moveTo>
                      <a:cubicBezTo>
                        <a:pt x="3" y="58"/>
                        <a:pt x="16" y="69"/>
                        <a:pt x="16" y="69"/>
                      </a:cubicBezTo>
                      <a:cubicBezTo>
                        <a:pt x="20" y="83"/>
                        <a:pt x="20" y="83"/>
                        <a:pt x="20" y="83"/>
                      </a:cubicBezTo>
                      <a:cubicBezTo>
                        <a:pt x="30" y="90"/>
                        <a:pt x="30" y="90"/>
                        <a:pt x="30" y="90"/>
                      </a:cubicBezTo>
                      <a:cubicBezTo>
                        <a:pt x="36" y="96"/>
                        <a:pt x="36" y="96"/>
                        <a:pt x="36" y="96"/>
                      </a:cubicBezTo>
                      <a:cubicBezTo>
                        <a:pt x="39" y="86"/>
                        <a:pt x="39" y="86"/>
                        <a:pt x="39" y="86"/>
                      </a:cubicBezTo>
                      <a:cubicBezTo>
                        <a:pt x="39" y="75"/>
                        <a:pt x="39" y="75"/>
                        <a:pt x="39" y="75"/>
                      </a:cubicBezTo>
                      <a:cubicBezTo>
                        <a:pt x="39" y="73"/>
                        <a:pt x="42" y="70"/>
                        <a:pt x="45" y="70"/>
                      </a:cubicBezTo>
                      <a:cubicBezTo>
                        <a:pt x="47" y="69"/>
                        <a:pt x="51" y="67"/>
                        <a:pt x="54" y="63"/>
                      </a:cubicBezTo>
                      <a:cubicBezTo>
                        <a:pt x="55" y="62"/>
                        <a:pt x="55" y="62"/>
                        <a:pt x="55" y="62"/>
                      </a:cubicBezTo>
                      <a:cubicBezTo>
                        <a:pt x="55" y="62"/>
                        <a:pt x="55" y="62"/>
                        <a:pt x="55" y="62"/>
                      </a:cubicBezTo>
                      <a:cubicBezTo>
                        <a:pt x="61" y="52"/>
                        <a:pt x="61" y="17"/>
                        <a:pt x="38" y="8"/>
                      </a:cubicBezTo>
                      <a:cubicBezTo>
                        <a:pt x="13" y="0"/>
                        <a:pt x="0" y="23"/>
                        <a:pt x="1" y="41"/>
                      </a:cubicBezTo>
                      <a:close/>
                    </a:path>
                  </a:pathLst>
                </a:custGeom>
                <a:solidFill>
                  <a:srgbClr val="FFD1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55" name="í$ḷiḓé"/>
                <p:cNvSpPr/>
                <p:nvPr>
                  <p:custDataLst>
                    <p:tags r:id="rId183"/>
                  </p:custDataLst>
                </p:nvPr>
              </p:nvSpPr>
              <p:spPr bwMode="auto">
                <a:xfrm>
                  <a:off x="3898901" y="3505201"/>
                  <a:ext cx="114300" cy="101600"/>
                </a:xfrm>
                <a:custGeom>
                  <a:avLst/>
                  <a:gdLst>
                    <a:gd name="T0" fmla="*/ 27 w 37"/>
                    <a:gd name="T1" fmla="*/ 33 h 33"/>
                    <a:gd name="T2" fmla="*/ 5 w 37"/>
                    <a:gd name="T3" fmla="*/ 22 h 33"/>
                    <a:gd name="T4" fmla="*/ 19 w 37"/>
                    <a:gd name="T5" fmla="*/ 1 h 33"/>
                    <a:gd name="T6" fmla="*/ 37 w 37"/>
                    <a:gd name="T7" fmla="*/ 17 h 33"/>
                  </a:gdLst>
                  <a:ahLst/>
                  <a:cxnLst>
                    <a:cxn ang="0">
                      <a:pos x="T0" y="T1"/>
                    </a:cxn>
                    <a:cxn ang="0">
                      <a:pos x="T2" y="T3"/>
                    </a:cxn>
                    <a:cxn ang="0">
                      <a:pos x="T4" y="T5"/>
                    </a:cxn>
                    <a:cxn ang="0">
                      <a:pos x="T6" y="T7"/>
                    </a:cxn>
                  </a:cxnLst>
                  <a:rect l="0" t="0" r="r" b="b"/>
                  <a:pathLst>
                    <a:path w="37" h="33">
                      <a:moveTo>
                        <a:pt x="27" y="33"/>
                      </a:moveTo>
                      <a:cubicBezTo>
                        <a:pt x="27" y="33"/>
                        <a:pt x="9" y="33"/>
                        <a:pt x="5" y="22"/>
                      </a:cubicBezTo>
                      <a:cubicBezTo>
                        <a:pt x="0" y="12"/>
                        <a:pt x="9" y="0"/>
                        <a:pt x="19" y="1"/>
                      </a:cubicBezTo>
                      <a:cubicBezTo>
                        <a:pt x="28" y="2"/>
                        <a:pt x="33" y="6"/>
                        <a:pt x="37" y="17"/>
                      </a:cubicBezTo>
                    </a:path>
                  </a:pathLst>
                </a:custGeom>
                <a:solidFill>
                  <a:srgbClr val="F2B0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56" name="îṡḷíďe"/>
                <p:cNvSpPr/>
                <p:nvPr>
                  <p:custDataLst>
                    <p:tags r:id="rId184"/>
                  </p:custDataLst>
                </p:nvPr>
              </p:nvSpPr>
              <p:spPr bwMode="auto">
                <a:xfrm>
                  <a:off x="3963989" y="3478213"/>
                  <a:ext cx="184150" cy="252413"/>
                </a:xfrm>
                <a:custGeom>
                  <a:avLst/>
                  <a:gdLst>
                    <a:gd name="T0" fmla="*/ 56 w 60"/>
                    <a:gd name="T1" fmla="*/ 29 h 82"/>
                    <a:gd name="T2" fmla="*/ 47 w 60"/>
                    <a:gd name="T3" fmla="*/ 33 h 82"/>
                    <a:gd name="T4" fmla="*/ 31 w 60"/>
                    <a:gd name="T5" fmla="*/ 52 h 82"/>
                    <a:gd name="T6" fmla="*/ 31 w 60"/>
                    <a:gd name="T7" fmla="*/ 53 h 82"/>
                    <a:gd name="T8" fmla="*/ 32 w 60"/>
                    <a:gd name="T9" fmla="*/ 59 h 82"/>
                    <a:gd name="T10" fmla="*/ 32 w 60"/>
                    <a:gd name="T11" fmla="*/ 60 h 82"/>
                    <a:gd name="T12" fmla="*/ 30 w 60"/>
                    <a:gd name="T13" fmla="*/ 63 h 82"/>
                    <a:gd name="T14" fmla="*/ 20 w 60"/>
                    <a:gd name="T15" fmla="*/ 52 h 82"/>
                    <a:gd name="T16" fmla="*/ 24 w 60"/>
                    <a:gd name="T17" fmla="*/ 82 h 82"/>
                    <a:gd name="T18" fmla="*/ 1 w 60"/>
                    <a:gd name="T19" fmla="*/ 50 h 82"/>
                    <a:gd name="T20" fmla="*/ 50 w 60"/>
                    <a:gd name="T21" fmla="*/ 16 h 82"/>
                    <a:gd name="T22" fmla="*/ 56 w 60"/>
                    <a:gd name="T23" fmla="*/ 2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82">
                      <a:moveTo>
                        <a:pt x="56" y="29"/>
                      </a:moveTo>
                      <a:cubicBezTo>
                        <a:pt x="54" y="32"/>
                        <a:pt x="51" y="33"/>
                        <a:pt x="47" y="33"/>
                      </a:cubicBezTo>
                      <a:cubicBezTo>
                        <a:pt x="37" y="34"/>
                        <a:pt x="29" y="42"/>
                        <a:pt x="31" y="52"/>
                      </a:cubicBezTo>
                      <a:cubicBezTo>
                        <a:pt x="31" y="52"/>
                        <a:pt x="31" y="53"/>
                        <a:pt x="31" y="53"/>
                      </a:cubicBezTo>
                      <a:cubicBezTo>
                        <a:pt x="31" y="55"/>
                        <a:pt x="32" y="57"/>
                        <a:pt x="32" y="59"/>
                      </a:cubicBezTo>
                      <a:cubicBezTo>
                        <a:pt x="32" y="60"/>
                        <a:pt x="32" y="60"/>
                        <a:pt x="32" y="60"/>
                      </a:cubicBezTo>
                      <a:cubicBezTo>
                        <a:pt x="33" y="61"/>
                        <a:pt x="33" y="66"/>
                        <a:pt x="30" y="63"/>
                      </a:cubicBezTo>
                      <a:cubicBezTo>
                        <a:pt x="26" y="60"/>
                        <a:pt x="26" y="47"/>
                        <a:pt x="20" y="52"/>
                      </a:cubicBezTo>
                      <a:cubicBezTo>
                        <a:pt x="13" y="58"/>
                        <a:pt x="24" y="82"/>
                        <a:pt x="24" y="82"/>
                      </a:cubicBezTo>
                      <a:cubicBezTo>
                        <a:pt x="9" y="81"/>
                        <a:pt x="3" y="66"/>
                        <a:pt x="1" y="50"/>
                      </a:cubicBezTo>
                      <a:cubicBezTo>
                        <a:pt x="0" y="33"/>
                        <a:pt x="19" y="0"/>
                        <a:pt x="50" y="16"/>
                      </a:cubicBezTo>
                      <a:cubicBezTo>
                        <a:pt x="50" y="16"/>
                        <a:pt x="60" y="22"/>
                        <a:pt x="56" y="29"/>
                      </a:cubicBezTo>
                      <a:close/>
                    </a:path>
                  </a:pathLst>
                </a:custGeom>
                <a:solidFill>
                  <a:srgbClr val="FDC35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57" name="iśḷíḋè"/>
                <p:cNvSpPr/>
                <p:nvPr>
                  <p:custDataLst>
                    <p:tags r:id="rId185"/>
                  </p:custDataLst>
                </p:nvPr>
              </p:nvSpPr>
              <p:spPr bwMode="auto">
                <a:xfrm>
                  <a:off x="4824414" y="3560763"/>
                  <a:ext cx="588963" cy="998538"/>
                </a:xfrm>
                <a:custGeom>
                  <a:avLst/>
                  <a:gdLst>
                    <a:gd name="T0" fmla="*/ 102 w 192"/>
                    <a:gd name="T1" fmla="*/ 254 h 325"/>
                    <a:gd name="T2" fmla="*/ 104 w 192"/>
                    <a:gd name="T3" fmla="*/ 243 h 325"/>
                    <a:gd name="T4" fmla="*/ 105 w 192"/>
                    <a:gd name="T5" fmla="*/ 243 h 325"/>
                    <a:gd name="T6" fmla="*/ 161 w 192"/>
                    <a:gd name="T7" fmla="*/ 243 h 325"/>
                    <a:gd name="T8" fmla="*/ 181 w 192"/>
                    <a:gd name="T9" fmla="*/ 223 h 325"/>
                    <a:gd name="T10" fmla="*/ 181 w 192"/>
                    <a:gd name="T11" fmla="*/ 193 h 325"/>
                    <a:gd name="T12" fmla="*/ 186 w 192"/>
                    <a:gd name="T13" fmla="*/ 192 h 325"/>
                    <a:gd name="T14" fmla="*/ 189 w 192"/>
                    <a:gd name="T15" fmla="*/ 187 h 325"/>
                    <a:gd name="T16" fmla="*/ 189 w 192"/>
                    <a:gd name="T17" fmla="*/ 182 h 325"/>
                    <a:gd name="T18" fmla="*/ 189 w 192"/>
                    <a:gd name="T19" fmla="*/ 177 h 325"/>
                    <a:gd name="T20" fmla="*/ 187 w 192"/>
                    <a:gd name="T21" fmla="*/ 173 h 325"/>
                    <a:gd name="T22" fmla="*/ 181 w 192"/>
                    <a:gd name="T23" fmla="*/ 173 h 325"/>
                    <a:gd name="T24" fmla="*/ 181 w 192"/>
                    <a:gd name="T25" fmla="*/ 167 h 325"/>
                    <a:gd name="T26" fmla="*/ 161 w 192"/>
                    <a:gd name="T27" fmla="*/ 147 h 325"/>
                    <a:gd name="T28" fmla="*/ 131 w 192"/>
                    <a:gd name="T29" fmla="*/ 147 h 325"/>
                    <a:gd name="T30" fmla="*/ 115 w 192"/>
                    <a:gd name="T31" fmla="*/ 115 h 325"/>
                    <a:gd name="T32" fmla="*/ 103 w 192"/>
                    <a:gd name="T33" fmla="*/ 88 h 325"/>
                    <a:gd name="T34" fmla="*/ 104 w 192"/>
                    <a:gd name="T35" fmla="*/ 85 h 325"/>
                    <a:gd name="T36" fmla="*/ 121 w 192"/>
                    <a:gd name="T37" fmla="*/ 88 h 325"/>
                    <a:gd name="T38" fmla="*/ 129 w 192"/>
                    <a:gd name="T39" fmla="*/ 76 h 325"/>
                    <a:gd name="T40" fmla="*/ 134 w 192"/>
                    <a:gd name="T41" fmla="*/ 75 h 325"/>
                    <a:gd name="T42" fmla="*/ 133 w 192"/>
                    <a:gd name="T43" fmla="*/ 65 h 325"/>
                    <a:gd name="T44" fmla="*/ 133 w 192"/>
                    <a:gd name="T45" fmla="*/ 59 h 325"/>
                    <a:gd name="T46" fmla="*/ 135 w 192"/>
                    <a:gd name="T47" fmla="*/ 57 h 325"/>
                    <a:gd name="T48" fmla="*/ 137 w 192"/>
                    <a:gd name="T49" fmla="*/ 49 h 325"/>
                    <a:gd name="T50" fmla="*/ 157 w 192"/>
                    <a:gd name="T51" fmla="*/ 25 h 325"/>
                    <a:gd name="T52" fmla="*/ 135 w 192"/>
                    <a:gd name="T53" fmla="*/ 20 h 325"/>
                    <a:gd name="T54" fmla="*/ 96 w 192"/>
                    <a:gd name="T55" fmla="*/ 17 h 325"/>
                    <a:gd name="T56" fmla="*/ 78 w 192"/>
                    <a:gd name="T57" fmla="*/ 36 h 325"/>
                    <a:gd name="T58" fmla="*/ 87 w 192"/>
                    <a:gd name="T59" fmla="*/ 74 h 325"/>
                    <a:gd name="T60" fmla="*/ 86 w 192"/>
                    <a:gd name="T61" fmla="*/ 82 h 325"/>
                    <a:gd name="T62" fmla="*/ 53 w 192"/>
                    <a:gd name="T63" fmla="*/ 98 h 325"/>
                    <a:gd name="T64" fmla="*/ 47 w 192"/>
                    <a:gd name="T65" fmla="*/ 110 h 325"/>
                    <a:gd name="T66" fmla="*/ 46 w 192"/>
                    <a:gd name="T67" fmla="*/ 111 h 325"/>
                    <a:gd name="T68" fmla="*/ 28 w 192"/>
                    <a:gd name="T69" fmla="*/ 151 h 325"/>
                    <a:gd name="T70" fmla="*/ 1 w 192"/>
                    <a:gd name="T71" fmla="*/ 230 h 325"/>
                    <a:gd name="T72" fmla="*/ 4 w 192"/>
                    <a:gd name="T73" fmla="*/ 239 h 325"/>
                    <a:gd name="T74" fmla="*/ 4 w 192"/>
                    <a:gd name="T75" fmla="*/ 325 h 325"/>
                    <a:gd name="T76" fmla="*/ 55 w 192"/>
                    <a:gd name="T77" fmla="*/ 325 h 325"/>
                    <a:gd name="T78" fmla="*/ 56 w 192"/>
                    <a:gd name="T79" fmla="*/ 319 h 325"/>
                    <a:gd name="T80" fmla="*/ 56 w 192"/>
                    <a:gd name="T81" fmla="*/ 325 h 325"/>
                    <a:gd name="T82" fmla="*/ 102 w 192"/>
                    <a:gd name="T83" fmla="*/ 325 h 325"/>
                    <a:gd name="T84" fmla="*/ 100 w 192"/>
                    <a:gd name="T85" fmla="*/ 259 h 325"/>
                    <a:gd name="T86" fmla="*/ 102 w 192"/>
                    <a:gd name="T87" fmla="*/ 254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2" h="325">
                      <a:moveTo>
                        <a:pt x="102" y="254"/>
                      </a:moveTo>
                      <a:cubicBezTo>
                        <a:pt x="103" y="251"/>
                        <a:pt x="103" y="248"/>
                        <a:pt x="104" y="243"/>
                      </a:cubicBezTo>
                      <a:cubicBezTo>
                        <a:pt x="104" y="243"/>
                        <a:pt x="105" y="243"/>
                        <a:pt x="105" y="243"/>
                      </a:cubicBezTo>
                      <a:cubicBezTo>
                        <a:pt x="161" y="243"/>
                        <a:pt x="161" y="243"/>
                        <a:pt x="161" y="243"/>
                      </a:cubicBezTo>
                      <a:cubicBezTo>
                        <a:pt x="172" y="243"/>
                        <a:pt x="181" y="234"/>
                        <a:pt x="181" y="223"/>
                      </a:cubicBezTo>
                      <a:cubicBezTo>
                        <a:pt x="181" y="193"/>
                        <a:pt x="181" y="193"/>
                        <a:pt x="181" y="193"/>
                      </a:cubicBezTo>
                      <a:cubicBezTo>
                        <a:pt x="183" y="193"/>
                        <a:pt x="184" y="193"/>
                        <a:pt x="186" y="192"/>
                      </a:cubicBezTo>
                      <a:cubicBezTo>
                        <a:pt x="191" y="191"/>
                        <a:pt x="189" y="187"/>
                        <a:pt x="189" y="187"/>
                      </a:cubicBezTo>
                      <a:cubicBezTo>
                        <a:pt x="189" y="187"/>
                        <a:pt x="192" y="184"/>
                        <a:pt x="189" y="182"/>
                      </a:cubicBezTo>
                      <a:cubicBezTo>
                        <a:pt x="189" y="182"/>
                        <a:pt x="191" y="179"/>
                        <a:pt x="189" y="177"/>
                      </a:cubicBezTo>
                      <a:cubicBezTo>
                        <a:pt x="189" y="177"/>
                        <a:pt x="191" y="173"/>
                        <a:pt x="187" y="173"/>
                      </a:cubicBezTo>
                      <a:cubicBezTo>
                        <a:pt x="187" y="173"/>
                        <a:pt x="184" y="173"/>
                        <a:pt x="181" y="173"/>
                      </a:cubicBezTo>
                      <a:cubicBezTo>
                        <a:pt x="181" y="167"/>
                        <a:pt x="181" y="167"/>
                        <a:pt x="181" y="167"/>
                      </a:cubicBezTo>
                      <a:cubicBezTo>
                        <a:pt x="181" y="156"/>
                        <a:pt x="172" y="147"/>
                        <a:pt x="161" y="147"/>
                      </a:cubicBezTo>
                      <a:cubicBezTo>
                        <a:pt x="131" y="147"/>
                        <a:pt x="131" y="147"/>
                        <a:pt x="131" y="147"/>
                      </a:cubicBezTo>
                      <a:cubicBezTo>
                        <a:pt x="126" y="136"/>
                        <a:pt x="120" y="123"/>
                        <a:pt x="115" y="115"/>
                      </a:cubicBezTo>
                      <a:cubicBezTo>
                        <a:pt x="113" y="104"/>
                        <a:pt x="109" y="95"/>
                        <a:pt x="103" y="88"/>
                      </a:cubicBezTo>
                      <a:cubicBezTo>
                        <a:pt x="104" y="87"/>
                        <a:pt x="104" y="86"/>
                        <a:pt x="104" y="85"/>
                      </a:cubicBezTo>
                      <a:cubicBezTo>
                        <a:pt x="111" y="88"/>
                        <a:pt x="117" y="89"/>
                        <a:pt x="121" y="88"/>
                      </a:cubicBezTo>
                      <a:cubicBezTo>
                        <a:pt x="124" y="84"/>
                        <a:pt x="127" y="80"/>
                        <a:pt x="129" y="76"/>
                      </a:cubicBezTo>
                      <a:cubicBezTo>
                        <a:pt x="131" y="76"/>
                        <a:pt x="133" y="76"/>
                        <a:pt x="134" y="75"/>
                      </a:cubicBezTo>
                      <a:cubicBezTo>
                        <a:pt x="135" y="73"/>
                        <a:pt x="134" y="68"/>
                        <a:pt x="133" y="65"/>
                      </a:cubicBezTo>
                      <a:cubicBezTo>
                        <a:pt x="133" y="63"/>
                        <a:pt x="132" y="61"/>
                        <a:pt x="133" y="59"/>
                      </a:cubicBezTo>
                      <a:cubicBezTo>
                        <a:pt x="133" y="58"/>
                        <a:pt x="134" y="57"/>
                        <a:pt x="135" y="57"/>
                      </a:cubicBezTo>
                      <a:cubicBezTo>
                        <a:pt x="137" y="53"/>
                        <a:pt x="137" y="50"/>
                        <a:pt x="137" y="49"/>
                      </a:cubicBezTo>
                      <a:cubicBezTo>
                        <a:pt x="146" y="50"/>
                        <a:pt x="156" y="45"/>
                        <a:pt x="157" y="25"/>
                      </a:cubicBezTo>
                      <a:cubicBezTo>
                        <a:pt x="153" y="27"/>
                        <a:pt x="144" y="25"/>
                        <a:pt x="135" y="20"/>
                      </a:cubicBezTo>
                      <a:cubicBezTo>
                        <a:pt x="130" y="18"/>
                        <a:pt x="110" y="0"/>
                        <a:pt x="96" y="17"/>
                      </a:cubicBezTo>
                      <a:cubicBezTo>
                        <a:pt x="90" y="15"/>
                        <a:pt x="81" y="21"/>
                        <a:pt x="78" y="36"/>
                      </a:cubicBezTo>
                      <a:cubicBezTo>
                        <a:pt x="76" y="51"/>
                        <a:pt x="81" y="72"/>
                        <a:pt x="87" y="74"/>
                      </a:cubicBezTo>
                      <a:cubicBezTo>
                        <a:pt x="87" y="74"/>
                        <a:pt x="87" y="78"/>
                        <a:pt x="86" y="82"/>
                      </a:cubicBezTo>
                      <a:cubicBezTo>
                        <a:pt x="77" y="82"/>
                        <a:pt x="63" y="84"/>
                        <a:pt x="53" y="98"/>
                      </a:cubicBezTo>
                      <a:cubicBezTo>
                        <a:pt x="51" y="101"/>
                        <a:pt x="49" y="105"/>
                        <a:pt x="47" y="110"/>
                      </a:cubicBezTo>
                      <a:cubicBezTo>
                        <a:pt x="46" y="110"/>
                        <a:pt x="46" y="110"/>
                        <a:pt x="46" y="111"/>
                      </a:cubicBezTo>
                      <a:cubicBezTo>
                        <a:pt x="38" y="122"/>
                        <a:pt x="32" y="137"/>
                        <a:pt x="28" y="151"/>
                      </a:cubicBezTo>
                      <a:cubicBezTo>
                        <a:pt x="16" y="181"/>
                        <a:pt x="5" y="213"/>
                        <a:pt x="1" y="230"/>
                      </a:cubicBezTo>
                      <a:cubicBezTo>
                        <a:pt x="0" y="234"/>
                        <a:pt x="1" y="237"/>
                        <a:pt x="4" y="239"/>
                      </a:cubicBezTo>
                      <a:cubicBezTo>
                        <a:pt x="0" y="265"/>
                        <a:pt x="2" y="292"/>
                        <a:pt x="4" y="325"/>
                      </a:cubicBezTo>
                      <a:cubicBezTo>
                        <a:pt x="55" y="325"/>
                        <a:pt x="55" y="325"/>
                        <a:pt x="55" y="325"/>
                      </a:cubicBezTo>
                      <a:cubicBezTo>
                        <a:pt x="55" y="323"/>
                        <a:pt x="55" y="321"/>
                        <a:pt x="56" y="319"/>
                      </a:cubicBezTo>
                      <a:cubicBezTo>
                        <a:pt x="56" y="321"/>
                        <a:pt x="56" y="323"/>
                        <a:pt x="56" y="325"/>
                      </a:cubicBezTo>
                      <a:cubicBezTo>
                        <a:pt x="102" y="325"/>
                        <a:pt x="102" y="325"/>
                        <a:pt x="102" y="325"/>
                      </a:cubicBezTo>
                      <a:cubicBezTo>
                        <a:pt x="101" y="299"/>
                        <a:pt x="101" y="276"/>
                        <a:pt x="100" y="259"/>
                      </a:cubicBezTo>
                      <a:cubicBezTo>
                        <a:pt x="101" y="258"/>
                        <a:pt x="102" y="256"/>
                        <a:pt x="102" y="254"/>
                      </a:cubicBezTo>
                    </a:path>
                  </a:pathLst>
                </a:custGeom>
                <a:solidFill>
                  <a:srgbClr val="E192F4">
                    <a:alpha val="30000"/>
                  </a:srgbClr>
                </a:solidFill>
                <a:ln>
                  <a:noFill/>
                </a:ln>
              </p:spPr>
              <p:txBody>
                <a:bodyPr anchor="ctr"/>
                <a:lstStyle/>
                <a:p>
                  <a:pPr algn="ctr"/>
                  <a:endParaRPr sz="2000"/>
                </a:p>
              </p:txBody>
            </p:sp>
            <p:sp>
              <p:nvSpPr>
                <p:cNvPr id="258" name="ïṡļîďè"/>
                <p:cNvSpPr/>
                <p:nvPr>
                  <p:custDataLst>
                    <p:tags r:id="rId186"/>
                  </p:custDataLst>
                </p:nvPr>
              </p:nvSpPr>
              <p:spPr bwMode="auto">
                <a:xfrm>
                  <a:off x="4995864" y="4979988"/>
                  <a:ext cx="49213" cy="76200"/>
                </a:xfrm>
                <a:custGeom>
                  <a:avLst/>
                  <a:gdLst>
                    <a:gd name="T0" fmla="*/ 8 w 31"/>
                    <a:gd name="T1" fmla="*/ 0 h 48"/>
                    <a:gd name="T2" fmla="*/ 0 w 31"/>
                    <a:gd name="T3" fmla="*/ 46 h 48"/>
                    <a:gd name="T4" fmla="*/ 23 w 31"/>
                    <a:gd name="T5" fmla="*/ 48 h 48"/>
                    <a:gd name="T6" fmla="*/ 31 w 31"/>
                    <a:gd name="T7" fmla="*/ 4 h 48"/>
                    <a:gd name="T8" fmla="*/ 8 w 31"/>
                    <a:gd name="T9" fmla="*/ 0 h 48"/>
                  </a:gdLst>
                  <a:ahLst/>
                  <a:cxnLst>
                    <a:cxn ang="0">
                      <a:pos x="T0" y="T1"/>
                    </a:cxn>
                    <a:cxn ang="0">
                      <a:pos x="T2" y="T3"/>
                    </a:cxn>
                    <a:cxn ang="0">
                      <a:pos x="T4" y="T5"/>
                    </a:cxn>
                    <a:cxn ang="0">
                      <a:pos x="T6" y="T7"/>
                    </a:cxn>
                    <a:cxn ang="0">
                      <a:pos x="T8" y="T9"/>
                    </a:cxn>
                  </a:cxnLst>
                  <a:rect l="0" t="0" r="r" b="b"/>
                  <a:pathLst>
                    <a:path w="31" h="48">
                      <a:moveTo>
                        <a:pt x="8" y="0"/>
                      </a:moveTo>
                      <a:lnTo>
                        <a:pt x="0" y="46"/>
                      </a:lnTo>
                      <a:lnTo>
                        <a:pt x="23" y="48"/>
                      </a:lnTo>
                      <a:lnTo>
                        <a:pt x="31" y="4"/>
                      </a:lnTo>
                      <a:lnTo>
                        <a:pt x="8" y="0"/>
                      </a:ln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59" name="íṧ1iḋé"/>
                <p:cNvSpPr/>
                <p:nvPr/>
              </p:nvSpPr>
              <p:spPr bwMode="auto">
                <a:xfrm>
                  <a:off x="4995864" y="4979988"/>
                  <a:ext cx="49213" cy="76200"/>
                </a:xfrm>
                <a:custGeom>
                  <a:avLst/>
                  <a:gdLst>
                    <a:gd name="T0" fmla="*/ 8 w 31"/>
                    <a:gd name="T1" fmla="*/ 0 h 48"/>
                    <a:gd name="T2" fmla="*/ 0 w 31"/>
                    <a:gd name="T3" fmla="*/ 46 h 48"/>
                    <a:gd name="T4" fmla="*/ 23 w 31"/>
                    <a:gd name="T5" fmla="*/ 48 h 48"/>
                    <a:gd name="T6" fmla="*/ 31 w 31"/>
                    <a:gd name="T7" fmla="*/ 4 h 48"/>
                  </a:gdLst>
                  <a:ahLst/>
                  <a:cxnLst>
                    <a:cxn ang="0">
                      <a:pos x="T0" y="T1"/>
                    </a:cxn>
                    <a:cxn ang="0">
                      <a:pos x="T2" y="T3"/>
                    </a:cxn>
                    <a:cxn ang="0">
                      <a:pos x="T4" y="T5"/>
                    </a:cxn>
                    <a:cxn ang="0">
                      <a:pos x="T6" y="T7"/>
                    </a:cxn>
                  </a:cxnLst>
                  <a:rect l="0" t="0" r="r" b="b"/>
                  <a:pathLst>
                    <a:path w="31" h="48">
                      <a:moveTo>
                        <a:pt x="8" y="0"/>
                      </a:moveTo>
                      <a:lnTo>
                        <a:pt x="0" y="46"/>
                      </a:lnTo>
                      <a:lnTo>
                        <a:pt x="23" y="48"/>
                      </a:lnTo>
                      <a:lnTo>
                        <a:pt x="31"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0" name="iṥľïḓê"/>
                <p:cNvSpPr/>
                <p:nvPr>
                  <p:custDataLst>
                    <p:tags r:id="rId187"/>
                  </p:custDataLst>
                </p:nvPr>
              </p:nvSpPr>
              <p:spPr bwMode="auto">
                <a:xfrm>
                  <a:off x="4986339" y="5035551"/>
                  <a:ext cx="173038" cy="73025"/>
                </a:xfrm>
                <a:custGeom>
                  <a:avLst/>
                  <a:gdLst>
                    <a:gd name="T0" fmla="*/ 48 w 56"/>
                    <a:gd name="T1" fmla="*/ 21 h 24"/>
                    <a:gd name="T2" fmla="*/ 24 w 56"/>
                    <a:gd name="T3" fmla="*/ 22 h 24"/>
                    <a:gd name="T4" fmla="*/ 8 w 56"/>
                    <a:gd name="T5" fmla="*/ 21 h 24"/>
                    <a:gd name="T6" fmla="*/ 1 w 56"/>
                    <a:gd name="T7" fmla="*/ 12 h 24"/>
                    <a:gd name="T8" fmla="*/ 3 w 56"/>
                    <a:gd name="T9" fmla="*/ 5 h 24"/>
                    <a:gd name="T10" fmla="*/ 13 w 56"/>
                    <a:gd name="T11" fmla="*/ 3 h 24"/>
                    <a:gd name="T12" fmla="*/ 16 w 56"/>
                    <a:gd name="T13" fmla="*/ 0 h 24"/>
                    <a:gd name="T14" fmla="*/ 20 w 56"/>
                    <a:gd name="T15" fmla="*/ 4 h 24"/>
                    <a:gd name="T16" fmla="*/ 33 w 56"/>
                    <a:gd name="T17" fmla="*/ 14 h 24"/>
                    <a:gd name="T18" fmla="*/ 48 w 56"/>
                    <a:gd name="T19"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24">
                      <a:moveTo>
                        <a:pt x="48" y="21"/>
                      </a:moveTo>
                      <a:cubicBezTo>
                        <a:pt x="39" y="24"/>
                        <a:pt x="29" y="23"/>
                        <a:pt x="24" y="22"/>
                      </a:cubicBezTo>
                      <a:cubicBezTo>
                        <a:pt x="19" y="21"/>
                        <a:pt x="14" y="21"/>
                        <a:pt x="8" y="21"/>
                      </a:cubicBezTo>
                      <a:cubicBezTo>
                        <a:pt x="0" y="21"/>
                        <a:pt x="0" y="20"/>
                        <a:pt x="1" y="12"/>
                      </a:cubicBezTo>
                      <a:cubicBezTo>
                        <a:pt x="1" y="9"/>
                        <a:pt x="2" y="6"/>
                        <a:pt x="3" y="5"/>
                      </a:cubicBezTo>
                      <a:cubicBezTo>
                        <a:pt x="7" y="7"/>
                        <a:pt x="12" y="6"/>
                        <a:pt x="13" y="3"/>
                      </a:cubicBezTo>
                      <a:cubicBezTo>
                        <a:pt x="14" y="1"/>
                        <a:pt x="15" y="0"/>
                        <a:pt x="16" y="0"/>
                      </a:cubicBezTo>
                      <a:cubicBezTo>
                        <a:pt x="17" y="0"/>
                        <a:pt x="19" y="2"/>
                        <a:pt x="20" y="4"/>
                      </a:cubicBezTo>
                      <a:cubicBezTo>
                        <a:pt x="21" y="6"/>
                        <a:pt x="26" y="11"/>
                        <a:pt x="33" y="14"/>
                      </a:cubicBezTo>
                      <a:cubicBezTo>
                        <a:pt x="41" y="17"/>
                        <a:pt x="56" y="19"/>
                        <a:pt x="48" y="21"/>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1" name="ïşľiďê"/>
                <p:cNvSpPr/>
                <p:nvPr>
                  <p:custDataLst>
                    <p:tags r:id="rId188"/>
                  </p:custDataLst>
                </p:nvPr>
              </p:nvSpPr>
              <p:spPr bwMode="auto">
                <a:xfrm>
                  <a:off x="4824414" y="4979988"/>
                  <a:ext cx="49213" cy="76200"/>
                </a:xfrm>
                <a:custGeom>
                  <a:avLst/>
                  <a:gdLst>
                    <a:gd name="T0" fmla="*/ 7 w 31"/>
                    <a:gd name="T1" fmla="*/ 0 h 48"/>
                    <a:gd name="T2" fmla="*/ 0 w 31"/>
                    <a:gd name="T3" fmla="*/ 46 h 48"/>
                    <a:gd name="T4" fmla="*/ 23 w 31"/>
                    <a:gd name="T5" fmla="*/ 48 h 48"/>
                    <a:gd name="T6" fmla="*/ 31 w 31"/>
                    <a:gd name="T7" fmla="*/ 4 h 48"/>
                    <a:gd name="T8" fmla="*/ 7 w 31"/>
                    <a:gd name="T9" fmla="*/ 0 h 48"/>
                  </a:gdLst>
                  <a:ahLst/>
                  <a:cxnLst>
                    <a:cxn ang="0">
                      <a:pos x="T0" y="T1"/>
                    </a:cxn>
                    <a:cxn ang="0">
                      <a:pos x="T2" y="T3"/>
                    </a:cxn>
                    <a:cxn ang="0">
                      <a:pos x="T4" y="T5"/>
                    </a:cxn>
                    <a:cxn ang="0">
                      <a:pos x="T6" y="T7"/>
                    </a:cxn>
                    <a:cxn ang="0">
                      <a:pos x="T8" y="T9"/>
                    </a:cxn>
                  </a:cxnLst>
                  <a:rect l="0" t="0" r="r" b="b"/>
                  <a:pathLst>
                    <a:path w="31" h="48">
                      <a:moveTo>
                        <a:pt x="7" y="0"/>
                      </a:moveTo>
                      <a:lnTo>
                        <a:pt x="0" y="46"/>
                      </a:lnTo>
                      <a:lnTo>
                        <a:pt x="23" y="48"/>
                      </a:lnTo>
                      <a:lnTo>
                        <a:pt x="31" y="4"/>
                      </a:lnTo>
                      <a:lnTo>
                        <a:pt x="7" y="0"/>
                      </a:ln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2" name="íṡlíḍe"/>
                <p:cNvSpPr/>
                <p:nvPr/>
              </p:nvSpPr>
              <p:spPr bwMode="auto">
                <a:xfrm>
                  <a:off x="4824414" y="4979988"/>
                  <a:ext cx="49213" cy="76200"/>
                </a:xfrm>
                <a:custGeom>
                  <a:avLst/>
                  <a:gdLst>
                    <a:gd name="T0" fmla="*/ 7 w 31"/>
                    <a:gd name="T1" fmla="*/ 0 h 48"/>
                    <a:gd name="T2" fmla="*/ 0 w 31"/>
                    <a:gd name="T3" fmla="*/ 46 h 48"/>
                    <a:gd name="T4" fmla="*/ 23 w 31"/>
                    <a:gd name="T5" fmla="*/ 48 h 48"/>
                    <a:gd name="T6" fmla="*/ 31 w 31"/>
                    <a:gd name="T7" fmla="*/ 4 h 48"/>
                  </a:gdLst>
                  <a:ahLst/>
                  <a:cxnLst>
                    <a:cxn ang="0">
                      <a:pos x="T0" y="T1"/>
                    </a:cxn>
                    <a:cxn ang="0">
                      <a:pos x="T2" y="T3"/>
                    </a:cxn>
                    <a:cxn ang="0">
                      <a:pos x="T4" y="T5"/>
                    </a:cxn>
                    <a:cxn ang="0">
                      <a:pos x="T6" y="T7"/>
                    </a:cxn>
                  </a:cxnLst>
                  <a:rect l="0" t="0" r="r" b="b"/>
                  <a:pathLst>
                    <a:path w="31" h="48">
                      <a:moveTo>
                        <a:pt x="7" y="0"/>
                      </a:moveTo>
                      <a:lnTo>
                        <a:pt x="0" y="46"/>
                      </a:lnTo>
                      <a:lnTo>
                        <a:pt x="23" y="48"/>
                      </a:lnTo>
                      <a:lnTo>
                        <a:pt x="31"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3" name="íṩḻiḓè"/>
                <p:cNvSpPr/>
                <p:nvPr>
                  <p:custDataLst>
                    <p:tags r:id="rId189"/>
                  </p:custDataLst>
                </p:nvPr>
              </p:nvSpPr>
              <p:spPr bwMode="auto">
                <a:xfrm>
                  <a:off x="4814889" y="5035551"/>
                  <a:ext cx="171450" cy="73025"/>
                </a:xfrm>
                <a:custGeom>
                  <a:avLst/>
                  <a:gdLst>
                    <a:gd name="T0" fmla="*/ 48 w 56"/>
                    <a:gd name="T1" fmla="*/ 21 h 24"/>
                    <a:gd name="T2" fmla="*/ 24 w 56"/>
                    <a:gd name="T3" fmla="*/ 22 h 24"/>
                    <a:gd name="T4" fmla="*/ 8 w 56"/>
                    <a:gd name="T5" fmla="*/ 21 h 24"/>
                    <a:gd name="T6" fmla="*/ 1 w 56"/>
                    <a:gd name="T7" fmla="*/ 12 h 24"/>
                    <a:gd name="T8" fmla="*/ 3 w 56"/>
                    <a:gd name="T9" fmla="*/ 5 h 24"/>
                    <a:gd name="T10" fmla="*/ 13 w 56"/>
                    <a:gd name="T11" fmla="*/ 3 h 24"/>
                    <a:gd name="T12" fmla="*/ 16 w 56"/>
                    <a:gd name="T13" fmla="*/ 0 h 24"/>
                    <a:gd name="T14" fmla="*/ 20 w 56"/>
                    <a:gd name="T15" fmla="*/ 4 h 24"/>
                    <a:gd name="T16" fmla="*/ 33 w 56"/>
                    <a:gd name="T17" fmla="*/ 14 h 24"/>
                    <a:gd name="T18" fmla="*/ 48 w 56"/>
                    <a:gd name="T19"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24">
                      <a:moveTo>
                        <a:pt x="48" y="21"/>
                      </a:moveTo>
                      <a:cubicBezTo>
                        <a:pt x="39" y="24"/>
                        <a:pt x="29" y="23"/>
                        <a:pt x="24" y="22"/>
                      </a:cubicBezTo>
                      <a:cubicBezTo>
                        <a:pt x="19" y="21"/>
                        <a:pt x="14" y="21"/>
                        <a:pt x="8" y="21"/>
                      </a:cubicBezTo>
                      <a:cubicBezTo>
                        <a:pt x="0" y="21"/>
                        <a:pt x="0" y="20"/>
                        <a:pt x="1" y="12"/>
                      </a:cubicBezTo>
                      <a:cubicBezTo>
                        <a:pt x="1" y="9"/>
                        <a:pt x="2" y="6"/>
                        <a:pt x="3" y="5"/>
                      </a:cubicBezTo>
                      <a:cubicBezTo>
                        <a:pt x="7" y="7"/>
                        <a:pt x="12" y="6"/>
                        <a:pt x="13" y="3"/>
                      </a:cubicBezTo>
                      <a:cubicBezTo>
                        <a:pt x="14" y="1"/>
                        <a:pt x="15" y="0"/>
                        <a:pt x="16" y="0"/>
                      </a:cubicBezTo>
                      <a:cubicBezTo>
                        <a:pt x="17" y="0"/>
                        <a:pt x="19" y="2"/>
                        <a:pt x="20" y="4"/>
                      </a:cubicBezTo>
                      <a:cubicBezTo>
                        <a:pt x="21" y="6"/>
                        <a:pt x="26" y="11"/>
                        <a:pt x="33" y="14"/>
                      </a:cubicBezTo>
                      <a:cubicBezTo>
                        <a:pt x="41" y="17"/>
                        <a:pt x="56" y="19"/>
                        <a:pt x="48" y="21"/>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4" name="iŝľíḓê"/>
                <p:cNvSpPr/>
                <p:nvPr>
                  <p:custDataLst>
                    <p:tags r:id="rId190"/>
                  </p:custDataLst>
                </p:nvPr>
              </p:nvSpPr>
              <p:spPr bwMode="auto">
                <a:xfrm>
                  <a:off x="5081589" y="3852863"/>
                  <a:ext cx="249238" cy="292100"/>
                </a:xfrm>
                <a:custGeom>
                  <a:avLst/>
                  <a:gdLst>
                    <a:gd name="T0" fmla="*/ 0 w 81"/>
                    <a:gd name="T1" fmla="*/ 12 h 95"/>
                    <a:gd name="T2" fmla="*/ 7 w 81"/>
                    <a:gd name="T3" fmla="*/ 53 h 95"/>
                    <a:gd name="T4" fmla="*/ 42 w 81"/>
                    <a:gd name="T5" fmla="*/ 94 h 95"/>
                    <a:gd name="T6" fmla="*/ 70 w 81"/>
                    <a:gd name="T7" fmla="*/ 94 h 95"/>
                    <a:gd name="T8" fmla="*/ 77 w 81"/>
                    <a:gd name="T9" fmla="*/ 93 h 95"/>
                    <a:gd name="T10" fmla="*/ 80 w 81"/>
                    <a:gd name="T11" fmla="*/ 71 h 95"/>
                    <a:gd name="T12" fmla="*/ 75 w 81"/>
                    <a:gd name="T13" fmla="*/ 67 h 95"/>
                    <a:gd name="T14" fmla="*/ 72 w 81"/>
                    <a:gd name="T15" fmla="*/ 68 h 95"/>
                    <a:gd name="T16" fmla="*/ 56 w 81"/>
                    <a:gd name="T17" fmla="*/ 68 h 95"/>
                    <a:gd name="T18" fmla="*/ 46 w 81"/>
                    <a:gd name="T19" fmla="*/ 63 h 95"/>
                    <a:gd name="T20" fmla="*/ 17 w 81"/>
                    <a:gd name="T21" fmla="*/ 7 h 95"/>
                    <a:gd name="T22" fmla="*/ 0 w 81"/>
                    <a:gd name="T23" fmla="*/ 1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95">
                      <a:moveTo>
                        <a:pt x="0" y="12"/>
                      </a:moveTo>
                      <a:cubicBezTo>
                        <a:pt x="7" y="53"/>
                        <a:pt x="7" y="53"/>
                        <a:pt x="7" y="53"/>
                      </a:cubicBezTo>
                      <a:cubicBezTo>
                        <a:pt x="7" y="53"/>
                        <a:pt x="32" y="93"/>
                        <a:pt x="42" y="94"/>
                      </a:cubicBezTo>
                      <a:cubicBezTo>
                        <a:pt x="45" y="94"/>
                        <a:pt x="61" y="95"/>
                        <a:pt x="70" y="94"/>
                      </a:cubicBezTo>
                      <a:cubicBezTo>
                        <a:pt x="74" y="94"/>
                        <a:pt x="77" y="94"/>
                        <a:pt x="77" y="93"/>
                      </a:cubicBezTo>
                      <a:cubicBezTo>
                        <a:pt x="81" y="85"/>
                        <a:pt x="80" y="76"/>
                        <a:pt x="80" y="71"/>
                      </a:cubicBezTo>
                      <a:cubicBezTo>
                        <a:pt x="79" y="69"/>
                        <a:pt x="77" y="67"/>
                        <a:pt x="75" y="67"/>
                      </a:cubicBezTo>
                      <a:cubicBezTo>
                        <a:pt x="72" y="68"/>
                        <a:pt x="72" y="68"/>
                        <a:pt x="72" y="68"/>
                      </a:cubicBezTo>
                      <a:cubicBezTo>
                        <a:pt x="56" y="68"/>
                        <a:pt x="56" y="68"/>
                        <a:pt x="56" y="68"/>
                      </a:cubicBezTo>
                      <a:cubicBezTo>
                        <a:pt x="52" y="69"/>
                        <a:pt x="48" y="66"/>
                        <a:pt x="46" y="63"/>
                      </a:cubicBezTo>
                      <a:cubicBezTo>
                        <a:pt x="40" y="50"/>
                        <a:pt x="22" y="11"/>
                        <a:pt x="17" y="7"/>
                      </a:cubicBezTo>
                      <a:cubicBezTo>
                        <a:pt x="11" y="0"/>
                        <a:pt x="0" y="12"/>
                        <a:pt x="0" y="12"/>
                      </a:cubicBezTo>
                      <a:close/>
                    </a:path>
                  </a:pathLst>
                </a:custGeom>
                <a:solidFill>
                  <a:srgbClr val="F2B0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5" name="îṩ1iḋè"/>
                <p:cNvSpPr/>
                <p:nvPr>
                  <p:custDataLst>
                    <p:tags r:id="rId191"/>
                  </p:custDataLst>
                </p:nvPr>
              </p:nvSpPr>
              <p:spPr bwMode="auto">
                <a:xfrm>
                  <a:off x="4784726" y="4217988"/>
                  <a:ext cx="328613" cy="798513"/>
                </a:xfrm>
                <a:custGeom>
                  <a:avLst/>
                  <a:gdLst>
                    <a:gd name="T0" fmla="*/ 11 w 107"/>
                    <a:gd name="T1" fmla="*/ 13 h 260"/>
                    <a:gd name="T2" fmla="*/ 70 w 107"/>
                    <a:gd name="T3" fmla="*/ 5 h 260"/>
                    <a:gd name="T4" fmla="*/ 70 w 107"/>
                    <a:gd name="T5" fmla="*/ 12 h 260"/>
                    <a:gd name="T6" fmla="*/ 103 w 107"/>
                    <a:gd name="T7" fmla="*/ 11 h 260"/>
                    <a:gd name="T8" fmla="*/ 107 w 107"/>
                    <a:gd name="T9" fmla="*/ 111 h 260"/>
                    <a:gd name="T10" fmla="*/ 104 w 107"/>
                    <a:gd name="T11" fmla="*/ 178 h 260"/>
                    <a:gd name="T12" fmla="*/ 90 w 107"/>
                    <a:gd name="T13" fmla="*/ 259 h 260"/>
                    <a:gd name="T14" fmla="*/ 65 w 107"/>
                    <a:gd name="T15" fmla="*/ 259 h 260"/>
                    <a:gd name="T16" fmla="*/ 68 w 107"/>
                    <a:gd name="T17" fmla="*/ 178 h 260"/>
                    <a:gd name="T18" fmla="*/ 61 w 107"/>
                    <a:gd name="T19" fmla="*/ 101 h 260"/>
                    <a:gd name="T20" fmla="*/ 53 w 107"/>
                    <a:gd name="T21" fmla="*/ 179 h 260"/>
                    <a:gd name="T22" fmla="*/ 34 w 107"/>
                    <a:gd name="T23" fmla="*/ 260 h 260"/>
                    <a:gd name="T24" fmla="*/ 10 w 107"/>
                    <a:gd name="T25" fmla="*/ 259 h 260"/>
                    <a:gd name="T26" fmla="*/ 14 w 107"/>
                    <a:gd name="T27" fmla="*/ 179 h 260"/>
                    <a:gd name="T28" fmla="*/ 11 w 107"/>
                    <a:gd name="T29" fmla="*/ 1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7" h="260">
                      <a:moveTo>
                        <a:pt x="11" y="13"/>
                      </a:moveTo>
                      <a:cubicBezTo>
                        <a:pt x="14" y="0"/>
                        <a:pt x="70" y="5"/>
                        <a:pt x="70" y="5"/>
                      </a:cubicBezTo>
                      <a:cubicBezTo>
                        <a:pt x="70" y="5"/>
                        <a:pt x="70" y="7"/>
                        <a:pt x="70" y="12"/>
                      </a:cubicBezTo>
                      <a:cubicBezTo>
                        <a:pt x="78" y="9"/>
                        <a:pt x="89" y="8"/>
                        <a:pt x="103" y="11"/>
                      </a:cubicBezTo>
                      <a:cubicBezTo>
                        <a:pt x="103" y="11"/>
                        <a:pt x="107" y="57"/>
                        <a:pt x="107" y="111"/>
                      </a:cubicBezTo>
                      <a:cubicBezTo>
                        <a:pt x="107" y="128"/>
                        <a:pt x="106" y="155"/>
                        <a:pt x="104" y="178"/>
                      </a:cubicBezTo>
                      <a:cubicBezTo>
                        <a:pt x="100" y="220"/>
                        <a:pt x="90" y="259"/>
                        <a:pt x="90" y="259"/>
                      </a:cubicBezTo>
                      <a:cubicBezTo>
                        <a:pt x="65" y="259"/>
                        <a:pt x="65" y="259"/>
                        <a:pt x="65" y="259"/>
                      </a:cubicBezTo>
                      <a:cubicBezTo>
                        <a:pt x="65" y="259"/>
                        <a:pt x="70" y="221"/>
                        <a:pt x="68" y="178"/>
                      </a:cubicBezTo>
                      <a:cubicBezTo>
                        <a:pt x="67" y="155"/>
                        <a:pt x="62" y="119"/>
                        <a:pt x="61" y="101"/>
                      </a:cubicBezTo>
                      <a:cubicBezTo>
                        <a:pt x="58" y="121"/>
                        <a:pt x="57" y="156"/>
                        <a:pt x="53" y="179"/>
                      </a:cubicBezTo>
                      <a:cubicBezTo>
                        <a:pt x="46" y="221"/>
                        <a:pt x="34" y="260"/>
                        <a:pt x="34" y="260"/>
                      </a:cubicBezTo>
                      <a:cubicBezTo>
                        <a:pt x="10" y="259"/>
                        <a:pt x="10" y="259"/>
                        <a:pt x="10" y="259"/>
                      </a:cubicBezTo>
                      <a:cubicBezTo>
                        <a:pt x="13" y="231"/>
                        <a:pt x="15" y="203"/>
                        <a:pt x="14" y="179"/>
                      </a:cubicBezTo>
                      <a:cubicBezTo>
                        <a:pt x="12" y="106"/>
                        <a:pt x="0" y="60"/>
                        <a:pt x="11" y="13"/>
                      </a:cubicBezTo>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6" name="î$ļïḑe"/>
                <p:cNvSpPr/>
                <p:nvPr>
                  <p:custDataLst>
                    <p:tags r:id="rId192"/>
                  </p:custDataLst>
                </p:nvPr>
              </p:nvSpPr>
              <p:spPr bwMode="auto">
                <a:xfrm>
                  <a:off x="4799014" y="3787776"/>
                  <a:ext cx="366713" cy="571500"/>
                </a:xfrm>
                <a:custGeom>
                  <a:avLst/>
                  <a:gdLst>
                    <a:gd name="T0" fmla="*/ 96 w 119"/>
                    <a:gd name="T1" fmla="*/ 5 h 186"/>
                    <a:gd name="T2" fmla="*/ 95 w 119"/>
                    <a:gd name="T3" fmla="*/ 4 h 186"/>
                    <a:gd name="T4" fmla="*/ 53 w 119"/>
                    <a:gd name="T5" fmla="*/ 20 h 186"/>
                    <a:gd name="T6" fmla="*/ 1 w 119"/>
                    <a:gd name="T7" fmla="*/ 152 h 186"/>
                    <a:gd name="T8" fmla="*/ 5 w 119"/>
                    <a:gd name="T9" fmla="*/ 161 h 186"/>
                    <a:gd name="T10" fmla="*/ 96 w 119"/>
                    <a:gd name="T11" fmla="*/ 183 h 186"/>
                    <a:gd name="T12" fmla="*/ 102 w 119"/>
                    <a:gd name="T13" fmla="*/ 176 h 186"/>
                    <a:gd name="T14" fmla="*/ 116 w 119"/>
                    <a:gd name="T15" fmla="*/ 80 h 186"/>
                    <a:gd name="T16" fmla="*/ 96 w 119"/>
                    <a:gd name="T17" fmla="*/ 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86">
                      <a:moveTo>
                        <a:pt x="96" y="5"/>
                      </a:moveTo>
                      <a:cubicBezTo>
                        <a:pt x="96" y="5"/>
                        <a:pt x="95" y="5"/>
                        <a:pt x="95" y="4"/>
                      </a:cubicBezTo>
                      <a:cubicBezTo>
                        <a:pt x="90" y="4"/>
                        <a:pt x="67" y="0"/>
                        <a:pt x="53" y="20"/>
                      </a:cubicBezTo>
                      <a:cubicBezTo>
                        <a:pt x="40" y="40"/>
                        <a:pt x="8" y="122"/>
                        <a:pt x="1" y="152"/>
                      </a:cubicBezTo>
                      <a:cubicBezTo>
                        <a:pt x="0" y="156"/>
                        <a:pt x="1" y="159"/>
                        <a:pt x="5" y="161"/>
                      </a:cubicBezTo>
                      <a:cubicBezTo>
                        <a:pt x="20" y="168"/>
                        <a:pt x="64" y="186"/>
                        <a:pt x="96" y="183"/>
                      </a:cubicBezTo>
                      <a:cubicBezTo>
                        <a:pt x="99" y="182"/>
                        <a:pt x="102" y="180"/>
                        <a:pt x="102" y="176"/>
                      </a:cubicBezTo>
                      <a:cubicBezTo>
                        <a:pt x="105" y="157"/>
                        <a:pt x="113" y="96"/>
                        <a:pt x="116" y="80"/>
                      </a:cubicBezTo>
                      <a:cubicBezTo>
                        <a:pt x="119" y="62"/>
                        <a:pt x="118" y="15"/>
                        <a:pt x="96" y="5"/>
                      </a:cubicBezTo>
                      <a:close/>
                    </a:path>
                  </a:pathLst>
                </a:custGeom>
                <a:solidFill>
                  <a:srgbClr val="FDC35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7" name="ïŝľîḋé"/>
                <p:cNvSpPr/>
                <p:nvPr/>
              </p:nvSpPr>
              <p:spPr bwMode="auto">
                <a:xfrm>
                  <a:off x="4975226" y="4583113"/>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8077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8" name="iṧľïďê"/>
                <p:cNvSpPr/>
                <p:nvPr>
                  <p:custDataLst>
                    <p:tags r:id="rId193"/>
                  </p:custDataLst>
                </p:nvPr>
              </p:nvSpPr>
              <p:spPr bwMode="auto">
                <a:xfrm>
                  <a:off x="4972051" y="4418013"/>
                  <a:ext cx="23813" cy="165100"/>
                </a:xfrm>
                <a:custGeom>
                  <a:avLst/>
                  <a:gdLst>
                    <a:gd name="T0" fmla="*/ 5 w 8"/>
                    <a:gd name="T1" fmla="*/ 0 h 54"/>
                    <a:gd name="T2" fmla="*/ 0 w 8"/>
                    <a:gd name="T3" fmla="*/ 36 h 54"/>
                    <a:gd name="T4" fmla="*/ 1 w 8"/>
                    <a:gd name="T5" fmla="*/ 54 h 54"/>
                    <a:gd name="T6" fmla="*/ 1 w 8"/>
                    <a:gd name="T7" fmla="*/ 54 h 54"/>
                    <a:gd name="T8" fmla="*/ 5 w 8"/>
                    <a:gd name="T9" fmla="*/ 0 h 54"/>
                  </a:gdLst>
                  <a:ahLst/>
                  <a:cxnLst>
                    <a:cxn ang="0">
                      <a:pos x="T0" y="T1"/>
                    </a:cxn>
                    <a:cxn ang="0">
                      <a:pos x="T2" y="T3"/>
                    </a:cxn>
                    <a:cxn ang="0">
                      <a:pos x="T4" y="T5"/>
                    </a:cxn>
                    <a:cxn ang="0">
                      <a:pos x="T6" y="T7"/>
                    </a:cxn>
                    <a:cxn ang="0">
                      <a:pos x="T8" y="T9"/>
                    </a:cxn>
                  </a:cxnLst>
                  <a:rect l="0" t="0" r="r" b="b"/>
                  <a:pathLst>
                    <a:path w="8" h="54">
                      <a:moveTo>
                        <a:pt x="5" y="0"/>
                      </a:moveTo>
                      <a:cubicBezTo>
                        <a:pt x="4" y="15"/>
                        <a:pt x="0" y="36"/>
                        <a:pt x="0" y="36"/>
                      </a:cubicBezTo>
                      <a:cubicBezTo>
                        <a:pt x="1" y="54"/>
                        <a:pt x="1" y="54"/>
                        <a:pt x="1" y="54"/>
                      </a:cubicBezTo>
                      <a:cubicBezTo>
                        <a:pt x="1" y="54"/>
                        <a:pt x="1" y="54"/>
                        <a:pt x="1" y="54"/>
                      </a:cubicBezTo>
                      <a:cubicBezTo>
                        <a:pt x="8" y="36"/>
                        <a:pt x="5" y="0"/>
                        <a:pt x="5" y="0"/>
                      </a:cubicBezTo>
                    </a:path>
                  </a:pathLst>
                </a:custGeom>
                <a:solidFill>
                  <a:srgbClr val="221A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9" name="îsḻiḓê"/>
                <p:cNvSpPr/>
                <p:nvPr>
                  <p:custDataLst>
                    <p:tags r:id="rId194"/>
                  </p:custDataLst>
                </p:nvPr>
              </p:nvSpPr>
              <p:spPr bwMode="auto">
                <a:xfrm>
                  <a:off x="5057776" y="4000501"/>
                  <a:ext cx="298450" cy="293688"/>
                </a:xfrm>
                <a:custGeom>
                  <a:avLst/>
                  <a:gdLst>
                    <a:gd name="T0" fmla="*/ 97 w 97"/>
                    <a:gd name="T1" fmla="*/ 76 h 96"/>
                    <a:gd name="T2" fmla="*/ 77 w 97"/>
                    <a:gd name="T3" fmla="*/ 96 h 96"/>
                    <a:gd name="T4" fmla="*/ 21 w 97"/>
                    <a:gd name="T5" fmla="*/ 96 h 96"/>
                    <a:gd name="T6" fmla="*/ 1 w 97"/>
                    <a:gd name="T7" fmla="*/ 76 h 96"/>
                    <a:gd name="T8" fmla="*/ 1 w 97"/>
                    <a:gd name="T9" fmla="*/ 20 h 96"/>
                    <a:gd name="T10" fmla="*/ 21 w 97"/>
                    <a:gd name="T11" fmla="*/ 0 h 96"/>
                    <a:gd name="T12" fmla="*/ 77 w 97"/>
                    <a:gd name="T13" fmla="*/ 0 h 96"/>
                    <a:gd name="T14" fmla="*/ 97 w 97"/>
                    <a:gd name="T15" fmla="*/ 20 h 96"/>
                    <a:gd name="T16" fmla="*/ 97 w 97"/>
                    <a:gd name="T17"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96">
                      <a:moveTo>
                        <a:pt x="97" y="76"/>
                      </a:moveTo>
                      <a:cubicBezTo>
                        <a:pt x="97" y="87"/>
                        <a:pt x="88" y="96"/>
                        <a:pt x="77" y="96"/>
                      </a:cubicBezTo>
                      <a:cubicBezTo>
                        <a:pt x="21" y="96"/>
                        <a:pt x="21" y="96"/>
                        <a:pt x="21" y="96"/>
                      </a:cubicBezTo>
                      <a:cubicBezTo>
                        <a:pt x="10" y="96"/>
                        <a:pt x="1" y="87"/>
                        <a:pt x="1" y="76"/>
                      </a:cubicBezTo>
                      <a:cubicBezTo>
                        <a:pt x="1" y="20"/>
                        <a:pt x="1" y="20"/>
                        <a:pt x="1" y="20"/>
                      </a:cubicBezTo>
                      <a:cubicBezTo>
                        <a:pt x="0" y="9"/>
                        <a:pt x="10" y="0"/>
                        <a:pt x="21" y="0"/>
                      </a:cubicBezTo>
                      <a:cubicBezTo>
                        <a:pt x="77" y="0"/>
                        <a:pt x="77" y="0"/>
                        <a:pt x="77" y="0"/>
                      </a:cubicBezTo>
                      <a:cubicBezTo>
                        <a:pt x="88" y="0"/>
                        <a:pt x="97" y="9"/>
                        <a:pt x="97" y="20"/>
                      </a:cubicBezTo>
                      <a:lnTo>
                        <a:pt x="97" y="76"/>
                      </a:lnTo>
                      <a:close/>
                    </a:path>
                  </a:pathLst>
                </a:custGeom>
                <a:solidFill>
                  <a:srgbClr val="FE998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0" name="îṩlîḑè"/>
                <p:cNvSpPr/>
                <p:nvPr>
                  <p:custDataLst>
                    <p:tags r:id="rId195"/>
                  </p:custDataLst>
                </p:nvPr>
              </p:nvSpPr>
              <p:spPr bwMode="auto">
                <a:xfrm>
                  <a:off x="5106989" y="4067176"/>
                  <a:ext cx="147638" cy="166688"/>
                </a:xfrm>
                <a:custGeom>
                  <a:avLst/>
                  <a:gdLst>
                    <a:gd name="T0" fmla="*/ 24 w 48"/>
                    <a:gd name="T1" fmla="*/ 0 h 54"/>
                    <a:gd name="T2" fmla="*/ 31 w 48"/>
                    <a:gd name="T3" fmla="*/ 0 h 54"/>
                    <a:gd name="T4" fmla="*/ 32 w 48"/>
                    <a:gd name="T5" fmla="*/ 2 h 54"/>
                    <a:gd name="T6" fmla="*/ 35 w 48"/>
                    <a:gd name="T7" fmla="*/ 11 h 54"/>
                    <a:gd name="T8" fmla="*/ 38 w 48"/>
                    <a:gd name="T9" fmla="*/ 19 h 54"/>
                    <a:gd name="T10" fmla="*/ 40 w 48"/>
                    <a:gd name="T11" fmla="*/ 26 h 54"/>
                    <a:gd name="T12" fmla="*/ 42 w 48"/>
                    <a:gd name="T13" fmla="*/ 32 h 54"/>
                    <a:gd name="T14" fmla="*/ 44 w 48"/>
                    <a:gd name="T15" fmla="*/ 39 h 54"/>
                    <a:gd name="T16" fmla="*/ 46 w 48"/>
                    <a:gd name="T17" fmla="*/ 45 h 54"/>
                    <a:gd name="T18" fmla="*/ 48 w 48"/>
                    <a:gd name="T19" fmla="*/ 53 h 54"/>
                    <a:gd name="T20" fmla="*/ 48 w 48"/>
                    <a:gd name="T21" fmla="*/ 54 h 54"/>
                    <a:gd name="T22" fmla="*/ 42 w 48"/>
                    <a:gd name="T23" fmla="*/ 54 h 54"/>
                    <a:gd name="T24" fmla="*/ 37 w 48"/>
                    <a:gd name="T25" fmla="*/ 54 h 54"/>
                    <a:gd name="T26" fmla="*/ 35 w 48"/>
                    <a:gd name="T27" fmla="*/ 53 h 54"/>
                    <a:gd name="T28" fmla="*/ 32 w 48"/>
                    <a:gd name="T29" fmla="*/ 43 h 54"/>
                    <a:gd name="T30" fmla="*/ 32 w 48"/>
                    <a:gd name="T31" fmla="*/ 42 h 54"/>
                    <a:gd name="T32" fmla="*/ 30 w 48"/>
                    <a:gd name="T33" fmla="*/ 40 h 54"/>
                    <a:gd name="T34" fmla="*/ 17 w 48"/>
                    <a:gd name="T35" fmla="*/ 40 h 54"/>
                    <a:gd name="T36" fmla="*/ 16 w 48"/>
                    <a:gd name="T37" fmla="*/ 41 h 54"/>
                    <a:gd name="T38" fmla="*/ 13 w 48"/>
                    <a:gd name="T39" fmla="*/ 51 h 54"/>
                    <a:gd name="T40" fmla="*/ 9 w 48"/>
                    <a:gd name="T41" fmla="*/ 54 h 54"/>
                    <a:gd name="T42" fmla="*/ 1 w 48"/>
                    <a:gd name="T43" fmla="*/ 54 h 54"/>
                    <a:gd name="T44" fmla="*/ 0 w 48"/>
                    <a:gd name="T45" fmla="*/ 52 h 54"/>
                    <a:gd name="T46" fmla="*/ 2 w 48"/>
                    <a:gd name="T47" fmla="*/ 46 h 54"/>
                    <a:gd name="T48" fmla="*/ 4 w 48"/>
                    <a:gd name="T49" fmla="*/ 39 h 54"/>
                    <a:gd name="T50" fmla="*/ 6 w 48"/>
                    <a:gd name="T51" fmla="*/ 33 h 54"/>
                    <a:gd name="T52" fmla="*/ 9 w 48"/>
                    <a:gd name="T53" fmla="*/ 24 h 54"/>
                    <a:gd name="T54" fmla="*/ 12 w 48"/>
                    <a:gd name="T55" fmla="*/ 15 h 54"/>
                    <a:gd name="T56" fmla="*/ 14 w 48"/>
                    <a:gd name="T57" fmla="*/ 6 h 54"/>
                    <a:gd name="T58" fmla="*/ 15 w 48"/>
                    <a:gd name="T59" fmla="*/ 2 h 54"/>
                    <a:gd name="T60" fmla="*/ 18 w 48"/>
                    <a:gd name="T61" fmla="*/ 0 h 54"/>
                    <a:gd name="T62" fmla="*/ 24 w 48"/>
                    <a:gd name="T63" fmla="*/ 0 h 54"/>
                    <a:gd name="T64" fmla="*/ 24 w 48"/>
                    <a:gd name="T65" fmla="*/ 10 h 54"/>
                    <a:gd name="T66" fmla="*/ 23 w 48"/>
                    <a:gd name="T67" fmla="*/ 10 h 54"/>
                    <a:gd name="T68" fmla="*/ 22 w 48"/>
                    <a:gd name="T69" fmla="*/ 17 h 54"/>
                    <a:gd name="T70" fmla="*/ 20 w 48"/>
                    <a:gd name="T71" fmla="*/ 25 h 54"/>
                    <a:gd name="T72" fmla="*/ 18 w 48"/>
                    <a:gd name="T73" fmla="*/ 30 h 54"/>
                    <a:gd name="T74" fmla="*/ 19 w 48"/>
                    <a:gd name="T75" fmla="*/ 31 h 54"/>
                    <a:gd name="T76" fmla="*/ 29 w 48"/>
                    <a:gd name="T77" fmla="*/ 31 h 54"/>
                    <a:gd name="T78" fmla="*/ 29 w 48"/>
                    <a:gd name="T79" fmla="*/ 30 h 54"/>
                    <a:gd name="T80" fmla="*/ 28 w 48"/>
                    <a:gd name="T81" fmla="*/ 26 h 54"/>
                    <a:gd name="T82" fmla="*/ 25 w 48"/>
                    <a:gd name="T83" fmla="*/ 13 h 54"/>
                    <a:gd name="T84" fmla="*/ 24 w 48"/>
                    <a:gd name="T85" fmla="*/ 1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8" h="54">
                      <a:moveTo>
                        <a:pt x="24" y="0"/>
                      </a:moveTo>
                      <a:cubicBezTo>
                        <a:pt x="26" y="0"/>
                        <a:pt x="28" y="1"/>
                        <a:pt x="31" y="0"/>
                      </a:cubicBezTo>
                      <a:cubicBezTo>
                        <a:pt x="32" y="0"/>
                        <a:pt x="32" y="1"/>
                        <a:pt x="32" y="2"/>
                      </a:cubicBezTo>
                      <a:cubicBezTo>
                        <a:pt x="33" y="5"/>
                        <a:pt x="34" y="8"/>
                        <a:pt x="35" y="11"/>
                      </a:cubicBezTo>
                      <a:cubicBezTo>
                        <a:pt x="36" y="14"/>
                        <a:pt x="37" y="16"/>
                        <a:pt x="38" y="19"/>
                      </a:cubicBezTo>
                      <a:cubicBezTo>
                        <a:pt x="39" y="22"/>
                        <a:pt x="39" y="24"/>
                        <a:pt x="40" y="26"/>
                      </a:cubicBezTo>
                      <a:cubicBezTo>
                        <a:pt x="41" y="28"/>
                        <a:pt x="41" y="30"/>
                        <a:pt x="42" y="32"/>
                      </a:cubicBezTo>
                      <a:cubicBezTo>
                        <a:pt x="43" y="34"/>
                        <a:pt x="43" y="36"/>
                        <a:pt x="44" y="39"/>
                      </a:cubicBezTo>
                      <a:cubicBezTo>
                        <a:pt x="45" y="41"/>
                        <a:pt x="45" y="43"/>
                        <a:pt x="46" y="45"/>
                      </a:cubicBezTo>
                      <a:cubicBezTo>
                        <a:pt x="47" y="47"/>
                        <a:pt x="48" y="50"/>
                        <a:pt x="48" y="53"/>
                      </a:cubicBezTo>
                      <a:cubicBezTo>
                        <a:pt x="48" y="54"/>
                        <a:pt x="48" y="54"/>
                        <a:pt x="48" y="54"/>
                      </a:cubicBezTo>
                      <a:cubicBezTo>
                        <a:pt x="46" y="54"/>
                        <a:pt x="44" y="54"/>
                        <a:pt x="42" y="54"/>
                      </a:cubicBezTo>
                      <a:cubicBezTo>
                        <a:pt x="40" y="54"/>
                        <a:pt x="38" y="54"/>
                        <a:pt x="37" y="54"/>
                      </a:cubicBezTo>
                      <a:cubicBezTo>
                        <a:pt x="36" y="54"/>
                        <a:pt x="35" y="54"/>
                        <a:pt x="35" y="53"/>
                      </a:cubicBezTo>
                      <a:cubicBezTo>
                        <a:pt x="34" y="49"/>
                        <a:pt x="33" y="46"/>
                        <a:pt x="32" y="43"/>
                      </a:cubicBezTo>
                      <a:cubicBezTo>
                        <a:pt x="32" y="42"/>
                        <a:pt x="32" y="42"/>
                        <a:pt x="32" y="42"/>
                      </a:cubicBezTo>
                      <a:cubicBezTo>
                        <a:pt x="32" y="41"/>
                        <a:pt x="31" y="40"/>
                        <a:pt x="30" y="40"/>
                      </a:cubicBezTo>
                      <a:cubicBezTo>
                        <a:pt x="26" y="40"/>
                        <a:pt x="22" y="40"/>
                        <a:pt x="17" y="40"/>
                      </a:cubicBezTo>
                      <a:cubicBezTo>
                        <a:pt x="17" y="40"/>
                        <a:pt x="16" y="40"/>
                        <a:pt x="16" y="41"/>
                      </a:cubicBezTo>
                      <a:cubicBezTo>
                        <a:pt x="15" y="45"/>
                        <a:pt x="14" y="48"/>
                        <a:pt x="13" y="51"/>
                      </a:cubicBezTo>
                      <a:cubicBezTo>
                        <a:pt x="12" y="54"/>
                        <a:pt x="12" y="54"/>
                        <a:pt x="9" y="54"/>
                      </a:cubicBezTo>
                      <a:cubicBezTo>
                        <a:pt x="7" y="54"/>
                        <a:pt x="4" y="54"/>
                        <a:pt x="1" y="54"/>
                      </a:cubicBezTo>
                      <a:cubicBezTo>
                        <a:pt x="0" y="54"/>
                        <a:pt x="0" y="53"/>
                        <a:pt x="0" y="52"/>
                      </a:cubicBezTo>
                      <a:cubicBezTo>
                        <a:pt x="1" y="50"/>
                        <a:pt x="2" y="48"/>
                        <a:pt x="2" y="46"/>
                      </a:cubicBezTo>
                      <a:cubicBezTo>
                        <a:pt x="3" y="44"/>
                        <a:pt x="4" y="42"/>
                        <a:pt x="4" y="39"/>
                      </a:cubicBezTo>
                      <a:cubicBezTo>
                        <a:pt x="5" y="37"/>
                        <a:pt x="5" y="35"/>
                        <a:pt x="6" y="33"/>
                      </a:cubicBezTo>
                      <a:cubicBezTo>
                        <a:pt x="7" y="30"/>
                        <a:pt x="8" y="27"/>
                        <a:pt x="9" y="24"/>
                      </a:cubicBezTo>
                      <a:cubicBezTo>
                        <a:pt x="10" y="21"/>
                        <a:pt x="11" y="18"/>
                        <a:pt x="12" y="15"/>
                      </a:cubicBezTo>
                      <a:cubicBezTo>
                        <a:pt x="13" y="12"/>
                        <a:pt x="14" y="9"/>
                        <a:pt x="14" y="6"/>
                      </a:cubicBezTo>
                      <a:cubicBezTo>
                        <a:pt x="15" y="4"/>
                        <a:pt x="15" y="3"/>
                        <a:pt x="15" y="2"/>
                      </a:cubicBezTo>
                      <a:cubicBezTo>
                        <a:pt x="16" y="1"/>
                        <a:pt x="17" y="0"/>
                        <a:pt x="18" y="0"/>
                      </a:cubicBezTo>
                      <a:cubicBezTo>
                        <a:pt x="20" y="1"/>
                        <a:pt x="22" y="0"/>
                        <a:pt x="24" y="0"/>
                      </a:cubicBezTo>
                      <a:close/>
                      <a:moveTo>
                        <a:pt x="24" y="10"/>
                      </a:moveTo>
                      <a:cubicBezTo>
                        <a:pt x="23" y="10"/>
                        <a:pt x="23" y="10"/>
                        <a:pt x="23" y="10"/>
                      </a:cubicBezTo>
                      <a:cubicBezTo>
                        <a:pt x="23" y="13"/>
                        <a:pt x="22" y="15"/>
                        <a:pt x="22" y="17"/>
                      </a:cubicBezTo>
                      <a:cubicBezTo>
                        <a:pt x="21" y="20"/>
                        <a:pt x="20" y="22"/>
                        <a:pt x="20" y="25"/>
                      </a:cubicBezTo>
                      <a:cubicBezTo>
                        <a:pt x="19" y="27"/>
                        <a:pt x="19" y="28"/>
                        <a:pt x="18" y="30"/>
                      </a:cubicBezTo>
                      <a:cubicBezTo>
                        <a:pt x="18" y="31"/>
                        <a:pt x="19" y="31"/>
                        <a:pt x="19" y="31"/>
                      </a:cubicBezTo>
                      <a:cubicBezTo>
                        <a:pt x="22" y="31"/>
                        <a:pt x="26" y="31"/>
                        <a:pt x="29" y="31"/>
                      </a:cubicBezTo>
                      <a:cubicBezTo>
                        <a:pt x="29" y="31"/>
                        <a:pt x="30" y="31"/>
                        <a:pt x="29" y="30"/>
                      </a:cubicBezTo>
                      <a:cubicBezTo>
                        <a:pt x="29" y="28"/>
                        <a:pt x="28" y="27"/>
                        <a:pt x="28" y="26"/>
                      </a:cubicBezTo>
                      <a:cubicBezTo>
                        <a:pt x="27" y="22"/>
                        <a:pt x="26" y="17"/>
                        <a:pt x="25" y="13"/>
                      </a:cubicBezTo>
                      <a:cubicBezTo>
                        <a:pt x="24" y="12"/>
                        <a:pt x="24" y="11"/>
                        <a:pt x="24" y="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1" name="ï$1ïďe"/>
                <p:cNvSpPr/>
                <p:nvPr>
                  <p:custDataLst>
                    <p:tags r:id="rId196"/>
                  </p:custDataLst>
                </p:nvPr>
              </p:nvSpPr>
              <p:spPr bwMode="auto">
                <a:xfrm>
                  <a:off x="5268914" y="4113213"/>
                  <a:ext cx="38100" cy="120650"/>
                </a:xfrm>
                <a:custGeom>
                  <a:avLst/>
                  <a:gdLst>
                    <a:gd name="T0" fmla="*/ 12 w 12"/>
                    <a:gd name="T1" fmla="*/ 19 h 39"/>
                    <a:gd name="T2" fmla="*/ 12 w 12"/>
                    <a:gd name="T3" fmla="*/ 37 h 39"/>
                    <a:gd name="T4" fmla="*/ 11 w 12"/>
                    <a:gd name="T5" fmla="*/ 39 h 39"/>
                    <a:gd name="T6" fmla="*/ 2 w 12"/>
                    <a:gd name="T7" fmla="*/ 39 h 39"/>
                    <a:gd name="T8" fmla="*/ 0 w 12"/>
                    <a:gd name="T9" fmla="*/ 37 h 39"/>
                    <a:gd name="T10" fmla="*/ 0 w 12"/>
                    <a:gd name="T11" fmla="*/ 2 h 39"/>
                    <a:gd name="T12" fmla="*/ 2 w 12"/>
                    <a:gd name="T13" fmla="*/ 0 h 39"/>
                    <a:gd name="T14" fmla="*/ 11 w 12"/>
                    <a:gd name="T15" fmla="*/ 0 h 39"/>
                    <a:gd name="T16" fmla="*/ 12 w 12"/>
                    <a:gd name="T17" fmla="*/ 2 h 39"/>
                    <a:gd name="T18" fmla="*/ 12 w 12"/>
                    <a:gd name="T19" fmla="*/ 1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39">
                      <a:moveTo>
                        <a:pt x="12" y="19"/>
                      </a:moveTo>
                      <a:cubicBezTo>
                        <a:pt x="12" y="25"/>
                        <a:pt x="12" y="31"/>
                        <a:pt x="12" y="37"/>
                      </a:cubicBezTo>
                      <a:cubicBezTo>
                        <a:pt x="12" y="38"/>
                        <a:pt x="12" y="39"/>
                        <a:pt x="11" y="39"/>
                      </a:cubicBezTo>
                      <a:cubicBezTo>
                        <a:pt x="8" y="39"/>
                        <a:pt x="5" y="39"/>
                        <a:pt x="2" y="39"/>
                      </a:cubicBezTo>
                      <a:cubicBezTo>
                        <a:pt x="1" y="39"/>
                        <a:pt x="0" y="38"/>
                        <a:pt x="0" y="37"/>
                      </a:cubicBezTo>
                      <a:cubicBezTo>
                        <a:pt x="0" y="25"/>
                        <a:pt x="0" y="14"/>
                        <a:pt x="0" y="2"/>
                      </a:cubicBezTo>
                      <a:cubicBezTo>
                        <a:pt x="0" y="0"/>
                        <a:pt x="0" y="0"/>
                        <a:pt x="2" y="0"/>
                      </a:cubicBezTo>
                      <a:cubicBezTo>
                        <a:pt x="5" y="0"/>
                        <a:pt x="8" y="0"/>
                        <a:pt x="11" y="0"/>
                      </a:cubicBezTo>
                      <a:cubicBezTo>
                        <a:pt x="12" y="0"/>
                        <a:pt x="12" y="0"/>
                        <a:pt x="12" y="2"/>
                      </a:cubicBezTo>
                      <a:cubicBezTo>
                        <a:pt x="12" y="8"/>
                        <a:pt x="12" y="14"/>
                        <a:pt x="12" y="1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2" name="îśḻîdê"/>
                <p:cNvSpPr/>
                <p:nvPr>
                  <p:custDataLst>
                    <p:tags r:id="rId197"/>
                  </p:custDataLst>
                </p:nvPr>
              </p:nvSpPr>
              <p:spPr bwMode="auto">
                <a:xfrm>
                  <a:off x="5268914" y="4060826"/>
                  <a:ext cx="41275" cy="38100"/>
                </a:xfrm>
                <a:custGeom>
                  <a:avLst/>
                  <a:gdLst>
                    <a:gd name="T0" fmla="*/ 6 w 13"/>
                    <a:gd name="T1" fmla="*/ 0 h 12"/>
                    <a:gd name="T2" fmla="*/ 13 w 13"/>
                    <a:gd name="T3" fmla="*/ 6 h 12"/>
                    <a:gd name="T4" fmla="*/ 6 w 13"/>
                    <a:gd name="T5" fmla="*/ 12 h 12"/>
                    <a:gd name="T6" fmla="*/ 0 w 13"/>
                    <a:gd name="T7" fmla="*/ 6 h 12"/>
                    <a:gd name="T8" fmla="*/ 6 w 13"/>
                    <a:gd name="T9" fmla="*/ 0 h 12"/>
                  </a:gdLst>
                  <a:ahLst/>
                  <a:cxnLst>
                    <a:cxn ang="0">
                      <a:pos x="T0" y="T1"/>
                    </a:cxn>
                    <a:cxn ang="0">
                      <a:pos x="T2" y="T3"/>
                    </a:cxn>
                    <a:cxn ang="0">
                      <a:pos x="T4" y="T5"/>
                    </a:cxn>
                    <a:cxn ang="0">
                      <a:pos x="T6" y="T7"/>
                    </a:cxn>
                    <a:cxn ang="0">
                      <a:pos x="T8" y="T9"/>
                    </a:cxn>
                  </a:cxnLst>
                  <a:rect l="0" t="0" r="r" b="b"/>
                  <a:pathLst>
                    <a:path w="13" h="12">
                      <a:moveTo>
                        <a:pt x="6" y="0"/>
                      </a:moveTo>
                      <a:cubicBezTo>
                        <a:pt x="10" y="0"/>
                        <a:pt x="13" y="3"/>
                        <a:pt x="13" y="6"/>
                      </a:cubicBezTo>
                      <a:cubicBezTo>
                        <a:pt x="12" y="10"/>
                        <a:pt x="10" y="12"/>
                        <a:pt x="6" y="12"/>
                      </a:cubicBezTo>
                      <a:cubicBezTo>
                        <a:pt x="2" y="12"/>
                        <a:pt x="0" y="9"/>
                        <a:pt x="0" y="6"/>
                      </a:cubicBezTo>
                      <a:cubicBezTo>
                        <a:pt x="0" y="3"/>
                        <a:pt x="2" y="0"/>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3" name="ïṩľïḋê"/>
                <p:cNvSpPr/>
                <p:nvPr>
                  <p:custDataLst>
                    <p:tags r:id="rId198"/>
                  </p:custDataLst>
                </p:nvPr>
              </p:nvSpPr>
              <p:spPr bwMode="auto">
                <a:xfrm>
                  <a:off x="5310189" y="4076701"/>
                  <a:ext cx="79375" cy="68263"/>
                </a:xfrm>
                <a:custGeom>
                  <a:avLst/>
                  <a:gdLst>
                    <a:gd name="T0" fmla="*/ 21 w 26"/>
                    <a:gd name="T1" fmla="*/ 1 h 22"/>
                    <a:gd name="T2" fmla="*/ 7 w 26"/>
                    <a:gd name="T3" fmla="*/ 1 h 22"/>
                    <a:gd name="T4" fmla="*/ 5 w 26"/>
                    <a:gd name="T5" fmla="*/ 5 h 22"/>
                    <a:gd name="T6" fmla="*/ 2 w 26"/>
                    <a:gd name="T7" fmla="*/ 6 h 22"/>
                    <a:gd name="T8" fmla="*/ 4 w 26"/>
                    <a:gd name="T9" fmla="*/ 11 h 22"/>
                    <a:gd name="T10" fmla="*/ 5 w 26"/>
                    <a:gd name="T11" fmla="*/ 16 h 22"/>
                    <a:gd name="T12" fmla="*/ 6 w 26"/>
                    <a:gd name="T13" fmla="*/ 20 h 22"/>
                    <a:gd name="T14" fmla="*/ 20 w 26"/>
                    <a:gd name="T15" fmla="*/ 20 h 22"/>
                    <a:gd name="T16" fmla="*/ 23 w 26"/>
                    <a:gd name="T17" fmla="*/ 15 h 22"/>
                    <a:gd name="T18" fmla="*/ 23 w 26"/>
                    <a:gd name="T19" fmla="*/ 10 h 22"/>
                    <a:gd name="T20" fmla="*/ 23 w 26"/>
                    <a:gd name="T21" fmla="*/ 5 h 22"/>
                    <a:gd name="T22" fmla="*/ 21 w 26"/>
                    <a:gd name="T2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22">
                      <a:moveTo>
                        <a:pt x="21" y="1"/>
                      </a:moveTo>
                      <a:cubicBezTo>
                        <a:pt x="21" y="1"/>
                        <a:pt x="10" y="1"/>
                        <a:pt x="7" y="1"/>
                      </a:cubicBezTo>
                      <a:cubicBezTo>
                        <a:pt x="3" y="0"/>
                        <a:pt x="3" y="4"/>
                        <a:pt x="5" y="5"/>
                      </a:cubicBezTo>
                      <a:cubicBezTo>
                        <a:pt x="5" y="5"/>
                        <a:pt x="3" y="5"/>
                        <a:pt x="2" y="6"/>
                      </a:cubicBezTo>
                      <a:cubicBezTo>
                        <a:pt x="1" y="7"/>
                        <a:pt x="2" y="11"/>
                        <a:pt x="4" y="11"/>
                      </a:cubicBezTo>
                      <a:cubicBezTo>
                        <a:pt x="4" y="11"/>
                        <a:pt x="0" y="13"/>
                        <a:pt x="5" y="16"/>
                      </a:cubicBezTo>
                      <a:cubicBezTo>
                        <a:pt x="5" y="16"/>
                        <a:pt x="4" y="19"/>
                        <a:pt x="6" y="20"/>
                      </a:cubicBezTo>
                      <a:cubicBezTo>
                        <a:pt x="9" y="21"/>
                        <a:pt x="14" y="22"/>
                        <a:pt x="20" y="20"/>
                      </a:cubicBezTo>
                      <a:cubicBezTo>
                        <a:pt x="25" y="19"/>
                        <a:pt x="23" y="15"/>
                        <a:pt x="23" y="15"/>
                      </a:cubicBezTo>
                      <a:cubicBezTo>
                        <a:pt x="23" y="15"/>
                        <a:pt x="26" y="12"/>
                        <a:pt x="23" y="10"/>
                      </a:cubicBezTo>
                      <a:cubicBezTo>
                        <a:pt x="23" y="10"/>
                        <a:pt x="25" y="7"/>
                        <a:pt x="23" y="5"/>
                      </a:cubicBezTo>
                      <a:cubicBezTo>
                        <a:pt x="23" y="5"/>
                        <a:pt x="25" y="1"/>
                        <a:pt x="21" y="1"/>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4" name="îṥļíḓe"/>
                <p:cNvSpPr/>
                <p:nvPr>
                  <p:custDataLst>
                    <p:tags r:id="rId199"/>
                  </p:custDataLst>
                </p:nvPr>
              </p:nvSpPr>
              <p:spPr bwMode="auto">
                <a:xfrm>
                  <a:off x="4953001" y="4116388"/>
                  <a:ext cx="196850" cy="130175"/>
                </a:xfrm>
                <a:custGeom>
                  <a:avLst/>
                  <a:gdLst>
                    <a:gd name="T0" fmla="*/ 63 w 64"/>
                    <a:gd name="T1" fmla="*/ 36 h 42"/>
                    <a:gd name="T2" fmla="*/ 51 w 64"/>
                    <a:gd name="T3" fmla="*/ 28 h 42"/>
                    <a:gd name="T4" fmla="*/ 60 w 64"/>
                    <a:gd name="T5" fmla="*/ 30 h 42"/>
                    <a:gd name="T6" fmla="*/ 55 w 64"/>
                    <a:gd name="T7" fmla="*/ 25 h 42"/>
                    <a:gd name="T8" fmla="*/ 44 w 64"/>
                    <a:gd name="T9" fmla="*/ 19 h 42"/>
                    <a:gd name="T10" fmla="*/ 49 w 64"/>
                    <a:gd name="T11" fmla="*/ 21 h 42"/>
                    <a:gd name="T12" fmla="*/ 55 w 64"/>
                    <a:gd name="T13" fmla="*/ 21 h 42"/>
                    <a:gd name="T14" fmla="*/ 45 w 64"/>
                    <a:gd name="T15" fmla="*/ 13 h 42"/>
                    <a:gd name="T16" fmla="*/ 30 w 64"/>
                    <a:gd name="T17" fmla="*/ 12 h 42"/>
                    <a:gd name="T18" fmla="*/ 23 w 64"/>
                    <a:gd name="T19" fmla="*/ 10 h 42"/>
                    <a:gd name="T20" fmla="*/ 11 w 64"/>
                    <a:gd name="T21" fmla="*/ 4 h 42"/>
                    <a:gd name="T22" fmla="*/ 0 w 64"/>
                    <a:gd name="T23" fmla="*/ 19 h 42"/>
                    <a:gd name="T24" fmla="*/ 16 w 64"/>
                    <a:gd name="T25" fmla="*/ 24 h 42"/>
                    <a:gd name="T26" fmla="*/ 23 w 64"/>
                    <a:gd name="T27" fmla="*/ 29 h 42"/>
                    <a:gd name="T28" fmla="*/ 35 w 64"/>
                    <a:gd name="T29" fmla="*/ 37 h 42"/>
                    <a:gd name="T30" fmla="*/ 53 w 64"/>
                    <a:gd name="T31" fmla="*/ 41 h 42"/>
                    <a:gd name="T32" fmla="*/ 46 w 64"/>
                    <a:gd name="T33" fmla="*/ 37 h 42"/>
                    <a:gd name="T34" fmla="*/ 58 w 64"/>
                    <a:gd name="T35" fmla="*/ 39 h 42"/>
                    <a:gd name="T36" fmla="*/ 49 w 64"/>
                    <a:gd name="T37" fmla="*/ 33 h 42"/>
                    <a:gd name="T38" fmla="*/ 63 w 64"/>
                    <a:gd name="T39" fmla="*/ 3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4" h="42">
                      <a:moveTo>
                        <a:pt x="63" y="36"/>
                      </a:moveTo>
                      <a:cubicBezTo>
                        <a:pt x="61" y="33"/>
                        <a:pt x="49" y="27"/>
                        <a:pt x="51" y="28"/>
                      </a:cubicBezTo>
                      <a:cubicBezTo>
                        <a:pt x="53" y="29"/>
                        <a:pt x="60" y="31"/>
                        <a:pt x="60" y="30"/>
                      </a:cubicBezTo>
                      <a:cubicBezTo>
                        <a:pt x="60" y="30"/>
                        <a:pt x="59" y="28"/>
                        <a:pt x="55" y="25"/>
                      </a:cubicBezTo>
                      <a:cubicBezTo>
                        <a:pt x="52" y="23"/>
                        <a:pt x="43" y="20"/>
                        <a:pt x="44" y="19"/>
                      </a:cubicBezTo>
                      <a:cubicBezTo>
                        <a:pt x="44" y="19"/>
                        <a:pt x="48" y="20"/>
                        <a:pt x="49" y="21"/>
                      </a:cubicBezTo>
                      <a:cubicBezTo>
                        <a:pt x="50" y="22"/>
                        <a:pt x="56" y="23"/>
                        <a:pt x="55" y="21"/>
                      </a:cubicBezTo>
                      <a:cubicBezTo>
                        <a:pt x="55" y="20"/>
                        <a:pt x="48" y="16"/>
                        <a:pt x="45" y="13"/>
                      </a:cubicBezTo>
                      <a:cubicBezTo>
                        <a:pt x="42" y="11"/>
                        <a:pt x="34" y="11"/>
                        <a:pt x="30" y="12"/>
                      </a:cubicBezTo>
                      <a:cubicBezTo>
                        <a:pt x="27" y="12"/>
                        <a:pt x="25" y="11"/>
                        <a:pt x="23" y="10"/>
                      </a:cubicBezTo>
                      <a:cubicBezTo>
                        <a:pt x="20" y="9"/>
                        <a:pt x="15" y="6"/>
                        <a:pt x="11" y="4"/>
                      </a:cubicBezTo>
                      <a:cubicBezTo>
                        <a:pt x="6" y="0"/>
                        <a:pt x="0" y="19"/>
                        <a:pt x="0" y="19"/>
                      </a:cubicBezTo>
                      <a:cubicBezTo>
                        <a:pt x="0" y="19"/>
                        <a:pt x="10" y="22"/>
                        <a:pt x="16" y="24"/>
                      </a:cubicBezTo>
                      <a:cubicBezTo>
                        <a:pt x="19" y="25"/>
                        <a:pt x="21" y="26"/>
                        <a:pt x="23" y="29"/>
                      </a:cubicBezTo>
                      <a:cubicBezTo>
                        <a:pt x="28" y="36"/>
                        <a:pt x="31" y="36"/>
                        <a:pt x="35" y="37"/>
                      </a:cubicBezTo>
                      <a:cubicBezTo>
                        <a:pt x="39" y="39"/>
                        <a:pt x="53" y="42"/>
                        <a:pt x="53" y="41"/>
                      </a:cubicBezTo>
                      <a:cubicBezTo>
                        <a:pt x="53" y="40"/>
                        <a:pt x="49" y="38"/>
                        <a:pt x="46" y="37"/>
                      </a:cubicBezTo>
                      <a:cubicBezTo>
                        <a:pt x="51" y="38"/>
                        <a:pt x="58" y="40"/>
                        <a:pt x="58" y="39"/>
                      </a:cubicBezTo>
                      <a:cubicBezTo>
                        <a:pt x="58" y="38"/>
                        <a:pt x="52" y="34"/>
                        <a:pt x="49" y="33"/>
                      </a:cubicBezTo>
                      <a:cubicBezTo>
                        <a:pt x="53" y="35"/>
                        <a:pt x="64" y="38"/>
                        <a:pt x="63" y="36"/>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5" name="îṡľîḍe"/>
                <p:cNvSpPr/>
                <p:nvPr>
                  <p:custDataLst>
                    <p:tags r:id="rId200"/>
                  </p:custDataLst>
                </p:nvPr>
              </p:nvSpPr>
              <p:spPr bwMode="auto">
                <a:xfrm>
                  <a:off x="4864101" y="3843338"/>
                  <a:ext cx="200025" cy="350838"/>
                </a:xfrm>
                <a:custGeom>
                  <a:avLst/>
                  <a:gdLst>
                    <a:gd name="T0" fmla="*/ 5 w 65"/>
                    <a:gd name="T1" fmla="*/ 89 h 114"/>
                    <a:gd name="T2" fmla="*/ 30 w 65"/>
                    <a:gd name="T3" fmla="*/ 111 h 114"/>
                    <a:gd name="T4" fmla="*/ 33 w 65"/>
                    <a:gd name="T5" fmla="*/ 113 h 114"/>
                    <a:gd name="T6" fmla="*/ 40 w 65"/>
                    <a:gd name="T7" fmla="*/ 110 h 114"/>
                    <a:gd name="T8" fmla="*/ 46 w 65"/>
                    <a:gd name="T9" fmla="*/ 93 h 114"/>
                    <a:gd name="T10" fmla="*/ 43 w 65"/>
                    <a:gd name="T11" fmla="*/ 87 h 114"/>
                    <a:gd name="T12" fmla="*/ 43 w 65"/>
                    <a:gd name="T13" fmla="*/ 87 h 114"/>
                    <a:gd name="T14" fmla="*/ 33 w 65"/>
                    <a:gd name="T15" fmla="*/ 74 h 114"/>
                    <a:gd name="T16" fmla="*/ 58 w 65"/>
                    <a:gd name="T17" fmla="*/ 36 h 114"/>
                    <a:gd name="T18" fmla="*/ 61 w 65"/>
                    <a:gd name="T19" fmla="*/ 12 h 114"/>
                    <a:gd name="T20" fmla="*/ 25 w 65"/>
                    <a:gd name="T21" fmla="*/ 15 h 114"/>
                    <a:gd name="T22" fmla="*/ 5 w 65"/>
                    <a:gd name="T23" fmla="*/ 8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 h="114">
                      <a:moveTo>
                        <a:pt x="5" y="89"/>
                      </a:moveTo>
                      <a:cubicBezTo>
                        <a:pt x="7" y="97"/>
                        <a:pt x="21" y="106"/>
                        <a:pt x="30" y="111"/>
                      </a:cubicBezTo>
                      <a:cubicBezTo>
                        <a:pt x="31" y="112"/>
                        <a:pt x="32" y="112"/>
                        <a:pt x="33" y="113"/>
                      </a:cubicBezTo>
                      <a:cubicBezTo>
                        <a:pt x="35" y="114"/>
                        <a:pt x="39" y="113"/>
                        <a:pt x="40" y="110"/>
                      </a:cubicBezTo>
                      <a:cubicBezTo>
                        <a:pt x="46" y="93"/>
                        <a:pt x="46" y="93"/>
                        <a:pt x="46" y="93"/>
                      </a:cubicBezTo>
                      <a:cubicBezTo>
                        <a:pt x="47" y="90"/>
                        <a:pt x="46" y="88"/>
                        <a:pt x="43" y="87"/>
                      </a:cubicBezTo>
                      <a:cubicBezTo>
                        <a:pt x="43" y="87"/>
                        <a:pt x="43" y="87"/>
                        <a:pt x="43" y="87"/>
                      </a:cubicBezTo>
                      <a:cubicBezTo>
                        <a:pt x="38" y="84"/>
                        <a:pt x="30" y="79"/>
                        <a:pt x="33" y="74"/>
                      </a:cubicBezTo>
                      <a:cubicBezTo>
                        <a:pt x="35" y="68"/>
                        <a:pt x="49" y="47"/>
                        <a:pt x="58" y="36"/>
                      </a:cubicBezTo>
                      <a:cubicBezTo>
                        <a:pt x="60" y="32"/>
                        <a:pt x="65" y="20"/>
                        <a:pt x="61" y="12"/>
                      </a:cubicBezTo>
                      <a:cubicBezTo>
                        <a:pt x="55" y="0"/>
                        <a:pt x="34" y="1"/>
                        <a:pt x="25" y="15"/>
                      </a:cubicBezTo>
                      <a:cubicBezTo>
                        <a:pt x="11" y="35"/>
                        <a:pt x="0" y="71"/>
                        <a:pt x="5" y="89"/>
                      </a:cubicBezTo>
                      <a:close/>
                    </a:path>
                  </a:pathLst>
                </a:custGeom>
                <a:solidFill>
                  <a:srgbClr val="F2B0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6" name="iṩ1ïḓe"/>
                <p:cNvSpPr/>
                <p:nvPr>
                  <p:custDataLst>
                    <p:tags r:id="rId201"/>
                  </p:custDataLst>
                </p:nvPr>
              </p:nvSpPr>
              <p:spPr bwMode="auto">
                <a:xfrm>
                  <a:off x="5051426" y="3640138"/>
                  <a:ext cx="171450" cy="185738"/>
                </a:xfrm>
                <a:custGeom>
                  <a:avLst/>
                  <a:gdLst>
                    <a:gd name="T0" fmla="*/ 55 w 56"/>
                    <a:gd name="T1" fmla="*/ 19 h 60"/>
                    <a:gd name="T2" fmla="*/ 53 w 56"/>
                    <a:gd name="T3" fmla="*/ 27 h 60"/>
                    <a:gd name="T4" fmla="*/ 51 w 56"/>
                    <a:gd name="T5" fmla="*/ 29 h 60"/>
                    <a:gd name="T6" fmla="*/ 51 w 56"/>
                    <a:gd name="T7" fmla="*/ 35 h 60"/>
                    <a:gd name="T8" fmla="*/ 39 w 56"/>
                    <a:gd name="T9" fmla="*/ 58 h 60"/>
                    <a:gd name="T10" fmla="*/ 13 w 56"/>
                    <a:gd name="T11" fmla="*/ 51 h 60"/>
                    <a:gd name="T12" fmla="*/ 2 w 56"/>
                    <a:gd name="T13" fmla="*/ 30 h 60"/>
                    <a:gd name="T14" fmla="*/ 17 w 56"/>
                    <a:gd name="T15" fmla="*/ 0 h 60"/>
                    <a:gd name="T16" fmla="*/ 43 w 56"/>
                    <a:gd name="T17" fmla="*/ 4 h 60"/>
                    <a:gd name="T18" fmla="*/ 55 w 56"/>
                    <a:gd name="T19" fmla="*/ 19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60">
                      <a:moveTo>
                        <a:pt x="55" y="19"/>
                      </a:moveTo>
                      <a:cubicBezTo>
                        <a:pt x="55" y="19"/>
                        <a:pt x="56" y="22"/>
                        <a:pt x="53" y="27"/>
                      </a:cubicBezTo>
                      <a:cubicBezTo>
                        <a:pt x="52" y="27"/>
                        <a:pt x="51" y="28"/>
                        <a:pt x="51" y="29"/>
                      </a:cubicBezTo>
                      <a:cubicBezTo>
                        <a:pt x="50" y="31"/>
                        <a:pt x="51" y="33"/>
                        <a:pt x="51" y="35"/>
                      </a:cubicBezTo>
                      <a:cubicBezTo>
                        <a:pt x="49" y="44"/>
                        <a:pt x="45" y="52"/>
                        <a:pt x="39" y="58"/>
                      </a:cubicBezTo>
                      <a:cubicBezTo>
                        <a:pt x="34" y="60"/>
                        <a:pt x="23" y="56"/>
                        <a:pt x="13" y="51"/>
                      </a:cubicBezTo>
                      <a:cubicBezTo>
                        <a:pt x="11" y="51"/>
                        <a:pt x="0" y="46"/>
                        <a:pt x="2" y="30"/>
                      </a:cubicBezTo>
                      <a:cubicBezTo>
                        <a:pt x="4" y="15"/>
                        <a:pt x="16" y="0"/>
                        <a:pt x="17" y="0"/>
                      </a:cubicBezTo>
                      <a:cubicBezTo>
                        <a:pt x="17" y="0"/>
                        <a:pt x="42" y="4"/>
                        <a:pt x="43" y="4"/>
                      </a:cubicBezTo>
                      <a:cubicBezTo>
                        <a:pt x="43" y="4"/>
                        <a:pt x="55" y="19"/>
                        <a:pt x="55" y="19"/>
                      </a:cubicBezTo>
                      <a:close/>
                    </a:path>
                  </a:pathLst>
                </a:custGeom>
                <a:solidFill>
                  <a:srgbClr val="FFD1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7" name="í$ḻiḍé"/>
                <p:cNvSpPr/>
                <p:nvPr>
                  <p:custDataLst>
                    <p:tags r:id="rId202"/>
                  </p:custDataLst>
                </p:nvPr>
              </p:nvSpPr>
              <p:spPr bwMode="auto">
                <a:xfrm>
                  <a:off x="5032376" y="3548063"/>
                  <a:ext cx="249238" cy="231775"/>
                </a:xfrm>
                <a:custGeom>
                  <a:avLst/>
                  <a:gdLst>
                    <a:gd name="T0" fmla="*/ 26 w 81"/>
                    <a:gd name="T1" fmla="*/ 55 h 75"/>
                    <a:gd name="T2" fmla="*/ 33 w 81"/>
                    <a:gd name="T3" fmla="*/ 45 h 75"/>
                    <a:gd name="T4" fmla="*/ 39 w 81"/>
                    <a:gd name="T5" fmla="*/ 41 h 75"/>
                    <a:gd name="T6" fmla="*/ 81 w 81"/>
                    <a:gd name="T7" fmla="*/ 25 h 75"/>
                    <a:gd name="T8" fmla="*/ 59 w 81"/>
                    <a:gd name="T9" fmla="*/ 20 h 75"/>
                    <a:gd name="T10" fmla="*/ 20 w 81"/>
                    <a:gd name="T11" fmla="*/ 17 h 75"/>
                    <a:gd name="T12" fmla="*/ 2 w 81"/>
                    <a:gd name="T13" fmla="*/ 36 h 75"/>
                    <a:gd name="T14" fmla="*/ 11 w 81"/>
                    <a:gd name="T15" fmla="*/ 74 h 75"/>
                    <a:gd name="T16" fmla="*/ 17 w 81"/>
                    <a:gd name="T17" fmla="*/ 65 h 75"/>
                    <a:gd name="T18" fmla="*/ 18 w 81"/>
                    <a:gd name="T19" fmla="*/ 45 h 75"/>
                    <a:gd name="T20" fmla="*/ 26 w 81"/>
                    <a:gd name="T21" fmla="*/ 5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75">
                      <a:moveTo>
                        <a:pt x="26" y="55"/>
                      </a:moveTo>
                      <a:cubicBezTo>
                        <a:pt x="26" y="55"/>
                        <a:pt x="32" y="53"/>
                        <a:pt x="33" y="45"/>
                      </a:cubicBezTo>
                      <a:cubicBezTo>
                        <a:pt x="33" y="37"/>
                        <a:pt x="34" y="36"/>
                        <a:pt x="39" y="41"/>
                      </a:cubicBezTo>
                      <a:cubicBezTo>
                        <a:pt x="44" y="46"/>
                        <a:pt x="78" y="64"/>
                        <a:pt x="81" y="25"/>
                      </a:cubicBezTo>
                      <a:cubicBezTo>
                        <a:pt x="77" y="27"/>
                        <a:pt x="68" y="25"/>
                        <a:pt x="59" y="20"/>
                      </a:cubicBezTo>
                      <a:cubicBezTo>
                        <a:pt x="54" y="18"/>
                        <a:pt x="34" y="0"/>
                        <a:pt x="20" y="17"/>
                      </a:cubicBezTo>
                      <a:cubicBezTo>
                        <a:pt x="14" y="15"/>
                        <a:pt x="5" y="21"/>
                        <a:pt x="2" y="36"/>
                      </a:cubicBezTo>
                      <a:cubicBezTo>
                        <a:pt x="0" y="51"/>
                        <a:pt x="5" y="72"/>
                        <a:pt x="11" y="74"/>
                      </a:cubicBezTo>
                      <a:cubicBezTo>
                        <a:pt x="14" y="75"/>
                        <a:pt x="16" y="72"/>
                        <a:pt x="17" y="65"/>
                      </a:cubicBezTo>
                      <a:cubicBezTo>
                        <a:pt x="17" y="61"/>
                        <a:pt x="8" y="54"/>
                        <a:pt x="18" y="45"/>
                      </a:cubicBezTo>
                      <a:cubicBezTo>
                        <a:pt x="22" y="42"/>
                        <a:pt x="31" y="47"/>
                        <a:pt x="26" y="55"/>
                      </a:cubicBezTo>
                      <a:close/>
                    </a:path>
                  </a:pathLst>
                </a:custGeom>
                <a:solidFill>
                  <a:srgbClr val="614FB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8" name="ïšḻïḋè"/>
                <p:cNvSpPr/>
                <p:nvPr>
                  <p:custDataLst>
                    <p:tags r:id="rId203"/>
                  </p:custDataLst>
                </p:nvPr>
              </p:nvSpPr>
              <p:spPr bwMode="auto">
                <a:xfrm>
                  <a:off x="5057776" y="3748088"/>
                  <a:ext cx="92075" cy="98425"/>
                </a:xfrm>
                <a:custGeom>
                  <a:avLst/>
                  <a:gdLst>
                    <a:gd name="T0" fmla="*/ 3 w 30"/>
                    <a:gd name="T1" fmla="*/ 9 h 32"/>
                    <a:gd name="T2" fmla="*/ 0 w 30"/>
                    <a:gd name="T3" fmla="*/ 23 h 32"/>
                    <a:gd name="T4" fmla="*/ 19 w 30"/>
                    <a:gd name="T5" fmla="*/ 32 h 32"/>
                    <a:gd name="T6" fmla="*/ 23 w 30"/>
                    <a:gd name="T7" fmla="*/ 13 h 32"/>
                    <a:gd name="T8" fmla="*/ 3 w 30"/>
                    <a:gd name="T9" fmla="*/ 9 h 32"/>
                  </a:gdLst>
                  <a:ahLst/>
                  <a:cxnLst>
                    <a:cxn ang="0">
                      <a:pos x="T0" y="T1"/>
                    </a:cxn>
                    <a:cxn ang="0">
                      <a:pos x="T2" y="T3"/>
                    </a:cxn>
                    <a:cxn ang="0">
                      <a:pos x="T4" y="T5"/>
                    </a:cxn>
                    <a:cxn ang="0">
                      <a:pos x="T6" y="T7"/>
                    </a:cxn>
                    <a:cxn ang="0">
                      <a:pos x="T8" y="T9"/>
                    </a:cxn>
                  </a:cxnLst>
                  <a:rect l="0" t="0" r="r" b="b"/>
                  <a:pathLst>
                    <a:path w="30" h="32">
                      <a:moveTo>
                        <a:pt x="3" y="9"/>
                      </a:moveTo>
                      <a:cubicBezTo>
                        <a:pt x="3" y="9"/>
                        <a:pt x="4" y="20"/>
                        <a:pt x="0" y="23"/>
                      </a:cubicBezTo>
                      <a:cubicBezTo>
                        <a:pt x="6" y="30"/>
                        <a:pt x="19" y="32"/>
                        <a:pt x="19" y="32"/>
                      </a:cubicBezTo>
                      <a:cubicBezTo>
                        <a:pt x="19" y="32"/>
                        <a:pt x="16" y="27"/>
                        <a:pt x="23" y="13"/>
                      </a:cubicBezTo>
                      <a:cubicBezTo>
                        <a:pt x="30" y="0"/>
                        <a:pt x="3" y="9"/>
                        <a:pt x="3" y="9"/>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9" name="íṣlíďe"/>
                <p:cNvSpPr/>
                <p:nvPr>
                  <p:custDataLst>
                    <p:tags r:id="rId204"/>
                  </p:custDataLst>
                </p:nvPr>
              </p:nvSpPr>
              <p:spPr bwMode="auto">
                <a:xfrm>
                  <a:off x="5189539" y="3738563"/>
                  <a:ext cx="25400" cy="46038"/>
                </a:xfrm>
                <a:custGeom>
                  <a:avLst/>
                  <a:gdLst>
                    <a:gd name="T0" fmla="*/ 6 w 8"/>
                    <a:gd name="T1" fmla="*/ 0 h 15"/>
                    <a:gd name="T2" fmla="*/ 7 w 8"/>
                    <a:gd name="T3" fmla="*/ 13 h 15"/>
                    <a:gd name="T4" fmla="*/ 0 w 8"/>
                    <a:gd name="T5" fmla="*/ 14 h 15"/>
                    <a:gd name="T6" fmla="*/ 6 w 8"/>
                    <a:gd name="T7" fmla="*/ 0 h 15"/>
                  </a:gdLst>
                  <a:ahLst/>
                  <a:cxnLst>
                    <a:cxn ang="0">
                      <a:pos x="T0" y="T1"/>
                    </a:cxn>
                    <a:cxn ang="0">
                      <a:pos x="T2" y="T3"/>
                    </a:cxn>
                    <a:cxn ang="0">
                      <a:pos x="T4" y="T5"/>
                    </a:cxn>
                    <a:cxn ang="0">
                      <a:pos x="T6" y="T7"/>
                    </a:cxn>
                  </a:cxnLst>
                  <a:rect l="0" t="0" r="r" b="b"/>
                  <a:pathLst>
                    <a:path w="8" h="15">
                      <a:moveTo>
                        <a:pt x="6" y="0"/>
                      </a:moveTo>
                      <a:cubicBezTo>
                        <a:pt x="6" y="0"/>
                        <a:pt x="8" y="10"/>
                        <a:pt x="7" y="13"/>
                      </a:cubicBezTo>
                      <a:cubicBezTo>
                        <a:pt x="6" y="15"/>
                        <a:pt x="0" y="14"/>
                        <a:pt x="0" y="14"/>
                      </a:cubicBezTo>
                      <a:lnTo>
                        <a:pt x="6" y="0"/>
                      </a:lnTo>
                      <a:close/>
                    </a:path>
                  </a:pathLst>
                </a:custGeom>
                <a:solidFill>
                  <a:srgbClr val="FFD1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0" name="ïṣľïḍé"/>
                <p:cNvSpPr/>
                <p:nvPr>
                  <p:custDataLst>
                    <p:tags r:id="rId205"/>
                  </p:custDataLst>
                </p:nvPr>
              </p:nvSpPr>
              <p:spPr bwMode="auto">
                <a:xfrm>
                  <a:off x="5840414" y="4802188"/>
                  <a:ext cx="25400" cy="85725"/>
                </a:xfrm>
                <a:custGeom>
                  <a:avLst/>
                  <a:gdLst>
                    <a:gd name="T0" fmla="*/ 0 w 8"/>
                    <a:gd name="T1" fmla="*/ 0 h 28"/>
                    <a:gd name="T2" fmla="*/ 0 w 8"/>
                    <a:gd name="T3" fmla="*/ 4 h 28"/>
                    <a:gd name="T4" fmla="*/ 0 w 8"/>
                    <a:gd name="T5" fmla="*/ 28 h 28"/>
                    <a:gd name="T6" fmla="*/ 8 w 8"/>
                    <a:gd name="T7" fmla="*/ 28 h 28"/>
                    <a:gd name="T8" fmla="*/ 8 w 8"/>
                    <a:gd name="T9" fmla="*/ 12 h 28"/>
                    <a:gd name="T10" fmla="*/ 0 w 8"/>
                    <a:gd name="T11" fmla="*/ 0 h 28"/>
                  </a:gdLst>
                  <a:ahLst/>
                  <a:cxnLst>
                    <a:cxn ang="0">
                      <a:pos x="T0" y="T1"/>
                    </a:cxn>
                    <a:cxn ang="0">
                      <a:pos x="T2" y="T3"/>
                    </a:cxn>
                    <a:cxn ang="0">
                      <a:pos x="T4" y="T5"/>
                    </a:cxn>
                    <a:cxn ang="0">
                      <a:pos x="T6" y="T7"/>
                    </a:cxn>
                    <a:cxn ang="0">
                      <a:pos x="T8" y="T9"/>
                    </a:cxn>
                    <a:cxn ang="0">
                      <a:pos x="T10" y="T11"/>
                    </a:cxn>
                  </a:cxnLst>
                  <a:rect l="0" t="0" r="r" b="b"/>
                  <a:pathLst>
                    <a:path w="8" h="28">
                      <a:moveTo>
                        <a:pt x="0" y="0"/>
                      </a:moveTo>
                      <a:cubicBezTo>
                        <a:pt x="0" y="2"/>
                        <a:pt x="0" y="3"/>
                        <a:pt x="0" y="4"/>
                      </a:cubicBezTo>
                      <a:cubicBezTo>
                        <a:pt x="0" y="28"/>
                        <a:pt x="0" y="28"/>
                        <a:pt x="0" y="28"/>
                      </a:cubicBezTo>
                      <a:cubicBezTo>
                        <a:pt x="8" y="28"/>
                        <a:pt x="8" y="28"/>
                        <a:pt x="8" y="28"/>
                      </a:cubicBezTo>
                      <a:cubicBezTo>
                        <a:pt x="8" y="12"/>
                        <a:pt x="8" y="12"/>
                        <a:pt x="8" y="12"/>
                      </a:cubicBezTo>
                      <a:cubicBezTo>
                        <a:pt x="8" y="7"/>
                        <a:pt x="5" y="2"/>
                        <a:pt x="0" y="0"/>
                      </a:cubicBezTo>
                    </a:path>
                  </a:pathLst>
                </a:custGeom>
                <a:solidFill>
                  <a:srgbClr val="5B3C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1" name="ïşḻïḓé"/>
                <p:cNvSpPr/>
                <p:nvPr>
                  <p:custDataLst>
                    <p:tags r:id="rId206"/>
                  </p:custDataLst>
                </p:nvPr>
              </p:nvSpPr>
              <p:spPr bwMode="auto">
                <a:xfrm>
                  <a:off x="5840414" y="4887913"/>
                  <a:ext cx="25400" cy="104775"/>
                </a:xfrm>
                <a:custGeom>
                  <a:avLst/>
                  <a:gdLst>
                    <a:gd name="T0" fmla="*/ 8 w 8"/>
                    <a:gd name="T1" fmla="*/ 0 h 34"/>
                    <a:gd name="T2" fmla="*/ 0 w 8"/>
                    <a:gd name="T3" fmla="*/ 0 h 34"/>
                    <a:gd name="T4" fmla="*/ 0 w 8"/>
                    <a:gd name="T5" fmla="*/ 31 h 34"/>
                    <a:gd name="T6" fmla="*/ 0 w 8"/>
                    <a:gd name="T7" fmla="*/ 34 h 34"/>
                    <a:gd name="T8" fmla="*/ 8 w 8"/>
                    <a:gd name="T9" fmla="*/ 34 h 34"/>
                    <a:gd name="T10" fmla="*/ 8 w 8"/>
                    <a:gd name="T11" fmla="*/ 0 h 34"/>
                  </a:gdLst>
                  <a:ahLst/>
                  <a:cxnLst>
                    <a:cxn ang="0">
                      <a:pos x="T0" y="T1"/>
                    </a:cxn>
                    <a:cxn ang="0">
                      <a:pos x="T2" y="T3"/>
                    </a:cxn>
                    <a:cxn ang="0">
                      <a:pos x="T4" y="T5"/>
                    </a:cxn>
                    <a:cxn ang="0">
                      <a:pos x="T6" y="T7"/>
                    </a:cxn>
                    <a:cxn ang="0">
                      <a:pos x="T8" y="T9"/>
                    </a:cxn>
                    <a:cxn ang="0">
                      <a:pos x="T10" y="T11"/>
                    </a:cxn>
                  </a:cxnLst>
                  <a:rect l="0" t="0" r="r" b="b"/>
                  <a:pathLst>
                    <a:path w="8" h="34">
                      <a:moveTo>
                        <a:pt x="8" y="0"/>
                      </a:moveTo>
                      <a:cubicBezTo>
                        <a:pt x="0" y="0"/>
                        <a:pt x="0" y="0"/>
                        <a:pt x="0" y="0"/>
                      </a:cubicBezTo>
                      <a:cubicBezTo>
                        <a:pt x="0" y="31"/>
                        <a:pt x="0" y="31"/>
                        <a:pt x="0" y="31"/>
                      </a:cubicBezTo>
                      <a:cubicBezTo>
                        <a:pt x="0" y="32"/>
                        <a:pt x="0" y="33"/>
                        <a:pt x="0" y="34"/>
                      </a:cubicBezTo>
                      <a:cubicBezTo>
                        <a:pt x="8" y="34"/>
                        <a:pt x="8" y="34"/>
                        <a:pt x="8" y="34"/>
                      </a:cubicBezTo>
                      <a:cubicBezTo>
                        <a:pt x="8" y="0"/>
                        <a:pt x="8" y="0"/>
                        <a:pt x="8" y="0"/>
                      </a:cubicBezTo>
                    </a:path>
                  </a:pathLst>
                </a:custGeom>
                <a:solidFill>
                  <a:srgbClr val="42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2" name="ïšḷíḍe"/>
                <p:cNvSpPr/>
                <p:nvPr>
                  <p:custDataLst>
                    <p:tags r:id="rId207"/>
                  </p:custDataLst>
                </p:nvPr>
              </p:nvSpPr>
              <p:spPr bwMode="auto">
                <a:xfrm>
                  <a:off x="5311776" y="4359276"/>
                  <a:ext cx="98425" cy="200025"/>
                </a:xfrm>
                <a:custGeom>
                  <a:avLst/>
                  <a:gdLst>
                    <a:gd name="T0" fmla="*/ 7 w 32"/>
                    <a:gd name="T1" fmla="*/ 0 h 65"/>
                    <a:gd name="T2" fmla="*/ 3 w 32"/>
                    <a:gd name="T3" fmla="*/ 2 h 65"/>
                    <a:gd name="T4" fmla="*/ 2 w 32"/>
                    <a:gd name="T5" fmla="*/ 10 h 65"/>
                    <a:gd name="T6" fmla="*/ 19 w 32"/>
                    <a:gd name="T7" fmla="*/ 28 h 65"/>
                    <a:gd name="T8" fmla="*/ 18 w 32"/>
                    <a:gd name="T9" fmla="*/ 65 h 65"/>
                    <a:gd name="T10" fmla="*/ 30 w 32"/>
                    <a:gd name="T11" fmla="*/ 65 h 65"/>
                    <a:gd name="T12" fmla="*/ 32 w 32"/>
                    <a:gd name="T13" fmla="*/ 27 h 65"/>
                    <a:gd name="T14" fmla="*/ 32 w 32"/>
                    <a:gd name="T15" fmla="*/ 26 h 65"/>
                    <a:gd name="T16" fmla="*/ 30 w 32"/>
                    <a:gd name="T17" fmla="*/ 21 h 65"/>
                    <a:gd name="T18" fmla="*/ 11 w 32"/>
                    <a:gd name="T19" fmla="*/ 2 h 65"/>
                    <a:gd name="T20" fmla="*/ 7 w 32"/>
                    <a:gd name="T2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65">
                      <a:moveTo>
                        <a:pt x="7" y="0"/>
                      </a:moveTo>
                      <a:cubicBezTo>
                        <a:pt x="5" y="0"/>
                        <a:pt x="4" y="0"/>
                        <a:pt x="3" y="2"/>
                      </a:cubicBezTo>
                      <a:cubicBezTo>
                        <a:pt x="0" y="4"/>
                        <a:pt x="0" y="8"/>
                        <a:pt x="2" y="10"/>
                      </a:cubicBezTo>
                      <a:cubicBezTo>
                        <a:pt x="19" y="28"/>
                        <a:pt x="19" y="28"/>
                        <a:pt x="19" y="28"/>
                      </a:cubicBezTo>
                      <a:cubicBezTo>
                        <a:pt x="18" y="65"/>
                        <a:pt x="18" y="65"/>
                        <a:pt x="18" y="65"/>
                      </a:cubicBezTo>
                      <a:cubicBezTo>
                        <a:pt x="30" y="65"/>
                        <a:pt x="30" y="65"/>
                        <a:pt x="30" y="65"/>
                      </a:cubicBezTo>
                      <a:cubicBezTo>
                        <a:pt x="32" y="27"/>
                        <a:pt x="32" y="27"/>
                        <a:pt x="32" y="27"/>
                      </a:cubicBezTo>
                      <a:cubicBezTo>
                        <a:pt x="32" y="26"/>
                        <a:pt x="32" y="26"/>
                        <a:pt x="32" y="26"/>
                      </a:cubicBezTo>
                      <a:cubicBezTo>
                        <a:pt x="32" y="25"/>
                        <a:pt x="31" y="23"/>
                        <a:pt x="30" y="21"/>
                      </a:cubicBezTo>
                      <a:cubicBezTo>
                        <a:pt x="11" y="2"/>
                        <a:pt x="11" y="2"/>
                        <a:pt x="11" y="2"/>
                      </a:cubicBezTo>
                      <a:cubicBezTo>
                        <a:pt x="10" y="1"/>
                        <a:pt x="9" y="0"/>
                        <a:pt x="7" y="0"/>
                      </a:cubicBezTo>
                    </a:path>
                  </a:pathLst>
                </a:custGeom>
                <a:solidFill>
                  <a:srgbClr val="5B3C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3" name="iṩ1ïḍê"/>
                <p:cNvSpPr/>
                <p:nvPr>
                  <p:custDataLst>
                    <p:tags r:id="rId208"/>
                  </p:custDataLst>
                </p:nvPr>
              </p:nvSpPr>
              <p:spPr bwMode="auto">
                <a:xfrm>
                  <a:off x="5741989" y="4681538"/>
                  <a:ext cx="25400" cy="95250"/>
                </a:xfrm>
                <a:custGeom>
                  <a:avLst/>
                  <a:gdLst>
                    <a:gd name="T0" fmla="*/ 8 w 8"/>
                    <a:gd name="T1" fmla="*/ 0 h 31"/>
                    <a:gd name="T2" fmla="*/ 0 w 8"/>
                    <a:gd name="T3" fmla="*/ 31 h 31"/>
                    <a:gd name="T4" fmla="*/ 6 w 8"/>
                    <a:gd name="T5" fmla="*/ 31 h 31"/>
                    <a:gd name="T6" fmla="*/ 8 w 8"/>
                    <a:gd name="T7" fmla="*/ 24 h 31"/>
                    <a:gd name="T8" fmla="*/ 8 w 8"/>
                    <a:gd name="T9" fmla="*/ 0 h 31"/>
                  </a:gdLst>
                  <a:ahLst/>
                  <a:cxnLst>
                    <a:cxn ang="0">
                      <a:pos x="T0" y="T1"/>
                    </a:cxn>
                    <a:cxn ang="0">
                      <a:pos x="T2" y="T3"/>
                    </a:cxn>
                    <a:cxn ang="0">
                      <a:pos x="T4" y="T5"/>
                    </a:cxn>
                    <a:cxn ang="0">
                      <a:pos x="T6" y="T7"/>
                    </a:cxn>
                    <a:cxn ang="0">
                      <a:pos x="T8" y="T9"/>
                    </a:cxn>
                  </a:cxnLst>
                  <a:rect l="0" t="0" r="r" b="b"/>
                  <a:pathLst>
                    <a:path w="8" h="31">
                      <a:moveTo>
                        <a:pt x="8" y="0"/>
                      </a:moveTo>
                      <a:cubicBezTo>
                        <a:pt x="0" y="31"/>
                        <a:pt x="0" y="31"/>
                        <a:pt x="0" y="31"/>
                      </a:cubicBezTo>
                      <a:cubicBezTo>
                        <a:pt x="6" y="31"/>
                        <a:pt x="6" y="31"/>
                        <a:pt x="6" y="31"/>
                      </a:cubicBezTo>
                      <a:cubicBezTo>
                        <a:pt x="7" y="29"/>
                        <a:pt x="8" y="26"/>
                        <a:pt x="8" y="24"/>
                      </a:cubicBezTo>
                      <a:cubicBezTo>
                        <a:pt x="8" y="0"/>
                        <a:pt x="8" y="0"/>
                        <a:pt x="8" y="0"/>
                      </a:cubicBezTo>
                    </a:path>
                  </a:pathLst>
                </a:custGeom>
                <a:solidFill>
                  <a:srgbClr val="5B3C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4" name="iŝ1idê"/>
                <p:cNvSpPr/>
                <p:nvPr>
                  <p:custDataLst>
                    <p:tags r:id="rId209"/>
                  </p:custDataLst>
                </p:nvPr>
              </p:nvSpPr>
              <p:spPr bwMode="auto">
                <a:xfrm>
                  <a:off x="5505451" y="4540251"/>
                  <a:ext cx="228600" cy="230188"/>
                </a:xfrm>
                <a:custGeom>
                  <a:avLst/>
                  <a:gdLst>
                    <a:gd name="T0" fmla="*/ 13 w 74"/>
                    <a:gd name="T1" fmla="*/ 75 h 75"/>
                    <a:gd name="T2" fmla="*/ 0 w 74"/>
                    <a:gd name="T3" fmla="*/ 62 h 75"/>
                    <a:gd name="T4" fmla="*/ 0 w 74"/>
                    <a:gd name="T5" fmla="*/ 14 h 75"/>
                    <a:gd name="T6" fmla="*/ 13 w 74"/>
                    <a:gd name="T7" fmla="*/ 0 h 75"/>
                    <a:gd name="T8" fmla="*/ 61 w 74"/>
                    <a:gd name="T9" fmla="*/ 0 h 75"/>
                    <a:gd name="T10" fmla="*/ 74 w 74"/>
                    <a:gd name="T11" fmla="*/ 14 h 75"/>
                    <a:gd name="T12" fmla="*/ 74 w 74"/>
                    <a:gd name="T13" fmla="*/ 62 h 75"/>
                    <a:gd name="T14" fmla="*/ 61 w 74"/>
                    <a:gd name="T15" fmla="*/ 75 h 75"/>
                    <a:gd name="T16" fmla="*/ 13 w 74"/>
                    <a:gd name="T17"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75">
                      <a:moveTo>
                        <a:pt x="13" y="75"/>
                      </a:moveTo>
                      <a:cubicBezTo>
                        <a:pt x="6" y="75"/>
                        <a:pt x="0" y="69"/>
                        <a:pt x="0" y="62"/>
                      </a:cubicBezTo>
                      <a:cubicBezTo>
                        <a:pt x="0" y="14"/>
                        <a:pt x="0" y="14"/>
                        <a:pt x="0" y="14"/>
                      </a:cubicBezTo>
                      <a:cubicBezTo>
                        <a:pt x="0" y="6"/>
                        <a:pt x="6" y="0"/>
                        <a:pt x="13" y="0"/>
                      </a:cubicBezTo>
                      <a:cubicBezTo>
                        <a:pt x="61" y="0"/>
                        <a:pt x="61" y="0"/>
                        <a:pt x="61" y="0"/>
                      </a:cubicBezTo>
                      <a:cubicBezTo>
                        <a:pt x="69" y="0"/>
                        <a:pt x="74" y="6"/>
                        <a:pt x="74" y="14"/>
                      </a:cubicBezTo>
                      <a:cubicBezTo>
                        <a:pt x="74" y="62"/>
                        <a:pt x="74" y="62"/>
                        <a:pt x="74" y="62"/>
                      </a:cubicBezTo>
                      <a:cubicBezTo>
                        <a:pt x="74" y="69"/>
                        <a:pt x="69" y="75"/>
                        <a:pt x="61" y="75"/>
                      </a:cubicBezTo>
                      <a:lnTo>
                        <a:pt x="13" y="75"/>
                      </a:lnTo>
                      <a:close/>
                    </a:path>
                  </a:pathLst>
                </a:custGeom>
                <a:solidFill>
                  <a:srgbClr val="F1C8A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5" name="ïṧļide"/>
                <p:cNvSpPr/>
                <p:nvPr>
                  <p:custDataLst>
                    <p:tags r:id="rId210"/>
                  </p:custDataLst>
                </p:nvPr>
              </p:nvSpPr>
              <p:spPr bwMode="auto">
                <a:xfrm>
                  <a:off x="5500689" y="4533901"/>
                  <a:ext cx="241300" cy="242888"/>
                </a:xfrm>
                <a:custGeom>
                  <a:avLst/>
                  <a:gdLst>
                    <a:gd name="T0" fmla="*/ 63 w 79"/>
                    <a:gd name="T1" fmla="*/ 4 h 79"/>
                    <a:gd name="T2" fmla="*/ 74 w 79"/>
                    <a:gd name="T3" fmla="*/ 16 h 79"/>
                    <a:gd name="T4" fmla="*/ 74 w 79"/>
                    <a:gd name="T5" fmla="*/ 64 h 79"/>
                    <a:gd name="T6" fmla="*/ 63 w 79"/>
                    <a:gd name="T7" fmla="*/ 75 h 79"/>
                    <a:gd name="T8" fmla="*/ 15 w 79"/>
                    <a:gd name="T9" fmla="*/ 75 h 79"/>
                    <a:gd name="T10" fmla="*/ 4 w 79"/>
                    <a:gd name="T11" fmla="*/ 64 h 79"/>
                    <a:gd name="T12" fmla="*/ 4 w 79"/>
                    <a:gd name="T13" fmla="*/ 16 h 79"/>
                    <a:gd name="T14" fmla="*/ 15 w 79"/>
                    <a:gd name="T15" fmla="*/ 4 h 79"/>
                    <a:gd name="T16" fmla="*/ 63 w 79"/>
                    <a:gd name="T17" fmla="*/ 4 h 79"/>
                    <a:gd name="T18" fmla="*/ 63 w 79"/>
                    <a:gd name="T19" fmla="*/ 0 h 79"/>
                    <a:gd name="T20" fmla="*/ 15 w 79"/>
                    <a:gd name="T21" fmla="*/ 0 h 79"/>
                    <a:gd name="T22" fmla="*/ 0 w 79"/>
                    <a:gd name="T23" fmla="*/ 16 h 79"/>
                    <a:gd name="T24" fmla="*/ 0 w 79"/>
                    <a:gd name="T25" fmla="*/ 64 h 79"/>
                    <a:gd name="T26" fmla="*/ 15 w 79"/>
                    <a:gd name="T27" fmla="*/ 79 h 79"/>
                    <a:gd name="T28" fmla="*/ 63 w 79"/>
                    <a:gd name="T29" fmla="*/ 79 h 79"/>
                    <a:gd name="T30" fmla="*/ 79 w 79"/>
                    <a:gd name="T31" fmla="*/ 64 h 79"/>
                    <a:gd name="T32" fmla="*/ 79 w 79"/>
                    <a:gd name="T33" fmla="*/ 16 h 79"/>
                    <a:gd name="T34" fmla="*/ 63 w 79"/>
                    <a:gd name="T35"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79">
                      <a:moveTo>
                        <a:pt x="63" y="4"/>
                      </a:moveTo>
                      <a:cubicBezTo>
                        <a:pt x="69" y="4"/>
                        <a:pt x="74" y="9"/>
                        <a:pt x="74" y="16"/>
                      </a:cubicBezTo>
                      <a:cubicBezTo>
                        <a:pt x="74" y="64"/>
                        <a:pt x="74" y="64"/>
                        <a:pt x="74" y="64"/>
                      </a:cubicBezTo>
                      <a:cubicBezTo>
                        <a:pt x="74" y="70"/>
                        <a:pt x="69" y="75"/>
                        <a:pt x="63" y="75"/>
                      </a:cubicBezTo>
                      <a:cubicBezTo>
                        <a:pt x="15" y="75"/>
                        <a:pt x="15" y="75"/>
                        <a:pt x="15" y="75"/>
                      </a:cubicBezTo>
                      <a:cubicBezTo>
                        <a:pt x="9" y="75"/>
                        <a:pt x="4" y="70"/>
                        <a:pt x="4" y="64"/>
                      </a:cubicBezTo>
                      <a:cubicBezTo>
                        <a:pt x="4" y="16"/>
                        <a:pt x="4" y="16"/>
                        <a:pt x="4" y="16"/>
                      </a:cubicBezTo>
                      <a:cubicBezTo>
                        <a:pt x="4" y="9"/>
                        <a:pt x="9" y="4"/>
                        <a:pt x="15" y="4"/>
                      </a:cubicBezTo>
                      <a:cubicBezTo>
                        <a:pt x="63" y="4"/>
                        <a:pt x="63" y="4"/>
                        <a:pt x="63" y="4"/>
                      </a:cubicBezTo>
                      <a:moveTo>
                        <a:pt x="63" y="0"/>
                      </a:moveTo>
                      <a:cubicBezTo>
                        <a:pt x="15" y="0"/>
                        <a:pt x="15" y="0"/>
                        <a:pt x="15" y="0"/>
                      </a:cubicBezTo>
                      <a:cubicBezTo>
                        <a:pt x="7" y="0"/>
                        <a:pt x="0" y="7"/>
                        <a:pt x="0" y="16"/>
                      </a:cubicBezTo>
                      <a:cubicBezTo>
                        <a:pt x="0" y="64"/>
                        <a:pt x="0" y="64"/>
                        <a:pt x="0" y="64"/>
                      </a:cubicBezTo>
                      <a:cubicBezTo>
                        <a:pt x="0" y="72"/>
                        <a:pt x="7" y="79"/>
                        <a:pt x="15" y="79"/>
                      </a:cubicBezTo>
                      <a:cubicBezTo>
                        <a:pt x="63" y="79"/>
                        <a:pt x="63" y="79"/>
                        <a:pt x="63" y="79"/>
                      </a:cubicBezTo>
                      <a:cubicBezTo>
                        <a:pt x="72" y="79"/>
                        <a:pt x="79" y="72"/>
                        <a:pt x="79" y="64"/>
                      </a:cubicBezTo>
                      <a:cubicBezTo>
                        <a:pt x="79" y="16"/>
                        <a:pt x="79" y="16"/>
                        <a:pt x="79" y="16"/>
                      </a:cubicBezTo>
                      <a:cubicBezTo>
                        <a:pt x="79" y="7"/>
                        <a:pt x="72" y="0"/>
                        <a:pt x="63" y="0"/>
                      </a:cubicBezTo>
                      <a:close/>
                    </a:path>
                  </a:pathLst>
                </a:custGeom>
                <a:solidFill>
                  <a:srgbClr val="F1C8A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6" name="îṩḷíḍé"/>
                <p:cNvSpPr/>
                <p:nvPr>
                  <p:custDataLst>
                    <p:tags r:id="rId211"/>
                  </p:custDataLst>
                </p:nvPr>
              </p:nvSpPr>
              <p:spPr bwMode="auto">
                <a:xfrm>
                  <a:off x="5546726" y="4589463"/>
                  <a:ext cx="146050" cy="147638"/>
                </a:xfrm>
                <a:custGeom>
                  <a:avLst/>
                  <a:gdLst>
                    <a:gd name="T0" fmla="*/ 0 w 48"/>
                    <a:gd name="T1" fmla="*/ 7 h 48"/>
                    <a:gd name="T2" fmla="*/ 7 w 48"/>
                    <a:gd name="T3" fmla="*/ 7 h 48"/>
                    <a:gd name="T4" fmla="*/ 7 w 48"/>
                    <a:gd name="T5" fmla="*/ 0 h 48"/>
                    <a:gd name="T6" fmla="*/ 14 w 48"/>
                    <a:gd name="T7" fmla="*/ 0 h 48"/>
                    <a:gd name="T8" fmla="*/ 14 w 48"/>
                    <a:gd name="T9" fmla="*/ 31 h 48"/>
                    <a:gd name="T10" fmla="*/ 30 w 48"/>
                    <a:gd name="T11" fmla="*/ 14 h 48"/>
                    <a:gd name="T12" fmla="*/ 17 w 48"/>
                    <a:gd name="T13" fmla="*/ 14 h 48"/>
                    <a:gd name="T14" fmla="*/ 17 w 48"/>
                    <a:gd name="T15" fmla="*/ 7 h 48"/>
                    <a:gd name="T16" fmla="*/ 17 w 48"/>
                    <a:gd name="T17" fmla="*/ 7 h 48"/>
                    <a:gd name="T18" fmla="*/ 37 w 48"/>
                    <a:gd name="T19" fmla="*/ 7 h 48"/>
                    <a:gd name="T20" fmla="*/ 38 w 48"/>
                    <a:gd name="T21" fmla="*/ 7 h 48"/>
                    <a:gd name="T22" fmla="*/ 45 w 48"/>
                    <a:gd name="T23" fmla="*/ 0 h 48"/>
                    <a:gd name="T24" fmla="*/ 45 w 48"/>
                    <a:gd name="T25" fmla="*/ 0 h 48"/>
                    <a:gd name="T26" fmla="*/ 48 w 48"/>
                    <a:gd name="T27" fmla="*/ 3 h 48"/>
                    <a:gd name="T28" fmla="*/ 48 w 48"/>
                    <a:gd name="T29" fmla="*/ 3 h 48"/>
                    <a:gd name="T30" fmla="*/ 41 w 48"/>
                    <a:gd name="T31" fmla="*/ 10 h 48"/>
                    <a:gd name="T32" fmla="*/ 41 w 48"/>
                    <a:gd name="T33" fmla="*/ 10 h 48"/>
                    <a:gd name="T34" fmla="*/ 41 w 48"/>
                    <a:gd name="T35" fmla="*/ 30 h 48"/>
                    <a:gd name="T36" fmla="*/ 41 w 48"/>
                    <a:gd name="T37" fmla="*/ 31 h 48"/>
                    <a:gd name="T38" fmla="*/ 34 w 48"/>
                    <a:gd name="T39" fmla="*/ 31 h 48"/>
                    <a:gd name="T40" fmla="*/ 34 w 48"/>
                    <a:gd name="T41" fmla="*/ 17 h 48"/>
                    <a:gd name="T42" fmla="*/ 17 w 48"/>
                    <a:gd name="T43" fmla="*/ 34 h 48"/>
                    <a:gd name="T44" fmla="*/ 17 w 48"/>
                    <a:gd name="T45" fmla="*/ 34 h 48"/>
                    <a:gd name="T46" fmla="*/ 48 w 48"/>
                    <a:gd name="T47" fmla="*/ 34 h 48"/>
                    <a:gd name="T48" fmla="*/ 48 w 48"/>
                    <a:gd name="T49" fmla="*/ 41 h 48"/>
                    <a:gd name="T50" fmla="*/ 41 w 48"/>
                    <a:gd name="T51" fmla="*/ 41 h 48"/>
                    <a:gd name="T52" fmla="*/ 41 w 48"/>
                    <a:gd name="T53" fmla="*/ 48 h 48"/>
                    <a:gd name="T54" fmla="*/ 34 w 48"/>
                    <a:gd name="T55" fmla="*/ 48 h 48"/>
                    <a:gd name="T56" fmla="*/ 34 w 48"/>
                    <a:gd name="T57" fmla="*/ 41 h 48"/>
                    <a:gd name="T58" fmla="*/ 7 w 48"/>
                    <a:gd name="T59" fmla="*/ 41 h 48"/>
                    <a:gd name="T60" fmla="*/ 7 w 48"/>
                    <a:gd name="T61" fmla="*/ 14 h 48"/>
                    <a:gd name="T62" fmla="*/ 0 w 48"/>
                    <a:gd name="T63" fmla="*/ 14 h 48"/>
                    <a:gd name="T64" fmla="*/ 0 w 48"/>
                    <a:gd name="T65" fmla="*/ 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 h="48">
                      <a:moveTo>
                        <a:pt x="0" y="7"/>
                      </a:moveTo>
                      <a:cubicBezTo>
                        <a:pt x="2" y="7"/>
                        <a:pt x="5" y="7"/>
                        <a:pt x="7" y="7"/>
                      </a:cubicBezTo>
                      <a:cubicBezTo>
                        <a:pt x="7" y="5"/>
                        <a:pt x="7" y="3"/>
                        <a:pt x="7" y="0"/>
                      </a:cubicBezTo>
                      <a:cubicBezTo>
                        <a:pt x="9" y="0"/>
                        <a:pt x="12" y="0"/>
                        <a:pt x="14" y="0"/>
                      </a:cubicBezTo>
                      <a:cubicBezTo>
                        <a:pt x="14" y="10"/>
                        <a:pt x="14" y="20"/>
                        <a:pt x="14" y="31"/>
                      </a:cubicBezTo>
                      <a:cubicBezTo>
                        <a:pt x="20" y="25"/>
                        <a:pt x="25" y="20"/>
                        <a:pt x="30" y="14"/>
                      </a:cubicBezTo>
                      <a:cubicBezTo>
                        <a:pt x="26" y="14"/>
                        <a:pt x="21" y="14"/>
                        <a:pt x="17" y="14"/>
                      </a:cubicBezTo>
                      <a:cubicBezTo>
                        <a:pt x="17" y="12"/>
                        <a:pt x="17" y="10"/>
                        <a:pt x="17" y="7"/>
                      </a:cubicBezTo>
                      <a:cubicBezTo>
                        <a:pt x="17" y="7"/>
                        <a:pt x="17" y="7"/>
                        <a:pt x="17" y="7"/>
                      </a:cubicBezTo>
                      <a:cubicBezTo>
                        <a:pt x="24" y="7"/>
                        <a:pt x="31" y="7"/>
                        <a:pt x="37" y="7"/>
                      </a:cubicBezTo>
                      <a:cubicBezTo>
                        <a:pt x="38" y="7"/>
                        <a:pt x="38" y="7"/>
                        <a:pt x="38" y="7"/>
                      </a:cubicBezTo>
                      <a:cubicBezTo>
                        <a:pt x="40" y="4"/>
                        <a:pt x="43" y="2"/>
                        <a:pt x="45" y="0"/>
                      </a:cubicBezTo>
                      <a:cubicBezTo>
                        <a:pt x="45" y="0"/>
                        <a:pt x="45" y="0"/>
                        <a:pt x="45" y="0"/>
                      </a:cubicBezTo>
                      <a:cubicBezTo>
                        <a:pt x="46" y="1"/>
                        <a:pt x="47" y="2"/>
                        <a:pt x="48" y="3"/>
                      </a:cubicBezTo>
                      <a:cubicBezTo>
                        <a:pt x="48" y="3"/>
                        <a:pt x="48" y="3"/>
                        <a:pt x="48" y="3"/>
                      </a:cubicBezTo>
                      <a:cubicBezTo>
                        <a:pt x="46" y="5"/>
                        <a:pt x="43" y="7"/>
                        <a:pt x="41" y="10"/>
                      </a:cubicBezTo>
                      <a:cubicBezTo>
                        <a:pt x="41" y="10"/>
                        <a:pt x="41" y="10"/>
                        <a:pt x="41" y="10"/>
                      </a:cubicBezTo>
                      <a:cubicBezTo>
                        <a:pt x="41" y="17"/>
                        <a:pt x="41" y="24"/>
                        <a:pt x="41" y="30"/>
                      </a:cubicBezTo>
                      <a:cubicBezTo>
                        <a:pt x="41" y="31"/>
                        <a:pt x="41" y="31"/>
                        <a:pt x="41" y="31"/>
                      </a:cubicBezTo>
                      <a:cubicBezTo>
                        <a:pt x="38" y="31"/>
                        <a:pt x="36" y="31"/>
                        <a:pt x="34" y="31"/>
                      </a:cubicBezTo>
                      <a:cubicBezTo>
                        <a:pt x="34" y="26"/>
                        <a:pt x="34" y="22"/>
                        <a:pt x="34" y="17"/>
                      </a:cubicBezTo>
                      <a:cubicBezTo>
                        <a:pt x="28" y="23"/>
                        <a:pt x="23" y="28"/>
                        <a:pt x="17" y="34"/>
                      </a:cubicBezTo>
                      <a:cubicBezTo>
                        <a:pt x="17" y="34"/>
                        <a:pt x="17" y="34"/>
                        <a:pt x="17" y="34"/>
                      </a:cubicBezTo>
                      <a:cubicBezTo>
                        <a:pt x="27" y="34"/>
                        <a:pt x="38" y="34"/>
                        <a:pt x="48" y="34"/>
                      </a:cubicBezTo>
                      <a:cubicBezTo>
                        <a:pt x="48" y="36"/>
                        <a:pt x="48" y="38"/>
                        <a:pt x="48" y="41"/>
                      </a:cubicBezTo>
                      <a:cubicBezTo>
                        <a:pt x="45" y="41"/>
                        <a:pt x="43" y="41"/>
                        <a:pt x="41" y="41"/>
                      </a:cubicBezTo>
                      <a:cubicBezTo>
                        <a:pt x="41" y="43"/>
                        <a:pt x="41" y="45"/>
                        <a:pt x="41" y="48"/>
                      </a:cubicBezTo>
                      <a:cubicBezTo>
                        <a:pt x="38" y="48"/>
                        <a:pt x="36" y="48"/>
                        <a:pt x="34" y="48"/>
                      </a:cubicBezTo>
                      <a:cubicBezTo>
                        <a:pt x="34" y="45"/>
                        <a:pt x="34" y="43"/>
                        <a:pt x="34" y="41"/>
                      </a:cubicBezTo>
                      <a:cubicBezTo>
                        <a:pt x="25" y="41"/>
                        <a:pt x="16" y="41"/>
                        <a:pt x="7" y="41"/>
                      </a:cubicBezTo>
                      <a:cubicBezTo>
                        <a:pt x="7" y="32"/>
                        <a:pt x="7" y="23"/>
                        <a:pt x="7" y="14"/>
                      </a:cubicBezTo>
                      <a:cubicBezTo>
                        <a:pt x="5" y="14"/>
                        <a:pt x="2" y="14"/>
                        <a:pt x="0" y="14"/>
                      </a:cubicBezTo>
                      <a:cubicBezTo>
                        <a:pt x="0" y="12"/>
                        <a:pt x="0" y="10"/>
                        <a:pt x="0"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7" name="ïS1ídè"/>
                <p:cNvSpPr/>
                <p:nvPr>
                  <p:custDataLst>
                    <p:tags r:id="rId212"/>
                  </p:custDataLst>
                </p:nvPr>
              </p:nvSpPr>
              <p:spPr bwMode="auto">
                <a:xfrm>
                  <a:off x="5607051" y="4783138"/>
                  <a:ext cx="228600" cy="227013"/>
                </a:xfrm>
                <a:custGeom>
                  <a:avLst/>
                  <a:gdLst>
                    <a:gd name="T0" fmla="*/ 10 w 74"/>
                    <a:gd name="T1" fmla="*/ 74 h 74"/>
                    <a:gd name="T2" fmla="*/ 0 w 74"/>
                    <a:gd name="T3" fmla="*/ 65 h 74"/>
                    <a:gd name="T4" fmla="*/ 0 w 74"/>
                    <a:gd name="T5" fmla="*/ 10 h 74"/>
                    <a:gd name="T6" fmla="*/ 10 w 74"/>
                    <a:gd name="T7" fmla="*/ 0 h 74"/>
                    <a:gd name="T8" fmla="*/ 64 w 74"/>
                    <a:gd name="T9" fmla="*/ 0 h 74"/>
                    <a:gd name="T10" fmla="*/ 74 w 74"/>
                    <a:gd name="T11" fmla="*/ 10 h 74"/>
                    <a:gd name="T12" fmla="*/ 74 w 74"/>
                    <a:gd name="T13" fmla="*/ 65 h 74"/>
                    <a:gd name="T14" fmla="*/ 64 w 74"/>
                    <a:gd name="T15" fmla="*/ 74 h 74"/>
                    <a:gd name="T16" fmla="*/ 10 w 74"/>
                    <a:gd name="T17"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74">
                      <a:moveTo>
                        <a:pt x="10" y="74"/>
                      </a:moveTo>
                      <a:cubicBezTo>
                        <a:pt x="4" y="74"/>
                        <a:pt x="0" y="70"/>
                        <a:pt x="0" y="65"/>
                      </a:cubicBezTo>
                      <a:cubicBezTo>
                        <a:pt x="0" y="10"/>
                        <a:pt x="0" y="10"/>
                        <a:pt x="0" y="10"/>
                      </a:cubicBezTo>
                      <a:cubicBezTo>
                        <a:pt x="0" y="5"/>
                        <a:pt x="4" y="0"/>
                        <a:pt x="10" y="0"/>
                      </a:cubicBezTo>
                      <a:cubicBezTo>
                        <a:pt x="64" y="0"/>
                        <a:pt x="64" y="0"/>
                        <a:pt x="64" y="0"/>
                      </a:cubicBezTo>
                      <a:cubicBezTo>
                        <a:pt x="69" y="0"/>
                        <a:pt x="74" y="5"/>
                        <a:pt x="74" y="10"/>
                      </a:cubicBezTo>
                      <a:cubicBezTo>
                        <a:pt x="74" y="65"/>
                        <a:pt x="74" y="65"/>
                        <a:pt x="74" y="65"/>
                      </a:cubicBezTo>
                      <a:cubicBezTo>
                        <a:pt x="74" y="70"/>
                        <a:pt x="69" y="74"/>
                        <a:pt x="64" y="74"/>
                      </a:cubicBezTo>
                      <a:cubicBezTo>
                        <a:pt x="10" y="74"/>
                        <a:pt x="10" y="74"/>
                        <a:pt x="10" y="74"/>
                      </a:cubicBezTo>
                    </a:path>
                  </a:pathLst>
                </a:custGeom>
                <a:solidFill>
                  <a:srgbClr val="D186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8" name="îSliḋè"/>
                <p:cNvSpPr/>
                <p:nvPr>
                  <p:custDataLst>
                    <p:tags r:id="rId213"/>
                  </p:custDataLst>
                </p:nvPr>
              </p:nvSpPr>
              <p:spPr bwMode="auto">
                <a:xfrm>
                  <a:off x="5597526" y="4776788"/>
                  <a:ext cx="242888" cy="242888"/>
                </a:xfrm>
                <a:custGeom>
                  <a:avLst/>
                  <a:gdLst>
                    <a:gd name="T0" fmla="*/ 67 w 79"/>
                    <a:gd name="T1" fmla="*/ 5 h 79"/>
                    <a:gd name="T2" fmla="*/ 74 w 79"/>
                    <a:gd name="T3" fmla="*/ 12 h 79"/>
                    <a:gd name="T4" fmla="*/ 74 w 79"/>
                    <a:gd name="T5" fmla="*/ 67 h 79"/>
                    <a:gd name="T6" fmla="*/ 67 w 79"/>
                    <a:gd name="T7" fmla="*/ 74 h 79"/>
                    <a:gd name="T8" fmla="*/ 13 w 79"/>
                    <a:gd name="T9" fmla="*/ 74 h 79"/>
                    <a:gd name="T10" fmla="*/ 6 w 79"/>
                    <a:gd name="T11" fmla="*/ 67 h 79"/>
                    <a:gd name="T12" fmla="*/ 6 w 79"/>
                    <a:gd name="T13" fmla="*/ 12 h 79"/>
                    <a:gd name="T14" fmla="*/ 13 w 79"/>
                    <a:gd name="T15" fmla="*/ 5 h 79"/>
                    <a:gd name="T16" fmla="*/ 67 w 79"/>
                    <a:gd name="T17" fmla="*/ 5 h 79"/>
                    <a:gd name="T18" fmla="*/ 67 w 79"/>
                    <a:gd name="T19" fmla="*/ 0 h 79"/>
                    <a:gd name="T20" fmla="*/ 13 w 79"/>
                    <a:gd name="T21" fmla="*/ 0 h 79"/>
                    <a:gd name="T22" fmla="*/ 0 w 79"/>
                    <a:gd name="T23" fmla="*/ 12 h 79"/>
                    <a:gd name="T24" fmla="*/ 0 w 79"/>
                    <a:gd name="T25" fmla="*/ 67 h 79"/>
                    <a:gd name="T26" fmla="*/ 13 w 79"/>
                    <a:gd name="T27" fmla="*/ 79 h 79"/>
                    <a:gd name="T28" fmla="*/ 67 w 79"/>
                    <a:gd name="T29" fmla="*/ 79 h 79"/>
                    <a:gd name="T30" fmla="*/ 79 w 79"/>
                    <a:gd name="T31" fmla="*/ 67 h 79"/>
                    <a:gd name="T32" fmla="*/ 79 w 79"/>
                    <a:gd name="T33" fmla="*/ 12 h 79"/>
                    <a:gd name="T34" fmla="*/ 67 w 79"/>
                    <a:gd name="T35"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79">
                      <a:moveTo>
                        <a:pt x="67" y="5"/>
                      </a:moveTo>
                      <a:cubicBezTo>
                        <a:pt x="71" y="5"/>
                        <a:pt x="74" y="8"/>
                        <a:pt x="74" y="12"/>
                      </a:cubicBezTo>
                      <a:cubicBezTo>
                        <a:pt x="74" y="67"/>
                        <a:pt x="74" y="67"/>
                        <a:pt x="74" y="67"/>
                      </a:cubicBezTo>
                      <a:cubicBezTo>
                        <a:pt x="74" y="70"/>
                        <a:pt x="71" y="74"/>
                        <a:pt x="67" y="74"/>
                      </a:cubicBezTo>
                      <a:cubicBezTo>
                        <a:pt x="13" y="74"/>
                        <a:pt x="13" y="74"/>
                        <a:pt x="13" y="74"/>
                      </a:cubicBezTo>
                      <a:cubicBezTo>
                        <a:pt x="9" y="74"/>
                        <a:pt x="6" y="70"/>
                        <a:pt x="6" y="67"/>
                      </a:cubicBezTo>
                      <a:cubicBezTo>
                        <a:pt x="6" y="12"/>
                        <a:pt x="6" y="12"/>
                        <a:pt x="6" y="12"/>
                      </a:cubicBezTo>
                      <a:cubicBezTo>
                        <a:pt x="6" y="8"/>
                        <a:pt x="9" y="5"/>
                        <a:pt x="13" y="5"/>
                      </a:cubicBezTo>
                      <a:cubicBezTo>
                        <a:pt x="67" y="5"/>
                        <a:pt x="67" y="5"/>
                        <a:pt x="67" y="5"/>
                      </a:cubicBezTo>
                      <a:moveTo>
                        <a:pt x="67" y="0"/>
                      </a:moveTo>
                      <a:cubicBezTo>
                        <a:pt x="13" y="0"/>
                        <a:pt x="13" y="0"/>
                        <a:pt x="13" y="0"/>
                      </a:cubicBezTo>
                      <a:cubicBezTo>
                        <a:pt x="6" y="0"/>
                        <a:pt x="0" y="5"/>
                        <a:pt x="0" y="12"/>
                      </a:cubicBezTo>
                      <a:cubicBezTo>
                        <a:pt x="0" y="67"/>
                        <a:pt x="0" y="67"/>
                        <a:pt x="0" y="67"/>
                      </a:cubicBezTo>
                      <a:cubicBezTo>
                        <a:pt x="0" y="73"/>
                        <a:pt x="6" y="79"/>
                        <a:pt x="13" y="79"/>
                      </a:cubicBezTo>
                      <a:cubicBezTo>
                        <a:pt x="67" y="79"/>
                        <a:pt x="67" y="79"/>
                        <a:pt x="67" y="79"/>
                      </a:cubicBezTo>
                      <a:cubicBezTo>
                        <a:pt x="74" y="79"/>
                        <a:pt x="79" y="73"/>
                        <a:pt x="79" y="67"/>
                      </a:cubicBezTo>
                      <a:cubicBezTo>
                        <a:pt x="79" y="12"/>
                        <a:pt x="79" y="12"/>
                        <a:pt x="79" y="12"/>
                      </a:cubicBezTo>
                      <a:cubicBezTo>
                        <a:pt x="79" y="5"/>
                        <a:pt x="74" y="0"/>
                        <a:pt x="67" y="0"/>
                      </a:cubicBezTo>
                    </a:path>
                  </a:pathLst>
                </a:custGeom>
                <a:solidFill>
                  <a:srgbClr val="D186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9" name="ïš1îḓé"/>
                <p:cNvSpPr/>
                <p:nvPr>
                  <p:custDataLst>
                    <p:tags r:id="rId214"/>
                  </p:custDataLst>
                </p:nvPr>
              </p:nvSpPr>
              <p:spPr bwMode="auto">
                <a:xfrm>
                  <a:off x="5646739" y="4854576"/>
                  <a:ext cx="117475" cy="115888"/>
                </a:xfrm>
                <a:custGeom>
                  <a:avLst/>
                  <a:gdLst>
                    <a:gd name="T0" fmla="*/ 10 w 74"/>
                    <a:gd name="T1" fmla="*/ 73 h 73"/>
                    <a:gd name="T2" fmla="*/ 0 w 74"/>
                    <a:gd name="T3" fmla="*/ 65 h 73"/>
                    <a:gd name="T4" fmla="*/ 66 w 74"/>
                    <a:gd name="T5" fmla="*/ 0 h 73"/>
                    <a:gd name="T6" fmla="*/ 74 w 74"/>
                    <a:gd name="T7" fmla="*/ 9 h 73"/>
                    <a:gd name="T8" fmla="*/ 10 w 74"/>
                    <a:gd name="T9" fmla="*/ 73 h 73"/>
                  </a:gdLst>
                  <a:ahLst/>
                  <a:cxnLst>
                    <a:cxn ang="0">
                      <a:pos x="T0" y="T1"/>
                    </a:cxn>
                    <a:cxn ang="0">
                      <a:pos x="T2" y="T3"/>
                    </a:cxn>
                    <a:cxn ang="0">
                      <a:pos x="T4" y="T5"/>
                    </a:cxn>
                    <a:cxn ang="0">
                      <a:pos x="T6" y="T7"/>
                    </a:cxn>
                    <a:cxn ang="0">
                      <a:pos x="T8" y="T9"/>
                    </a:cxn>
                  </a:cxnLst>
                  <a:rect l="0" t="0" r="r" b="b"/>
                  <a:pathLst>
                    <a:path w="74" h="73">
                      <a:moveTo>
                        <a:pt x="10" y="73"/>
                      </a:moveTo>
                      <a:lnTo>
                        <a:pt x="0" y="65"/>
                      </a:lnTo>
                      <a:lnTo>
                        <a:pt x="66" y="0"/>
                      </a:lnTo>
                      <a:lnTo>
                        <a:pt x="74" y="9"/>
                      </a:lnTo>
                      <a:lnTo>
                        <a:pt x="10" y="7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0" name="íṣḷidê"/>
                <p:cNvSpPr/>
                <p:nvPr>
                  <p:custDataLst>
                    <p:tags r:id="rId215"/>
                  </p:custDataLst>
                </p:nvPr>
              </p:nvSpPr>
              <p:spPr bwMode="auto">
                <a:xfrm>
                  <a:off x="5727701" y="4872038"/>
                  <a:ext cx="20638" cy="19050"/>
                </a:xfrm>
                <a:custGeom>
                  <a:avLst/>
                  <a:gdLst>
                    <a:gd name="T0" fmla="*/ 9 w 13"/>
                    <a:gd name="T1" fmla="*/ 12 h 12"/>
                    <a:gd name="T2" fmla="*/ 0 w 13"/>
                    <a:gd name="T3" fmla="*/ 4 h 12"/>
                    <a:gd name="T4" fmla="*/ 4 w 13"/>
                    <a:gd name="T5" fmla="*/ 0 h 12"/>
                    <a:gd name="T6" fmla="*/ 13 w 13"/>
                    <a:gd name="T7" fmla="*/ 10 h 12"/>
                    <a:gd name="T8" fmla="*/ 9 w 13"/>
                    <a:gd name="T9" fmla="*/ 12 h 12"/>
                  </a:gdLst>
                  <a:ahLst/>
                  <a:cxnLst>
                    <a:cxn ang="0">
                      <a:pos x="T0" y="T1"/>
                    </a:cxn>
                    <a:cxn ang="0">
                      <a:pos x="T2" y="T3"/>
                    </a:cxn>
                    <a:cxn ang="0">
                      <a:pos x="T4" y="T5"/>
                    </a:cxn>
                    <a:cxn ang="0">
                      <a:pos x="T6" y="T7"/>
                    </a:cxn>
                    <a:cxn ang="0">
                      <a:pos x="T8" y="T9"/>
                    </a:cxn>
                  </a:cxnLst>
                  <a:rect l="0" t="0" r="r" b="b"/>
                  <a:pathLst>
                    <a:path w="13" h="12">
                      <a:moveTo>
                        <a:pt x="9" y="12"/>
                      </a:moveTo>
                      <a:lnTo>
                        <a:pt x="0" y="4"/>
                      </a:lnTo>
                      <a:lnTo>
                        <a:pt x="4" y="0"/>
                      </a:lnTo>
                      <a:lnTo>
                        <a:pt x="13" y="10"/>
                      </a:lnTo>
                      <a:lnTo>
                        <a:pt x="9" y="12"/>
                      </a:lnTo>
                      <a:close/>
                    </a:path>
                  </a:pathLst>
                </a:custGeom>
                <a:solidFill>
                  <a:srgbClr val="C2E2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1" name="iṧḷîďê"/>
                <p:cNvSpPr/>
                <p:nvPr>
                  <p:custDataLst>
                    <p:tags r:id="rId216"/>
                  </p:custDataLst>
                </p:nvPr>
              </p:nvSpPr>
              <p:spPr bwMode="auto">
                <a:xfrm>
                  <a:off x="5678489" y="4838701"/>
                  <a:ext cx="33338" cy="33338"/>
                </a:xfrm>
                <a:custGeom>
                  <a:avLst/>
                  <a:gdLst>
                    <a:gd name="T0" fmla="*/ 11 w 11"/>
                    <a:gd name="T1" fmla="*/ 5 h 11"/>
                    <a:gd name="T2" fmla="*/ 5 w 11"/>
                    <a:gd name="T3" fmla="*/ 11 h 11"/>
                    <a:gd name="T4" fmla="*/ 0 w 11"/>
                    <a:gd name="T5" fmla="*/ 5 h 11"/>
                    <a:gd name="T6" fmla="*/ 5 w 11"/>
                    <a:gd name="T7" fmla="*/ 0 h 11"/>
                    <a:gd name="T8" fmla="*/ 11 w 11"/>
                    <a:gd name="T9" fmla="*/ 5 h 11"/>
                  </a:gdLst>
                  <a:ahLst/>
                  <a:cxnLst>
                    <a:cxn ang="0">
                      <a:pos x="T0" y="T1"/>
                    </a:cxn>
                    <a:cxn ang="0">
                      <a:pos x="T2" y="T3"/>
                    </a:cxn>
                    <a:cxn ang="0">
                      <a:pos x="T4" y="T5"/>
                    </a:cxn>
                    <a:cxn ang="0">
                      <a:pos x="T6" y="T7"/>
                    </a:cxn>
                    <a:cxn ang="0">
                      <a:pos x="T8" y="T9"/>
                    </a:cxn>
                  </a:cxnLst>
                  <a:rect l="0" t="0" r="r" b="b"/>
                  <a:pathLst>
                    <a:path w="11" h="11">
                      <a:moveTo>
                        <a:pt x="11" y="5"/>
                      </a:moveTo>
                      <a:cubicBezTo>
                        <a:pt x="7" y="7"/>
                        <a:pt x="7" y="7"/>
                        <a:pt x="5" y="11"/>
                      </a:cubicBezTo>
                      <a:cubicBezTo>
                        <a:pt x="3" y="7"/>
                        <a:pt x="4" y="7"/>
                        <a:pt x="0" y="5"/>
                      </a:cubicBezTo>
                      <a:cubicBezTo>
                        <a:pt x="4" y="3"/>
                        <a:pt x="3" y="3"/>
                        <a:pt x="5" y="0"/>
                      </a:cubicBezTo>
                      <a:cubicBezTo>
                        <a:pt x="7" y="3"/>
                        <a:pt x="7" y="3"/>
                        <a:pt x="11"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2" name="iṣ1íḋè"/>
                <p:cNvSpPr/>
                <p:nvPr>
                  <p:custDataLst>
                    <p:tags r:id="rId217"/>
                  </p:custDataLst>
                </p:nvPr>
              </p:nvSpPr>
              <p:spPr bwMode="auto">
                <a:xfrm>
                  <a:off x="5754689" y="4897438"/>
                  <a:ext cx="39688" cy="36513"/>
                </a:xfrm>
                <a:custGeom>
                  <a:avLst/>
                  <a:gdLst>
                    <a:gd name="T0" fmla="*/ 13 w 13"/>
                    <a:gd name="T1" fmla="*/ 6 h 12"/>
                    <a:gd name="T2" fmla="*/ 7 w 13"/>
                    <a:gd name="T3" fmla="*/ 12 h 12"/>
                    <a:gd name="T4" fmla="*/ 0 w 13"/>
                    <a:gd name="T5" fmla="*/ 6 h 12"/>
                    <a:gd name="T6" fmla="*/ 7 w 13"/>
                    <a:gd name="T7" fmla="*/ 0 h 12"/>
                    <a:gd name="T8" fmla="*/ 13 w 13"/>
                    <a:gd name="T9" fmla="*/ 6 h 12"/>
                  </a:gdLst>
                  <a:ahLst/>
                  <a:cxnLst>
                    <a:cxn ang="0">
                      <a:pos x="T0" y="T1"/>
                    </a:cxn>
                    <a:cxn ang="0">
                      <a:pos x="T2" y="T3"/>
                    </a:cxn>
                    <a:cxn ang="0">
                      <a:pos x="T4" y="T5"/>
                    </a:cxn>
                    <a:cxn ang="0">
                      <a:pos x="T6" y="T7"/>
                    </a:cxn>
                    <a:cxn ang="0">
                      <a:pos x="T8" y="T9"/>
                    </a:cxn>
                  </a:cxnLst>
                  <a:rect l="0" t="0" r="r" b="b"/>
                  <a:pathLst>
                    <a:path w="13" h="12">
                      <a:moveTo>
                        <a:pt x="13" y="6"/>
                      </a:moveTo>
                      <a:cubicBezTo>
                        <a:pt x="9" y="8"/>
                        <a:pt x="9" y="8"/>
                        <a:pt x="7" y="12"/>
                      </a:cubicBezTo>
                      <a:cubicBezTo>
                        <a:pt x="5" y="8"/>
                        <a:pt x="5" y="8"/>
                        <a:pt x="0" y="6"/>
                      </a:cubicBezTo>
                      <a:cubicBezTo>
                        <a:pt x="5" y="4"/>
                        <a:pt x="5" y="4"/>
                        <a:pt x="7" y="0"/>
                      </a:cubicBezTo>
                      <a:cubicBezTo>
                        <a:pt x="9" y="4"/>
                        <a:pt x="9" y="4"/>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3" name="îšļîḑe"/>
                <p:cNvSpPr/>
                <p:nvPr>
                  <p:custDataLst>
                    <p:tags r:id="rId218"/>
                  </p:custDataLst>
                </p:nvPr>
              </p:nvSpPr>
              <p:spPr bwMode="auto">
                <a:xfrm>
                  <a:off x="5730876" y="4822826"/>
                  <a:ext cx="20638" cy="25400"/>
                </a:xfrm>
                <a:custGeom>
                  <a:avLst/>
                  <a:gdLst>
                    <a:gd name="T0" fmla="*/ 7 w 7"/>
                    <a:gd name="T1" fmla="*/ 4 h 8"/>
                    <a:gd name="T2" fmla="*/ 4 w 7"/>
                    <a:gd name="T3" fmla="*/ 8 h 8"/>
                    <a:gd name="T4" fmla="*/ 0 w 7"/>
                    <a:gd name="T5" fmla="*/ 4 h 8"/>
                    <a:gd name="T6" fmla="*/ 4 w 7"/>
                    <a:gd name="T7" fmla="*/ 0 h 8"/>
                    <a:gd name="T8" fmla="*/ 7 w 7"/>
                    <a:gd name="T9" fmla="*/ 4 h 8"/>
                  </a:gdLst>
                  <a:ahLst/>
                  <a:cxnLst>
                    <a:cxn ang="0">
                      <a:pos x="T0" y="T1"/>
                    </a:cxn>
                    <a:cxn ang="0">
                      <a:pos x="T2" y="T3"/>
                    </a:cxn>
                    <a:cxn ang="0">
                      <a:pos x="T4" y="T5"/>
                    </a:cxn>
                    <a:cxn ang="0">
                      <a:pos x="T6" y="T7"/>
                    </a:cxn>
                    <a:cxn ang="0">
                      <a:pos x="T8" y="T9"/>
                    </a:cxn>
                  </a:cxnLst>
                  <a:rect l="0" t="0" r="r" b="b"/>
                  <a:pathLst>
                    <a:path w="7" h="8">
                      <a:moveTo>
                        <a:pt x="7" y="4"/>
                      </a:moveTo>
                      <a:cubicBezTo>
                        <a:pt x="5" y="5"/>
                        <a:pt x="5" y="5"/>
                        <a:pt x="4" y="8"/>
                      </a:cubicBezTo>
                      <a:cubicBezTo>
                        <a:pt x="2" y="5"/>
                        <a:pt x="2" y="5"/>
                        <a:pt x="0" y="4"/>
                      </a:cubicBezTo>
                      <a:cubicBezTo>
                        <a:pt x="2" y="3"/>
                        <a:pt x="2" y="3"/>
                        <a:pt x="4" y="0"/>
                      </a:cubicBezTo>
                      <a:cubicBezTo>
                        <a:pt x="5" y="3"/>
                        <a:pt x="5" y="3"/>
                        <a:pt x="7" y="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4" name="îṥļide"/>
                <p:cNvSpPr/>
                <p:nvPr>
                  <p:custDataLst>
                    <p:tags r:id="rId219"/>
                  </p:custDataLst>
                </p:nvPr>
              </p:nvSpPr>
              <p:spPr bwMode="auto">
                <a:xfrm>
                  <a:off x="5616576" y="4805363"/>
                  <a:ext cx="15875" cy="195263"/>
                </a:xfrm>
                <a:custGeom>
                  <a:avLst/>
                  <a:gdLst>
                    <a:gd name="T0" fmla="*/ 0 w 5"/>
                    <a:gd name="T1" fmla="*/ 0 h 64"/>
                    <a:gd name="T2" fmla="*/ 0 w 5"/>
                    <a:gd name="T3" fmla="*/ 3 h 64"/>
                    <a:gd name="T4" fmla="*/ 0 w 5"/>
                    <a:gd name="T5" fmla="*/ 58 h 64"/>
                    <a:gd name="T6" fmla="*/ 4 w 5"/>
                    <a:gd name="T7" fmla="*/ 64 h 64"/>
                    <a:gd name="T8" fmla="*/ 5 w 5"/>
                    <a:gd name="T9" fmla="*/ 58 h 64"/>
                    <a:gd name="T10" fmla="*/ 5 w 5"/>
                    <a:gd name="T11" fmla="*/ 12 h 64"/>
                    <a:gd name="T12" fmla="*/ 0 w 5"/>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5" h="64">
                      <a:moveTo>
                        <a:pt x="0" y="0"/>
                      </a:moveTo>
                      <a:cubicBezTo>
                        <a:pt x="0" y="1"/>
                        <a:pt x="0" y="2"/>
                        <a:pt x="0" y="3"/>
                      </a:cubicBezTo>
                      <a:cubicBezTo>
                        <a:pt x="0" y="58"/>
                        <a:pt x="0" y="58"/>
                        <a:pt x="0" y="58"/>
                      </a:cubicBezTo>
                      <a:cubicBezTo>
                        <a:pt x="0" y="60"/>
                        <a:pt x="1" y="63"/>
                        <a:pt x="4" y="64"/>
                      </a:cubicBezTo>
                      <a:cubicBezTo>
                        <a:pt x="4" y="62"/>
                        <a:pt x="5" y="60"/>
                        <a:pt x="5" y="58"/>
                      </a:cubicBezTo>
                      <a:cubicBezTo>
                        <a:pt x="5" y="12"/>
                        <a:pt x="5" y="12"/>
                        <a:pt x="5" y="12"/>
                      </a:cubicBezTo>
                      <a:cubicBezTo>
                        <a:pt x="5" y="7"/>
                        <a:pt x="3" y="3"/>
                        <a:pt x="0" y="0"/>
                      </a:cubicBezTo>
                    </a:path>
                  </a:pathLst>
                </a:custGeom>
                <a:solidFill>
                  <a:srgbClr val="C3675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5" name="ïşḷiďé"/>
                <p:cNvSpPr/>
                <p:nvPr>
                  <p:custDataLst>
                    <p:tags r:id="rId220"/>
                  </p:custDataLst>
                </p:nvPr>
              </p:nvSpPr>
              <p:spPr bwMode="auto">
                <a:xfrm>
                  <a:off x="5600701" y="4795838"/>
                  <a:ext cx="28575" cy="217488"/>
                </a:xfrm>
                <a:custGeom>
                  <a:avLst/>
                  <a:gdLst>
                    <a:gd name="T0" fmla="*/ 1 w 9"/>
                    <a:gd name="T1" fmla="*/ 0 h 71"/>
                    <a:gd name="T2" fmla="*/ 0 w 9"/>
                    <a:gd name="T3" fmla="*/ 3 h 71"/>
                    <a:gd name="T4" fmla="*/ 2 w 9"/>
                    <a:gd name="T5" fmla="*/ 11 h 71"/>
                    <a:gd name="T6" fmla="*/ 2 w 9"/>
                    <a:gd name="T7" fmla="*/ 57 h 71"/>
                    <a:gd name="T8" fmla="*/ 0 w 9"/>
                    <a:gd name="T9" fmla="*/ 65 h 71"/>
                    <a:gd name="T10" fmla="*/ 6 w 9"/>
                    <a:gd name="T11" fmla="*/ 71 h 71"/>
                    <a:gd name="T12" fmla="*/ 9 w 9"/>
                    <a:gd name="T13" fmla="*/ 67 h 71"/>
                    <a:gd name="T14" fmla="*/ 5 w 9"/>
                    <a:gd name="T15" fmla="*/ 61 h 71"/>
                    <a:gd name="T16" fmla="*/ 5 w 9"/>
                    <a:gd name="T17" fmla="*/ 6 h 71"/>
                    <a:gd name="T18" fmla="*/ 5 w 9"/>
                    <a:gd name="T19" fmla="*/ 3 h 71"/>
                    <a:gd name="T20" fmla="*/ 1 w 9"/>
                    <a:gd name="T21"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71">
                      <a:moveTo>
                        <a:pt x="1" y="0"/>
                      </a:moveTo>
                      <a:cubicBezTo>
                        <a:pt x="0" y="1"/>
                        <a:pt x="0" y="2"/>
                        <a:pt x="0" y="3"/>
                      </a:cubicBezTo>
                      <a:cubicBezTo>
                        <a:pt x="1" y="5"/>
                        <a:pt x="2" y="8"/>
                        <a:pt x="2" y="11"/>
                      </a:cubicBezTo>
                      <a:cubicBezTo>
                        <a:pt x="2" y="57"/>
                        <a:pt x="2" y="57"/>
                        <a:pt x="2" y="57"/>
                      </a:cubicBezTo>
                      <a:cubicBezTo>
                        <a:pt x="2" y="60"/>
                        <a:pt x="1" y="62"/>
                        <a:pt x="0" y="65"/>
                      </a:cubicBezTo>
                      <a:cubicBezTo>
                        <a:pt x="1" y="68"/>
                        <a:pt x="3" y="70"/>
                        <a:pt x="6" y="71"/>
                      </a:cubicBezTo>
                      <a:cubicBezTo>
                        <a:pt x="7" y="70"/>
                        <a:pt x="8" y="69"/>
                        <a:pt x="9" y="67"/>
                      </a:cubicBezTo>
                      <a:cubicBezTo>
                        <a:pt x="6" y="66"/>
                        <a:pt x="5" y="63"/>
                        <a:pt x="5" y="61"/>
                      </a:cubicBezTo>
                      <a:cubicBezTo>
                        <a:pt x="5" y="6"/>
                        <a:pt x="5" y="6"/>
                        <a:pt x="5" y="6"/>
                      </a:cubicBezTo>
                      <a:cubicBezTo>
                        <a:pt x="5" y="5"/>
                        <a:pt x="5" y="4"/>
                        <a:pt x="5" y="3"/>
                      </a:cubicBezTo>
                      <a:cubicBezTo>
                        <a:pt x="4" y="2"/>
                        <a:pt x="3" y="1"/>
                        <a:pt x="1" y="0"/>
                      </a:cubicBezTo>
                    </a:path>
                  </a:pathLst>
                </a:custGeom>
                <a:solidFill>
                  <a:srgbClr val="C3675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6" name="îŝ1iḋè"/>
                <p:cNvSpPr/>
                <p:nvPr>
                  <p:custDataLst>
                    <p:tags r:id="rId221"/>
                  </p:custDataLst>
                </p:nvPr>
              </p:nvSpPr>
              <p:spPr bwMode="auto">
                <a:xfrm>
                  <a:off x="5360989" y="4776788"/>
                  <a:ext cx="246063" cy="246063"/>
                </a:xfrm>
                <a:custGeom>
                  <a:avLst/>
                  <a:gdLst>
                    <a:gd name="T0" fmla="*/ 80 w 80"/>
                    <a:gd name="T1" fmla="*/ 63 h 80"/>
                    <a:gd name="T2" fmla="*/ 63 w 80"/>
                    <a:gd name="T3" fmla="*/ 80 h 80"/>
                    <a:gd name="T4" fmla="*/ 17 w 80"/>
                    <a:gd name="T5" fmla="*/ 80 h 80"/>
                    <a:gd name="T6" fmla="*/ 0 w 80"/>
                    <a:gd name="T7" fmla="*/ 63 h 80"/>
                    <a:gd name="T8" fmla="*/ 0 w 80"/>
                    <a:gd name="T9" fmla="*/ 17 h 80"/>
                    <a:gd name="T10" fmla="*/ 16 w 80"/>
                    <a:gd name="T11" fmla="*/ 0 h 80"/>
                    <a:gd name="T12" fmla="*/ 63 w 80"/>
                    <a:gd name="T13" fmla="*/ 0 h 80"/>
                    <a:gd name="T14" fmla="*/ 80 w 80"/>
                    <a:gd name="T15" fmla="*/ 17 h 80"/>
                    <a:gd name="T16" fmla="*/ 80 w 80"/>
                    <a:gd name="T17" fmla="*/ 63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63"/>
                      </a:moveTo>
                      <a:cubicBezTo>
                        <a:pt x="80" y="72"/>
                        <a:pt x="72" y="80"/>
                        <a:pt x="63" y="80"/>
                      </a:cubicBezTo>
                      <a:cubicBezTo>
                        <a:pt x="17" y="80"/>
                        <a:pt x="17" y="80"/>
                        <a:pt x="17" y="80"/>
                      </a:cubicBezTo>
                      <a:cubicBezTo>
                        <a:pt x="7" y="80"/>
                        <a:pt x="0" y="72"/>
                        <a:pt x="0" y="63"/>
                      </a:cubicBezTo>
                      <a:cubicBezTo>
                        <a:pt x="0" y="17"/>
                        <a:pt x="0" y="17"/>
                        <a:pt x="0" y="17"/>
                      </a:cubicBezTo>
                      <a:cubicBezTo>
                        <a:pt x="0" y="8"/>
                        <a:pt x="7" y="0"/>
                        <a:pt x="16" y="0"/>
                      </a:cubicBezTo>
                      <a:cubicBezTo>
                        <a:pt x="63" y="0"/>
                        <a:pt x="63" y="0"/>
                        <a:pt x="63" y="0"/>
                      </a:cubicBezTo>
                      <a:cubicBezTo>
                        <a:pt x="72" y="0"/>
                        <a:pt x="80" y="7"/>
                        <a:pt x="80" y="17"/>
                      </a:cubicBezTo>
                      <a:cubicBezTo>
                        <a:pt x="80" y="63"/>
                        <a:pt x="80" y="63"/>
                        <a:pt x="80" y="63"/>
                      </a:cubicBezTo>
                    </a:path>
                  </a:pathLst>
                </a:custGeom>
                <a:solidFill>
                  <a:srgbClr val="FDC35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7" name="îşlidé"/>
                <p:cNvSpPr/>
                <p:nvPr>
                  <p:custDataLst>
                    <p:tags r:id="rId222"/>
                  </p:custDataLst>
                </p:nvPr>
              </p:nvSpPr>
              <p:spPr bwMode="auto">
                <a:xfrm>
                  <a:off x="5405439" y="4832351"/>
                  <a:ext cx="95250" cy="131763"/>
                </a:xfrm>
                <a:custGeom>
                  <a:avLst/>
                  <a:gdLst>
                    <a:gd name="T0" fmla="*/ 0 w 31"/>
                    <a:gd name="T1" fmla="*/ 2 h 43"/>
                    <a:gd name="T2" fmla="*/ 20 w 31"/>
                    <a:gd name="T3" fmla="*/ 1 h 43"/>
                    <a:gd name="T4" fmla="*/ 30 w 31"/>
                    <a:gd name="T5" fmla="*/ 12 h 43"/>
                    <a:gd name="T6" fmla="*/ 23 w 31"/>
                    <a:gd name="T7" fmla="*/ 26 h 43"/>
                    <a:gd name="T8" fmla="*/ 13 w 31"/>
                    <a:gd name="T9" fmla="*/ 28 h 43"/>
                    <a:gd name="T10" fmla="*/ 10 w 31"/>
                    <a:gd name="T11" fmla="*/ 28 h 43"/>
                    <a:gd name="T12" fmla="*/ 10 w 31"/>
                    <a:gd name="T13" fmla="*/ 43 h 43"/>
                    <a:gd name="T14" fmla="*/ 0 w 31"/>
                    <a:gd name="T15" fmla="*/ 43 h 43"/>
                    <a:gd name="T16" fmla="*/ 0 w 31"/>
                    <a:gd name="T17" fmla="*/ 2 h 43"/>
                    <a:gd name="T18" fmla="*/ 10 w 31"/>
                    <a:gd name="T19" fmla="*/ 21 h 43"/>
                    <a:gd name="T20" fmla="*/ 17 w 31"/>
                    <a:gd name="T21" fmla="*/ 20 h 43"/>
                    <a:gd name="T22" fmla="*/ 21 w 31"/>
                    <a:gd name="T23" fmla="*/ 13 h 43"/>
                    <a:gd name="T24" fmla="*/ 16 w 31"/>
                    <a:gd name="T25" fmla="*/ 8 h 43"/>
                    <a:gd name="T26" fmla="*/ 10 w 31"/>
                    <a:gd name="T27" fmla="*/ 8 h 43"/>
                    <a:gd name="T28" fmla="*/ 10 w 31"/>
                    <a:gd name="T29" fmla="*/ 2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3">
                      <a:moveTo>
                        <a:pt x="0" y="2"/>
                      </a:moveTo>
                      <a:cubicBezTo>
                        <a:pt x="7" y="1"/>
                        <a:pt x="14" y="0"/>
                        <a:pt x="20" y="1"/>
                      </a:cubicBezTo>
                      <a:cubicBezTo>
                        <a:pt x="26" y="3"/>
                        <a:pt x="30" y="7"/>
                        <a:pt x="30" y="12"/>
                      </a:cubicBezTo>
                      <a:cubicBezTo>
                        <a:pt x="31" y="18"/>
                        <a:pt x="28" y="24"/>
                        <a:pt x="23" y="26"/>
                      </a:cubicBezTo>
                      <a:cubicBezTo>
                        <a:pt x="20" y="28"/>
                        <a:pt x="16" y="28"/>
                        <a:pt x="13" y="28"/>
                      </a:cubicBezTo>
                      <a:cubicBezTo>
                        <a:pt x="12" y="28"/>
                        <a:pt x="11" y="28"/>
                        <a:pt x="10" y="28"/>
                      </a:cubicBezTo>
                      <a:cubicBezTo>
                        <a:pt x="10" y="33"/>
                        <a:pt x="10" y="38"/>
                        <a:pt x="10" y="43"/>
                      </a:cubicBezTo>
                      <a:cubicBezTo>
                        <a:pt x="7" y="43"/>
                        <a:pt x="4" y="43"/>
                        <a:pt x="0" y="43"/>
                      </a:cubicBezTo>
                      <a:cubicBezTo>
                        <a:pt x="0" y="29"/>
                        <a:pt x="0" y="16"/>
                        <a:pt x="0" y="2"/>
                      </a:cubicBezTo>
                      <a:close/>
                      <a:moveTo>
                        <a:pt x="10" y="21"/>
                      </a:moveTo>
                      <a:cubicBezTo>
                        <a:pt x="12" y="21"/>
                        <a:pt x="15" y="21"/>
                        <a:pt x="17" y="20"/>
                      </a:cubicBezTo>
                      <a:cubicBezTo>
                        <a:pt x="20" y="19"/>
                        <a:pt x="21" y="16"/>
                        <a:pt x="21" y="13"/>
                      </a:cubicBezTo>
                      <a:cubicBezTo>
                        <a:pt x="21" y="11"/>
                        <a:pt x="19" y="9"/>
                        <a:pt x="16" y="8"/>
                      </a:cubicBezTo>
                      <a:cubicBezTo>
                        <a:pt x="14" y="8"/>
                        <a:pt x="12" y="8"/>
                        <a:pt x="10" y="8"/>
                      </a:cubicBezTo>
                      <a:cubicBezTo>
                        <a:pt x="10" y="12"/>
                        <a:pt x="10" y="17"/>
                        <a:pt x="10" y="2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8" name="íṥḷïďê"/>
                <p:cNvSpPr/>
                <p:nvPr>
                  <p:custDataLst>
                    <p:tags r:id="rId223"/>
                  </p:custDataLst>
                </p:nvPr>
              </p:nvSpPr>
              <p:spPr bwMode="auto">
                <a:xfrm>
                  <a:off x="5497514" y="4865688"/>
                  <a:ext cx="79375" cy="101600"/>
                </a:xfrm>
                <a:custGeom>
                  <a:avLst/>
                  <a:gdLst>
                    <a:gd name="T0" fmla="*/ 23 w 26"/>
                    <a:gd name="T1" fmla="*/ 3 h 33"/>
                    <a:gd name="T2" fmla="*/ 21 w 26"/>
                    <a:gd name="T3" fmla="*/ 9 h 33"/>
                    <a:gd name="T4" fmla="*/ 15 w 26"/>
                    <a:gd name="T5" fmla="*/ 7 h 33"/>
                    <a:gd name="T6" fmla="*/ 13 w 26"/>
                    <a:gd name="T7" fmla="*/ 8 h 33"/>
                    <a:gd name="T8" fmla="*/ 11 w 26"/>
                    <a:gd name="T9" fmla="*/ 10 h 33"/>
                    <a:gd name="T10" fmla="*/ 12 w 26"/>
                    <a:gd name="T11" fmla="*/ 12 h 33"/>
                    <a:gd name="T12" fmla="*/ 16 w 26"/>
                    <a:gd name="T13" fmla="*/ 13 h 33"/>
                    <a:gd name="T14" fmla="*/ 20 w 26"/>
                    <a:gd name="T15" fmla="*/ 15 h 33"/>
                    <a:gd name="T16" fmla="*/ 20 w 26"/>
                    <a:gd name="T17" fmla="*/ 30 h 33"/>
                    <a:gd name="T18" fmla="*/ 9 w 26"/>
                    <a:gd name="T19" fmla="*/ 33 h 33"/>
                    <a:gd name="T20" fmla="*/ 1 w 26"/>
                    <a:gd name="T21" fmla="*/ 31 h 33"/>
                    <a:gd name="T22" fmla="*/ 2 w 26"/>
                    <a:gd name="T23" fmla="*/ 24 h 33"/>
                    <a:gd name="T24" fmla="*/ 11 w 26"/>
                    <a:gd name="T25" fmla="*/ 26 h 33"/>
                    <a:gd name="T26" fmla="*/ 13 w 26"/>
                    <a:gd name="T27" fmla="*/ 26 h 33"/>
                    <a:gd name="T28" fmla="*/ 15 w 26"/>
                    <a:gd name="T29" fmla="*/ 24 h 33"/>
                    <a:gd name="T30" fmla="*/ 14 w 26"/>
                    <a:gd name="T31" fmla="*/ 22 h 33"/>
                    <a:gd name="T32" fmla="*/ 11 w 26"/>
                    <a:gd name="T33" fmla="*/ 20 h 33"/>
                    <a:gd name="T34" fmla="*/ 6 w 26"/>
                    <a:gd name="T35" fmla="*/ 18 h 33"/>
                    <a:gd name="T36" fmla="*/ 5 w 26"/>
                    <a:gd name="T37" fmla="*/ 3 h 33"/>
                    <a:gd name="T38" fmla="*/ 23 w 26"/>
                    <a:gd name="T39" fmla="*/ 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 h="33">
                      <a:moveTo>
                        <a:pt x="23" y="3"/>
                      </a:moveTo>
                      <a:cubicBezTo>
                        <a:pt x="22" y="5"/>
                        <a:pt x="22" y="7"/>
                        <a:pt x="21" y="9"/>
                      </a:cubicBezTo>
                      <a:cubicBezTo>
                        <a:pt x="19" y="8"/>
                        <a:pt x="17" y="8"/>
                        <a:pt x="15" y="7"/>
                      </a:cubicBezTo>
                      <a:cubicBezTo>
                        <a:pt x="14" y="7"/>
                        <a:pt x="13" y="7"/>
                        <a:pt x="13" y="8"/>
                      </a:cubicBezTo>
                      <a:cubicBezTo>
                        <a:pt x="12" y="8"/>
                        <a:pt x="11" y="9"/>
                        <a:pt x="11" y="10"/>
                      </a:cubicBezTo>
                      <a:cubicBezTo>
                        <a:pt x="11" y="10"/>
                        <a:pt x="11" y="11"/>
                        <a:pt x="12" y="12"/>
                      </a:cubicBezTo>
                      <a:cubicBezTo>
                        <a:pt x="13" y="12"/>
                        <a:pt x="15" y="13"/>
                        <a:pt x="16" y="13"/>
                      </a:cubicBezTo>
                      <a:cubicBezTo>
                        <a:pt x="17" y="14"/>
                        <a:pt x="19" y="15"/>
                        <a:pt x="20" y="15"/>
                      </a:cubicBezTo>
                      <a:cubicBezTo>
                        <a:pt x="26" y="19"/>
                        <a:pt x="25" y="27"/>
                        <a:pt x="20" y="30"/>
                      </a:cubicBezTo>
                      <a:cubicBezTo>
                        <a:pt x="17" y="33"/>
                        <a:pt x="13" y="33"/>
                        <a:pt x="9" y="33"/>
                      </a:cubicBezTo>
                      <a:cubicBezTo>
                        <a:pt x="6" y="32"/>
                        <a:pt x="4" y="32"/>
                        <a:pt x="1" y="31"/>
                      </a:cubicBezTo>
                      <a:cubicBezTo>
                        <a:pt x="2" y="28"/>
                        <a:pt x="2" y="26"/>
                        <a:pt x="2" y="24"/>
                      </a:cubicBezTo>
                      <a:cubicBezTo>
                        <a:pt x="5" y="25"/>
                        <a:pt x="8" y="26"/>
                        <a:pt x="11" y="26"/>
                      </a:cubicBezTo>
                      <a:cubicBezTo>
                        <a:pt x="12" y="26"/>
                        <a:pt x="13" y="26"/>
                        <a:pt x="13" y="26"/>
                      </a:cubicBezTo>
                      <a:cubicBezTo>
                        <a:pt x="14" y="25"/>
                        <a:pt x="15" y="24"/>
                        <a:pt x="15" y="24"/>
                      </a:cubicBezTo>
                      <a:cubicBezTo>
                        <a:pt x="15" y="23"/>
                        <a:pt x="14" y="22"/>
                        <a:pt x="14" y="22"/>
                      </a:cubicBezTo>
                      <a:cubicBezTo>
                        <a:pt x="13" y="21"/>
                        <a:pt x="12" y="21"/>
                        <a:pt x="11" y="20"/>
                      </a:cubicBezTo>
                      <a:cubicBezTo>
                        <a:pt x="9" y="19"/>
                        <a:pt x="7" y="19"/>
                        <a:pt x="6" y="18"/>
                      </a:cubicBezTo>
                      <a:cubicBezTo>
                        <a:pt x="0" y="14"/>
                        <a:pt x="0" y="7"/>
                        <a:pt x="5" y="3"/>
                      </a:cubicBezTo>
                      <a:cubicBezTo>
                        <a:pt x="10" y="0"/>
                        <a:pt x="18" y="0"/>
                        <a:pt x="23" y="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9" name="iṧ1ïḍè"/>
                <p:cNvSpPr/>
                <p:nvPr>
                  <p:custDataLst>
                    <p:tags r:id="rId224"/>
                  </p:custDataLst>
                </p:nvPr>
              </p:nvSpPr>
              <p:spPr bwMode="auto">
                <a:xfrm>
                  <a:off x="5413376" y="5022851"/>
                  <a:ext cx="38100" cy="0"/>
                </a:xfrm>
                <a:custGeom>
                  <a:avLst/>
                  <a:gdLst>
                    <a:gd name="T0" fmla="*/ 0 w 12"/>
                    <a:gd name="T1" fmla="*/ 0 w 12"/>
                    <a:gd name="T2" fmla="*/ 0 w 12"/>
                    <a:gd name="T3" fmla="*/ 0 w 12"/>
                    <a:gd name="T4" fmla="*/ 12 w 12"/>
                    <a:gd name="T5" fmla="*/ 0 w 12"/>
                    <a:gd name="T6" fmla="*/ 12 w 12"/>
                    <a:gd name="T7" fmla="*/ 12 w 12"/>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2">
                      <a:moveTo>
                        <a:pt x="0" y="0"/>
                      </a:moveTo>
                      <a:cubicBezTo>
                        <a:pt x="0" y="0"/>
                        <a:pt x="0" y="0"/>
                        <a:pt x="0" y="0"/>
                      </a:cubicBezTo>
                      <a:cubicBezTo>
                        <a:pt x="0" y="0"/>
                        <a:pt x="0" y="0"/>
                        <a:pt x="0" y="0"/>
                      </a:cubicBezTo>
                      <a:cubicBezTo>
                        <a:pt x="0" y="0"/>
                        <a:pt x="0" y="0"/>
                        <a:pt x="0" y="0"/>
                      </a:cubicBezTo>
                      <a:moveTo>
                        <a:pt x="12" y="0"/>
                      </a:moveTo>
                      <a:cubicBezTo>
                        <a:pt x="0" y="0"/>
                        <a:pt x="0" y="0"/>
                        <a:pt x="0" y="0"/>
                      </a:cubicBezTo>
                      <a:cubicBezTo>
                        <a:pt x="12" y="0"/>
                        <a:pt x="12" y="0"/>
                        <a:pt x="12" y="0"/>
                      </a:cubicBezTo>
                      <a:cubicBezTo>
                        <a:pt x="12" y="0"/>
                        <a:pt x="12" y="0"/>
                        <a:pt x="12" y="0"/>
                      </a:cubicBezTo>
                    </a:path>
                  </a:pathLst>
                </a:custGeom>
                <a:solidFill>
                  <a:srgbClr val="B594D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0" name="íşļîḓê"/>
                <p:cNvSpPr/>
                <p:nvPr>
                  <p:custDataLst>
                    <p:tags r:id="rId225"/>
                  </p:custDataLst>
                </p:nvPr>
              </p:nvSpPr>
              <p:spPr bwMode="auto">
                <a:xfrm>
                  <a:off x="5360989" y="4779963"/>
                  <a:ext cx="90488" cy="242888"/>
                </a:xfrm>
                <a:custGeom>
                  <a:avLst/>
                  <a:gdLst>
                    <a:gd name="T0" fmla="*/ 12 w 29"/>
                    <a:gd name="T1" fmla="*/ 0 h 79"/>
                    <a:gd name="T2" fmla="*/ 0 w 29"/>
                    <a:gd name="T3" fmla="*/ 16 h 79"/>
                    <a:gd name="T4" fmla="*/ 0 w 29"/>
                    <a:gd name="T5" fmla="*/ 16 h 79"/>
                    <a:gd name="T6" fmla="*/ 0 w 29"/>
                    <a:gd name="T7" fmla="*/ 16 h 79"/>
                    <a:gd name="T8" fmla="*/ 0 w 29"/>
                    <a:gd name="T9" fmla="*/ 62 h 79"/>
                    <a:gd name="T10" fmla="*/ 17 w 29"/>
                    <a:gd name="T11" fmla="*/ 79 h 79"/>
                    <a:gd name="T12" fmla="*/ 17 w 29"/>
                    <a:gd name="T13" fmla="*/ 79 h 79"/>
                    <a:gd name="T14" fmla="*/ 17 w 29"/>
                    <a:gd name="T15" fmla="*/ 79 h 79"/>
                    <a:gd name="T16" fmla="*/ 17 w 29"/>
                    <a:gd name="T17" fmla="*/ 79 h 79"/>
                    <a:gd name="T18" fmla="*/ 29 w 29"/>
                    <a:gd name="T19" fmla="*/ 79 h 79"/>
                    <a:gd name="T20" fmla="*/ 10 w 29"/>
                    <a:gd name="T21" fmla="*/ 65 h 79"/>
                    <a:gd name="T22" fmla="*/ 12 w 29"/>
                    <a:gd name="T23"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79">
                      <a:moveTo>
                        <a:pt x="12" y="0"/>
                      </a:moveTo>
                      <a:cubicBezTo>
                        <a:pt x="5" y="1"/>
                        <a:pt x="0" y="8"/>
                        <a:pt x="0" y="16"/>
                      </a:cubicBezTo>
                      <a:cubicBezTo>
                        <a:pt x="0" y="16"/>
                        <a:pt x="0" y="16"/>
                        <a:pt x="0" y="16"/>
                      </a:cubicBezTo>
                      <a:cubicBezTo>
                        <a:pt x="0" y="16"/>
                        <a:pt x="0" y="16"/>
                        <a:pt x="0" y="16"/>
                      </a:cubicBezTo>
                      <a:cubicBezTo>
                        <a:pt x="0" y="62"/>
                        <a:pt x="0" y="62"/>
                        <a:pt x="0" y="62"/>
                      </a:cubicBezTo>
                      <a:cubicBezTo>
                        <a:pt x="0" y="71"/>
                        <a:pt x="7" y="79"/>
                        <a:pt x="17" y="79"/>
                      </a:cubicBezTo>
                      <a:cubicBezTo>
                        <a:pt x="17" y="79"/>
                        <a:pt x="17" y="79"/>
                        <a:pt x="17" y="79"/>
                      </a:cubicBezTo>
                      <a:cubicBezTo>
                        <a:pt x="17" y="79"/>
                        <a:pt x="17" y="79"/>
                        <a:pt x="17" y="79"/>
                      </a:cubicBezTo>
                      <a:cubicBezTo>
                        <a:pt x="17" y="79"/>
                        <a:pt x="17" y="79"/>
                        <a:pt x="17" y="79"/>
                      </a:cubicBezTo>
                      <a:cubicBezTo>
                        <a:pt x="29" y="79"/>
                        <a:pt x="29" y="79"/>
                        <a:pt x="29" y="79"/>
                      </a:cubicBezTo>
                      <a:cubicBezTo>
                        <a:pt x="26" y="72"/>
                        <a:pt x="19" y="66"/>
                        <a:pt x="10" y="65"/>
                      </a:cubicBezTo>
                      <a:cubicBezTo>
                        <a:pt x="12" y="0"/>
                        <a:pt x="12" y="0"/>
                        <a:pt x="12" y="0"/>
                      </a:cubicBezTo>
                    </a:path>
                  </a:pathLst>
                </a:custGeom>
                <a:solidFill>
                  <a:srgbClr val="ED955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1" name="íSḷíḓè"/>
                <p:cNvSpPr/>
                <p:nvPr>
                  <p:custDataLst>
                    <p:tags r:id="rId226"/>
                  </p:custDataLst>
                </p:nvPr>
              </p:nvSpPr>
              <p:spPr bwMode="auto">
                <a:xfrm>
                  <a:off x="5287964" y="4332288"/>
                  <a:ext cx="571500" cy="727075"/>
                </a:xfrm>
                <a:custGeom>
                  <a:avLst/>
                  <a:gdLst>
                    <a:gd name="T0" fmla="*/ 180 w 186"/>
                    <a:gd name="T1" fmla="*/ 224 h 237"/>
                    <a:gd name="T2" fmla="*/ 26 w 186"/>
                    <a:gd name="T3" fmla="*/ 223 h 237"/>
                    <a:gd name="T4" fmla="*/ 32 w 186"/>
                    <a:gd name="T5" fmla="*/ 28 h 237"/>
                    <a:gd name="T6" fmla="*/ 32 w 186"/>
                    <a:gd name="T7" fmla="*/ 27 h 237"/>
                    <a:gd name="T8" fmla="*/ 30 w 186"/>
                    <a:gd name="T9" fmla="*/ 22 h 237"/>
                    <a:gd name="T10" fmla="*/ 11 w 186"/>
                    <a:gd name="T11" fmla="*/ 3 h 237"/>
                    <a:gd name="T12" fmla="*/ 3 w 186"/>
                    <a:gd name="T13" fmla="*/ 3 h 237"/>
                    <a:gd name="T14" fmla="*/ 2 w 186"/>
                    <a:gd name="T15" fmla="*/ 11 h 237"/>
                    <a:gd name="T16" fmla="*/ 19 w 186"/>
                    <a:gd name="T17" fmla="*/ 29 h 237"/>
                    <a:gd name="T18" fmla="*/ 13 w 186"/>
                    <a:gd name="T19" fmla="*/ 229 h 237"/>
                    <a:gd name="T20" fmla="*/ 19 w 186"/>
                    <a:gd name="T21" fmla="*/ 235 h 237"/>
                    <a:gd name="T22" fmla="*/ 180 w 186"/>
                    <a:gd name="T23" fmla="*/ 237 h 237"/>
                    <a:gd name="T24" fmla="*/ 186 w 186"/>
                    <a:gd name="T25" fmla="*/ 231 h 237"/>
                    <a:gd name="T26" fmla="*/ 180 w 186"/>
                    <a:gd name="T27" fmla="*/ 22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6" h="237">
                      <a:moveTo>
                        <a:pt x="180" y="224"/>
                      </a:moveTo>
                      <a:cubicBezTo>
                        <a:pt x="26" y="223"/>
                        <a:pt x="26" y="223"/>
                        <a:pt x="26" y="223"/>
                      </a:cubicBezTo>
                      <a:cubicBezTo>
                        <a:pt x="32" y="28"/>
                        <a:pt x="32" y="28"/>
                        <a:pt x="32" y="28"/>
                      </a:cubicBezTo>
                      <a:cubicBezTo>
                        <a:pt x="32" y="27"/>
                        <a:pt x="32" y="27"/>
                        <a:pt x="32" y="27"/>
                      </a:cubicBezTo>
                      <a:cubicBezTo>
                        <a:pt x="32" y="26"/>
                        <a:pt x="31" y="24"/>
                        <a:pt x="30" y="22"/>
                      </a:cubicBezTo>
                      <a:cubicBezTo>
                        <a:pt x="11" y="3"/>
                        <a:pt x="11" y="3"/>
                        <a:pt x="11" y="3"/>
                      </a:cubicBezTo>
                      <a:cubicBezTo>
                        <a:pt x="9" y="0"/>
                        <a:pt x="5" y="0"/>
                        <a:pt x="3" y="3"/>
                      </a:cubicBezTo>
                      <a:cubicBezTo>
                        <a:pt x="0" y="5"/>
                        <a:pt x="0" y="9"/>
                        <a:pt x="2" y="11"/>
                      </a:cubicBezTo>
                      <a:cubicBezTo>
                        <a:pt x="19" y="29"/>
                        <a:pt x="19" y="29"/>
                        <a:pt x="19" y="29"/>
                      </a:cubicBezTo>
                      <a:cubicBezTo>
                        <a:pt x="13" y="229"/>
                        <a:pt x="13" y="229"/>
                        <a:pt x="13" y="229"/>
                      </a:cubicBezTo>
                      <a:cubicBezTo>
                        <a:pt x="13" y="233"/>
                        <a:pt x="16" y="235"/>
                        <a:pt x="19" y="235"/>
                      </a:cubicBezTo>
                      <a:cubicBezTo>
                        <a:pt x="180" y="237"/>
                        <a:pt x="180" y="237"/>
                        <a:pt x="180" y="237"/>
                      </a:cubicBezTo>
                      <a:cubicBezTo>
                        <a:pt x="183" y="237"/>
                        <a:pt x="186" y="234"/>
                        <a:pt x="186" y="231"/>
                      </a:cubicBezTo>
                      <a:cubicBezTo>
                        <a:pt x="186" y="227"/>
                        <a:pt x="184" y="224"/>
                        <a:pt x="180" y="224"/>
                      </a:cubicBezTo>
                      <a:close/>
                    </a:path>
                  </a:pathLst>
                </a:custGeom>
                <a:solidFill>
                  <a:srgbClr val="8A81C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2" name="íṩḷídé"/>
                <p:cNvSpPr/>
                <p:nvPr>
                  <p:custDataLst>
                    <p:tags r:id="rId227"/>
                  </p:custDataLst>
                </p:nvPr>
              </p:nvSpPr>
              <p:spPr bwMode="auto">
                <a:xfrm>
                  <a:off x="5711826" y="5032376"/>
                  <a:ext cx="74613" cy="82550"/>
                </a:xfrm>
                <a:custGeom>
                  <a:avLst/>
                  <a:gdLst>
                    <a:gd name="T0" fmla="*/ 21 w 24"/>
                    <a:gd name="T1" fmla="*/ 26 h 27"/>
                    <a:gd name="T2" fmla="*/ 22 w 24"/>
                    <a:gd name="T3" fmla="*/ 25 h 27"/>
                    <a:gd name="T4" fmla="*/ 22 w 24"/>
                    <a:gd name="T5" fmla="*/ 19 h 27"/>
                    <a:gd name="T6" fmla="*/ 8 w 24"/>
                    <a:gd name="T7" fmla="*/ 2 h 27"/>
                    <a:gd name="T8" fmla="*/ 3 w 24"/>
                    <a:gd name="T9" fmla="*/ 2 h 27"/>
                    <a:gd name="T10" fmla="*/ 2 w 24"/>
                    <a:gd name="T11" fmla="*/ 2 h 27"/>
                    <a:gd name="T12" fmla="*/ 1 w 24"/>
                    <a:gd name="T13" fmla="*/ 8 h 27"/>
                    <a:gd name="T14" fmla="*/ 15 w 24"/>
                    <a:gd name="T15" fmla="*/ 25 h 27"/>
                    <a:gd name="T16" fmla="*/ 21 w 24"/>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7">
                      <a:moveTo>
                        <a:pt x="21" y="26"/>
                      </a:moveTo>
                      <a:cubicBezTo>
                        <a:pt x="22" y="25"/>
                        <a:pt x="22" y="25"/>
                        <a:pt x="22" y="25"/>
                      </a:cubicBezTo>
                      <a:cubicBezTo>
                        <a:pt x="24" y="24"/>
                        <a:pt x="24" y="21"/>
                        <a:pt x="22" y="19"/>
                      </a:cubicBezTo>
                      <a:cubicBezTo>
                        <a:pt x="8" y="2"/>
                        <a:pt x="8" y="2"/>
                        <a:pt x="8" y="2"/>
                      </a:cubicBezTo>
                      <a:cubicBezTo>
                        <a:pt x="7" y="1"/>
                        <a:pt x="4" y="0"/>
                        <a:pt x="3" y="2"/>
                      </a:cubicBezTo>
                      <a:cubicBezTo>
                        <a:pt x="2" y="2"/>
                        <a:pt x="2" y="2"/>
                        <a:pt x="2" y="2"/>
                      </a:cubicBezTo>
                      <a:cubicBezTo>
                        <a:pt x="0" y="4"/>
                        <a:pt x="0" y="6"/>
                        <a:pt x="1" y="8"/>
                      </a:cubicBezTo>
                      <a:cubicBezTo>
                        <a:pt x="15" y="25"/>
                        <a:pt x="15" y="25"/>
                        <a:pt x="15" y="25"/>
                      </a:cubicBezTo>
                      <a:cubicBezTo>
                        <a:pt x="17" y="27"/>
                        <a:pt x="19" y="27"/>
                        <a:pt x="21" y="26"/>
                      </a:cubicBezTo>
                      <a:close/>
                    </a:path>
                  </a:pathLst>
                </a:custGeom>
                <a:solidFill>
                  <a:srgbClr val="8A81C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3" name="ïṡļïḓé"/>
                <p:cNvSpPr/>
                <p:nvPr>
                  <p:custDataLst>
                    <p:tags r:id="rId228"/>
                  </p:custDataLst>
                </p:nvPr>
              </p:nvSpPr>
              <p:spPr bwMode="auto">
                <a:xfrm>
                  <a:off x="5278439" y="4951413"/>
                  <a:ext cx="157163" cy="157163"/>
                </a:xfrm>
                <a:custGeom>
                  <a:avLst/>
                  <a:gdLst>
                    <a:gd name="T0" fmla="*/ 51 w 51"/>
                    <a:gd name="T1" fmla="*/ 26 h 51"/>
                    <a:gd name="T2" fmla="*/ 25 w 51"/>
                    <a:gd name="T3" fmla="*/ 51 h 51"/>
                    <a:gd name="T4" fmla="*/ 0 w 51"/>
                    <a:gd name="T5" fmla="*/ 26 h 51"/>
                    <a:gd name="T6" fmla="*/ 25 w 51"/>
                    <a:gd name="T7" fmla="*/ 1 h 51"/>
                    <a:gd name="T8" fmla="*/ 51 w 51"/>
                    <a:gd name="T9" fmla="*/ 26 h 51"/>
                  </a:gdLst>
                  <a:ahLst/>
                  <a:cxnLst>
                    <a:cxn ang="0">
                      <a:pos x="T0" y="T1"/>
                    </a:cxn>
                    <a:cxn ang="0">
                      <a:pos x="T2" y="T3"/>
                    </a:cxn>
                    <a:cxn ang="0">
                      <a:pos x="T4" y="T5"/>
                    </a:cxn>
                    <a:cxn ang="0">
                      <a:pos x="T6" y="T7"/>
                    </a:cxn>
                    <a:cxn ang="0">
                      <a:pos x="T8" y="T9"/>
                    </a:cxn>
                  </a:cxnLst>
                  <a:rect l="0" t="0" r="r" b="b"/>
                  <a:pathLst>
                    <a:path w="51" h="51">
                      <a:moveTo>
                        <a:pt x="51" y="26"/>
                      </a:moveTo>
                      <a:cubicBezTo>
                        <a:pt x="51" y="40"/>
                        <a:pt x="39" y="51"/>
                        <a:pt x="25" y="51"/>
                      </a:cubicBezTo>
                      <a:cubicBezTo>
                        <a:pt x="11" y="51"/>
                        <a:pt x="0" y="40"/>
                        <a:pt x="0" y="26"/>
                      </a:cubicBezTo>
                      <a:cubicBezTo>
                        <a:pt x="0" y="12"/>
                        <a:pt x="11" y="0"/>
                        <a:pt x="25" y="1"/>
                      </a:cubicBezTo>
                      <a:cubicBezTo>
                        <a:pt x="39" y="1"/>
                        <a:pt x="51" y="12"/>
                        <a:pt x="51" y="26"/>
                      </a:cubicBezTo>
                      <a:close/>
                    </a:path>
                  </a:pathLst>
                </a:custGeom>
                <a:solidFill>
                  <a:srgbClr val="44377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4" name="í$1ïde"/>
                <p:cNvSpPr/>
                <p:nvPr>
                  <p:custDataLst>
                    <p:tags r:id="rId229"/>
                  </p:custDataLst>
                </p:nvPr>
              </p:nvSpPr>
              <p:spPr bwMode="auto">
                <a:xfrm>
                  <a:off x="5324476" y="4997451"/>
                  <a:ext cx="65088" cy="68263"/>
                </a:xfrm>
                <a:prstGeom prst="ellipse">
                  <a:avLst/>
                </a:prstGeom>
                <a:solidFill>
                  <a:srgbClr val="2F276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5" name="îšlîḓe"/>
                <p:cNvSpPr/>
                <p:nvPr>
                  <p:custDataLst>
                    <p:tags r:id="rId230"/>
                  </p:custDataLst>
                </p:nvPr>
              </p:nvSpPr>
              <p:spPr bwMode="auto">
                <a:xfrm>
                  <a:off x="7642226" y="4764088"/>
                  <a:ext cx="53975" cy="84138"/>
                </a:xfrm>
                <a:custGeom>
                  <a:avLst/>
                  <a:gdLst>
                    <a:gd name="T0" fmla="*/ 34 w 34"/>
                    <a:gd name="T1" fmla="*/ 2 h 53"/>
                    <a:gd name="T2" fmla="*/ 29 w 34"/>
                    <a:gd name="T3" fmla="*/ 53 h 53"/>
                    <a:gd name="T4" fmla="*/ 0 w 34"/>
                    <a:gd name="T5" fmla="*/ 51 h 53"/>
                    <a:gd name="T6" fmla="*/ 3 w 34"/>
                    <a:gd name="T7" fmla="*/ 0 h 53"/>
                    <a:gd name="T8" fmla="*/ 34 w 34"/>
                    <a:gd name="T9" fmla="*/ 2 h 53"/>
                  </a:gdLst>
                  <a:ahLst/>
                  <a:cxnLst>
                    <a:cxn ang="0">
                      <a:pos x="T0" y="T1"/>
                    </a:cxn>
                    <a:cxn ang="0">
                      <a:pos x="T2" y="T3"/>
                    </a:cxn>
                    <a:cxn ang="0">
                      <a:pos x="T4" y="T5"/>
                    </a:cxn>
                    <a:cxn ang="0">
                      <a:pos x="T6" y="T7"/>
                    </a:cxn>
                    <a:cxn ang="0">
                      <a:pos x="T8" y="T9"/>
                    </a:cxn>
                  </a:cxnLst>
                  <a:rect l="0" t="0" r="r" b="b"/>
                  <a:pathLst>
                    <a:path w="34" h="53">
                      <a:moveTo>
                        <a:pt x="34" y="2"/>
                      </a:moveTo>
                      <a:lnTo>
                        <a:pt x="29" y="53"/>
                      </a:lnTo>
                      <a:lnTo>
                        <a:pt x="0" y="51"/>
                      </a:lnTo>
                      <a:lnTo>
                        <a:pt x="3" y="0"/>
                      </a:lnTo>
                      <a:lnTo>
                        <a:pt x="34" y="2"/>
                      </a:ln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6" name="îşlíďê"/>
                <p:cNvSpPr/>
                <p:nvPr/>
              </p:nvSpPr>
              <p:spPr bwMode="auto">
                <a:xfrm>
                  <a:off x="7642226" y="4764088"/>
                  <a:ext cx="53975" cy="84138"/>
                </a:xfrm>
                <a:custGeom>
                  <a:avLst/>
                  <a:gdLst>
                    <a:gd name="T0" fmla="*/ 34 w 34"/>
                    <a:gd name="T1" fmla="*/ 2 h 53"/>
                    <a:gd name="T2" fmla="*/ 29 w 34"/>
                    <a:gd name="T3" fmla="*/ 53 h 53"/>
                    <a:gd name="T4" fmla="*/ 0 w 34"/>
                    <a:gd name="T5" fmla="*/ 51 h 53"/>
                    <a:gd name="T6" fmla="*/ 3 w 34"/>
                    <a:gd name="T7" fmla="*/ 0 h 53"/>
                  </a:gdLst>
                  <a:ahLst/>
                  <a:cxnLst>
                    <a:cxn ang="0">
                      <a:pos x="T0" y="T1"/>
                    </a:cxn>
                    <a:cxn ang="0">
                      <a:pos x="T2" y="T3"/>
                    </a:cxn>
                    <a:cxn ang="0">
                      <a:pos x="T4" y="T5"/>
                    </a:cxn>
                    <a:cxn ang="0">
                      <a:pos x="T6" y="T7"/>
                    </a:cxn>
                  </a:cxnLst>
                  <a:rect l="0" t="0" r="r" b="b"/>
                  <a:pathLst>
                    <a:path w="34" h="53">
                      <a:moveTo>
                        <a:pt x="34" y="2"/>
                      </a:moveTo>
                      <a:lnTo>
                        <a:pt x="29" y="53"/>
                      </a:lnTo>
                      <a:lnTo>
                        <a:pt x="0" y="51"/>
                      </a:lnTo>
                      <a:lnTo>
                        <a:pt x="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7" name="ïSḷiḍè"/>
                <p:cNvSpPr/>
                <p:nvPr>
                  <p:custDataLst>
                    <p:tags r:id="rId231"/>
                  </p:custDataLst>
                </p:nvPr>
              </p:nvSpPr>
              <p:spPr bwMode="auto">
                <a:xfrm>
                  <a:off x="7540626" y="4822826"/>
                  <a:ext cx="158750" cy="77788"/>
                </a:xfrm>
                <a:custGeom>
                  <a:avLst/>
                  <a:gdLst>
                    <a:gd name="T0" fmla="*/ 30 w 52"/>
                    <a:gd name="T1" fmla="*/ 24 h 25"/>
                    <a:gd name="T2" fmla="*/ 44 w 52"/>
                    <a:gd name="T3" fmla="*/ 23 h 25"/>
                    <a:gd name="T4" fmla="*/ 51 w 52"/>
                    <a:gd name="T5" fmla="*/ 13 h 25"/>
                    <a:gd name="T6" fmla="*/ 48 w 52"/>
                    <a:gd name="T7" fmla="*/ 5 h 25"/>
                    <a:gd name="T8" fmla="*/ 38 w 52"/>
                    <a:gd name="T9" fmla="*/ 4 h 25"/>
                    <a:gd name="T10" fmla="*/ 35 w 52"/>
                    <a:gd name="T11" fmla="*/ 0 h 25"/>
                    <a:gd name="T12" fmla="*/ 31 w 52"/>
                    <a:gd name="T13" fmla="*/ 5 h 25"/>
                    <a:gd name="T14" fmla="*/ 20 w 52"/>
                    <a:gd name="T15" fmla="*/ 16 h 25"/>
                    <a:gd name="T16" fmla="*/ 30 w 52"/>
                    <a:gd name="T17"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25">
                      <a:moveTo>
                        <a:pt x="30" y="24"/>
                      </a:moveTo>
                      <a:cubicBezTo>
                        <a:pt x="36" y="23"/>
                        <a:pt x="37" y="23"/>
                        <a:pt x="44" y="23"/>
                      </a:cubicBezTo>
                      <a:cubicBezTo>
                        <a:pt x="52" y="23"/>
                        <a:pt x="52" y="22"/>
                        <a:pt x="51" y="13"/>
                      </a:cubicBezTo>
                      <a:cubicBezTo>
                        <a:pt x="51" y="10"/>
                        <a:pt x="50" y="7"/>
                        <a:pt x="48" y="5"/>
                      </a:cubicBezTo>
                      <a:cubicBezTo>
                        <a:pt x="45" y="8"/>
                        <a:pt x="39" y="6"/>
                        <a:pt x="38" y="4"/>
                      </a:cubicBezTo>
                      <a:cubicBezTo>
                        <a:pt x="37" y="1"/>
                        <a:pt x="35" y="0"/>
                        <a:pt x="35" y="0"/>
                      </a:cubicBezTo>
                      <a:cubicBezTo>
                        <a:pt x="33" y="1"/>
                        <a:pt x="32" y="3"/>
                        <a:pt x="31" y="5"/>
                      </a:cubicBezTo>
                      <a:cubicBezTo>
                        <a:pt x="30" y="7"/>
                        <a:pt x="28" y="13"/>
                        <a:pt x="20" y="16"/>
                      </a:cubicBezTo>
                      <a:cubicBezTo>
                        <a:pt x="0" y="22"/>
                        <a:pt x="19" y="25"/>
                        <a:pt x="30" y="24"/>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8" name="iṣḷîde"/>
                <p:cNvSpPr/>
                <p:nvPr>
                  <p:custDataLst>
                    <p:tags r:id="rId232"/>
                  </p:custDataLst>
                </p:nvPr>
              </p:nvSpPr>
              <p:spPr bwMode="auto">
                <a:xfrm>
                  <a:off x="7862889" y="4764088"/>
                  <a:ext cx="55563" cy="84138"/>
                </a:xfrm>
                <a:custGeom>
                  <a:avLst/>
                  <a:gdLst>
                    <a:gd name="T0" fmla="*/ 35 w 35"/>
                    <a:gd name="T1" fmla="*/ 2 h 53"/>
                    <a:gd name="T2" fmla="*/ 29 w 35"/>
                    <a:gd name="T3" fmla="*/ 53 h 53"/>
                    <a:gd name="T4" fmla="*/ 0 w 35"/>
                    <a:gd name="T5" fmla="*/ 51 h 53"/>
                    <a:gd name="T6" fmla="*/ 6 w 35"/>
                    <a:gd name="T7" fmla="*/ 0 h 53"/>
                    <a:gd name="T8" fmla="*/ 35 w 35"/>
                    <a:gd name="T9" fmla="*/ 2 h 53"/>
                  </a:gdLst>
                  <a:ahLst/>
                  <a:cxnLst>
                    <a:cxn ang="0">
                      <a:pos x="T0" y="T1"/>
                    </a:cxn>
                    <a:cxn ang="0">
                      <a:pos x="T2" y="T3"/>
                    </a:cxn>
                    <a:cxn ang="0">
                      <a:pos x="T4" y="T5"/>
                    </a:cxn>
                    <a:cxn ang="0">
                      <a:pos x="T6" y="T7"/>
                    </a:cxn>
                    <a:cxn ang="0">
                      <a:pos x="T8" y="T9"/>
                    </a:cxn>
                  </a:cxnLst>
                  <a:rect l="0" t="0" r="r" b="b"/>
                  <a:pathLst>
                    <a:path w="35" h="53">
                      <a:moveTo>
                        <a:pt x="35" y="2"/>
                      </a:moveTo>
                      <a:lnTo>
                        <a:pt x="29" y="53"/>
                      </a:lnTo>
                      <a:lnTo>
                        <a:pt x="0" y="51"/>
                      </a:lnTo>
                      <a:lnTo>
                        <a:pt x="6" y="0"/>
                      </a:lnTo>
                      <a:lnTo>
                        <a:pt x="35" y="2"/>
                      </a:ln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9" name="ïṥ1idè"/>
                <p:cNvSpPr/>
                <p:nvPr/>
              </p:nvSpPr>
              <p:spPr bwMode="auto">
                <a:xfrm>
                  <a:off x="7862889" y="4764088"/>
                  <a:ext cx="55563" cy="84138"/>
                </a:xfrm>
                <a:custGeom>
                  <a:avLst/>
                  <a:gdLst>
                    <a:gd name="T0" fmla="*/ 35 w 35"/>
                    <a:gd name="T1" fmla="*/ 2 h 53"/>
                    <a:gd name="T2" fmla="*/ 29 w 35"/>
                    <a:gd name="T3" fmla="*/ 53 h 53"/>
                    <a:gd name="T4" fmla="*/ 0 w 35"/>
                    <a:gd name="T5" fmla="*/ 51 h 53"/>
                    <a:gd name="T6" fmla="*/ 6 w 35"/>
                    <a:gd name="T7" fmla="*/ 0 h 53"/>
                  </a:gdLst>
                  <a:ahLst/>
                  <a:cxnLst>
                    <a:cxn ang="0">
                      <a:pos x="T0" y="T1"/>
                    </a:cxn>
                    <a:cxn ang="0">
                      <a:pos x="T2" y="T3"/>
                    </a:cxn>
                    <a:cxn ang="0">
                      <a:pos x="T4" y="T5"/>
                    </a:cxn>
                    <a:cxn ang="0">
                      <a:pos x="T6" y="T7"/>
                    </a:cxn>
                  </a:cxnLst>
                  <a:rect l="0" t="0" r="r" b="b"/>
                  <a:pathLst>
                    <a:path w="35" h="53">
                      <a:moveTo>
                        <a:pt x="35" y="2"/>
                      </a:moveTo>
                      <a:lnTo>
                        <a:pt x="29" y="53"/>
                      </a:lnTo>
                      <a:lnTo>
                        <a:pt x="0" y="51"/>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0" name="ïṩḻíḓê"/>
                <p:cNvSpPr/>
                <p:nvPr>
                  <p:custDataLst>
                    <p:tags r:id="rId233"/>
                  </p:custDataLst>
                </p:nvPr>
              </p:nvSpPr>
              <p:spPr bwMode="auto">
                <a:xfrm>
                  <a:off x="7804151" y="4822826"/>
                  <a:ext cx="120650" cy="77788"/>
                </a:xfrm>
                <a:custGeom>
                  <a:avLst/>
                  <a:gdLst>
                    <a:gd name="T0" fmla="*/ 16 w 39"/>
                    <a:gd name="T1" fmla="*/ 24 h 25"/>
                    <a:gd name="T2" fmla="*/ 30 w 39"/>
                    <a:gd name="T3" fmla="*/ 23 h 25"/>
                    <a:gd name="T4" fmla="*/ 37 w 39"/>
                    <a:gd name="T5" fmla="*/ 13 h 25"/>
                    <a:gd name="T6" fmla="*/ 35 w 39"/>
                    <a:gd name="T7" fmla="*/ 5 h 25"/>
                    <a:gd name="T8" fmla="*/ 24 w 39"/>
                    <a:gd name="T9" fmla="*/ 4 h 25"/>
                    <a:gd name="T10" fmla="*/ 21 w 39"/>
                    <a:gd name="T11" fmla="*/ 0 h 25"/>
                    <a:gd name="T12" fmla="*/ 17 w 39"/>
                    <a:gd name="T13" fmla="*/ 5 h 25"/>
                    <a:gd name="T14" fmla="*/ 6 w 39"/>
                    <a:gd name="T15" fmla="*/ 16 h 25"/>
                    <a:gd name="T16" fmla="*/ 16 w 39"/>
                    <a:gd name="T17"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25">
                      <a:moveTo>
                        <a:pt x="16" y="24"/>
                      </a:moveTo>
                      <a:cubicBezTo>
                        <a:pt x="22" y="23"/>
                        <a:pt x="23" y="23"/>
                        <a:pt x="30" y="23"/>
                      </a:cubicBezTo>
                      <a:cubicBezTo>
                        <a:pt x="38" y="23"/>
                        <a:pt x="39" y="22"/>
                        <a:pt x="37" y="13"/>
                      </a:cubicBezTo>
                      <a:cubicBezTo>
                        <a:pt x="37" y="10"/>
                        <a:pt x="36" y="7"/>
                        <a:pt x="35" y="5"/>
                      </a:cubicBezTo>
                      <a:cubicBezTo>
                        <a:pt x="31" y="8"/>
                        <a:pt x="25" y="6"/>
                        <a:pt x="24" y="4"/>
                      </a:cubicBezTo>
                      <a:cubicBezTo>
                        <a:pt x="23" y="1"/>
                        <a:pt x="21" y="0"/>
                        <a:pt x="21" y="0"/>
                      </a:cubicBezTo>
                      <a:cubicBezTo>
                        <a:pt x="19" y="1"/>
                        <a:pt x="18" y="3"/>
                        <a:pt x="17" y="5"/>
                      </a:cubicBezTo>
                      <a:cubicBezTo>
                        <a:pt x="16" y="7"/>
                        <a:pt x="14" y="12"/>
                        <a:pt x="6" y="16"/>
                      </a:cubicBezTo>
                      <a:cubicBezTo>
                        <a:pt x="0" y="18"/>
                        <a:pt x="5" y="25"/>
                        <a:pt x="16" y="24"/>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1" name="išḷíḓe"/>
                <p:cNvSpPr/>
                <p:nvPr>
                  <p:custDataLst>
                    <p:tags r:id="rId234"/>
                  </p:custDataLst>
                </p:nvPr>
              </p:nvSpPr>
              <p:spPr bwMode="auto">
                <a:xfrm>
                  <a:off x="7294564" y="3294063"/>
                  <a:ext cx="325438" cy="312738"/>
                </a:xfrm>
                <a:custGeom>
                  <a:avLst/>
                  <a:gdLst>
                    <a:gd name="T0" fmla="*/ 75 w 106"/>
                    <a:gd name="T1" fmla="*/ 65 h 102"/>
                    <a:gd name="T2" fmla="*/ 33 w 106"/>
                    <a:gd name="T3" fmla="*/ 28 h 102"/>
                    <a:gd name="T4" fmla="*/ 34 w 106"/>
                    <a:gd name="T5" fmla="*/ 15 h 102"/>
                    <a:gd name="T6" fmla="*/ 30 w 106"/>
                    <a:gd name="T7" fmla="*/ 10 h 102"/>
                    <a:gd name="T8" fmla="*/ 22 w 106"/>
                    <a:gd name="T9" fmla="*/ 5 h 102"/>
                    <a:gd name="T10" fmla="*/ 21 w 106"/>
                    <a:gd name="T11" fmla="*/ 9 h 102"/>
                    <a:gd name="T12" fmla="*/ 27 w 106"/>
                    <a:gd name="T13" fmla="*/ 16 h 102"/>
                    <a:gd name="T14" fmla="*/ 28 w 106"/>
                    <a:gd name="T15" fmla="*/ 17 h 102"/>
                    <a:gd name="T16" fmla="*/ 27 w 106"/>
                    <a:gd name="T17" fmla="*/ 17 h 102"/>
                    <a:gd name="T18" fmla="*/ 17 w 106"/>
                    <a:gd name="T19" fmla="*/ 7 h 102"/>
                    <a:gd name="T20" fmla="*/ 7 w 106"/>
                    <a:gd name="T21" fmla="*/ 0 h 102"/>
                    <a:gd name="T22" fmla="*/ 6 w 106"/>
                    <a:gd name="T23" fmla="*/ 2 h 102"/>
                    <a:gd name="T24" fmla="*/ 2 w 106"/>
                    <a:gd name="T25" fmla="*/ 4 h 102"/>
                    <a:gd name="T26" fmla="*/ 3 w 106"/>
                    <a:gd name="T27" fmla="*/ 6 h 102"/>
                    <a:gd name="T28" fmla="*/ 2 w 106"/>
                    <a:gd name="T29" fmla="*/ 12 h 102"/>
                    <a:gd name="T30" fmla="*/ 8 w 106"/>
                    <a:gd name="T31" fmla="*/ 23 h 102"/>
                    <a:gd name="T32" fmla="*/ 23 w 106"/>
                    <a:gd name="T33" fmla="*/ 35 h 102"/>
                    <a:gd name="T34" fmla="*/ 62 w 106"/>
                    <a:gd name="T35" fmla="*/ 83 h 102"/>
                    <a:gd name="T36" fmla="*/ 103 w 106"/>
                    <a:gd name="T37" fmla="*/ 102 h 102"/>
                    <a:gd name="T38" fmla="*/ 106 w 106"/>
                    <a:gd name="T39" fmla="*/ 78 h 102"/>
                    <a:gd name="T40" fmla="*/ 75 w 106"/>
                    <a:gd name="T41" fmla="*/ 65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6" h="102">
                      <a:moveTo>
                        <a:pt x="75" y="65"/>
                      </a:moveTo>
                      <a:cubicBezTo>
                        <a:pt x="67" y="60"/>
                        <a:pt x="33" y="28"/>
                        <a:pt x="33" y="28"/>
                      </a:cubicBezTo>
                      <a:cubicBezTo>
                        <a:pt x="33" y="28"/>
                        <a:pt x="35" y="18"/>
                        <a:pt x="34" y="15"/>
                      </a:cubicBezTo>
                      <a:cubicBezTo>
                        <a:pt x="33" y="14"/>
                        <a:pt x="32" y="12"/>
                        <a:pt x="30" y="10"/>
                      </a:cubicBezTo>
                      <a:cubicBezTo>
                        <a:pt x="30" y="10"/>
                        <a:pt x="24" y="5"/>
                        <a:pt x="22" y="5"/>
                      </a:cubicBezTo>
                      <a:cubicBezTo>
                        <a:pt x="20" y="5"/>
                        <a:pt x="21" y="8"/>
                        <a:pt x="21" y="9"/>
                      </a:cubicBezTo>
                      <a:cubicBezTo>
                        <a:pt x="22" y="11"/>
                        <a:pt x="27" y="16"/>
                        <a:pt x="27" y="16"/>
                      </a:cubicBezTo>
                      <a:cubicBezTo>
                        <a:pt x="28" y="16"/>
                        <a:pt x="28" y="17"/>
                        <a:pt x="28" y="17"/>
                      </a:cubicBezTo>
                      <a:cubicBezTo>
                        <a:pt x="28" y="17"/>
                        <a:pt x="27" y="17"/>
                        <a:pt x="27" y="17"/>
                      </a:cubicBezTo>
                      <a:cubicBezTo>
                        <a:pt x="25" y="15"/>
                        <a:pt x="20" y="10"/>
                        <a:pt x="17" y="7"/>
                      </a:cubicBezTo>
                      <a:cubicBezTo>
                        <a:pt x="13" y="3"/>
                        <a:pt x="9" y="0"/>
                        <a:pt x="7" y="0"/>
                      </a:cubicBezTo>
                      <a:cubicBezTo>
                        <a:pt x="6" y="0"/>
                        <a:pt x="6" y="1"/>
                        <a:pt x="6" y="2"/>
                      </a:cubicBezTo>
                      <a:cubicBezTo>
                        <a:pt x="6" y="2"/>
                        <a:pt x="1" y="2"/>
                        <a:pt x="2" y="4"/>
                      </a:cubicBezTo>
                      <a:cubicBezTo>
                        <a:pt x="2" y="4"/>
                        <a:pt x="2" y="4"/>
                        <a:pt x="3" y="6"/>
                      </a:cubicBezTo>
                      <a:cubicBezTo>
                        <a:pt x="3" y="6"/>
                        <a:pt x="0" y="9"/>
                        <a:pt x="2" y="12"/>
                      </a:cubicBezTo>
                      <a:cubicBezTo>
                        <a:pt x="8" y="23"/>
                        <a:pt x="8" y="23"/>
                        <a:pt x="8" y="23"/>
                      </a:cubicBezTo>
                      <a:cubicBezTo>
                        <a:pt x="10" y="26"/>
                        <a:pt x="14" y="33"/>
                        <a:pt x="23" y="35"/>
                      </a:cubicBezTo>
                      <a:cubicBezTo>
                        <a:pt x="23" y="35"/>
                        <a:pt x="54" y="80"/>
                        <a:pt x="62" y="83"/>
                      </a:cubicBezTo>
                      <a:cubicBezTo>
                        <a:pt x="71" y="87"/>
                        <a:pt x="103" y="102"/>
                        <a:pt x="103" y="102"/>
                      </a:cubicBezTo>
                      <a:cubicBezTo>
                        <a:pt x="106" y="78"/>
                        <a:pt x="106" y="78"/>
                        <a:pt x="106" y="78"/>
                      </a:cubicBezTo>
                      <a:cubicBezTo>
                        <a:pt x="106" y="78"/>
                        <a:pt x="82" y="71"/>
                        <a:pt x="75" y="65"/>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2" name="íṩľîďê"/>
                <p:cNvSpPr/>
                <p:nvPr>
                  <p:custDataLst>
                    <p:tags r:id="rId235"/>
                  </p:custDataLst>
                </p:nvPr>
              </p:nvSpPr>
              <p:spPr bwMode="auto">
                <a:xfrm>
                  <a:off x="7620001" y="3975101"/>
                  <a:ext cx="371475" cy="838200"/>
                </a:xfrm>
                <a:custGeom>
                  <a:avLst/>
                  <a:gdLst>
                    <a:gd name="T0" fmla="*/ 10 w 121"/>
                    <a:gd name="T1" fmla="*/ 0 h 273"/>
                    <a:gd name="T2" fmla="*/ 117 w 121"/>
                    <a:gd name="T3" fmla="*/ 10 h 273"/>
                    <a:gd name="T4" fmla="*/ 100 w 121"/>
                    <a:gd name="T5" fmla="*/ 273 h 273"/>
                    <a:gd name="T6" fmla="*/ 76 w 121"/>
                    <a:gd name="T7" fmla="*/ 272 h 273"/>
                    <a:gd name="T8" fmla="*/ 65 w 121"/>
                    <a:gd name="T9" fmla="*/ 67 h 273"/>
                    <a:gd name="T10" fmla="*/ 60 w 121"/>
                    <a:gd name="T11" fmla="*/ 66 h 273"/>
                    <a:gd name="T12" fmla="*/ 28 w 121"/>
                    <a:gd name="T13" fmla="*/ 273 h 273"/>
                    <a:gd name="T14" fmla="*/ 0 w 121"/>
                    <a:gd name="T15" fmla="*/ 272 h 273"/>
                    <a:gd name="T16" fmla="*/ 10 w 121"/>
                    <a:gd name="T17" fmla="*/ 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273">
                      <a:moveTo>
                        <a:pt x="10" y="0"/>
                      </a:moveTo>
                      <a:cubicBezTo>
                        <a:pt x="10" y="0"/>
                        <a:pt x="70" y="19"/>
                        <a:pt x="117" y="10"/>
                      </a:cubicBezTo>
                      <a:cubicBezTo>
                        <a:pt x="117" y="10"/>
                        <a:pt x="121" y="74"/>
                        <a:pt x="100" y="273"/>
                      </a:cubicBezTo>
                      <a:cubicBezTo>
                        <a:pt x="76" y="272"/>
                        <a:pt x="76" y="272"/>
                        <a:pt x="76" y="272"/>
                      </a:cubicBezTo>
                      <a:cubicBezTo>
                        <a:pt x="76" y="272"/>
                        <a:pt x="69" y="231"/>
                        <a:pt x="65" y="67"/>
                      </a:cubicBezTo>
                      <a:cubicBezTo>
                        <a:pt x="60" y="66"/>
                        <a:pt x="60" y="66"/>
                        <a:pt x="60" y="66"/>
                      </a:cubicBezTo>
                      <a:cubicBezTo>
                        <a:pt x="60" y="66"/>
                        <a:pt x="41" y="206"/>
                        <a:pt x="28" y="273"/>
                      </a:cubicBezTo>
                      <a:cubicBezTo>
                        <a:pt x="0" y="272"/>
                        <a:pt x="0" y="272"/>
                        <a:pt x="0" y="272"/>
                      </a:cubicBezTo>
                      <a:cubicBezTo>
                        <a:pt x="0" y="272"/>
                        <a:pt x="0" y="60"/>
                        <a:pt x="10" y="0"/>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3" name="ïśḷîḑè"/>
                <p:cNvSpPr/>
                <p:nvPr>
                  <p:custDataLst>
                    <p:tags r:id="rId236"/>
                  </p:custDataLst>
                </p:nvPr>
              </p:nvSpPr>
              <p:spPr bwMode="auto">
                <a:xfrm>
                  <a:off x="7951789" y="3638551"/>
                  <a:ext cx="147638" cy="260350"/>
                </a:xfrm>
                <a:custGeom>
                  <a:avLst/>
                  <a:gdLst>
                    <a:gd name="T0" fmla="*/ 26 w 48"/>
                    <a:gd name="T1" fmla="*/ 0 h 85"/>
                    <a:gd name="T2" fmla="*/ 46 w 48"/>
                    <a:gd name="T3" fmla="*/ 56 h 85"/>
                    <a:gd name="T4" fmla="*/ 6 w 48"/>
                    <a:gd name="T5" fmla="*/ 85 h 85"/>
                    <a:gd name="T6" fmla="*/ 0 w 48"/>
                    <a:gd name="T7" fmla="*/ 72 h 85"/>
                    <a:gd name="T8" fmla="*/ 23 w 48"/>
                    <a:gd name="T9" fmla="*/ 54 h 85"/>
                    <a:gd name="T10" fmla="*/ 0 w 48"/>
                    <a:gd name="T11" fmla="*/ 8 h 85"/>
                    <a:gd name="T12" fmla="*/ 26 w 48"/>
                    <a:gd name="T13" fmla="*/ 0 h 85"/>
                  </a:gdLst>
                  <a:ahLst/>
                  <a:cxnLst>
                    <a:cxn ang="0">
                      <a:pos x="T0" y="T1"/>
                    </a:cxn>
                    <a:cxn ang="0">
                      <a:pos x="T2" y="T3"/>
                    </a:cxn>
                    <a:cxn ang="0">
                      <a:pos x="T4" y="T5"/>
                    </a:cxn>
                    <a:cxn ang="0">
                      <a:pos x="T6" y="T7"/>
                    </a:cxn>
                    <a:cxn ang="0">
                      <a:pos x="T8" y="T9"/>
                    </a:cxn>
                    <a:cxn ang="0">
                      <a:pos x="T10" y="T11"/>
                    </a:cxn>
                    <a:cxn ang="0">
                      <a:pos x="T12" y="T13"/>
                    </a:cxn>
                  </a:cxnLst>
                  <a:rect l="0" t="0" r="r" b="b"/>
                  <a:pathLst>
                    <a:path w="48" h="85">
                      <a:moveTo>
                        <a:pt x="26" y="0"/>
                      </a:moveTo>
                      <a:cubicBezTo>
                        <a:pt x="26" y="0"/>
                        <a:pt x="44" y="44"/>
                        <a:pt x="46" y="56"/>
                      </a:cubicBezTo>
                      <a:cubicBezTo>
                        <a:pt x="48" y="68"/>
                        <a:pt x="6" y="85"/>
                        <a:pt x="6" y="85"/>
                      </a:cubicBezTo>
                      <a:cubicBezTo>
                        <a:pt x="0" y="72"/>
                        <a:pt x="0" y="72"/>
                        <a:pt x="0" y="72"/>
                      </a:cubicBezTo>
                      <a:cubicBezTo>
                        <a:pt x="23" y="54"/>
                        <a:pt x="23" y="54"/>
                        <a:pt x="23" y="54"/>
                      </a:cubicBezTo>
                      <a:cubicBezTo>
                        <a:pt x="0" y="8"/>
                        <a:pt x="0" y="8"/>
                        <a:pt x="0" y="8"/>
                      </a:cubicBezTo>
                      <a:lnTo>
                        <a:pt x="26" y="0"/>
                      </a:ln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4" name="ísḻiḑè"/>
                <p:cNvSpPr/>
                <p:nvPr>
                  <p:custDataLst>
                    <p:tags r:id="rId237"/>
                  </p:custDataLst>
                </p:nvPr>
              </p:nvSpPr>
              <p:spPr bwMode="auto">
                <a:xfrm>
                  <a:off x="7551739" y="3478213"/>
                  <a:ext cx="504825" cy="561975"/>
                </a:xfrm>
                <a:custGeom>
                  <a:avLst/>
                  <a:gdLst>
                    <a:gd name="T0" fmla="*/ 0 w 164"/>
                    <a:gd name="T1" fmla="*/ 38 h 183"/>
                    <a:gd name="T2" fmla="*/ 6 w 164"/>
                    <a:gd name="T3" fmla="*/ 12 h 183"/>
                    <a:gd name="T4" fmla="*/ 11 w 164"/>
                    <a:gd name="T5" fmla="*/ 8 h 183"/>
                    <a:gd name="T6" fmla="*/ 87 w 164"/>
                    <a:gd name="T7" fmla="*/ 0 h 183"/>
                    <a:gd name="T8" fmla="*/ 133 w 164"/>
                    <a:gd name="T9" fmla="*/ 9 h 183"/>
                    <a:gd name="T10" fmla="*/ 163 w 164"/>
                    <a:gd name="T11" fmla="*/ 50 h 183"/>
                    <a:gd name="T12" fmla="*/ 159 w 164"/>
                    <a:gd name="T13" fmla="*/ 57 h 183"/>
                    <a:gd name="T14" fmla="*/ 149 w 164"/>
                    <a:gd name="T15" fmla="*/ 59 h 183"/>
                    <a:gd name="T16" fmla="*/ 144 w 164"/>
                    <a:gd name="T17" fmla="*/ 64 h 183"/>
                    <a:gd name="T18" fmla="*/ 147 w 164"/>
                    <a:gd name="T19" fmla="*/ 175 h 183"/>
                    <a:gd name="T20" fmla="*/ 142 w 164"/>
                    <a:gd name="T21" fmla="*/ 180 h 183"/>
                    <a:gd name="T22" fmla="*/ 31 w 164"/>
                    <a:gd name="T23" fmla="*/ 168 h 183"/>
                    <a:gd name="T24" fmla="*/ 27 w 164"/>
                    <a:gd name="T25" fmla="*/ 162 h 183"/>
                    <a:gd name="T26" fmla="*/ 34 w 164"/>
                    <a:gd name="T27" fmla="*/ 51 h 183"/>
                    <a:gd name="T28" fmla="*/ 29 w 164"/>
                    <a:gd name="T29" fmla="*/ 46 h 183"/>
                    <a:gd name="T30" fmla="*/ 5 w 164"/>
                    <a:gd name="T31" fmla="*/ 44 h 183"/>
                    <a:gd name="T32" fmla="*/ 0 w 164"/>
                    <a:gd name="T33" fmla="*/ 3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4" h="183">
                      <a:moveTo>
                        <a:pt x="0" y="38"/>
                      </a:moveTo>
                      <a:cubicBezTo>
                        <a:pt x="1" y="28"/>
                        <a:pt x="4" y="18"/>
                        <a:pt x="6" y="12"/>
                      </a:cubicBezTo>
                      <a:cubicBezTo>
                        <a:pt x="6" y="9"/>
                        <a:pt x="9" y="8"/>
                        <a:pt x="11" y="8"/>
                      </a:cubicBezTo>
                      <a:cubicBezTo>
                        <a:pt x="35" y="12"/>
                        <a:pt x="60" y="3"/>
                        <a:pt x="87" y="0"/>
                      </a:cubicBezTo>
                      <a:cubicBezTo>
                        <a:pt x="94" y="0"/>
                        <a:pt x="119" y="0"/>
                        <a:pt x="133" y="9"/>
                      </a:cubicBezTo>
                      <a:cubicBezTo>
                        <a:pt x="147" y="17"/>
                        <a:pt x="158" y="38"/>
                        <a:pt x="163" y="50"/>
                      </a:cubicBezTo>
                      <a:cubicBezTo>
                        <a:pt x="164" y="53"/>
                        <a:pt x="162" y="56"/>
                        <a:pt x="159" y="57"/>
                      </a:cubicBezTo>
                      <a:cubicBezTo>
                        <a:pt x="156" y="58"/>
                        <a:pt x="152" y="58"/>
                        <a:pt x="149" y="59"/>
                      </a:cubicBezTo>
                      <a:cubicBezTo>
                        <a:pt x="146" y="59"/>
                        <a:pt x="144" y="61"/>
                        <a:pt x="144" y="64"/>
                      </a:cubicBezTo>
                      <a:cubicBezTo>
                        <a:pt x="146" y="100"/>
                        <a:pt x="147" y="158"/>
                        <a:pt x="147" y="175"/>
                      </a:cubicBezTo>
                      <a:cubicBezTo>
                        <a:pt x="147" y="178"/>
                        <a:pt x="145" y="180"/>
                        <a:pt x="142" y="180"/>
                      </a:cubicBezTo>
                      <a:cubicBezTo>
                        <a:pt x="100" y="183"/>
                        <a:pt x="46" y="171"/>
                        <a:pt x="31" y="168"/>
                      </a:cubicBezTo>
                      <a:cubicBezTo>
                        <a:pt x="28" y="167"/>
                        <a:pt x="27" y="165"/>
                        <a:pt x="27" y="162"/>
                      </a:cubicBezTo>
                      <a:cubicBezTo>
                        <a:pt x="29" y="144"/>
                        <a:pt x="33" y="100"/>
                        <a:pt x="34" y="51"/>
                      </a:cubicBezTo>
                      <a:cubicBezTo>
                        <a:pt x="34" y="48"/>
                        <a:pt x="32" y="45"/>
                        <a:pt x="29" y="46"/>
                      </a:cubicBezTo>
                      <a:cubicBezTo>
                        <a:pt x="19" y="46"/>
                        <a:pt x="10" y="45"/>
                        <a:pt x="5" y="44"/>
                      </a:cubicBezTo>
                      <a:cubicBezTo>
                        <a:pt x="2" y="44"/>
                        <a:pt x="0" y="41"/>
                        <a:pt x="0" y="38"/>
                      </a:cubicBezTo>
                      <a:close/>
                    </a:path>
                  </a:pathLst>
                </a:custGeom>
                <a:solidFill>
                  <a:srgbClr val="C4B8F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5" name="iṥḷïḍé"/>
                <p:cNvSpPr/>
                <p:nvPr>
                  <p:custDataLst>
                    <p:tags r:id="rId238"/>
                  </p:custDataLst>
                </p:nvPr>
              </p:nvSpPr>
              <p:spPr bwMode="auto">
                <a:xfrm>
                  <a:off x="7702551" y="3281363"/>
                  <a:ext cx="187325" cy="233363"/>
                </a:xfrm>
                <a:custGeom>
                  <a:avLst/>
                  <a:gdLst>
                    <a:gd name="T0" fmla="*/ 13 w 61"/>
                    <a:gd name="T1" fmla="*/ 10 h 76"/>
                    <a:gd name="T2" fmla="*/ 9 w 61"/>
                    <a:gd name="T3" fmla="*/ 24 h 76"/>
                    <a:gd name="T4" fmla="*/ 4 w 61"/>
                    <a:gd name="T5" fmla="*/ 30 h 76"/>
                    <a:gd name="T6" fmla="*/ 6 w 61"/>
                    <a:gd name="T7" fmla="*/ 35 h 76"/>
                    <a:gd name="T8" fmla="*/ 4 w 61"/>
                    <a:gd name="T9" fmla="*/ 51 h 76"/>
                    <a:gd name="T10" fmla="*/ 22 w 61"/>
                    <a:gd name="T11" fmla="*/ 55 h 76"/>
                    <a:gd name="T12" fmla="*/ 22 w 61"/>
                    <a:gd name="T13" fmla="*/ 68 h 76"/>
                    <a:gd name="T14" fmla="*/ 50 w 61"/>
                    <a:gd name="T15" fmla="*/ 66 h 76"/>
                    <a:gd name="T16" fmla="*/ 50 w 61"/>
                    <a:gd name="T17" fmla="*/ 54 h 76"/>
                    <a:gd name="T18" fmla="*/ 51 w 61"/>
                    <a:gd name="T19" fmla="*/ 14 h 76"/>
                    <a:gd name="T20" fmla="*/ 13 w 61"/>
                    <a:gd name="T21" fmla="*/ 1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76">
                      <a:moveTo>
                        <a:pt x="13" y="10"/>
                      </a:moveTo>
                      <a:cubicBezTo>
                        <a:pt x="13" y="10"/>
                        <a:pt x="10" y="19"/>
                        <a:pt x="9" y="24"/>
                      </a:cubicBezTo>
                      <a:cubicBezTo>
                        <a:pt x="8" y="28"/>
                        <a:pt x="4" y="29"/>
                        <a:pt x="4" y="30"/>
                      </a:cubicBezTo>
                      <a:cubicBezTo>
                        <a:pt x="3" y="31"/>
                        <a:pt x="6" y="35"/>
                        <a:pt x="6" y="35"/>
                      </a:cubicBezTo>
                      <a:cubicBezTo>
                        <a:pt x="6" y="35"/>
                        <a:pt x="0" y="47"/>
                        <a:pt x="4" y="51"/>
                      </a:cubicBezTo>
                      <a:cubicBezTo>
                        <a:pt x="7" y="55"/>
                        <a:pt x="22" y="55"/>
                        <a:pt x="22" y="55"/>
                      </a:cubicBezTo>
                      <a:cubicBezTo>
                        <a:pt x="22" y="68"/>
                        <a:pt x="22" y="68"/>
                        <a:pt x="22" y="68"/>
                      </a:cubicBezTo>
                      <a:cubicBezTo>
                        <a:pt x="22" y="68"/>
                        <a:pt x="34" y="76"/>
                        <a:pt x="50" y="66"/>
                      </a:cubicBezTo>
                      <a:cubicBezTo>
                        <a:pt x="50" y="54"/>
                        <a:pt x="50" y="54"/>
                        <a:pt x="50" y="54"/>
                      </a:cubicBezTo>
                      <a:cubicBezTo>
                        <a:pt x="50" y="54"/>
                        <a:pt x="61" y="29"/>
                        <a:pt x="51" y="14"/>
                      </a:cubicBezTo>
                      <a:cubicBezTo>
                        <a:pt x="41" y="0"/>
                        <a:pt x="13" y="10"/>
                        <a:pt x="13" y="10"/>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6" name="iṩlïdé"/>
                <p:cNvSpPr/>
                <p:nvPr>
                  <p:custDataLst>
                    <p:tags r:id="rId239"/>
                  </p:custDataLst>
                </p:nvPr>
              </p:nvSpPr>
              <p:spPr bwMode="auto">
                <a:xfrm>
                  <a:off x="7724776" y="3235326"/>
                  <a:ext cx="203200" cy="227013"/>
                </a:xfrm>
                <a:custGeom>
                  <a:avLst/>
                  <a:gdLst>
                    <a:gd name="T0" fmla="*/ 14 w 66"/>
                    <a:gd name="T1" fmla="*/ 34 h 74"/>
                    <a:gd name="T2" fmla="*/ 17 w 66"/>
                    <a:gd name="T3" fmla="*/ 39 h 74"/>
                    <a:gd name="T4" fmla="*/ 17 w 66"/>
                    <a:gd name="T5" fmla="*/ 51 h 74"/>
                    <a:gd name="T6" fmla="*/ 19 w 66"/>
                    <a:gd name="T7" fmla="*/ 52 h 74"/>
                    <a:gd name="T8" fmla="*/ 21 w 66"/>
                    <a:gd name="T9" fmla="*/ 51 h 74"/>
                    <a:gd name="T10" fmla="*/ 22 w 66"/>
                    <a:gd name="T11" fmla="*/ 43 h 74"/>
                    <a:gd name="T12" fmla="*/ 29 w 66"/>
                    <a:gd name="T13" fmla="*/ 39 h 74"/>
                    <a:gd name="T14" fmla="*/ 31 w 66"/>
                    <a:gd name="T15" fmla="*/ 41 h 74"/>
                    <a:gd name="T16" fmla="*/ 25 w 66"/>
                    <a:gd name="T17" fmla="*/ 55 h 74"/>
                    <a:gd name="T18" fmla="*/ 24 w 66"/>
                    <a:gd name="T19" fmla="*/ 67 h 74"/>
                    <a:gd name="T20" fmla="*/ 43 w 66"/>
                    <a:gd name="T21" fmla="*/ 71 h 74"/>
                    <a:gd name="T22" fmla="*/ 62 w 66"/>
                    <a:gd name="T23" fmla="*/ 43 h 74"/>
                    <a:gd name="T24" fmla="*/ 59 w 66"/>
                    <a:gd name="T25" fmla="*/ 21 h 74"/>
                    <a:gd name="T26" fmla="*/ 56 w 66"/>
                    <a:gd name="T27" fmla="*/ 19 h 74"/>
                    <a:gd name="T28" fmla="*/ 55 w 66"/>
                    <a:gd name="T29" fmla="*/ 17 h 74"/>
                    <a:gd name="T30" fmla="*/ 34 w 66"/>
                    <a:gd name="T31" fmla="*/ 2 h 74"/>
                    <a:gd name="T32" fmla="*/ 2 w 66"/>
                    <a:gd name="T33" fmla="*/ 19 h 74"/>
                    <a:gd name="T34" fmla="*/ 6 w 66"/>
                    <a:gd name="T35" fmla="*/ 25 h 74"/>
                    <a:gd name="T36" fmla="*/ 9 w 66"/>
                    <a:gd name="T37" fmla="*/ 28 h 74"/>
                    <a:gd name="T38" fmla="*/ 14 w 66"/>
                    <a:gd name="T39" fmla="*/ 3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 h="74">
                      <a:moveTo>
                        <a:pt x="14" y="34"/>
                      </a:moveTo>
                      <a:cubicBezTo>
                        <a:pt x="16" y="34"/>
                        <a:pt x="18" y="37"/>
                        <a:pt x="17" y="39"/>
                      </a:cubicBezTo>
                      <a:cubicBezTo>
                        <a:pt x="17" y="43"/>
                        <a:pt x="16" y="48"/>
                        <a:pt x="17" y="51"/>
                      </a:cubicBezTo>
                      <a:cubicBezTo>
                        <a:pt x="17" y="51"/>
                        <a:pt x="18" y="52"/>
                        <a:pt x="19" y="52"/>
                      </a:cubicBezTo>
                      <a:cubicBezTo>
                        <a:pt x="20" y="52"/>
                        <a:pt x="20" y="51"/>
                        <a:pt x="21" y="51"/>
                      </a:cubicBezTo>
                      <a:cubicBezTo>
                        <a:pt x="21" y="49"/>
                        <a:pt x="22" y="46"/>
                        <a:pt x="22" y="43"/>
                      </a:cubicBezTo>
                      <a:cubicBezTo>
                        <a:pt x="23" y="40"/>
                        <a:pt x="25" y="38"/>
                        <a:pt x="29" y="39"/>
                      </a:cubicBezTo>
                      <a:cubicBezTo>
                        <a:pt x="29" y="40"/>
                        <a:pt x="31" y="41"/>
                        <a:pt x="31" y="41"/>
                      </a:cubicBezTo>
                      <a:cubicBezTo>
                        <a:pt x="35" y="45"/>
                        <a:pt x="28" y="51"/>
                        <a:pt x="25" y="55"/>
                      </a:cubicBezTo>
                      <a:cubicBezTo>
                        <a:pt x="24" y="57"/>
                        <a:pt x="23" y="65"/>
                        <a:pt x="24" y="67"/>
                      </a:cubicBezTo>
                      <a:cubicBezTo>
                        <a:pt x="28" y="71"/>
                        <a:pt x="36" y="74"/>
                        <a:pt x="43" y="71"/>
                      </a:cubicBezTo>
                      <a:cubicBezTo>
                        <a:pt x="49" y="69"/>
                        <a:pt x="59" y="54"/>
                        <a:pt x="62" y="43"/>
                      </a:cubicBezTo>
                      <a:cubicBezTo>
                        <a:pt x="66" y="32"/>
                        <a:pt x="61" y="23"/>
                        <a:pt x="59" y="21"/>
                      </a:cubicBezTo>
                      <a:cubicBezTo>
                        <a:pt x="58" y="20"/>
                        <a:pt x="57" y="19"/>
                        <a:pt x="56" y="19"/>
                      </a:cubicBezTo>
                      <a:cubicBezTo>
                        <a:pt x="55" y="18"/>
                        <a:pt x="55" y="18"/>
                        <a:pt x="55" y="17"/>
                      </a:cubicBezTo>
                      <a:cubicBezTo>
                        <a:pt x="53" y="13"/>
                        <a:pt x="49" y="4"/>
                        <a:pt x="34" y="2"/>
                      </a:cubicBezTo>
                      <a:cubicBezTo>
                        <a:pt x="16" y="0"/>
                        <a:pt x="5" y="12"/>
                        <a:pt x="2" y="19"/>
                      </a:cubicBezTo>
                      <a:cubicBezTo>
                        <a:pt x="0" y="23"/>
                        <a:pt x="3" y="24"/>
                        <a:pt x="6" y="25"/>
                      </a:cubicBezTo>
                      <a:cubicBezTo>
                        <a:pt x="7" y="25"/>
                        <a:pt x="8" y="26"/>
                        <a:pt x="9" y="28"/>
                      </a:cubicBezTo>
                      <a:cubicBezTo>
                        <a:pt x="9" y="29"/>
                        <a:pt x="11" y="32"/>
                        <a:pt x="14" y="34"/>
                      </a:cubicBezTo>
                      <a:close/>
                    </a:path>
                  </a:pathLst>
                </a:custGeom>
                <a:solidFill>
                  <a:srgbClr val="3242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7" name="îṧḻîḋé"/>
                <p:cNvSpPr/>
                <p:nvPr>
                  <p:custDataLst>
                    <p:tags r:id="rId240"/>
                  </p:custDataLst>
                </p:nvPr>
              </p:nvSpPr>
              <p:spPr bwMode="auto">
                <a:xfrm>
                  <a:off x="3835401" y="2397126"/>
                  <a:ext cx="149225" cy="144463"/>
                </a:xfrm>
                <a:custGeom>
                  <a:avLst/>
                  <a:gdLst>
                    <a:gd name="T0" fmla="*/ 48 w 49"/>
                    <a:gd name="T1" fmla="*/ 25 h 47"/>
                    <a:gd name="T2" fmla="*/ 26 w 49"/>
                    <a:gd name="T3" fmla="*/ 46 h 47"/>
                    <a:gd name="T4" fmla="*/ 23 w 49"/>
                    <a:gd name="T5" fmla="*/ 46 h 47"/>
                    <a:gd name="T6" fmla="*/ 1 w 49"/>
                    <a:gd name="T7" fmla="*/ 25 h 47"/>
                    <a:gd name="T8" fmla="*/ 1 w 49"/>
                    <a:gd name="T9" fmla="*/ 22 h 47"/>
                    <a:gd name="T10" fmla="*/ 23 w 49"/>
                    <a:gd name="T11" fmla="*/ 1 h 47"/>
                    <a:gd name="T12" fmla="*/ 26 w 49"/>
                    <a:gd name="T13" fmla="*/ 1 h 47"/>
                    <a:gd name="T14" fmla="*/ 48 w 49"/>
                    <a:gd name="T15" fmla="*/ 22 h 47"/>
                    <a:gd name="T16" fmla="*/ 48 w 49"/>
                    <a:gd name="T17" fmla="*/ 2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7">
                      <a:moveTo>
                        <a:pt x="48" y="25"/>
                      </a:moveTo>
                      <a:cubicBezTo>
                        <a:pt x="32" y="25"/>
                        <a:pt x="26" y="31"/>
                        <a:pt x="26" y="46"/>
                      </a:cubicBezTo>
                      <a:cubicBezTo>
                        <a:pt x="26" y="47"/>
                        <a:pt x="23" y="47"/>
                        <a:pt x="23" y="46"/>
                      </a:cubicBezTo>
                      <a:cubicBezTo>
                        <a:pt x="23" y="31"/>
                        <a:pt x="18" y="25"/>
                        <a:pt x="1" y="25"/>
                      </a:cubicBezTo>
                      <a:cubicBezTo>
                        <a:pt x="0" y="25"/>
                        <a:pt x="0" y="22"/>
                        <a:pt x="1" y="22"/>
                      </a:cubicBezTo>
                      <a:cubicBezTo>
                        <a:pt x="19" y="22"/>
                        <a:pt x="23" y="14"/>
                        <a:pt x="23" y="1"/>
                      </a:cubicBezTo>
                      <a:cubicBezTo>
                        <a:pt x="23" y="0"/>
                        <a:pt x="26" y="0"/>
                        <a:pt x="26" y="1"/>
                      </a:cubicBezTo>
                      <a:cubicBezTo>
                        <a:pt x="26" y="16"/>
                        <a:pt x="32" y="22"/>
                        <a:pt x="48" y="22"/>
                      </a:cubicBezTo>
                      <a:cubicBezTo>
                        <a:pt x="49" y="22"/>
                        <a:pt x="49" y="25"/>
                        <a:pt x="48" y="25"/>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8" name="îśļíḋê"/>
                <p:cNvSpPr/>
                <p:nvPr>
                  <p:custDataLst>
                    <p:tags r:id="rId241"/>
                  </p:custDataLst>
                </p:nvPr>
              </p:nvSpPr>
              <p:spPr bwMode="auto">
                <a:xfrm>
                  <a:off x="5730876" y="2160588"/>
                  <a:ext cx="152400" cy="141288"/>
                </a:xfrm>
                <a:custGeom>
                  <a:avLst/>
                  <a:gdLst>
                    <a:gd name="T0" fmla="*/ 48 w 50"/>
                    <a:gd name="T1" fmla="*/ 24 h 46"/>
                    <a:gd name="T2" fmla="*/ 26 w 50"/>
                    <a:gd name="T3" fmla="*/ 45 h 46"/>
                    <a:gd name="T4" fmla="*/ 24 w 50"/>
                    <a:gd name="T5" fmla="*/ 45 h 46"/>
                    <a:gd name="T6" fmla="*/ 1 w 50"/>
                    <a:gd name="T7" fmla="*/ 24 h 46"/>
                    <a:gd name="T8" fmla="*/ 1 w 50"/>
                    <a:gd name="T9" fmla="*/ 22 h 46"/>
                    <a:gd name="T10" fmla="*/ 24 w 50"/>
                    <a:gd name="T11" fmla="*/ 1 h 46"/>
                    <a:gd name="T12" fmla="*/ 26 w 50"/>
                    <a:gd name="T13" fmla="*/ 1 h 46"/>
                    <a:gd name="T14" fmla="*/ 48 w 50"/>
                    <a:gd name="T15" fmla="*/ 22 h 46"/>
                    <a:gd name="T16" fmla="*/ 48 w 50"/>
                    <a:gd name="T17" fmla="*/ 2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6">
                      <a:moveTo>
                        <a:pt x="48" y="24"/>
                      </a:moveTo>
                      <a:cubicBezTo>
                        <a:pt x="32" y="24"/>
                        <a:pt x="26" y="31"/>
                        <a:pt x="26" y="45"/>
                      </a:cubicBezTo>
                      <a:cubicBezTo>
                        <a:pt x="26" y="46"/>
                        <a:pt x="24" y="46"/>
                        <a:pt x="24" y="45"/>
                      </a:cubicBezTo>
                      <a:cubicBezTo>
                        <a:pt x="24" y="31"/>
                        <a:pt x="19" y="24"/>
                        <a:pt x="1" y="24"/>
                      </a:cubicBezTo>
                      <a:cubicBezTo>
                        <a:pt x="0" y="24"/>
                        <a:pt x="0" y="22"/>
                        <a:pt x="1" y="22"/>
                      </a:cubicBezTo>
                      <a:cubicBezTo>
                        <a:pt x="19" y="22"/>
                        <a:pt x="24" y="14"/>
                        <a:pt x="24" y="1"/>
                      </a:cubicBezTo>
                      <a:cubicBezTo>
                        <a:pt x="24" y="0"/>
                        <a:pt x="26" y="0"/>
                        <a:pt x="26" y="1"/>
                      </a:cubicBezTo>
                      <a:cubicBezTo>
                        <a:pt x="26" y="16"/>
                        <a:pt x="32" y="22"/>
                        <a:pt x="48" y="22"/>
                      </a:cubicBezTo>
                      <a:cubicBezTo>
                        <a:pt x="50" y="22"/>
                        <a:pt x="50" y="24"/>
                        <a:pt x="48" y="24"/>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9" name="îśḷídé"/>
                <p:cNvSpPr/>
                <p:nvPr>
                  <p:custDataLst>
                    <p:tags r:id="rId242"/>
                  </p:custDataLst>
                </p:nvPr>
              </p:nvSpPr>
              <p:spPr bwMode="auto">
                <a:xfrm>
                  <a:off x="4421189" y="2052638"/>
                  <a:ext cx="227013" cy="215900"/>
                </a:xfrm>
                <a:custGeom>
                  <a:avLst/>
                  <a:gdLst>
                    <a:gd name="T0" fmla="*/ 72 w 74"/>
                    <a:gd name="T1" fmla="*/ 37 h 70"/>
                    <a:gd name="T2" fmla="*/ 39 w 74"/>
                    <a:gd name="T3" fmla="*/ 68 h 70"/>
                    <a:gd name="T4" fmla="*/ 35 w 74"/>
                    <a:gd name="T5" fmla="*/ 68 h 70"/>
                    <a:gd name="T6" fmla="*/ 2 w 74"/>
                    <a:gd name="T7" fmla="*/ 37 h 70"/>
                    <a:gd name="T8" fmla="*/ 2 w 74"/>
                    <a:gd name="T9" fmla="*/ 33 h 70"/>
                    <a:gd name="T10" fmla="*/ 35 w 74"/>
                    <a:gd name="T11" fmla="*/ 2 h 70"/>
                    <a:gd name="T12" fmla="*/ 39 w 74"/>
                    <a:gd name="T13" fmla="*/ 2 h 70"/>
                    <a:gd name="T14" fmla="*/ 72 w 74"/>
                    <a:gd name="T15" fmla="*/ 33 h 70"/>
                    <a:gd name="T16" fmla="*/ 72 w 74"/>
                    <a:gd name="T17" fmla="*/ 3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70">
                      <a:moveTo>
                        <a:pt x="72" y="37"/>
                      </a:moveTo>
                      <a:cubicBezTo>
                        <a:pt x="48" y="37"/>
                        <a:pt x="39" y="47"/>
                        <a:pt x="39" y="68"/>
                      </a:cubicBezTo>
                      <a:cubicBezTo>
                        <a:pt x="39" y="70"/>
                        <a:pt x="35" y="70"/>
                        <a:pt x="35" y="68"/>
                      </a:cubicBezTo>
                      <a:cubicBezTo>
                        <a:pt x="35" y="47"/>
                        <a:pt x="28" y="37"/>
                        <a:pt x="2" y="37"/>
                      </a:cubicBezTo>
                      <a:cubicBezTo>
                        <a:pt x="0" y="37"/>
                        <a:pt x="0" y="33"/>
                        <a:pt x="2" y="33"/>
                      </a:cubicBezTo>
                      <a:cubicBezTo>
                        <a:pt x="28" y="33"/>
                        <a:pt x="35" y="21"/>
                        <a:pt x="35" y="2"/>
                      </a:cubicBezTo>
                      <a:cubicBezTo>
                        <a:pt x="35" y="0"/>
                        <a:pt x="39" y="0"/>
                        <a:pt x="39" y="2"/>
                      </a:cubicBezTo>
                      <a:cubicBezTo>
                        <a:pt x="39" y="24"/>
                        <a:pt x="48" y="33"/>
                        <a:pt x="72" y="33"/>
                      </a:cubicBezTo>
                      <a:cubicBezTo>
                        <a:pt x="74" y="33"/>
                        <a:pt x="74" y="37"/>
                        <a:pt x="72" y="37"/>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20" name="ïşlíḍe"/>
                <p:cNvSpPr/>
                <p:nvPr>
                  <p:custDataLst>
                    <p:tags r:id="rId243"/>
                  </p:custDataLst>
                </p:nvPr>
              </p:nvSpPr>
              <p:spPr bwMode="auto">
                <a:xfrm>
                  <a:off x="6667501" y="1900238"/>
                  <a:ext cx="227013" cy="214313"/>
                </a:xfrm>
                <a:custGeom>
                  <a:avLst/>
                  <a:gdLst>
                    <a:gd name="T0" fmla="*/ 72 w 74"/>
                    <a:gd name="T1" fmla="*/ 37 h 70"/>
                    <a:gd name="T2" fmla="*/ 39 w 74"/>
                    <a:gd name="T3" fmla="*/ 68 h 70"/>
                    <a:gd name="T4" fmla="*/ 35 w 74"/>
                    <a:gd name="T5" fmla="*/ 68 h 70"/>
                    <a:gd name="T6" fmla="*/ 2 w 74"/>
                    <a:gd name="T7" fmla="*/ 37 h 70"/>
                    <a:gd name="T8" fmla="*/ 2 w 74"/>
                    <a:gd name="T9" fmla="*/ 33 h 70"/>
                    <a:gd name="T10" fmla="*/ 35 w 74"/>
                    <a:gd name="T11" fmla="*/ 2 h 70"/>
                    <a:gd name="T12" fmla="*/ 39 w 74"/>
                    <a:gd name="T13" fmla="*/ 2 h 70"/>
                    <a:gd name="T14" fmla="*/ 72 w 74"/>
                    <a:gd name="T15" fmla="*/ 33 h 70"/>
                    <a:gd name="T16" fmla="*/ 72 w 74"/>
                    <a:gd name="T17" fmla="*/ 3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70">
                      <a:moveTo>
                        <a:pt x="72" y="37"/>
                      </a:moveTo>
                      <a:cubicBezTo>
                        <a:pt x="48" y="37"/>
                        <a:pt x="39" y="46"/>
                        <a:pt x="39" y="68"/>
                      </a:cubicBezTo>
                      <a:cubicBezTo>
                        <a:pt x="39" y="70"/>
                        <a:pt x="35" y="70"/>
                        <a:pt x="35" y="68"/>
                      </a:cubicBezTo>
                      <a:cubicBezTo>
                        <a:pt x="35" y="46"/>
                        <a:pt x="27" y="37"/>
                        <a:pt x="2" y="37"/>
                      </a:cubicBezTo>
                      <a:cubicBezTo>
                        <a:pt x="0" y="37"/>
                        <a:pt x="0" y="33"/>
                        <a:pt x="2" y="33"/>
                      </a:cubicBezTo>
                      <a:cubicBezTo>
                        <a:pt x="28" y="33"/>
                        <a:pt x="35" y="20"/>
                        <a:pt x="35" y="2"/>
                      </a:cubicBezTo>
                      <a:cubicBezTo>
                        <a:pt x="35" y="0"/>
                        <a:pt x="39" y="0"/>
                        <a:pt x="39" y="2"/>
                      </a:cubicBezTo>
                      <a:cubicBezTo>
                        <a:pt x="39" y="24"/>
                        <a:pt x="48" y="33"/>
                        <a:pt x="72" y="33"/>
                      </a:cubicBezTo>
                      <a:cubicBezTo>
                        <a:pt x="74" y="33"/>
                        <a:pt x="74" y="37"/>
                        <a:pt x="72" y="37"/>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21" name="íṥ1ïḑé"/>
                <p:cNvSpPr/>
                <p:nvPr>
                  <p:custDataLst>
                    <p:tags r:id="rId244"/>
                  </p:custDataLst>
                </p:nvPr>
              </p:nvSpPr>
              <p:spPr bwMode="auto">
                <a:xfrm>
                  <a:off x="7924801" y="2538413"/>
                  <a:ext cx="227013" cy="214313"/>
                </a:xfrm>
                <a:custGeom>
                  <a:avLst/>
                  <a:gdLst>
                    <a:gd name="T0" fmla="*/ 73 w 74"/>
                    <a:gd name="T1" fmla="*/ 37 h 70"/>
                    <a:gd name="T2" fmla="*/ 39 w 74"/>
                    <a:gd name="T3" fmla="*/ 68 h 70"/>
                    <a:gd name="T4" fmla="*/ 36 w 74"/>
                    <a:gd name="T5" fmla="*/ 68 h 70"/>
                    <a:gd name="T6" fmla="*/ 2 w 74"/>
                    <a:gd name="T7" fmla="*/ 37 h 70"/>
                    <a:gd name="T8" fmla="*/ 2 w 74"/>
                    <a:gd name="T9" fmla="*/ 33 h 70"/>
                    <a:gd name="T10" fmla="*/ 36 w 74"/>
                    <a:gd name="T11" fmla="*/ 2 h 70"/>
                    <a:gd name="T12" fmla="*/ 39 w 74"/>
                    <a:gd name="T13" fmla="*/ 2 h 70"/>
                    <a:gd name="T14" fmla="*/ 73 w 74"/>
                    <a:gd name="T15" fmla="*/ 33 h 70"/>
                    <a:gd name="T16" fmla="*/ 73 w 74"/>
                    <a:gd name="T17" fmla="*/ 3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70">
                      <a:moveTo>
                        <a:pt x="73" y="37"/>
                      </a:moveTo>
                      <a:cubicBezTo>
                        <a:pt x="49" y="37"/>
                        <a:pt x="39" y="47"/>
                        <a:pt x="39" y="68"/>
                      </a:cubicBezTo>
                      <a:cubicBezTo>
                        <a:pt x="39" y="70"/>
                        <a:pt x="36" y="70"/>
                        <a:pt x="36" y="68"/>
                      </a:cubicBezTo>
                      <a:cubicBezTo>
                        <a:pt x="36" y="47"/>
                        <a:pt x="28" y="37"/>
                        <a:pt x="2" y="37"/>
                      </a:cubicBezTo>
                      <a:cubicBezTo>
                        <a:pt x="0" y="37"/>
                        <a:pt x="0" y="33"/>
                        <a:pt x="2" y="33"/>
                      </a:cubicBezTo>
                      <a:cubicBezTo>
                        <a:pt x="29" y="33"/>
                        <a:pt x="36" y="21"/>
                        <a:pt x="36" y="2"/>
                      </a:cubicBezTo>
                      <a:cubicBezTo>
                        <a:pt x="36" y="0"/>
                        <a:pt x="39" y="0"/>
                        <a:pt x="39" y="2"/>
                      </a:cubicBezTo>
                      <a:cubicBezTo>
                        <a:pt x="39" y="25"/>
                        <a:pt x="48" y="33"/>
                        <a:pt x="73" y="33"/>
                      </a:cubicBezTo>
                      <a:cubicBezTo>
                        <a:pt x="74" y="33"/>
                        <a:pt x="74" y="37"/>
                        <a:pt x="73" y="37"/>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22" name="íSlíḓê"/>
                <p:cNvSpPr/>
                <p:nvPr>
                  <p:custDataLst>
                    <p:tags r:id="rId245"/>
                  </p:custDataLst>
                </p:nvPr>
              </p:nvSpPr>
              <p:spPr bwMode="auto">
                <a:xfrm>
                  <a:off x="4071938" y="2925763"/>
                  <a:ext cx="174625" cy="165100"/>
                </a:xfrm>
                <a:custGeom>
                  <a:avLst/>
                  <a:gdLst>
                    <a:gd name="T0" fmla="*/ 55 w 57"/>
                    <a:gd name="T1" fmla="*/ 28 h 54"/>
                    <a:gd name="T2" fmla="*/ 30 w 57"/>
                    <a:gd name="T3" fmla="*/ 52 h 54"/>
                    <a:gd name="T4" fmla="*/ 27 w 57"/>
                    <a:gd name="T5" fmla="*/ 52 h 54"/>
                    <a:gd name="T6" fmla="*/ 1 w 57"/>
                    <a:gd name="T7" fmla="*/ 28 h 54"/>
                    <a:gd name="T8" fmla="*/ 1 w 57"/>
                    <a:gd name="T9" fmla="*/ 25 h 54"/>
                    <a:gd name="T10" fmla="*/ 27 w 57"/>
                    <a:gd name="T11" fmla="*/ 2 h 54"/>
                    <a:gd name="T12" fmla="*/ 30 w 57"/>
                    <a:gd name="T13" fmla="*/ 2 h 54"/>
                    <a:gd name="T14" fmla="*/ 55 w 57"/>
                    <a:gd name="T15" fmla="*/ 25 h 54"/>
                    <a:gd name="T16" fmla="*/ 55 w 57"/>
                    <a:gd name="T17" fmla="*/ 2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4">
                      <a:moveTo>
                        <a:pt x="55" y="28"/>
                      </a:moveTo>
                      <a:cubicBezTo>
                        <a:pt x="37" y="28"/>
                        <a:pt x="30" y="36"/>
                        <a:pt x="30" y="52"/>
                      </a:cubicBezTo>
                      <a:cubicBezTo>
                        <a:pt x="30" y="54"/>
                        <a:pt x="27" y="54"/>
                        <a:pt x="27" y="52"/>
                      </a:cubicBezTo>
                      <a:cubicBezTo>
                        <a:pt x="27" y="36"/>
                        <a:pt x="21" y="28"/>
                        <a:pt x="1" y="28"/>
                      </a:cubicBezTo>
                      <a:cubicBezTo>
                        <a:pt x="0" y="28"/>
                        <a:pt x="0" y="25"/>
                        <a:pt x="1" y="25"/>
                      </a:cubicBezTo>
                      <a:cubicBezTo>
                        <a:pt x="22" y="25"/>
                        <a:pt x="27" y="16"/>
                        <a:pt x="27" y="2"/>
                      </a:cubicBezTo>
                      <a:cubicBezTo>
                        <a:pt x="27" y="0"/>
                        <a:pt x="30" y="0"/>
                        <a:pt x="30" y="2"/>
                      </a:cubicBezTo>
                      <a:cubicBezTo>
                        <a:pt x="30" y="19"/>
                        <a:pt x="37" y="25"/>
                        <a:pt x="55" y="25"/>
                      </a:cubicBezTo>
                      <a:cubicBezTo>
                        <a:pt x="57" y="25"/>
                        <a:pt x="57" y="28"/>
                        <a:pt x="55" y="28"/>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23" name="îšḻíḑè"/>
                <p:cNvSpPr/>
                <p:nvPr>
                  <p:custDataLst>
                    <p:tags r:id="rId246"/>
                  </p:custDataLst>
                </p:nvPr>
              </p:nvSpPr>
              <p:spPr bwMode="auto">
                <a:xfrm>
                  <a:off x="3684588" y="3268663"/>
                  <a:ext cx="174625" cy="163513"/>
                </a:xfrm>
                <a:custGeom>
                  <a:avLst/>
                  <a:gdLst>
                    <a:gd name="T0" fmla="*/ 55 w 57"/>
                    <a:gd name="T1" fmla="*/ 28 h 53"/>
                    <a:gd name="T2" fmla="*/ 30 w 57"/>
                    <a:gd name="T3" fmla="*/ 51 h 53"/>
                    <a:gd name="T4" fmla="*/ 27 w 57"/>
                    <a:gd name="T5" fmla="*/ 51 h 53"/>
                    <a:gd name="T6" fmla="*/ 1 w 57"/>
                    <a:gd name="T7" fmla="*/ 28 h 53"/>
                    <a:gd name="T8" fmla="*/ 1 w 57"/>
                    <a:gd name="T9" fmla="*/ 25 h 53"/>
                    <a:gd name="T10" fmla="*/ 27 w 57"/>
                    <a:gd name="T11" fmla="*/ 1 h 53"/>
                    <a:gd name="T12" fmla="*/ 30 w 57"/>
                    <a:gd name="T13" fmla="*/ 1 h 53"/>
                    <a:gd name="T14" fmla="*/ 55 w 57"/>
                    <a:gd name="T15" fmla="*/ 25 h 53"/>
                    <a:gd name="T16" fmla="*/ 55 w 57"/>
                    <a:gd name="T17" fmla="*/ 28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3">
                      <a:moveTo>
                        <a:pt x="55" y="28"/>
                      </a:moveTo>
                      <a:cubicBezTo>
                        <a:pt x="37" y="28"/>
                        <a:pt x="30" y="35"/>
                        <a:pt x="30" y="51"/>
                      </a:cubicBezTo>
                      <a:cubicBezTo>
                        <a:pt x="30" y="53"/>
                        <a:pt x="27" y="53"/>
                        <a:pt x="27" y="51"/>
                      </a:cubicBezTo>
                      <a:cubicBezTo>
                        <a:pt x="27" y="35"/>
                        <a:pt x="21" y="28"/>
                        <a:pt x="1" y="28"/>
                      </a:cubicBezTo>
                      <a:cubicBezTo>
                        <a:pt x="0" y="28"/>
                        <a:pt x="0" y="25"/>
                        <a:pt x="1" y="25"/>
                      </a:cubicBezTo>
                      <a:cubicBezTo>
                        <a:pt x="22" y="25"/>
                        <a:pt x="27" y="15"/>
                        <a:pt x="27" y="1"/>
                      </a:cubicBezTo>
                      <a:cubicBezTo>
                        <a:pt x="27" y="0"/>
                        <a:pt x="30" y="0"/>
                        <a:pt x="30" y="1"/>
                      </a:cubicBezTo>
                      <a:cubicBezTo>
                        <a:pt x="30" y="18"/>
                        <a:pt x="36" y="25"/>
                        <a:pt x="55" y="25"/>
                      </a:cubicBezTo>
                      <a:cubicBezTo>
                        <a:pt x="57" y="25"/>
                        <a:pt x="57" y="28"/>
                        <a:pt x="55" y="28"/>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24" name="îŝľïde"/>
                <p:cNvSpPr/>
                <p:nvPr>
                  <p:custDataLst>
                    <p:tags r:id="rId247"/>
                  </p:custDataLst>
                </p:nvPr>
              </p:nvSpPr>
              <p:spPr bwMode="auto">
                <a:xfrm>
                  <a:off x="8302626" y="3300413"/>
                  <a:ext cx="174625" cy="161925"/>
                </a:xfrm>
                <a:custGeom>
                  <a:avLst/>
                  <a:gdLst>
                    <a:gd name="T0" fmla="*/ 55 w 57"/>
                    <a:gd name="T1" fmla="*/ 28 h 53"/>
                    <a:gd name="T2" fmla="*/ 30 w 57"/>
                    <a:gd name="T3" fmla="*/ 52 h 53"/>
                    <a:gd name="T4" fmla="*/ 27 w 57"/>
                    <a:gd name="T5" fmla="*/ 52 h 53"/>
                    <a:gd name="T6" fmla="*/ 2 w 57"/>
                    <a:gd name="T7" fmla="*/ 28 h 53"/>
                    <a:gd name="T8" fmla="*/ 2 w 57"/>
                    <a:gd name="T9" fmla="*/ 25 h 53"/>
                    <a:gd name="T10" fmla="*/ 27 w 57"/>
                    <a:gd name="T11" fmla="*/ 2 h 53"/>
                    <a:gd name="T12" fmla="*/ 30 w 57"/>
                    <a:gd name="T13" fmla="*/ 2 h 53"/>
                    <a:gd name="T14" fmla="*/ 55 w 57"/>
                    <a:gd name="T15" fmla="*/ 25 h 53"/>
                    <a:gd name="T16" fmla="*/ 55 w 57"/>
                    <a:gd name="T17" fmla="*/ 28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3">
                      <a:moveTo>
                        <a:pt x="55" y="28"/>
                      </a:moveTo>
                      <a:cubicBezTo>
                        <a:pt x="37" y="28"/>
                        <a:pt x="30" y="36"/>
                        <a:pt x="30" y="52"/>
                      </a:cubicBezTo>
                      <a:cubicBezTo>
                        <a:pt x="30" y="53"/>
                        <a:pt x="27" y="53"/>
                        <a:pt x="27" y="52"/>
                      </a:cubicBezTo>
                      <a:cubicBezTo>
                        <a:pt x="27" y="36"/>
                        <a:pt x="21" y="28"/>
                        <a:pt x="2" y="28"/>
                      </a:cubicBezTo>
                      <a:cubicBezTo>
                        <a:pt x="0" y="28"/>
                        <a:pt x="0" y="25"/>
                        <a:pt x="2" y="25"/>
                      </a:cubicBezTo>
                      <a:cubicBezTo>
                        <a:pt x="22" y="25"/>
                        <a:pt x="27" y="16"/>
                        <a:pt x="27" y="2"/>
                      </a:cubicBezTo>
                      <a:cubicBezTo>
                        <a:pt x="27" y="0"/>
                        <a:pt x="30" y="0"/>
                        <a:pt x="30" y="2"/>
                      </a:cubicBezTo>
                      <a:cubicBezTo>
                        <a:pt x="30" y="19"/>
                        <a:pt x="37" y="25"/>
                        <a:pt x="55" y="25"/>
                      </a:cubicBezTo>
                      <a:cubicBezTo>
                        <a:pt x="57" y="25"/>
                        <a:pt x="57" y="28"/>
                        <a:pt x="55" y="28"/>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grpSp>
          <p:grpSp>
            <p:nvGrpSpPr>
              <p:cNvPr id="325" name="组合 2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3"/>
                </p:custDataLst>
              </p:nvPr>
            </p:nvGrpSpPr>
            <p:grpSpPr>
              <a:xfrm>
                <a:off x="876952" y="4356812"/>
                <a:ext cx="683513" cy="592603"/>
                <a:chOff x="3194845" y="1128427"/>
                <a:chExt cx="5802311" cy="5025630"/>
              </a:xfrm>
            </p:grpSpPr>
            <p:sp>
              <p:nvSpPr>
                <p:cNvPr id="326" name="išļiḋè"/>
                <p:cNvSpPr/>
                <p:nvPr>
                  <p:custDataLst>
                    <p:tags r:id="rId33"/>
                  </p:custDataLst>
                </p:nvPr>
              </p:nvSpPr>
              <p:spPr bwMode="auto">
                <a:xfrm>
                  <a:off x="7953521" y="1128427"/>
                  <a:ext cx="632506" cy="967362"/>
                </a:xfrm>
                <a:custGeom>
                  <a:avLst/>
                  <a:gdLst/>
                  <a:ahLst/>
                  <a:cxnLst>
                    <a:cxn ang="0">
                      <a:pos x="82" y="6"/>
                    </a:cxn>
                    <a:cxn ang="0">
                      <a:pos x="76" y="2"/>
                    </a:cxn>
                    <a:cxn ang="0">
                      <a:pos x="19" y="59"/>
                    </a:cxn>
                    <a:cxn ang="0">
                      <a:pos x="9" y="79"/>
                    </a:cxn>
                    <a:cxn ang="0">
                      <a:pos x="0" y="127"/>
                    </a:cxn>
                    <a:cxn ang="0">
                      <a:pos x="74" y="53"/>
                    </a:cxn>
                    <a:cxn ang="0">
                      <a:pos x="82" y="6"/>
                    </a:cxn>
                  </a:cxnLst>
                  <a:rect l="0" t="0" r="r" b="b"/>
                  <a:pathLst>
                    <a:path w="83" h="127">
                      <a:moveTo>
                        <a:pt x="82" y="6"/>
                      </a:moveTo>
                      <a:cubicBezTo>
                        <a:pt x="83" y="2"/>
                        <a:pt x="79" y="0"/>
                        <a:pt x="76" y="2"/>
                      </a:cubicBezTo>
                      <a:cubicBezTo>
                        <a:pt x="19" y="59"/>
                        <a:pt x="19" y="59"/>
                        <a:pt x="19" y="59"/>
                      </a:cubicBezTo>
                      <a:cubicBezTo>
                        <a:pt x="14" y="65"/>
                        <a:pt x="10" y="72"/>
                        <a:pt x="9" y="79"/>
                      </a:cubicBezTo>
                      <a:cubicBezTo>
                        <a:pt x="0" y="127"/>
                        <a:pt x="0" y="127"/>
                        <a:pt x="0" y="127"/>
                      </a:cubicBezTo>
                      <a:cubicBezTo>
                        <a:pt x="74" y="53"/>
                        <a:pt x="74" y="53"/>
                        <a:pt x="74" y="53"/>
                      </a:cubicBezTo>
                      <a:lnTo>
                        <a:pt x="82" y="6"/>
                      </a:lnTo>
                      <a:close/>
                    </a:path>
                  </a:pathLst>
                </a:custGeom>
                <a:solidFill>
                  <a:srgbClr val="E0572D"/>
                </a:solidFill>
                <a:ln w="9525">
                  <a:noFill/>
                  <a:round/>
                </a:ln>
              </p:spPr>
              <p:txBody>
                <a:bodyPr anchor="ctr"/>
                <a:lstStyle/>
                <a:p>
                  <a:pPr algn="ctr"/>
                  <a:endParaRPr sz="2000"/>
                </a:p>
              </p:txBody>
            </p:sp>
            <p:sp>
              <p:nvSpPr>
                <p:cNvPr id="327" name="ïšľîḍé"/>
                <p:cNvSpPr/>
                <p:nvPr>
                  <p:custDataLst>
                    <p:tags r:id="rId34"/>
                  </p:custDataLst>
                </p:nvPr>
              </p:nvSpPr>
              <p:spPr bwMode="auto">
                <a:xfrm>
                  <a:off x="8022353" y="1532114"/>
                  <a:ext cx="974803" cy="632506"/>
                </a:xfrm>
                <a:custGeom>
                  <a:avLst/>
                  <a:gdLst/>
                  <a:ahLst/>
                  <a:cxnLst>
                    <a:cxn ang="0">
                      <a:pos x="122" y="1"/>
                    </a:cxn>
                    <a:cxn ang="0">
                      <a:pos x="125" y="7"/>
                    </a:cxn>
                    <a:cxn ang="0">
                      <a:pos x="68" y="64"/>
                    </a:cxn>
                    <a:cxn ang="0">
                      <a:pos x="48" y="75"/>
                    </a:cxn>
                    <a:cxn ang="0">
                      <a:pos x="0" y="83"/>
                    </a:cxn>
                    <a:cxn ang="0">
                      <a:pos x="74" y="9"/>
                    </a:cxn>
                    <a:cxn ang="0">
                      <a:pos x="122" y="1"/>
                    </a:cxn>
                  </a:cxnLst>
                  <a:rect l="0" t="0" r="r" b="b"/>
                  <a:pathLst>
                    <a:path w="128" h="83">
                      <a:moveTo>
                        <a:pt x="122" y="1"/>
                      </a:moveTo>
                      <a:cubicBezTo>
                        <a:pt x="125" y="0"/>
                        <a:pt x="128" y="5"/>
                        <a:pt x="125" y="7"/>
                      </a:cubicBezTo>
                      <a:cubicBezTo>
                        <a:pt x="68" y="64"/>
                        <a:pt x="68" y="64"/>
                        <a:pt x="68" y="64"/>
                      </a:cubicBezTo>
                      <a:cubicBezTo>
                        <a:pt x="63" y="70"/>
                        <a:pt x="56" y="73"/>
                        <a:pt x="48" y="75"/>
                      </a:cubicBezTo>
                      <a:cubicBezTo>
                        <a:pt x="0" y="83"/>
                        <a:pt x="0" y="83"/>
                        <a:pt x="0" y="83"/>
                      </a:cubicBezTo>
                      <a:cubicBezTo>
                        <a:pt x="74" y="9"/>
                        <a:pt x="74" y="9"/>
                        <a:pt x="74" y="9"/>
                      </a:cubicBezTo>
                      <a:lnTo>
                        <a:pt x="122" y="1"/>
                      </a:lnTo>
                      <a:close/>
                    </a:path>
                  </a:pathLst>
                </a:custGeom>
                <a:solidFill>
                  <a:srgbClr val="E0572D"/>
                </a:solidFill>
                <a:ln w="9525">
                  <a:noFill/>
                  <a:round/>
                </a:ln>
              </p:spPr>
              <p:txBody>
                <a:bodyPr anchor="ctr"/>
                <a:lstStyle/>
                <a:p>
                  <a:pPr algn="ctr"/>
                  <a:endParaRPr sz="2000"/>
                </a:p>
              </p:txBody>
            </p:sp>
            <p:sp>
              <p:nvSpPr>
                <p:cNvPr id="328" name="îṡ1íḋe"/>
                <p:cNvSpPr/>
                <p:nvPr>
                  <p:custDataLst>
                    <p:tags r:id="rId35"/>
                  </p:custDataLst>
                </p:nvPr>
              </p:nvSpPr>
              <p:spPr bwMode="auto">
                <a:xfrm>
                  <a:off x="4603101" y="1646523"/>
                  <a:ext cx="3868517" cy="3868517"/>
                </a:xfrm>
                <a:prstGeom prst="ellipse">
                  <a:avLst/>
                </a:prstGeom>
                <a:solidFill>
                  <a:srgbClr val="EFEFEF"/>
                </a:solidFill>
                <a:ln w="9525">
                  <a:noFill/>
                  <a:round/>
                </a:ln>
              </p:spPr>
              <p:txBody>
                <a:bodyPr anchor="ctr"/>
                <a:lstStyle/>
                <a:p>
                  <a:pPr algn="ctr"/>
                  <a:endParaRPr sz="2000"/>
                </a:p>
              </p:txBody>
            </p:sp>
            <p:sp>
              <p:nvSpPr>
                <p:cNvPr id="329" name="iś1iḍe"/>
                <p:cNvSpPr/>
                <p:nvPr>
                  <p:custDataLst>
                    <p:tags r:id="rId36"/>
                  </p:custDataLst>
                </p:nvPr>
              </p:nvSpPr>
              <p:spPr bwMode="auto">
                <a:xfrm>
                  <a:off x="4884938" y="1928361"/>
                  <a:ext cx="3304843" cy="3304842"/>
                </a:xfrm>
                <a:custGeom>
                  <a:avLst/>
                  <a:gdLst/>
                  <a:ahLst/>
                  <a:cxnLst>
                    <a:cxn ang="0">
                      <a:pos x="217" y="434"/>
                    </a:cxn>
                    <a:cxn ang="0">
                      <a:pos x="0" y="217"/>
                    </a:cxn>
                    <a:cxn ang="0">
                      <a:pos x="217" y="0"/>
                    </a:cxn>
                    <a:cxn ang="0">
                      <a:pos x="434" y="217"/>
                    </a:cxn>
                    <a:cxn ang="0">
                      <a:pos x="217" y="434"/>
                    </a:cxn>
                    <a:cxn ang="0">
                      <a:pos x="217" y="30"/>
                    </a:cxn>
                    <a:cxn ang="0">
                      <a:pos x="30" y="217"/>
                    </a:cxn>
                    <a:cxn ang="0">
                      <a:pos x="217" y="403"/>
                    </a:cxn>
                    <a:cxn ang="0">
                      <a:pos x="403" y="217"/>
                    </a:cxn>
                    <a:cxn ang="0">
                      <a:pos x="217" y="30"/>
                    </a:cxn>
                  </a:cxnLst>
                  <a:rect l="0" t="0" r="r" b="b"/>
                  <a:pathLst>
                    <a:path w="434" h="434">
                      <a:moveTo>
                        <a:pt x="217" y="434"/>
                      </a:moveTo>
                      <a:cubicBezTo>
                        <a:pt x="97" y="434"/>
                        <a:pt x="0" y="336"/>
                        <a:pt x="0" y="217"/>
                      </a:cubicBezTo>
                      <a:cubicBezTo>
                        <a:pt x="0" y="97"/>
                        <a:pt x="97" y="0"/>
                        <a:pt x="217" y="0"/>
                      </a:cubicBezTo>
                      <a:cubicBezTo>
                        <a:pt x="336" y="0"/>
                        <a:pt x="434" y="97"/>
                        <a:pt x="434" y="217"/>
                      </a:cubicBezTo>
                      <a:cubicBezTo>
                        <a:pt x="434" y="336"/>
                        <a:pt x="336" y="434"/>
                        <a:pt x="217" y="434"/>
                      </a:cubicBezTo>
                      <a:moveTo>
                        <a:pt x="217" y="30"/>
                      </a:moveTo>
                      <a:cubicBezTo>
                        <a:pt x="114" y="30"/>
                        <a:pt x="30" y="114"/>
                        <a:pt x="30" y="217"/>
                      </a:cubicBezTo>
                      <a:cubicBezTo>
                        <a:pt x="30" y="320"/>
                        <a:pt x="114" y="403"/>
                        <a:pt x="217" y="403"/>
                      </a:cubicBezTo>
                      <a:cubicBezTo>
                        <a:pt x="320" y="403"/>
                        <a:pt x="403" y="320"/>
                        <a:pt x="403" y="217"/>
                      </a:cubicBezTo>
                      <a:cubicBezTo>
                        <a:pt x="403" y="114"/>
                        <a:pt x="320" y="30"/>
                        <a:pt x="217" y="30"/>
                      </a:cubicBezTo>
                    </a:path>
                  </a:pathLst>
                </a:custGeom>
                <a:solidFill>
                  <a:srgbClr val="FF6D3A"/>
                </a:solidFill>
                <a:ln w="9525">
                  <a:noFill/>
                  <a:round/>
                </a:ln>
              </p:spPr>
              <p:txBody>
                <a:bodyPr anchor="ctr"/>
                <a:lstStyle/>
                <a:p>
                  <a:pPr algn="ctr"/>
                  <a:endParaRPr sz="2000"/>
                </a:p>
              </p:txBody>
            </p:sp>
            <p:sp>
              <p:nvSpPr>
                <p:cNvPr id="330" name="î$ḷidè"/>
                <p:cNvSpPr/>
                <p:nvPr>
                  <p:custDataLst>
                    <p:tags r:id="rId37"/>
                  </p:custDataLst>
                </p:nvPr>
              </p:nvSpPr>
              <p:spPr bwMode="auto">
                <a:xfrm>
                  <a:off x="5471866" y="2514359"/>
                  <a:ext cx="2124476" cy="2124475"/>
                </a:xfrm>
                <a:custGeom>
                  <a:avLst/>
                  <a:gdLst/>
                  <a:ahLst/>
                  <a:cxnLst>
                    <a:cxn ang="0">
                      <a:pos x="140" y="279"/>
                    </a:cxn>
                    <a:cxn ang="0">
                      <a:pos x="0" y="140"/>
                    </a:cxn>
                    <a:cxn ang="0">
                      <a:pos x="140" y="0"/>
                    </a:cxn>
                    <a:cxn ang="0">
                      <a:pos x="279" y="140"/>
                    </a:cxn>
                    <a:cxn ang="0">
                      <a:pos x="140" y="279"/>
                    </a:cxn>
                    <a:cxn ang="0">
                      <a:pos x="140" y="31"/>
                    </a:cxn>
                    <a:cxn ang="0">
                      <a:pos x="31" y="140"/>
                    </a:cxn>
                    <a:cxn ang="0">
                      <a:pos x="140" y="248"/>
                    </a:cxn>
                    <a:cxn ang="0">
                      <a:pos x="248" y="140"/>
                    </a:cxn>
                    <a:cxn ang="0">
                      <a:pos x="140" y="31"/>
                    </a:cxn>
                  </a:cxnLst>
                  <a:rect l="0" t="0" r="r" b="b"/>
                  <a:pathLst>
                    <a:path w="279" h="279">
                      <a:moveTo>
                        <a:pt x="140" y="279"/>
                      </a:moveTo>
                      <a:cubicBezTo>
                        <a:pt x="63" y="279"/>
                        <a:pt x="0" y="217"/>
                        <a:pt x="0" y="140"/>
                      </a:cubicBezTo>
                      <a:cubicBezTo>
                        <a:pt x="0" y="63"/>
                        <a:pt x="63" y="0"/>
                        <a:pt x="140" y="0"/>
                      </a:cubicBezTo>
                      <a:cubicBezTo>
                        <a:pt x="217" y="0"/>
                        <a:pt x="279" y="63"/>
                        <a:pt x="279" y="140"/>
                      </a:cubicBezTo>
                      <a:cubicBezTo>
                        <a:pt x="279" y="217"/>
                        <a:pt x="217" y="279"/>
                        <a:pt x="140" y="279"/>
                      </a:cubicBezTo>
                      <a:moveTo>
                        <a:pt x="140" y="31"/>
                      </a:moveTo>
                      <a:cubicBezTo>
                        <a:pt x="80" y="31"/>
                        <a:pt x="31" y="80"/>
                        <a:pt x="31" y="140"/>
                      </a:cubicBezTo>
                      <a:cubicBezTo>
                        <a:pt x="31" y="200"/>
                        <a:pt x="80" y="248"/>
                        <a:pt x="140" y="248"/>
                      </a:cubicBezTo>
                      <a:cubicBezTo>
                        <a:pt x="200" y="248"/>
                        <a:pt x="248" y="200"/>
                        <a:pt x="248" y="140"/>
                      </a:cubicBezTo>
                      <a:cubicBezTo>
                        <a:pt x="248" y="80"/>
                        <a:pt x="200" y="31"/>
                        <a:pt x="140" y="31"/>
                      </a:cubicBezTo>
                    </a:path>
                  </a:pathLst>
                </a:custGeom>
                <a:solidFill>
                  <a:srgbClr val="FF6D3A"/>
                </a:solidFill>
                <a:ln w="9525">
                  <a:noFill/>
                  <a:round/>
                </a:ln>
              </p:spPr>
              <p:txBody>
                <a:bodyPr anchor="ctr"/>
                <a:lstStyle/>
                <a:p>
                  <a:pPr algn="ctr"/>
                  <a:endParaRPr sz="2000"/>
                </a:p>
              </p:txBody>
            </p:sp>
            <p:sp>
              <p:nvSpPr>
                <p:cNvPr id="331" name="ïṥliḑê"/>
                <p:cNvSpPr/>
                <p:nvPr>
                  <p:custDataLst>
                    <p:tags r:id="rId38"/>
                  </p:custDataLst>
                </p:nvPr>
              </p:nvSpPr>
              <p:spPr bwMode="auto">
                <a:xfrm>
                  <a:off x="6141578" y="3185000"/>
                  <a:ext cx="784121" cy="784121"/>
                </a:xfrm>
                <a:prstGeom prst="ellipse">
                  <a:avLst/>
                </a:prstGeom>
                <a:solidFill>
                  <a:srgbClr val="FF6D3A"/>
                </a:solidFill>
                <a:ln w="9525">
                  <a:noFill/>
                  <a:round/>
                </a:ln>
              </p:spPr>
              <p:txBody>
                <a:bodyPr anchor="ctr"/>
                <a:lstStyle/>
                <a:p>
                  <a:pPr algn="ctr"/>
                  <a:endParaRPr sz="2000"/>
                </a:p>
              </p:txBody>
            </p:sp>
            <p:sp>
              <p:nvSpPr>
                <p:cNvPr id="332" name="íṡḻiḓe"/>
                <p:cNvSpPr/>
                <p:nvPr>
                  <p:custDataLst>
                    <p:tags r:id="rId39"/>
                  </p:custDataLst>
                </p:nvPr>
              </p:nvSpPr>
              <p:spPr bwMode="auto">
                <a:xfrm>
                  <a:off x="6910817" y="3374752"/>
                  <a:ext cx="449265" cy="381364"/>
                </a:xfrm>
                <a:custGeom>
                  <a:avLst/>
                  <a:gdLst/>
                  <a:ahLst/>
                  <a:cxnLst>
                    <a:cxn ang="0">
                      <a:pos x="50" y="0"/>
                    </a:cxn>
                    <a:cxn ang="0">
                      <a:pos x="0" y="11"/>
                    </a:cxn>
                    <a:cxn ang="0">
                      <a:pos x="2" y="27"/>
                    </a:cxn>
                    <a:cxn ang="0">
                      <a:pos x="1" y="39"/>
                    </a:cxn>
                    <a:cxn ang="0">
                      <a:pos x="50" y="50"/>
                    </a:cxn>
                    <a:cxn ang="0">
                      <a:pos x="34" y="30"/>
                    </a:cxn>
                    <a:cxn ang="0">
                      <a:pos x="59" y="30"/>
                    </a:cxn>
                    <a:cxn ang="0">
                      <a:pos x="59" y="27"/>
                    </a:cxn>
                    <a:cxn ang="0">
                      <a:pos x="59" y="17"/>
                    </a:cxn>
                    <a:cxn ang="0">
                      <a:pos x="35" y="17"/>
                    </a:cxn>
                    <a:cxn ang="0">
                      <a:pos x="50" y="0"/>
                    </a:cxn>
                  </a:cxnLst>
                  <a:rect l="0" t="0" r="r" b="b"/>
                  <a:pathLst>
                    <a:path w="59" h="50">
                      <a:moveTo>
                        <a:pt x="50" y="0"/>
                      </a:moveTo>
                      <a:cubicBezTo>
                        <a:pt x="0" y="11"/>
                        <a:pt x="0" y="11"/>
                        <a:pt x="0" y="11"/>
                      </a:cubicBezTo>
                      <a:cubicBezTo>
                        <a:pt x="2" y="16"/>
                        <a:pt x="2" y="21"/>
                        <a:pt x="2" y="27"/>
                      </a:cubicBezTo>
                      <a:cubicBezTo>
                        <a:pt x="2" y="31"/>
                        <a:pt x="2" y="35"/>
                        <a:pt x="1" y="39"/>
                      </a:cubicBezTo>
                      <a:cubicBezTo>
                        <a:pt x="50" y="50"/>
                        <a:pt x="50" y="50"/>
                        <a:pt x="50" y="50"/>
                      </a:cubicBezTo>
                      <a:cubicBezTo>
                        <a:pt x="34" y="30"/>
                        <a:pt x="34" y="30"/>
                        <a:pt x="34" y="30"/>
                      </a:cubicBezTo>
                      <a:cubicBezTo>
                        <a:pt x="59" y="30"/>
                        <a:pt x="59" y="30"/>
                        <a:pt x="59" y="30"/>
                      </a:cubicBezTo>
                      <a:cubicBezTo>
                        <a:pt x="59" y="29"/>
                        <a:pt x="59" y="28"/>
                        <a:pt x="59" y="27"/>
                      </a:cubicBezTo>
                      <a:cubicBezTo>
                        <a:pt x="59" y="23"/>
                        <a:pt x="59" y="20"/>
                        <a:pt x="59" y="17"/>
                      </a:cubicBezTo>
                      <a:cubicBezTo>
                        <a:pt x="35" y="17"/>
                        <a:pt x="35" y="17"/>
                        <a:pt x="35" y="17"/>
                      </a:cubicBezTo>
                      <a:cubicBezTo>
                        <a:pt x="50" y="0"/>
                        <a:pt x="50" y="0"/>
                        <a:pt x="50" y="0"/>
                      </a:cubicBezTo>
                    </a:path>
                  </a:pathLst>
                </a:custGeom>
                <a:solidFill>
                  <a:srgbClr val="BFBFBF"/>
                </a:solidFill>
                <a:ln w="9525">
                  <a:noFill/>
                  <a:round/>
                </a:ln>
              </p:spPr>
              <p:txBody>
                <a:bodyPr anchor="ctr"/>
                <a:lstStyle/>
                <a:p>
                  <a:pPr algn="ctr"/>
                  <a:endParaRPr sz="2000"/>
                </a:p>
              </p:txBody>
            </p:sp>
            <p:sp>
              <p:nvSpPr>
                <p:cNvPr id="333" name="ïşlîde"/>
                <p:cNvSpPr/>
                <p:nvPr>
                  <p:custDataLst>
                    <p:tags r:id="rId40"/>
                  </p:custDataLst>
                </p:nvPr>
              </p:nvSpPr>
              <p:spPr bwMode="auto">
                <a:xfrm>
                  <a:off x="7596342" y="3504044"/>
                  <a:ext cx="875276" cy="99527"/>
                </a:xfrm>
                <a:custGeom>
                  <a:avLst/>
                  <a:gdLst/>
                  <a:ahLst/>
                  <a:cxnLst>
                    <a:cxn ang="0">
                      <a:pos x="47" y="0"/>
                    </a:cxn>
                    <a:cxn ang="0">
                      <a:pos x="0" y="0"/>
                    </a:cxn>
                    <a:cxn ang="0">
                      <a:pos x="0" y="10"/>
                    </a:cxn>
                    <a:cxn ang="0">
                      <a:pos x="0" y="13"/>
                    </a:cxn>
                    <a:cxn ang="0">
                      <a:pos x="47" y="13"/>
                    </a:cxn>
                    <a:cxn ang="0">
                      <a:pos x="47" y="10"/>
                    </a:cxn>
                    <a:cxn ang="0">
                      <a:pos x="47" y="0"/>
                    </a:cxn>
                    <a:cxn ang="0">
                      <a:pos x="114" y="0"/>
                    </a:cxn>
                    <a:cxn ang="0">
                      <a:pos x="78" y="0"/>
                    </a:cxn>
                    <a:cxn ang="0">
                      <a:pos x="78" y="10"/>
                    </a:cxn>
                    <a:cxn ang="0">
                      <a:pos x="78" y="13"/>
                    </a:cxn>
                    <a:cxn ang="0">
                      <a:pos x="115" y="13"/>
                    </a:cxn>
                    <a:cxn ang="0">
                      <a:pos x="115" y="10"/>
                    </a:cxn>
                    <a:cxn ang="0">
                      <a:pos x="115" y="10"/>
                    </a:cxn>
                    <a:cxn ang="0">
                      <a:pos x="114" y="0"/>
                    </a:cxn>
                  </a:cxnLst>
                  <a:rect l="0" t="0" r="r" b="b"/>
                  <a:pathLst>
                    <a:path w="115" h="13">
                      <a:moveTo>
                        <a:pt x="47" y="0"/>
                      </a:moveTo>
                      <a:cubicBezTo>
                        <a:pt x="0" y="0"/>
                        <a:pt x="0" y="0"/>
                        <a:pt x="0" y="0"/>
                      </a:cubicBezTo>
                      <a:cubicBezTo>
                        <a:pt x="0" y="3"/>
                        <a:pt x="0" y="6"/>
                        <a:pt x="0" y="10"/>
                      </a:cubicBezTo>
                      <a:cubicBezTo>
                        <a:pt x="0" y="11"/>
                        <a:pt x="0" y="12"/>
                        <a:pt x="0" y="13"/>
                      </a:cubicBezTo>
                      <a:cubicBezTo>
                        <a:pt x="47" y="13"/>
                        <a:pt x="47" y="13"/>
                        <a:pt x="47" y="13"/>
                      </a:cubicBezTo>
                      <a:cubicBezTo>
                        <a:pt x="47" y="12"/>
                        <a:pt x="47" y="11"/>
                        <a:pt x="47" y="10"/>
                      </a:cubicBezTo>
                      <a:cubicBezTo>
                        <a:pt x="47" y="6"/>
                        <a:pt x="47" y="3"/>
                        <a:pt x="47" y="0"/>
                      </a:cubicBezTo>
                      <a:moveTo>
                        <a:pt x="114" y="0"/>
                      </a:moveTo>
                      <a:cubicBezTo>
                        <a:pt x="78" y="0"/>
                        <a:pt x="78" y="0"/>
                        <a:pt x="78" y="0"/>
                      </a:cubicBezTo>
                      <a:cubicBezTo>
                        <a:pt x="78" y="3"/>
                        <a:pt x="78" y="6"/>
                        <a:pt x="78" y="10"/>
                      </a:cubicBezTo>
                      <a:cubicBezTo>
                        <a:pt x="78" y="11"/>
                        <a:pt x="78" y="12"/>
                        <a:pt x="78" y="13"/>
                      </a:cubicBezTo>
                      <a:cubicBezTo>
                        <a:pt x="115" y="13"/>
                        <a:pt x="115" y="13"/>
                        <a:pt x="115" y="13"/>
                      </a:cubicBezTo>
                      <a:cubicBezTo>
                        <a:pt x="115" y="12"/>
                        <a:pt x="115" y="11"/>
                        <a:pt x="115" y="10"/>
                      </a:cubicBezTo>
                      <a:cubicBezTo>
                        <a:pt x="115" y="10"/>
                        <a:pt x="115" y="10"/>
                        <a:pt x="115" y="10"/>
                      </a:cubicBezTo>
                      <a:cubicBezTo>
                        <a:pt x="115" y="6"/>
                        <a:pt x="115" y="3"/>
                        <a:pt x="114" y="0"/>
                      </a:cubicBezTo>
                    </a:path>
                  </a:pathLst>
                </a:custGeom>
                <a:solidFill>
                  <a:srgbClr val="BFBFBF"/>
                </a:solidFill>
                <a:ln w="9525">
                  <a:noFill/>
                  <a:round/>
                </a:ln>
              </p:spPr>
              <p:txBody>
                <a:bodyPr anchor="ctr"/>
                <a:lstStyle/>
                <a:p>
                  <a:pPr algn="ctr"/>
                  <a:endParaRPr sz="2000"/>
                </a:p>
              </p:txBody>
            </p:sp>
            <p:sp>
              <p:nvSpPr>
                <p:cNvPr id="334" name="işḷîḋe"/>
                <p:cNvSpPr/>
                <p:nvPr>
                  <p:custDataLst>
                    <p:tags r:id="rId41"/>
                  </p:custDataLst>
                </p:nvPr>
              </p:nvSpPr>
              <p:spPr bwMode="auto">
                <a:xfrm>
                  <a:off x="7953521" y="3504044"/>
                  <a:ext cx="236260" cy="99527"/>
                </a:xfrm>
                <a:custGeom>
                  <a:avLst/>
                  <a:gdLst/>
                  <a:ahLst/>
                  <a:cxnLst>
                    <a:cxn ang="0">
                      <a:pos x="31" y="0"/>
                    </a:cxn>
                    <a:cxn ang="0">
                      <a:pos x="0" y="0"/>
                    </a:cxn>
                    <a:cxn ang="0">
                      <a:pos x="0" y="10"/>
                    </a:cxn>
                    <a:cxn ang="0">
                      <a:pos x="0" y="13"/>
                    </a:cxn>
                    <a:cxn ang="0">
                      <a:pos x="31" y="13"/>
                    </a:cxn>
                    <a:cxn ang="0">
                      <a:pos x="31" y="10"/>
                    </a:cxn>
                    <a:cxn ang="0">
                      <a:pos x="31" y="0"/>
                    </a:cxn>
                  </a:cxnLst>
                  <a:rect l="0" t="0" r="r" b="b"/>
                  <a:pathLst>
                    <a:path w="31" h="13">
                      <a:moveTo>
                        <a:pt x="31" y="0"/>
                      </a:moveTo>
                      <a:cubicBezTo>
                        <a:pt x="0" y="0"/>
                        <a:pt x="0" y="0"/>
                        <a:pt x="0" y="0"/>
                      </a:cubicBezTo>
                      <a:cubicBezTo>
                        <a:pt x="0" y="3"/>
                        <a:pt x="0" y="6"/>
                        <a:pt x="0" y="10"/>
                      </a:cubicBezTo>
                      <a:cubicBezTo>
                        <a:pt x="0" y="11"/>
                        <a:pt x="0" y="12"/>
                        <a:pt x="0" y="13"/>
                      </a:cubicBezTo>
                      <a:cubicBezTo>
                        <a:pt x="31" y="13"/>
                        <a:pt x="31" y="13"/>
                        <a:pt x="31" y="13"/>
                      </a:cubicBezTo>
                      <a:cubicBezTo>
                        <a:pt x="31" y="12"/>
                        <a:pt x="31" y="11"/>
                        <a:pt x="31" y="10"/>
                      </a:cubicBezTo>
                      <a:cubicBezTo>
                        <a:pt x="31" y="6"/>
                        <a:pt x="31" y="3"/>
                        <a:pt x="31" y="0"/>
                      </a:cubicBezTo>
                    </a:path>
                  </a:pathLst>
                </a:custGeom>
                <a:solidFill>
                  <a:srgbClr val="CC572E"/>
                </a:solidFill>
                <a:ln w="9525">
                  <a:noFill/>
                  <a:round/>
                </a:ln>
              </p:spPr>
              <p:txBody>
                <a:bodyPr anchor="ctr"/>
                <a:lstStyle/>
                <a:p>
                  <a:pPr algn="ctr"/>
                  <a:endParaRPr sz="2000"/>
                </a:p>
              </p:txBody>
            </p:sp>
            <p:sp>
              <p:nvSpPr>
                <p:cNvPr id="335" name="iSľîḍe"/>
                <p:cNvSpPr/>
                <p:nvPr>
                  <p:custDataLst>
                    <p:tags r:id="rId42"/>
                  </p:custDataLst>
                </p:nvPr>
              </p:nvSpPr>
              <p:spPr bwMode="auto">
                <a:xfrm>
                  <a:off x="7360082" y="3504044"/>
                  <a:ext cx="236260" cy="99527"/>
                </a:xfrm>
                <a:custGeom>
                  <a:avLst/>
                  <a:gdLst/>
                  <a:ahLst/>
                  <a:cxnLst>
                    <a:cxn ang="0">
                      <a:pos x="31" y="0"/>
                    </a:cxn>
                    <a:cxn ang="0">
                      <a:pos x="0" y="0"/>
                    </a:cxn>
                    <a:cxn ang="0">
                      <a:pos x="0" y="10"/>
                    </a:cxn>
                    <a:cxn ang="0">
                      <a:pos x="0" y="13"/>
                    </a:cxn>
                    <a:cxn ang="0">
                      <a:pos x="31" y="13"/>
                    </a:cxn>
                    <a:cxn ang="0">
                      <a:pos x="31" y="10"/>
                    </a:cxn>
                    <a:cxn ang="0">
                      <a:pos x="31" y="0"/>
                    </a:cxn>
                  </a:cxnLst>
                  <a:rect l="0" t="0" r="r" b="b"/>
                  <a:pathLst>
                    <a:path w="31" h="13">
                      <a:moveTo>
                        <a:pt x="31" y="0"/>
                      </a:moveTo>
                      <a:cubicBezTo>
                        <a:pt x="0" y="0"/>
                        <a:pt x="0" y="0"/>
                        <a:pt x="0" y="0"/>
                      </a:cubicBezTo>
                      <a:cubicBezTo>
                        <a:pt x="0" y="3"/>
                        <a:pt x="0" y="6"/>
                        <a:pt x="0" y="10"/>
                      </a:cubicBezTo>
                      <a:cubicBezTo>
                        <a:pt x="0" y="11"/>
                        <a:pt x="0" y="12"/>
                        <a:pt x="0" y="13"/>
                      </a:cubicBezTo>
                      <a:cubicBezTo>
                        <a:pt x="31" y="13"/>
                        <a:pt x="31" y="13"/>
                        <a:pt x="31" y="13"/>
                      </a:cubicBezTo>
                      <a:cubicBezTo>
                        <a:pt x="31" y="12"/>
                        <a:pt x="31" y="11"/>
                        <a:pt x="31" y="10"/>
                      </a:cubicBezTo>
                      <a:cubicBezTo>
                        <a:pt x="31" y="6"/>
                        <a:pt x="31" y="3"/>
                        <a:pt x="31" y="0"/>
                      </a:cubicBezTo>
                    </a:path>
                  </a:pathLst>
                </a:custGeom>
                <a:solidFill>
                  <a:srgbClr val="CC572E"/>
                </a:solidFill>
                <a:ln w="9525">
                  <a:noFill/>
                  <a:round/>
                </a:ln>
              </p:spPr>
              <p:txBody>
                <a:bodyPr anchor="ctr"/>
                <a:lstStyle/>
                <a:p>
                  <a:pPr algn="ctr"/>
                  <a:endParaRPr sz="2000"/>
                </a:p>
              </p:txBody>
            </p:sp>
            <p:sp>
              <p:nvSpPr>
                <p:cNvPr id="336" name="îşḻïḓê"/>
                <p:cNvSpPr/>
                <p:nvPr>
                  <p:custDataLst>
                    <p:tags r:id="rId43"/>
                  </p:custDataLst>
                </p:nvPr>
              </p:nvSpPr>
              <p:spPr bwMode="auto">
                <a:xfrm>
                  <a:off x="6583402" y="3458466"/>
                  <a:ext cx="342297" cy="213936"/>
                </a:xfrm>
                <a:custGeom>
                  <a:avLst/>
                  <a:gdLst/>
                  <a:ahLst/>
                  <a:cxnLst>
                    <a:cxn ang="0">
                      <a:pos x="43" y="0"/>
                    </a:cxn>
                    <a:cxn ang="0">
                      <a:pos x="4" y="9"/>
                    </a:cxn>
                    <a:cxn ang="0">
                      <a:pos x="1" y="18"/>
                    </a:cxn>
                    <a:cxn ang="0">
                      <a:pos x="44" y="28"/>
                    </a:cxn>
                    <a:cxn ang="0">
                      <a:pos x="45" y="16"/>
                    </a:cxn>
                    <a:cxn ang="0">
                      <a:pos x="43" y="0"/>
                    </a:cxn>
                  </a:cxnLst>
                  <a:rect l="0" t="0" r="r" b="b"/>
                  <a:pathLst>
                    <a:path w="45" h="28">
                      <a:moveTo>
                        <a:pt x="43" y="0"/>
                      </a:moveTo>
                      <a:cubicBezTo>
                        <a:pt x="4" y="9"/>
                        <a:pt x="4" y="9"/>
                        <a:pt x="4" y="9"/>
                      </a:cubicBezTo>
                      <a:cubicBezTo>
                        <a:pt x="4" y="9"/>
                        <a:pt x="0" y="17"/>
                        <a:pt x="1" y="18"/>
                      </a:cubicBezTo>
                      <a:cubicBezTo>
                        <a:pt x="44" y="28"/>
                        <a:pt x="44" y="28"/>
                        <a:pt x="44" y="28"/>
                      </a:cubicBezTo>
                      <a:cubicBezTo>
                        <a:pt x="45" y="24"/>
                        <a:pt x="45" y="20"/>
                        <a:pt x="45" y="16"/>
                      </a:cubicBezTo>
                      <a:cubicBezTo>
                        <a:pt x="45" y="10"/>
                        <a:pt x="45" y="5"/>
                        <a:pt x="43" y="0"/>
                      </a:cubicBezTo>
                    </a:path>
                  </a:pathLst>
                </a:custGeom>
                <a:solidFill>
                  <a:srgbClr val="CC572E"/>
                </a:solidFill>
                <a:ln w="9525">
                  <a:noFill/>
                  <a:round/>
                </a:ln>
              </p:spPr>
              <p:txBody>
                <a:bodyPr anchor="ctr"/>
                <a:lstStyle/>
                <a:p>
                  <a:pPr algn="ctr"/>
                  <a:endParaRPr sz="2000"/>
                </a:p>
              </p:txBody>
            </p:sp>
            <p:sp>
              <p:nvSpPr>
                <p:cNvPr id="337" name="íṥḷíďê"/>
                <p:cNvSpPr/>
                <p:nvPr>
                  <p:custDataLst>
                    <p:tags r:id="rId44"/>
                  </p:custDataLst>
                </p:nvPr>
              </p:nvSpPr>
              <p:spPr bwMode="auto">
                <a:xfrm>
                  <a:off x="6811290" y="1532114"/>
                  <a:ext cx="1782178" cy="1774737"/>
                </a:xfrm>
                <a:custGeom>
                  <a:avLst/>
                  <a:gdLst/>
                  <a:ahLst/>
                  <a:cxnLst>
                    <a:cxn ang="0">
                      <a:pos x="1916" y="74"/>
                    </a:cxn>
                    <a:cxn ang="0">
                      <a:pos x="82" y="1908"/>
                    </a:cxn>
                    <a:cxn ang="0">
                      <a:pos x="0" y="1834"/>
                    </a:cxn>
                    <a:cxn ang="0">
                      <a:pos x="1834" y="0"/>
                    </a:cxn>
                    <a:cxn ang="0">
                      <a:pos x="1916" y="74"/>
                    </a:cxn>
                  </a:cxnLst>
                  <a:rect l="0" t="0" r="r" b="b"/>
                  <a:pathLst>
                    <a:path w="1916" h="1908">
                      <a:moveTo>
                        <a:pt x="1916" y="74"/>
                      </a:moveTo>
                      <a:lnTo>
                        <a:pt x="82" y="1908"/>
                      </a:lnTo>
                      <a:lnTo>
                        <a:pt x="0" y="1834"/>
                      </a:lnTo>
                      <a:lnTo>
                        <a:pt x="1834" y="0"/>
                      </a:lnTo>
                      <a:lnTo>
                        <a:pt x="1916" y="74"/>
                      </a:lnTo>
                      <a:close/>
                    </a:path>
                  </a:pathLst>
                </a:custGeom>
                <a:solidFill>
                  <a:srgbClr val="E0572D"/>
                </a:solidFill>
                <a:ln w="9525">
                  <a:noFill/>
                  <a:round/>
                </a:ln>
              </p:spPr>
              <p:txBody>
                <a:bodyPr anchor="ctr"/>
                <a:lstStyle/>
                <a:p>
                  <a:pPr algn="ctr"/>
                  <a:endParaRPr sz="2000"/>
                </a:p>
              </p:txBody>
            </p:sp>
            <p:sp>
              <p:nvSpPr>
                <p:cNvPr id="338" name="iSļïḋè"/>
                <p:cNvSpPr/>
                <p:nvPr>
                  <p:custDataLst>
                    <p:tags r:id="rId45"/>
                  </p:custDataLst>
                </p:nvPr>
              </p:nvSpPr>
              <p:spPr bwMode="auto">
                <a:xfrm>
                  <a:off x="6537824" y="2932929"/>
                  <a:ext cx="662271" cy="654829"/>
                </a:xfrm>
                <a:custGeom>
                  <a:avLst/>
                  <a:gdLst/>
                  <a:ahLst/>
                  <a:cxnLst>
                    <a:cxn ang="0">
                      <a:pos x="51" y="0"/>
                    </a:cxn>
                    <a:cxn ang="0">
                      <a:pos x="0" y="81"/>
                    </a:cxn>
                    <a:cxn ang="0">
                      <a:pos x="0" y="82"/>
                    </a:cxn>
                    <a:cxn ang="0">
                      <a:pos x="2" y="84"/>
                    </a:cxn>
                    <a:cxn ang="0">
                      <a:pos x="7" y="86"/>
                    </a:cxn>
                    <a:cxn ang="0">
                      <a:pos x="87" y="36"/>
                    </a:cxn>
                    <a:cxn ang="0">
                      <a:pos x="54" y="33"/>
                    </a:cxn>
                    <a:cxn ang="0">
                      <a:pos x="51" y="0"/>
                    </a:cxn>
                  </a:cxnLst>
                  <a:rect l="0" t="0" r="r" b="b"/>
                  <a:pathLst>
                    <a:path w="87" h="86">
                      <a:moveTo>
                        <a:pt x="51" y="0"/>
                      </a:moveTo>
                      <a:cubicBezTo>
                        <a:pt x="0" y="81"/>
                        <a:pt x="0" y="81"/>
                        <a:pt x="0" y="81"/>
                      </a:cubicBezTo>
                      <a:cubicBezTo>
                        <a:pt x="0" y="82"/>
                        <a:pt x="0" y="82"/>
                        <a:pt x="0" y="82"/>
                      </a:cubicBezTo>
                      <a:cubicBezTo>
                        <a:pt x="2" y="84"/>
                        <a:pt x="2" y="84"/>
                        <a:pt x="2" y="84"/>
                      </a:cubicBezTo>
                      <a:cubicBezTo>
                        <a:pt x="3" y="85"/>
                        <a:pt x="5" y="86"/>
                        <a:pt x="7" y="86"/>
                      </a:cubicBezTo>
                      <a:cubicBezTo>
                        <a:pt x="87" y="36"/>
                        <a:pt x="87" y="36"/>
                        <a:pt x="87" y="36"/>
                      </a:cubicBezTo>
                      <a:cubicBezTo>
                        <a:pt x="54" y="33"/>
                        <a:pt x="54" y="33"/>
                        <a:pt x="54" y="33"/>
                      </a:cubicBezTo>
                      <a:lnTo>
                        <a:pt x="51" y="0"/>
                      </a:lnTo>
                      <a:close/>
                    </a:path>
                  </a:pathLst>
                </a:custGeom>
                <a:solidFill>
                  <a:srgbClr val="E0572D"/>
                </a:solidFill>
                <a:ln w="9525">
                  <a:noFill/>
                  <a:round/>
                </a:ln>
              </p:spPr>
              <p:txBody>
                <a:bodyPr anchor="ctr"/>
                <a:lstStyle/>
                <a:p>
                  <a:pPr algn="ctr"/>
                  <a:endParaRPr sz="2000"/>
                </a:p>
              </p:txBody>
            </p:sp>
            <p:sp>
              <p:nvSpPr>
                <p:cNvPr id="339" name="ïS1ïďe"/>
                <p:cNvSpPr/>
                <p:nvPr>
                  <p:custDataLst>
                    <p:tags r:id="rId46"/>
                  </p:custDataLst>
                </p:nvPr>
              </p:nvSpPr>
              <p:spPr bwMode="auto">
                <a:xfrm>
                  <a:off x="3225540" y="4029581"/>
                  <a:ext cx="3037888" cy="2124475"/>
                </a:xfrm>
                <a:custGeom>
                  <a:avLst/>
                  <a:gdLst/>
                  <a:ahLst/>
                  <a:cxnLst>
                    <a:cxn ang="0">
                      <a:pos x="59" y="279"/>
                    </a:cxn>
                    <a:cxn ang="0">
                      <a:pos x="68" y="201"/>
                    </a:cxn>
                    <a:cxn ang="0">
                      <a:pos x="73" y="197"/>
                    </a:cxn>
                    <a:cxn ang="0">
                      <a:pos x="77" y="201"/>
                    </a:cxn>
                    <a:cxn ang="0">
                      <a:pos x="77" y="279"/>
                    </a:cxn>
                    <a:cxn ang="0">
                      <a:pos x="322" y="279"/>
                    </a:cxn>
                    <a:cxn ang="0">
                      <a:pos x="322" y="201"/>
                    </a:cxn>
                    <a:cxn ang="0">
                      <a:pos x="326" y="197"/>
                    </a:cxn>
                    <a:cxn ang="0">
                      <a:pos x="332" y="203"/>
                    </a:cxn>
                    <a:cxn ang="0">
                      <a:pos x="340" y="279"/>
                    </a:cxn>
                    <a:cxn ang="0">
                      <a:pos x="399" y="279"/>
                    </a:cxn>
                    <a:cxn ang="0">
                      <a:pos x="390" y="113"/>
                    </a:cxn>
                    <a:cxn ang="0">
                      <a:pos x="342" y="68"/>
                    </a:cxn>
                    <a:cxn ang="0">
                      <a:pos x="256" y="55"/>
                    </a:cxn>
                    <a:cxn ang="0">
                      <a:pos x="242" y="38"/>
                    </a:cxn>
                    <a:cxn ang="0">
                      <a:pos x="240" y="0"/>
                    </a:cxn>
                    <a:cxn ang="0">
                      <a:pos x="196" y="0"/>
                    </a:cxn>
                    <a:cxn ang="0">
                      <a:pos x="157" y="0"/>
                    </a:cxn>
                    <a:cxn ang="0">
                      <a:pos x="155" y="40"/>
                    </a:cxn>
                    <a:cxn ang="0">
                      <a:pos x="141" y="55"/>
                    </a:cxn>
                    <a:cxn ang="0">
                      <a:pos x="56" y="68"/>
                    </a:cxn>
                    <a:cxn ang="0">
                      <a:pos x="8" y="113"/>
                    </a:cxn>
                    <a:cxn ang="0">
                      <a:pos x="0" y="279"/>
                    </a:cxn>
                    <a:cxn ang="0">
                      <a:pos x="59" y="279"/>
                    </a:cxn>
                  </a:cxnLst>
                  <a:rect l="0" t="0" r="r" b="b"/>
                  <a:pathLst>
                    <a:path w="399" h="279">
                      <a:moveTo>
                        <a:pt x="59" y="279"/>
                      </a:moveTo>
                      <a:cubicBezTo>
                        <a:pt x="68" y="201"/>
                        <a:pt x="68" y="201"/>
                        <a:pt x="68" y="201"/>
                      </a:cubicBezTo>
                      <a:cubicBezTo>
                        <a:pt x="69" y="199"/>
                        <a:pt x="70" y="197"/>
                        <a:pt x="73" y="197"/>
                      </a:cubicBezTo>
                      <a:cubicBezTo>
                        <a:pt x="75" y="197"/>
                        <a:pt x="77" y="199"/>
                        <a:pt x="77" y="201"/>
                      </a:cubicBezTo>
                      <a:cubicBezTo>
                        <a:pt x="77" y="279"/>
                        <a:pt x="77" y="279"/>
                        <a:pt x="77" y="279"/>
                      </a:cubicBezTo>
                      <a:cubicBezTo>
                        <a:pt x="322" y="279"/>
                        <a:pt x="322" y="279"/>
                        <a:pt x="322" y="279"/>
                      </a:cubicBezTo>
                      <a:cubicBezTo>
                        <a:pt x="322" y="201"/>
                        <a:pt x="322" y="201"/>
                        <a:pt x="322" y="201"/>
                      </a:cubicBezTo>
                      <a:cubicBezTo>
                        <a:pt x="322" y="199"/>
                        <a:pt x="323" y="197"/>
                        <a:pt x="326" y="197"/>
                      </a:cubicBezTo>
                      <a:cubicBezTo>
                        <a:pt x="328" y="197"/>
                        <a:pt x="331" y="197"/>
                        <a:pt x="332" y="203"/>
                      </a:cubicBezTo>
                      <a:cubicBezTo>
                        <a:pt x="340" y="279"/>
                        <a:pt x="340" y="279"/>
                        <a:pt x="340" y="279"/>
                      </a:cubicBezTo>
                      <a:cubicBezTo>
                        <a:pt x="399" y="279"/>
                        <a:pt x="399" y="279"/>
                        <a:pt x="399" y="279"/>
                      </a:cubicBezTo>
                      <a:cubicBezTo>
                        <a:pt x="390" y="113"/>
                        <a:pt x="390" y="113"/>
                        <a:pt x="390" y="113"/>
                      </a:cubicBezTo>
                      <a:cubicBezTo>
                        <a:pt x="385" y="91"/>
                        <a:pt x="366" y="73"/>
                        <a:pt x="342" y="68"/>
                      </a:cubicBezTo>
                      <a:cubicBezTo>
                        <a:pt x="256" y="55"/>
                        <a:pt x="256" y="55"/>
                        <a:pt x="256" y="55"/>
                      </a:cubicBezTo>
                      <a:cubicBezTo>
                        <a:pt x="248" y="54"/>
                        <a:pt x="242" y="46"/>
                        <a:pt x="242" y="38"/>
                      </a:cubicBezTo>
                      <a:cubicBezTo>
                        <a:pt x="240" y="0"/>
                        <a:pt x="240" y="0"/>
                        <a:pt x="240" y="0"/>
                      </a:cubicBezTo>
                      <a:cubicBezTo>
                        <a:pt x="196" y="0"/>
                        <a:pt x="196" y="0"/>
                        <a:pt x="196" y="0"/>
                      </a:cubicBezTo>
                      <a:cubicBezTo>
                        <a:pt x="157" y="0"/>
                        <a:pt x="157" y="0"/>
                        <a:pt x="157" y="0"/>
                      </a:cubicBezTo>
                      <a:cubicBezTo>
                        <a:pt x="155" y="40"/>
                        <a:pt x="155" y="40"/>
                        <a:pt x="155" y="40"/>
                      </a:cubicBezTo>
                      <a:cubicBezTo>
                        <a:pt x="155" y="47"/>
                        <a:pt x="149" y="54"/>
                        <a:pt x="141" y="55"/>
                      </a:cubicBezTo>
                      <a:cubicBezTo>
                        <a:pt x="56" y="68"/>
                        <a:pt x="56" y="68"/>
                        <a:pt x="56" y="68"/>
                      </a:cubicBezTo>
                      <a:cubicBezTo>
                        <a:pt x="32" y="73"/>
                        <a:pt x="13" y="91"/>
                        <a:pt x="8" y="113"/>
                      </a:cubicBezTo>
                      <a:cubicBezTo>
                        <a:pt x="0" y="279"/>
                        <a:pt x="0" y="279"/>
                        <a:pt x="0" y="279"/>
                      </a:cubicBezTo>
                      <a:lnTo>
                        <a:pt x="59" y="279"/>
                      </a:lnTo>
                      <a:close/>
                    </a:path>
                  </a:pathLst>
                </a:custGeom>
                <a:solidFill>
                  <a:srgbClr val="FFE1CC"/>
                </a:solidFill>
                <a:ln w="9525">
                  <a:noFill/>
                  <a:round/>
                </a:ln>
              </p:spPr>
              <p:txBody>
                <a:bodyPr anchor="ctr"/>
                <a:lstStyle/>
                <a:p>
                  <a:pPr algn="ctr"/>
                  <a:endParaRPr sz="2000"/>
                </a:p>
              </p:txBody>
            </p:sp>
            <p:sp>
              <p:nvSpPr>
                <p:cNvPr id="340" name="îṡlidè"/>
                <p:cNvSpPr/>
                <p:nvPr>
                  <p:custDataLst>
                    <p:tags r:id="rId47"/>
                  </p:custDataLst>
                </p:nvPr>
              </p:nvSpPr>
              <p:spPr bwMode="auto">
                <a:xfrm>
                  <a:off x="4162207" y="4334672"/>
                  <a:ext cx="1157114" cy="1819384"/>
                </a:xfrm>
                <a:custGeom>
                  <a:avLst/>
                  <a:gdLst/>
                  <a:ahLst/>
                  <a:cxnLst>
                    <a:cxn ang="0">
                      <a:pos x="123" y="239"/>
                    </a:cxn>
                    <a:cxn ang="0">
                      <a:pos x="152" y="17"/>
                    </a:cxn>
                    <a:cxn ang="0">
                      <a:pos x="135" y="15"/>
                    </a:cxn>
                    <a:cxn ang="0">
                      <a:pos x="122" y="0"/>
                    </a:cxn>
                    <a:cxn ang="0">
                      <a:pos x="76" y="44"/>
                    </a:cxn>
                    <a:cxn ang="0">
                      <a:pos x="31" y="0"/>
                    </a:cxn>
                    <a:cxn ang="0">
                      <a:pos x="17" y="15"/>
                    </a:cxn>
                    <a:cxn ang="0">
                      <a:pos x="0" y="17"/>
                    </a:cxn>
                    <a:cxn ang="0">
                      <a:pos x="39" y="239"/>
                    </a:cxn>
                    <a:cxn ang="0">
                      <a:pos x="123" y="239"/>
                    </a:cxn>
                  </a:cxnLst>
                  <a:rect l="0" t="0" r="r" b="b"/>
                  <a:pathLst>
                    <a:path w="152" h="239">
                      <a:moveTo>
                        <a:pt x="123" y="239"/>
                      </a:moveTo>
                      <a:cubicBezTo>
                        <a:pt x="152" y="17"/>
                        <a:pt x="152" y="17"/>
                        <a:pt x="152" y="17"/>
                      </a:cubicBezTo>
                      <a:cubicBezTo>
                        <a:pt x="135" y="15"/>
                        <a:pt x="135" y="15"/>
                        <a:pt x="135" y="15"/>
                      </a:cubicBezTo>
                      <a:cubicBezTo>
                        <a:pt x="128" y="14"/>
                        <a:pt x="122" y="7"/>
                        <a:pt x="122" y="0"/>
                      </a:cubicBezTo>
                      <a:cubicBezTo>
                        <a:pt x="76" y="44"/>
                        <a:pt x="76" y="44"/>
                        <a:pt x="76" y="44"/>
                      </a:cubicBezTo>
                      <a:cubicBezTo>
                        <a:pt x="31" y="0"/>
                        <a:pt x="31" y="0"/>
                        <a:pt x="31" y="0"/>
                      </a:cubicBezTo>
                      <a:cubicBezTo>
                        <a:pt x="30" y="7"/>
                        <a:pt x="24" y="14"/>
                        <a:pt x="17" y="15"/>
                      </a:cubicBezTo>
                      <a:cubicBezTo>
                        <a:pt x="0" y="17"/>
                        <a:pt x="0" y="17"/>
                        <a:pt x="0" y="17"/>
                      </a:cubicBezTo>
                      <a:cubicBezTo>
                        <a:pt x="39" y="239"/>
                        <a:pt x="39" y="239"/>
                        <a:pt x="39" y="239"/>
                      </a:cubicBezTo>
                      <a:lnTo>
                        <a:pt x="123" y="239"/>
                      </a:lnTo>
                      <a:close/>
                    </a:path>
                  </a:pathLst>
                </a:custGeom>
                <a:solidFill>
                  <a:srgbClr val="DBDBDB"/>
                </a:solidFill>
                <a:ln w="9525">
                  <a:noFill/>
                  <a:round/>
                </a:ln>
              </p:spPr>
              <p:txBody>
                <a:bodyPr anchor="ctr"/>
                <a:lstStyle/>
                <a:p>
                  <a:pPr algn="ctr"/>
                  <a:endParaRPr sz="2000"/>
                </a:p>
              </p:txBody>
            </p:sp>
            <p:sp>
              <p:nvSpPr>
                <p:cNvPr id="341" name="íşḻïḑê"/>
                <p:cNvSpPr/>
                <p:nvPr>
                  <p:custDataLst>
                    <p:tags r:id="rId48"/>
                  </p:custDataLst>
                </p:nvPr>
              </p:nvSpPr>
              <p:spPr bwMode="auto">
                <a:xfrm>
                  <a:off x="4413349" y="4029581"/>
                  <a:ext cx="647388" cy="305091"/>
                </a:xfrm>
                <a:custGeom>
                  <a:avLst/>
                  <a:gdLst/>
                  <a:ahLst/>
                  <a:cxnLst>
                    <a:cxn ang="0">
                      <a:pos x="80" y="30"/>
                    </a:cxn>
                    <a:cxn ang="0">
                      <a:pos x="85" y="25"/>
                    </a:cxn>
                    <a:cxn ang="0">
                      <a:pos x="84" y="0"/>
                    </a:cxn>
                    <a:cxn ang="0">
                      <a:pos x="40" y="0"/>
                    </a:cxn>
                    <a:cxn ang="0">
                      <a:pos x="1" y="0"/>
                    </a:cxn>
                    <a:cxn ang="0">
                      <a:pos x="0" y="23"/>
                    </a:cxn>
                    <a:cxn ang="0">
                      <a:pos x="6" y="30"/>
                    </a:cxn>
                    <a:cxn ang="0">
                      <a:pos x="29" y="40"/>
                    </a:cxn>
                    <a:cxn ang="0">
                      <a:pos x="44" y="40"/>
                    </a:cxn>
                    <a:cxn ang="0">
                      <a:pos x="44" y="40"/>
                    </a:cxn>
                    <a:cxn ang="0">
                      <a:pos x="58" y="40"/>
                    </a:cxn>
                    <a:cxn ang="0">
                      <a:pos x="80" y="30"/>
                    </a:cxn>
                  </a:cxnLst>
                  <a:rect l="0" t="0" r="r" b="b"/>
                  <a:pathLst>
                    <a:path w="85" h="40">
                      <a:moveTo>
                        <a:pt x="80" y="30"/>
                      </a:moveTo>
                      <a:cubicBezTo>
                        <a:pt x="85" y="25"/>
                        <a:pt x="85" y="25"/>
                        <a:pt x="85" y="25"/>
                      </a:cubicBezTo>
                      <a:cubicBezTo>
                        <a:pt x="84" y="0"/>
                        <a:pt x="84" y="0"/>
                        <a:pt x="84" y="0"/>
                      </a:cubicBezTo>
                      <a:cubicBezTo>
                        <a:pt x="40" y="0"/>
                        <a:pt x="40" y="0"/>
                        <a:pt x="40" y="0"/>
                      </a:cubicBezTo>
                      <a:cubicBezTo>
                        <a:pt x="1" y="0"/>
                        <a:pt x="1" y="0"/>
                        <a:pt x="1" y="0"/>
                      </a:cubicBezTo>
                      <a:cubicBezTo>
                        <a:pt x="0" y="23"/>
                        <a:pt x="0" y="23"/>
                        <a:pt x="0" y="23"/>
                      </a:cubicBezTo>
                      <a:cubicBezTo>
                        <a:pt x="6" y="30"/>
                        <a:pt x="6" y="30"/>
                        <a:pt x="6" y="30"/>
                      </a:cubicBezTo>
                      <a:cubicBezTo>
                        <a:pt x="12" y="36"/>
                        <a:pt x="21" y="40"/>
                        <a:pt x="29" y="40"/>
                      </a:cubicBezTo>
                      <a:cubicBezTo>
                        <a:pt x="44" y="40"/>
                        <a:pt x="44" y="40"/>
                        <a:pt x="44" y="40"/>
                      </a:cubicBezTo>
                      <a:cubicBezTo>
                        <a:pt x="44" y="40"/>
                        <a:pt x="44" y="40"/>
                        <a:pt x="44" y="40"/>
                      </a:cubicBezTo>
                      <a:cubicBezTo>
                        <a:pt x="58" y="40"/>
                        <a:pt x="58" y="40"/>
                        <a:pt x="58" y="40"/>
                      </a:cubicBezTo>
                      <a:cubicBezTo>
                        <a:pt x="66" y="40"/>
                        <a:pt x="74" y="36"/>
                        <a:pt x="80" y="30"/>
                      </a:cubicBezTo>
                      <a:close/>
                    </a:path>
                  </a:pathLst>
                </a:custGeom>
                <a:solidFill>
                  <a:srgbClr val="EACEBB"/>
                </a:solidFill>
                <a:ln w="9525">
                  <a:noFill/>
                  <a:round/>
                </a:ln>
              </p:spPr>
              <p:txBody>
                <a:bodyPr anchor="ctr"/>
                <a:lstStyle/>
                <a:p>
                  <a:pPr algn="ctr"/>
                  <a:endParaRPr sz="2000"/>
                </a:p>
              </p:txBody>
            </p:sp>
            <p:sp>
              <p:nvSpPr>
                <p:cNvPr id="342" name="íšlíḍè"/>
                <p:cNvSpPr/>
                <p:nvPr>
                  <p:custDataLst>
                    <p:tags r:id="rId49"/>
                  </p:custDataLst>
                </p:nvPr>
              </p:nvSpPr>
              <p:spPr bwMode="auto">
                <a:xfrm>
                  <a:off x="5204911" y="3321733"/>
                  <a:ext cx="183240" cy="472519"/>
                </a:xfrm>
                <a:custGeom>
                  <a:avLst/>
                  <a:gdLst/>
                  <a:ahLst/>
                  <a:cxnLst>
                    <a:cxn ang="0">
                      <a:pos x="4" y="0"/>
                    </a:cxn>
                    <a:cxn ang="0">
                      <a:pos x="9" y="0"/>
                    </a:cxn>
                    <a:cxn ang="0">
                      <a:pos x="22" y="21"/>
                    </a:cxn>
                    <a:cxn ang="0">
                      <a:pos x="17" y="44"/>
                    </a:cxn>
                    <a:cxn ang="0">
                      <a:pos x="0" y="56"/>
                    </a:cxn>
                    <a:cxn ang="0">
                      <a:pos x="4" y="0"/>
                    </a:cxn>
                  </a:cxnLst>
                  <a:rect l="0" t="0" r="r" b="b"/>
                  <a:pathLst>
                    <a:path w="24" h="62">
                      <a:moveTo>
                        <a:pt x="4" y="0"/>
                      </a:moveTo>
                      <a:cubicBezTo>
                        <a:pt x="9" y="0"/>
                        <a:pt x="9" y="0"/>
                        <a:pt x="9" y="0"/>
                      </a:cubicBezTo>
                      <a:cubicBezTo>
                        <a:pt x="16" y="2"/>
                        <a:pt x="24" y="9"/>
                        <a:pt x="22" y="21"/>
                      </a:cubicBezTo>
                      <a:cubicBezTo>
                        <a:pt x="20" y="31"/>
                        <a:pt x="20" y="31"/>
                        <a:pt x="17" y="44"/>
                      </a:cubicBezTo>
                      <a:cubicBezTo>
                        <a:pt x="15" y="62"/>
                        <a:pt x="0" y="56"/>
                        <a:pt x="0" y="56"/>
                      </a:cubicBezTo>
                      <a:lnTo>
                        <a:pt x="4" y="0"/>
                      </a:lnTo>
                      <a:close/>
                    </a:path>
                  </a:pathLst>
                </a:custGeom>
                <a:solidFill>
                  <a:srgbClr val="EACEBB"/>
                </a:solidFill>
                <a:ln w="9525">
                  <a:noFill/>
                  <a:round/>
                </a:ln>
              </p:spPr>
              <p:txBody>
                <a:bodyPr anchor="ctr"/>
                <a:lstStyle/>
                <a:p>
                  <a:pPr algn="ctr"/>
                  <a:endParaRPr sz="2000"/>
                </a:p>
              </p:txBody>
            </p:sp>
            <p:sp>
              <p:nvSpPr>
                <p:cNvPr id="343" name="íŝ1ïḍè"/>
                <p:cNvSpPr/>
                <p:nvPr>
                  <p:custDataLst>
                    <p:tags r:id="rId50"/>
                  </p:custDataLst>
                </p:nvPr>
              </p:nvSpPr>
              <p:spPr bwMode="auto">
                <a:xfrm>
                  <a:off x="4108258" y="3321733"/>
                  <a:ext cx="183240" cy="472519"/>
                </a:xfrm>
                <a:custGeom>
                  <a:avLst/>
                  <a:gdLst/>
                  <a:ahLst/>
                  <a:cxnLst>
                    <a:cxn ang="0">
                      <a:pos x="20" y="0"/>
                    </a:cxn>
                    <a:cxn ang="0">
                      <a:pos x="15" y="0"/>
                    </a:cxn>
                    <a:cxn ang="0">
                      <a:pos x="2" y="21"/>
                    </a:cxn>
                    <a:cxn ang="0">
                      <a:pos x="6" y="44"/>
                    </a:cxn>
                    <a:cxn ang="0">
                      <a:pos x="24" y="56"/>
                    </a:cxn>
                    <a:cxn ang="0">
                      <a:pos x="20" y="0"/>
                    </a:cxn>
                  </a:cxnLst>
                  <a:rect l="0" t="0" r="r" b="b"/>
                  <a:pathLst>
                    <a:path w="24" h="62">
                      <a:moveTo>
                        <a:pt x="20" y="0"/>
                      </a:moveTo>
                      <a:cubicBezTo>
                        <a:pt x="15" y="0"/>
                        <a:pt x="15" y="0"/>
                        <a:pt x="15" y="0"/>
                      </a:cubicBezTo>
                      <a:cubicBezTo>
                        <a:pt x="8" y="2"/>
                        <a:pt x="0" y="9"/>
                        <a:pt x="2" y="21"/>
                      </a:cubicBezTo>
                      <a:cubicBezTo>
                        <a:pt x="3" y="31"/>
                        <a:pt x="4" y="31"/>
                        <a:pt x="6" y="44"/>
                      </a:cubicBezTo>
                      <a:cubicBezTo>
                        <a:pt x="9" y="62"/>
                        <a:pt x="24" y="56"/>
                        <a:pt x="24" y="56"/>
                      </a:cubicBezTo>
                      <a:lnTo>
                        <a:pt x="20" y="0"/>
                      </a:lnTo>
                      <a:close/>
                    </a:path>
                  </a:pathLst>
                </a:custGeom>
                <a:solidFill>
                  <a:srgbClr val="EACEBB"/>
                </a:solidFill>
                <a:ln w="9525">
                  <a:noFill/>
                  <a:round/>
                </a:ln>
              </p:spPr>
              <p:txBody>
                <a:bodyPr anchor="ctr"/>
                <a:lstStyle/>
                <a:p>
                  <a:pPr algn="ctr"/>
                  <a:endParaRPr sz="2000"/>
                </a:p>
              </p:txBody>
            </p:sp>
            <p:sp>
              <p:nvSpPr>
                <p:cNvPr id="344" name="íśḷïḑè"/>
                <p:cNvSpPr/>
                <p:nvPr>
                  <p:custDataLst>
                    <p:tags r:id="rId51"/>
                  </p:custDataLst>
                </p:nvPr>
              </p:nvSpPr>
              <p:spPr bwMode="auto">
                <a:xfrm>
                  <a:off x="4238480" y="2865027"/>
                  <a:ext cx="1012009" cy="1370119"/>
                </a:xfrm>
                <a:custGeom>
                  <a:avLst/>
                  <a:gdLst/>
                  <a:ahLst/>
                  <a:cxnLst>
                    <a:cxn ang="0">
                      <a:pos x="66" y="0"/>
                    </a:cxn>
                    <a:cxn ang="0">
                      <a:pos x="66" y="0"/>
                    </a:cxn>
                    <a:cxn ang="0">
                      <a:pos x="0" y="0"/>
                    </a:cxn>
                    <a:cxn ang="0">
                      <a:pos x="0" y="126"/>
                    </a:cxn>
                    <a:cxn ang="0">
                      <a:pos x="9" y="149"/>
                    </a:cxn>
                    <a:cxn ang="0">
                      <a:pos x="29" y="170"/>
                    </a:cxn>
                    <a:cxn ang="0">
                      <a:pos x="52" y="180"/>
                    </a:cxn>
                    <a:cxn ang="0">
                      <a:pos x="67" y="180"/>
                    </a:cxn>
                    <a:cxn ang="0">
                      <a:pos x="67" y="180"/>
                    </a:cxn>
                    <a:cxn ang="0">
                      <a:pos x="81" y="180"/>
                    </a:cxn>
                    <a:cxn ang="0">
                      <a:pos x="103" y="170"/>
                    </a:cxn>
                    <a:cxn ang="0">
                      <a:pos x="124" y="149"/>
                    </a:cxn>
                    <a:cxn ang="0">
                      <a:pos x="133" y="126"/>
                    </a:cxn>
                    <a:cxn ang="0">
                      <a:pos x="133" y="0"/>
                    </a:cxn>
                    <a:cxn ang="0">
                      <a:pos x="66" y="0"/>
                    </a:cxn>
                  </a:cxnLst>
                  <a:rect l="0" t="0" r="r" b="b"/>
                  <a:pathLst>
                    <a:path w="133" h="180">
                      <a:moveTo>
                        <a:pt x="66" y="0"/>
                      </a:moveTo>
                      <a:cubicBezTo>
                        <a:pt x="66" y="0"/>
                        <a:pt x="66" y="0"/>
                        <a:pt x="66" y="0"/>
                      </a:cubicBezTo>
                      <a:cubicBezTo>
                        <a:pt x="0" y="0"/>
                        <a:pt x="0" y="0"/>
                        <a:pt x="0" y="0"/>
                      </a:cubicBezTo>
                      <a:cubicBezTo>
                        <a:pt x="0" y="126"/>
                        <a:pt x="0" y="126"/>
                        <a:pt x="0" y="126"/>
                      </a:cubicBezTo>
                      <a:cubicBezTo>
                        <a:pt x="0" y="135"/>
                        <a:pt x="3" y="143"/>
                        <a:pt x="9" y="149"/>
                      </a:cubicBezTo>
                      <a:cubicBezTo>
                        <a:pt x="29" y="170"/>
                        <a:pt x="29" y="170"/>
                        <a:pt x="29" y="170"/>
                      </a:cubicBezTo>
                      <a:cubicBezTo>
                        <a:pt x="35" y="177"/>
                        <a:pt x="44" y="180"/>
                        <a:pt x="52" y="180"/>
                      </a:cubicBezTo>
                      <a:cubicBezTo>
                        <a:pt x="67" y="180"/>
                        <a:pt x="67" y="180"/>
                        <a:pt x="67" y="180"/>
                      </a:cubicBezTo>
                      <a:cubicBezTo>
                        <a:pt x="67" y="180"/>
                        <a:pt x="67" y="180"/>
                        <a:pt x="67" y="180"/>
                      </a:cubicBezTo>
                      <a:cubicBezTo>
                        <a:pt x="81" y="180"/>
                        <a:pt x="81" y="180"/>
                        <a:pt x="81" y="180"/>
                      </a:cubicBezTo>
                      <a:cubicBezTo>
                        <a:pt x="89" y="180"/>
                        <a:pt x="97" y="177"/>
                        <a:pt x="103" y="170"/>
                      </a:cubicBezTo>
                      <a:cubicBezTo>
                        <a:pt x="124" y="149"/>
                        <a:pt x="124" y="149"/>
                        <a:pt x="124" y="149"/>
                      </a:cubicBezTo>
                      <a:cubicBezTo>
                        <a:pt x="130" y="143"/>
                        <a:pt x="133" y="135"/>
                        <a:pt x="133" y="126"/>
                      </a:cubicBezTo>
                      <a:cubicBezTo>
                        <a:pt x="133" y="0"/>
                        <a:pt x="133" y="0"/>
                        <a:pt x="133" y="0"/>
                      </a:cubicBezTo>
                      <a:lnTo>
                        <a:pt x="66" y="0"/>
                      </a:lnTo>
                      <a:close/>
                    </a:path>
                  </a:pathLst>
                </a:custGeom>
                <a:solidFill>
                  <a:srgbClr val="FFE1CC"/>
                </a:solidFill>
                <a:ln w="9525">
                  <a:noFill/>
                  <a:round/>
                </a:ln>
              </p:spPr>
              <p:txBody>
                <a:bodyPr anchor="ctr"/>
                <a:lstStyle/>
                <a:p>
                  <a:pPr algn="ctr"/>
                  <a:endParaRPr sz="2000"/>
                </a:p>
              </p:txBody>
            </p:sp>
            <p:sp>
              <p:nvSpPr>
                <p:cNvPr id="345" name="iṧḻïḋè"/>
                <p:cNvSpPr/>
                <p:nvPr>
                  <p:custDataLst>
                    <p:tags r:id="rId52"/>
                  </p:custDataLst>
                </p:nvPr>
              </p:nvSpPr>
              <p:spPr bwMode="auto">
                <a:xfrm>
                  <a:off x="4040356" y="2461339"/>
                  <a:ext cx="1362678" cy="1005498"/>
                </a:xfrm>
                <a:custGeom>
                  <a:avLst/>
                  <a:gdLst/>
                  <a:ahLst/>
                  <a:cxnLst>
                    <a:cxn ang="0">
                      <a:pos x="26" y="130"/>
                    </a:cxn>
                    <a:cxn ang="0">
                      <a:pos x="26" y="86"/>
                    </a:cxn>
                    <a:cxn ang="0">
                      <a:pos x="53" y="55"/>
                    </a:cxn>
                    <a:cxn ang="0">
                      <a:pos x="85" y="55"/>
                    </a:cxn>
                    <a:cxn ang="0">
                      <a:pos x="94" y="74"/>
                    </a:cxn>
                    <a:cxn ang="0">
                      <a:pos x="145" y="55"/>
                    </a:cxn>
                    <a:cxn ang="0">
                      <a:pos x="159" y="68"/>
                    </a:cxn>
                    <a:cxn ang="0">
                      <a:pos x="159" y="130"/>
                    </a:cxn>
                    <a:cxn ang="0">
                      <a:pos x="172" y="111"/>
                    </a:cxn>
                    <a:cxn ang="0">
                      <a:pos x="178" y="24"/>
                    </a:cxn>
                    <a:cxn ang="0">
                      <a:pos x="159" y="1"/>
                    </a:cxn>
                    <a:cxn ang="0">
                      <a:pos x="122" y="1"/>
                    </a:cxn>
                    <a:cxn ang="0">
                      <a:pos x="72" y="1"/>
                    </a:cxn>
                    <a:cxn ang="0">
                      <a:pos x="7" y="65"/>
                    </a:cxn>
                    <a:cxn ang="0">
                      <a:pos x="15" y="114"/>
                    </a:cxn>
                    <a:cxn ang="0">
                      <a:pos x="26" y="130"/>
                    </a:cxn>
                  </a:cxnLst>
                  <a:rect l="0" t="0" r="r" b="b"/>
                  <a:pathLst>
                    <a:path w="179" h="132">
                      <a:moveTo>
                        <a:pt x="26" y="130"/>
                      </a:moveTo>
                      <a:cubicBezTo>
                        <a:pt x="26" y="86"/>
                        <a:pt x="26" y="86"/>
                        <a:pt x="26" y="86"/>
                      </a:cubicBezTo>
                      <a:cubicBezTo>
                        <a:pt x="26" y="71"/>
                        <a:pt x="36" y="55"/>
                        <a:pt x="53" y="55"/>
                      </a:cubicBezTo>
                      <a:cubicBezTo>
                        <a:pt x="85" y="55"/>
                        <a:pt x="85" y="55"/>
                        <a:pt x="85" y="55"/>
                      </a:cubicBezTo>
                      <a:cubicBezTo>
                        <a:pt x="94" y="58"/>
                        <a:pt x="85" y="77"/>
                        <a:pt x="94" y="74"/>
                      </a:cubicBezTo>
                      <a:cubicBezTo>
                        <a:pt x="145" y="55"/>
                        <a:pt x="145" y="55"/>
                        <a:pt x="145" y="55"/>
                      </a:cubicBezTo>
                      <a:cubicBezTo>
                        <a:pt x="154" y="53"/>
                        <a:pt x="159" y="61"/>
                        <a:pt x="159" y="68"/>
                      </a:cubicBezTo>
                      <a:cubicBezTo>
                        <a:pt x="159" y="130"/>
                        <a:pt x="159" y="130"/>
                        <a:pt x="159" y="130"/>
                      </a:cubicBezTo>
                      <a:cubicBezTo>
                        <a:pt x="159" y="132"/>
                        <a:pt x="169" y="125"/>
                        <a:pt x="172" y="111"/>
                      </a:cubicBezTo>
                      <a:cubicBezTo>
                        <a:pt x="178" y="24"/>
                        <a:pt x="178" y="24"/>
                        <a:pt x="178" y="24"/>
                      </a:cubicBezTo>
                      <a:cubicBezTo>
                        <a:pt x="179" y="13"/>
                        <a:pt x="175" y="1"/>
                        <a:pt x="159" y="1"/>
                      </a:cubicBezTo>
                      <a:cubicBezTo>
                        <a:pt x="122" y="1"/>
                        <a:pt x="122" y="1"/>
                        <a:pt x="122" y="1"/>
                      </a:cubicBezTo>
                      <a:cubicBezTo>
                        <a:pt x="72" y="1"/>
                        <a:pt x="72" y="1"/>
                        <a:pt x="72" y="1"/>
                      </a:cubicBezTo>
                      <a:cubicBezTo>
                        <a:pt x="31" y="0"/>
                        <a:pt x="0" y="21"/>
                        <a:pt x="7" y="65"/>
                      </a:cubicBezTo>
                      <a:cubicBezTo>
                        <a:pt x="15" y="114"/>
                        <a:pt x="15" y="114"/>
                        <a:pt x="15" y="114"/>
                      </a:cubicBezTo>
                      <a:cubicBezTo>
                        <a:pt x="16" y="125"/>
                        <a:pt x="26" y="132"/>
                        <a:pt x="26" y="130"/>
                      </a:cubicBezTo>
                      <a:close/>
                    </a:path>
                  </a:pathLst>
                </a:custGeom>
                <a:solidFill>
                  <a:srgbClr val="253F59"/>
                </a:solidFill>
                <a:ln w="9525">
                  <a:noFill/>
                  <a:round/>
                </a:ln>
              </p:spPr>
              <p:txBody>
                <a:bodyPr anchor="ctr"/>
                <a:lstStyle/>
                <a:p>
                  <a:pPr algn="ctr"/>
                  <a:endParaRPr sz="2000"/>
                </a:p>
              </p:txBody>
            </p:sp>
            <p:sp>
              <p:nvSpPr>
                <p:cNvPr id="346" name="îSľíďe"/>
                <p:cNvSpPr/>
                <p:nvPr>
                  <p:custDataLst>
                    <p:tags r:id="rId53"/>
                  </p:custDataLst>
                </p:nvPr>
              </p:nvSpPr>
              <p:spPr bwMode="auto">
                <a:xfrm>
                  <a:off x="4253362" y="4250958"/>
                  <a:ext cx="487402" cy="731102"/>
                </a:xfrm>
                <a:custGeom>
                  <a:avLst/>
                  <a:gdLst/>
                  <a:ahLst/>
                  <a:cxnLst>
                    <a:cxn ang="0">
                      <a:pos x="21" y="5"/>
                    </a:cxn>
                    <a:cxn ang="0">
                      <a:pos x="13" y="5"/>
                    </a:cxn>
                    <a:cxn ang="0">
                      <a:pos x="0" y="25"/>
                    </a:cxn>
                    <a:cxn ang="0">
                      <a:pos x="40" y="91"/>
                    </a:cxn>
                    <a:cxn ang="0">
                      <a:pos x="47" y="91"/>
                    </a:cxn>
                    <a:cxn ang="0">
                      <a:pos x="64" y="55"/>
                    </a:cxn>
                    <a:cxn ang="0">
                      <a:pos x="21" y="5"/>
                    </a:cxn>
                  </a:cxnLst>
                  <a:rect l="0" t="0" r="r" b="b"/>
                  <a:pathLst>
                    <a:path w="64" h="96">
                      <a:moveTo>
                        <a:pt x="21" y="5"/>
                      </a:moveTo>
                      <a:cubicBezTo>
                        <a:pt x="17" y="1"/>
                        <a:pt x="16" y="0"/>
                        <a:pt x="13" y="5"/>
                      </a:cubicBezTo>
                      <a:cubicBezTo>
                        <a:pt x="0" y="25"/>
                        <a:pt x="0" y="25"/>
                        <a:pt x="0" y="25"/>
                      </a:cubicBezTo>
                      <a:cubicBezTo>
                        <a:pt x="40" y="91"/>
                        <a:pt x="40" y="91"/>
                        <a:pt x="40" y="91"/>
                      </a:cubicBezTo>
                      <a:cubicBezTo>
                        <a:pt x="42" y="96"/>
                        <a:pt x="44" y="96"/>
                        <a:pt x="47" y="91"/>
                      </a:cubicBezTo>
                      <a:cubicBezTo>
                        <a:pt x="64" y="55"/>
                        <a:pt x="64" y="55"/>
                        <a:pt x="64" y="55"/>
                      </a:cubicBezTo>
                      <a:lnTo>
                        <a:pt x="21" y="5"/>
                      </a:lnTo>
                      <a:close/>
                    </a:path>
                  </a:pathLst>
                </a:custGeom>
                <a:solidFill>
                  <a:srgbClr val="FFFFFF"/>
                </a:solidFill>
                <a:ln w="9525">
                  <a:noFill/>
                  <a:round/>
                </a:ln>
              </p:spPr>
              <p:txBody>
                <a:bodyPr anchor="ctr"/>
                <a:lstStyle/>
                <a:p>
                  <a:pPr algn="ctr"/>
                  <a:endParaRPr sz="2000"/>
                </a:p>
              </p:txBody>
            </p:sp>
            <p:sp>
              <p:nvSpPr>
                <p:cNvPr id="347" name="ïṡľïḍè"/>
                <p:cNvSpPr/>
                <p:nvPr>
                  <p:custDataLst>
                    <p:tags r:id="rId54"/>
                  </p:custDataLst>
                </p:nvPr>
              </p:nvSpPr>
              <p:spPr bwMode="auto">
                <a:xfrm>
                  <a:off x="4740764" y="4250958"/>
                  <a:ext cx="487402" cy="731102"/>
                </a:xfrm>
                <a:custGeom>
                  <a:avLst/>
                  <a:gdLst/>
                  <a:ahLst/>
                  <a:cxnLst>
                    <a:cxn ang="0">
                      <a:pos x="44" y="5"/>
                    </a:cxn>
                    <a:cxn ang="0">
                      <a:pos x="51" y="5"/>
                    </a:cxn>
                    <a:cxn ang="0">
                      <a:pos x="64" y="25"/>
                    </a:cxn>
                    <a:cxn ang="0">
                      <a:pos x="25" y="91"/>
                    </a:cxn>
                    <a:cxn ang="0">
                      <a:pos x="17" y="91"/>
                    </a:cxn>
                    <a:cxn ang="0">
                      <a:pos x="0" y="55"/>
                    </a:cxn>
                    <a:cxn ang="0">
                      <a:pos x="44" y="5"/>
                    </a:cxn>
                  </a:cxnLst>
                  <a:rect l="0" t="0" r="r" b="b"/>
                  <a:pathLst>
                    <a:path w="64" h="96">
                      <a:moveTo>
                        <a:pt x="44" y="5"/>
                      </a:moveTo>
                      <a:cubicBezTo>
                        <a:pt x="47" y="1"/>
                        <a:pt x="49" y="0"/>
                        <a:pt x="51" y="5"/>
                      </a:cubicBezTo>
                      <a:cubicBezTo>
                        <a:pt x="64" y="25"/>
                        <a:pt x="64" y="25"/>
                        <a:pt x="64" y="25"/>
                      </a:cubicBezTo>
                      <a:cubicBezTo>
                        <a:pt x="25" y="91"/>
                        <a:pt x="25" y="91"/>
                        <a:pt x="25" y="91"/>
                      </a:cubicBezTo>
                      <a:cubicBezTo>
                        <a:pt x="22" y="96"/>
                        <a:pt x="20" y="96"/>
                        <a:pt x="17" y="91"/>
                      </a:cubicBezTo>
                      <a:cubicBezTo>
                        <a:pt x="0" y="55"/>
                        <a:pt x="0" y="55"/>
                        <a:pt x="0" y="55"/>
                      </a:cubicBezTo>
                      <a:lnTo>
                        <a:pt x="44" y="5"/>
                      </a:lnTo>
                      <a:close/>
                    </a:path>
                  </a:pathLst>
                </a:custGeom>
                <a:solidFill>
                  <a:srgbClr val="FFFFFF"/>
                </a:solidFill>
                <a:ln w="9525">
                  <a:noFill/>
                  <a:round/>
                </a:ln>
              </p:spPr>
              <p:txBody>
                <a:bodyPr anchor="ctr"/>
                <a:lstStyle/>
                <a:p>
                  <a:pPr algn="ctr"/>
                  <a:endParaRPr sz="2000"/>
                </a:p>
              </p:txBody>
            </p:sp>
            <p:sp>
              <p:nvSpPr>
                <p:cNvPr id="348" name="iṣļîḍe"/>
                <p:cNvSpPr/>
                <p:nvPr>
                  <p:custDataLst>
                    <p:tags r:id="rId55"/>
                  </p:custDataLst>
                </p:nvPr>
              </p:nvSpPr>
              <p:spPr bwMode="auto">
                <a:xfrm>
                  <a:off x="4611472" y="4669528"/>
                  <a:ext cx="258583" cy="1484528"/>
                </a:xfrm>
                <a:custGeom>
                  <a:avLst/>
                  <a:gdLst/>
                  <a:ahLst/>
                  <a:cxnLst>
                    <a:cxn ang="0">
                      <a:pos x="10" y="55"/>
                    </a:cxn>
                    <a:cxn ang="0">
                      <a:pos x="3" y="195"/>
                    </a:cxn>
                    <a:cxn ang="0">
                      <a:pos x="32" y="195"/>
                    </a:cxn>
                    <a:cxn ang="0">
                      <a:pos x="25" y="55"/>
                    </a:cxn>
                    <a:cxn ang="0">
                      <a:pos x="26" y="47"/>
                    </a:cxn>
                    <a:cxn ang="0">
                      <a:pos x="34" y="30"/>
                    </a:cxn>
                    <a:cxn ang="0">
                      <a:pos x="17" y="1"/>
                    </a:cxn>
                    <a:cxn ang="0">
                      <a:pos x="17" y="0"/>
                    </a:cxn>
                    <a:cxn ang="0">
                      <a:pos x="17" y="1"/>
                    </a:cxn>
                    <a:cxn ang="0">
                      <a:pos x="17" y="0"/>
                    </a:cxn>
                    <a:cxn ang="0">
                      <a:pos x="17" y="1"/>
                    </a:cxn>
                    <a:cxn ang="0">
                      <a:pos x="0" y="30"/>
                    </a:cxn>
                    <a:cxn ang="0">
                      <a:pos x="9" y="47"/>
                    </a:cxn>
                    <a:cxn ang="0">
                      <a:pos x="10" y="55"/>
                    </a:cxn>
                  </a:cxnLst>
                  <a:rect l="0" t="0" r="r" b="b"/>
                  <a:pathLst>
                    <a:path w="34" h="195">
                      <a:moveTo>
                        <a:pt x="10" y="55"/>
                      </a:moveTo>
                      <a:cubicBezTo>
                        <a:pt x="3" y="195"/>
                        <a:pt x="3" y="195"/>
                        <a:pt x="3" y="195"/>
                      </a:cubicBezTo>
                      <a:cubicBezTo>
                        <a:pt x="32" y="195"/>
                        <a:pt x="32" y="195"/>
                        <a:pt x="32" y="195"/>
                      </a:cubicBezTo>
                      <a:cubicBezTo>
                        <a:pt x="25" y="55"/>
                        <a:pt x="25" y="55"/>
                        <a:pt x="25" y="55"/>
                      </a:cubicBezTo>
                      <a:cubicBezTo>
                        <a:pt x="24" y="52"/>
                        <a:pt x="25" y="48"/>
                        <a:pt x="26" y="47"/>
                      </a:cubicBezTo>
                      <a:cubicBezTo>
                        <a:pt x="34" y="30"/>
                        <a:pt x="34" y="30"/>
                        <a:pt x="34" y="30"/>
                      </a:cubicBezTo>
                      <a:cubicBezTo>
                        <a:pt x="17" y="1"/>
                        <a:pt x="17" y="1"/>
                        <a:pt x="17" y="1"/>
                      </a:cubicBezTo>
                      <a:cubicBezTo>
                        <a:pt x="17" y="0"/>
                        <a:pt x="17" y="0"/>
                        <a:pt x="17" y="0"/>
                      </a:cubicBezTo>
                      <a:cubicBezTo>
                        <a:pt x="17" y="1"/>
                        <a:pt x="17" y="1"/>
                        <a:pt x="17" y="1"/>
                      </a:cubicBezTo>
                      <a:cubicBezTo>
                        <a:pt x="17" y="0"/>
                        <a:pt x="17" y="0"/>
                        <a:pt x="17" y="0"/>
                      </a:cubicBezTo>
                      <a:cubicBezTo>
                        <a:pt x="17" y="1"/>
                        <a:pt x="17" y="1"/>
                        <a:pt x="17" y="1"/>
                      </a:cubicBezTo>
                      <a:cubicBezTo>
                        <a:pt x="0" y="30"/>
                        <a:pt x="0" y="30"/>
                        <a:pt x="0" y="30"/>
                      </a:cubicBezTo>
                      <a:cubicBezTo>
                        <a:pt x="9" y="47"/>
                        <a:pt x="9" y="47"/>
                        <a:pt x="9" y="47"/>
                      </a:cubicBezTo>
                      <a:cubicBezTo>
                        <a:pt x="10" y="49"/>
                        <a:pt x="10" y="52"/>
                        <a:pt x="10" y="55"/>
                      </a:cubicBezTo>
                      <a:close/>
                    </a:path>
                  </a:pathLst>
                </a:custGeom>
                <a:solidFill>
                  <a:srgbClr val="D8562E"/>
                </a:solidFill>
                <a:ln w="9525">
                  <a:noFill/>
                  <a:round/>
                </a:ln>
              </p:spPr>
              <p:txBody>
                <a:bodyPr anchor="ctr"/>
                <a:lstStyle/>
                <a:p>
                  <a:pPr algn="ctr"/>
                  <a:endParaRPr sz="2000"/>
                </a:p>
              </p:txBody>
            </p:sp>
            <p:sp>
              <p:nvSpPr>
                <p:cNvPr id="349" name="ïṧḻiḓê"/>
                <p:cNvSpPr/>
                <p:nvPr>
                  <p:custDataLst>
                    <p:tags r:id="rId56"/>
                  </p:custDataLst>
                </p:nvPr>
              </p:nvSpPr>
              <p:spPr bwMode="auto">
                <a:xfrm>
                  <a:off x="4801224" y="4471406"/>
                  <a:ext cx="1500341" cy="1682651"/>
                </a:xfrm>
                <a:custGeom>
                  <a:avLst/>
                  <a:gdLst/>
                  <a:ahLst/>
                  <a:cxnLst>
                    <a:cxn ang="0">
                      <a:pos x="197" y="221"/>
                    </a:cxn>
                    <a:cxn ang="0">
                      <a:pos x="193" y="63"/>
                    </a:cxn>
                    <a:cxn ang="0">
                      <a:pos x="144" y="9"/>
                    </a:cxn>
                    <a:cxn ang="0">
                      <a:pos x="70" y="0"/>
                    </a:cxn>
                    <a:cxn ang="0">
                      <a:pos x="0" y="203"/>
                    </a:cxn>
                    <a:cxn ang="0">
                      <a:pos x="0" y="221"/>
                    </a:cxn>
                    <a:cxn ang="0">
                      <a:pos x="197" y="221"/>
                    </a:cxn>
                  </a:cxnLst>
                  <a:rect l="0" t="0" r="r" b="b"/>
                  <a:pathLst>
                    <a:path w="197" h="221">
                      <a:moveTo>
                        <a:pt x="197" y="221"/>
                      </a:moveTo>
                      <a:cubicBezTo>
                        <a:pt x="193" y="63"/>
                        <a:pt x="193" y="63"/>
                        <a:pt x="193" y="63"/>
                      </a:cubicBezTo>
                      <a:cubicBezTo>
                        <a:pt x="193" y="32"/>
                        <a:pt x="174" y="15"/>
                        <a:pt x="144" y="9"/>
                      </a:cubicBezTo>
                      <a:cubicBezTo>
                        <a:pt x="70" y="0"/>
                        <a:pt x="70" y="0"/>
                        <a:pt x="70" y="0"/>
                      </a:cubicBezTo>
                      <a:cubicBezTo>
                        <a:pt x="0" y="203"/>
                        <a:pt x="0" y="203"/>
                        <a:pt x="0" y="203"/>
                      </a:cubicBezTo>
                      <a:cubicBezTo>
                        <a:pt x="0" y="221"/>
                        <a:pt x="0" y="221"/>
                        <a:pt x="0" y="221"/>
                      </a:cubicBezTo>
                      <a:lnTo>
                        <a:pt x="197" y="221"/>
                      </a:lnTo>
                      <a:close/>
                    </a:path>
                  </a:pathLst>
                </a:custGeom>
                <a:solidFill>
                  <a:srgbClr val="0EB3BF"/>
                </a:solidFill>
                <a:ln w="9525">
                  <a:noFill/>
                  <a:round/>
                </a:ln>
              </p:spPr>
              <p:txBody>
                <a:bodyPr anchor="ctr"/>
                <a:lstStyle/>
                <a:p>
                  <a:pPr algn="ctr"/>
                  <a:endParaRPr sz="2000"/>
                </a:p>
              </p:txBody>
            </p:sp>
            <p:sp>
              <p:nvSpPr>
                <p:cNvPr id="350" name="îṩľíḓê"/>
                <p:cNvSpPr/>
                <p:nvPr>
                  <p:custDataLst>
                    <p:tags r:id="rId57"/>
                  </p:custDataLst>
                </p:nvPr>
              </p:nvSpPr>
              <p:spPr bwMode="auto">
                <a:xfrm>
                  <a:off x="4801224" y="4433269"/>
                  <a:ext cx="616693" cy="1584055"/>
                </a:xfrm>
                <a:custGeom>
                  <a:avLst/>
                  <a:gdLst/>
                  <a:ahLst/>
                  <a:cxnLst>
                    <a:cxn ang="0">
                      <a:pos x="55" y="0"/>
                    </a:cxn>
                    <a:cxn ang="0">
                      <a:pos x="77" y="4"/>
                    </a:cxn>
                    <a:cxn ang="0">
                      <a:pos x="79" y="5"/>
                    </a:cxn>
                    <a:cxn ang="0">
                      <a:pos x="80" y="7"/>
                    </a:cxn>
                    <a:cxn ang="0">
                      <a:pos x="81" y="52"/>
                    </a:cxn>
                    <a:cxn ang="0">
                      <a:pos x="73" y="61"/>
                    </a:cxn>
                    <a:cxn ang="0">
                      <a:pos x="50" y="61"/>
                    </a:cxn>
                    <a:cxn ang="0">
                      <a:pos x="71" y="89"/>
                    </a:cxn>
                    <a:cxn ang="0">
                      <a:pos x="70" y="105"/>
                    </a:cxn>
                    <a:cxn ang="0">
                      <a:pos x="0" y="208"/>
                    </a:cxn>
                    <a:cxn ang="0">
                      <a:pos x="55" y="0"/>
                    </a:cxn>
                  </a:cxnLst>
                  <a:rect l="0" t="0" r="r" b="b"/>
                  <a:pathLst>
                    <a:path w="81" h="208">
                      <a:moveTo>
                        <a:pt x="55" y="0"/>
                      </a:moveTo>
                      <a:cubicBezTo>
                        <a:pt x="77" y="4"/>
                        <a:pt x="77" y="4"/>
                        <a:pt x="77" y="4"/>
                      </a:cubicBezTo>
                      <a:cubicBezTo>
                        <a:pt x="77" y="4"/>
                        <a:pt x="78" y="5"/>
                        <a:pt x="79" y="5"/>
                      </a:cubicBezTo>
                      <a:cubicBezTo>
                        <a:pt x="79" y="6"/>
                        <a:pt x="80" y="7"/>
                        <a:pt x="80" y="7"/>
                      </a:cubicBezTo>
                      <a:cubicBezTo>
                        <a:pt x="81" y="52"/>
                        <a:pt x="81" y="52"/>
                        <a:pt x="81" y="52"/>
                      </a:cubicBezTo>
                      <a:cubicBezTo>
                        <a:pt x="81" y="60"/>
                        <a:pt x="80" y="61"/>
                        <a:pt x="73" y="61"/>
                      </a:cubicBezTo>
                      <a:cubicBezTo>
                        <a:pt x="50" y="61"/>
                        <a:pt x="50" y="61"/>
                        <a:pt x="50" y="61"/>
                      </a:cubicBezTo>
                      <a:cubicBezTo>
                        <a:pt x="71" y="89"/>
                        <a:pt x="71" y="89"/>
                        <a:pt x="71" y="89"/>
                      </a:cubicBezTo>
                      <a:cubicBezTo>
                        <a:pt x="78" y="96"/>
                        <a:pt x="74" y="100"/>
                        <a:pt x="70" y="105"/>
                      </a:cubicBezTo>
                      <a:cubicBezTo>
                        <a:pt x="0" y="208"/>
                        <a:pt x="0" y="208"/>
                        <a:pt x="0" y="208"/>
                      </a:cubicBezTo>
                      <a:lnTo>
                        <a:pt x="55" y="0"/>
                      </a:lnTo>
                      <a:close/>
                    </a:path>
                  </a:pathLst>
                </a:custGeom>
                <a:solidFill>
                  <a:srgbClr val="1ECFD3"/>
                </a:solidFill>
                <a:ln w="9525">
                  <a:noFill/>
                  <a:round/>
                </a:ln>
              </p:spPr>
              <p:txBody>
                <a:bodyPr anchor="ctr"/>
                <a:lstStyle/>
                <a:p>
                  <a:pPr algn="ctr"/>
                  <a:endParaRPr sz="2000"/>
                </a:p>
              </p:txBody>
            </p:sp>
            <p:sp>
              <p:nvSpPr>
                <p:cNvPr id="351" name="ïṩḷïḓè"/>
                <p:cNvSpPr/>
                <p:nvPr>
                  <p:custDataLst>
                    <p:tags r:id="rId58"/>
                  </p:custDataLst>
                </p:nvPr>
              </p:nvSpPr>
              <p:spPr bwMode="auto">
                <a:xfrm>
                  <a:off x="3194845" y="4471406"/>
                  <a:ext cx="1500341" cy="1682651"/>
                </a:xfrm>
                <a:custGeom>
                  <a:avLst/>
                  <a:gdLst/>
                  <a:ahLst/>
                  <a:cxnLst>
                    <a:cxn ang="0">
                      <a:pos x="128" y="0"/>
                    </a:cxn>
                    <a:cxn ang="0">
                      <a:pos x="54" y="9"/>
                    </a:cxn>
                    <a:cxn ang="0">
                      <a:pos x="5" y="63"/>
                    </a:cxn>
                    <a:cxn ang="0">
                      <a:pos x="0" y="221"/>
                    </a:cxn>
                    <a:cxn ang="0">
                      <a:pos x="197" y="221"/>
                    </a:cxn>
                    <a:cxn ang="0">
                      <a:pos x="197" y="203"/>
                    </a:cxn>
                    <a:cxn ang="0">
                      <a:pos x="186" y="169"/>
                    </a:cxn>
                    <a:cxn ang="0">
                      <a:pos x="128" y="0"/>
                    </a:cxn>
                  </a:cxnLst>
                  <a:rect l="0" t="0" r="r" b="b"/>
                  <a:pathLst>
                    <a:path w="197" h="221">
                      <a:moveTo>
                        <a:pt x="128" y="0"/>
                      </a:moveTo>
                      <a:cubicBezTo>
                        <a:pt x="54" y="9"/>
                        <a:pt x="54" y="9"/>
                        <a:pt x="54" y="9"/>
                      </a:cubicBezTo>
                      <a:cubicBezTo>
                        <a:pt x="23" y="15"/>
                        <a:pt x="5" y="32"/>
                        <a:pt x="5" y="63"/>
                      </a:cubicBezTo>
                      <a:cubicBezTo>
                        <a:pt x="0" y="221"/>
                        <a:pt x="0" y="221"/>
                        <a:pt x="0" y="221"/>
                      </a:cubicBezTo>
                      <a:cubicBezTo>
                        <a:pt x="197" y="221"/>
                        <a:pt x="197" y="221"/>
                        <a:pt x="197" y="221"/>
                      </a:cubicBezTo>
                      <a:cubicBezTo>
                        <a:pt x="197" y="203"/>
                        <a:pt x="197" y="203"/>
                        <a:pt x="197" y="203"/>
                      </a:cubicBezTo>
                      <a:cubicBezTo>
                        <a:pt x="197" y="203"/>
                        <a:pt x="189" y="178"/>
                        <a:pt x="186" y="169"/>
                      </a:cubicBezTo>
                      <a:lnTo>
                        <a:pt x="128" y="0"/>
                      </a:lnTo>
                      <a:close/>
                    </a:path>
                  </a:pathLst>
                </a:custGeom>
                <a:solidFill>
                  <a:srgbClr val="0EB3BF"/>
                </a:solidFill>
                <a:ln w="9525">
                  <a:noFill/>
                  <a:round/>
                </a:ln>
              </p:spPr>
              <p:txBody>
                <a:bodyPr anchor="ctr"/>
                <a:lstStyle/>
                <a:p>
                  <a:pPr algn="ctr"/>
                  <a:endParaRPr sz="2000"/>
                </a:p>
              </p:txBody>
            </p:sp>
            <p:sp>
              <p:nvSpPr>
                <p:cNvPr id="352" name="işḷiďê"/>
                <p:cNvSpPr/>
                <p:nvPr>
                  <p:custDataLst>
                    <p:tags r:id="rId59"/>
                  </p:custDataLst>
                </p:nvPr>
              </p:nvSpPr>
              <p:spPr bwMode="auto">
                <a:xfrm>
                  <a:off x="4062680" y="4440710"/>
                  <a:ext cx="632506" cy="1576614"/>
                </a:xfrm>
                <a:custGeom>
                  <a:avLst/>
                  <a:gdLst/>
                  <a:ahLst/>
                  <a:cxnLst>
                    <a:cxn ang="0">
                      <a:pos x="26" y="0"/>
                    </a:cxn>
                    <a:cxn ang="0">
                      <a:pos x="5" y="3"/>
                    </a:cxn>
                    <a:cxn ang="0">
                      <a:pos x="2" y="5"/>
                    </a:cxn>
                    <a:cxn ang="0">
                      <a:pos x="1" y="7"/>
                    </a:cxn>
                    <a:cxn ang="0">
                      <a:pos x="0" y="51"/>
                    </a:cxn>
                    <a:cxn ang="0">
                      <a:pos x="8" y="60"/>
                    </a:cxn>
                    <a:cxn ang="0">
                      <a:pos x="31" y="60"/>
                    </a:cxn>
                    <a:cxn ang="0">
                      <a:pos x="10" y="88"/>
                    </a:cxn>
                    <a:cxn ang="0">
                      <a:pos x="10" y="104"/>
                    </a:cxn>
                    <a:cxn ang="0">
                      <a:pos x="83" y="207"/>
                    </a:cxn>
                    <a:cxn ang="0">
                      <a:pos x="26" y="0"/>
                    </a:cxn>
                  </a:cxnLst>
                  <a:rect l="0" t="0" r="r" b="b"/>
                  <a:pathLst>
                    <a:path w="83" h="207">
                      <a:moveTo>
                        <a:pt x="26" y="0"/>
                      </a:moveTo>
                      <a:cubicBezTo>
                        <a:pt x="5" y="3"/>
                        <a:pt x="5" y="3"/>
                        <a:pt x="5" y="3"/>
                      </a:cubicBezTo>
                      <a:cubicBezTo>
                        <a:pt x="5" y="3"/>
                        <a:pt x="3" y="4"/>
                        <a:pt x="2" y="5"/>
                      </a:cubicBezTo>
                      <a:cubicBezTo>
                        <a:pt x="2" y="6"/>
                        <a:pt x="1" y="7"/>
                        <a:pt x="1" y="7"/>
                      </a:cubicBezTo>
                      <a:cubicBezTo>
                        <a:pt x="0" y="51"/>
                        <a:pt x="0" y="51"/>
                        <a:pt x="0" y="51"/>
                      </a:cubicBezTo>
                      <a:cubicBezTo>
                        <a:pt x="0" y="59"/>
                        <a:pt x="1" y="60"/>
                        <a:pt x="8" y="60"/>
                      </a:cubicBezTo>
                      <a:cubicBezTo>
                        <a:pt x="31" y="60"/>
                        <a:pt x="31" y="60"/>
                        <a:pt x="31" y="60"/>
                      </a:cubicBezTo>
                      <a:cubicBezTo>
                        <a:pt x="10" y="88"/>
                        <a:pt x="10" y="88"/>
                        <a:pt x="10" y="88"/>
                      </a:cubicBezTo>
                      <a:cubicBezTo>
                        <a:pt x="3" y="95"/>
                        <a:pt x="7" y="99"/>
                        <a:pt x="10" y="104"/>
                      </a:cubicBezTo>
                      <a:cubicBezTo>
                        <a:pt x="83" y="207"/>
                        <a:pt x="83" y="207"/>
                        <a:pt x="83" y="207"/>
                      </a:cubicBezTo>
                      <a:lnTo>
                        <a:pt x="26" y="0"/>
                      </a:lnTo>
                      <a:close/>
                    </a:path>
                  </a:pathLst>
                </a:custGeom>
                <a:solidFill>
                  <a:srgbClr val="1ECFD3"/>
                </a:solidFill>
                <a:ln w="9525">
                  <a:noFill/>
                  <a:round/>
                </a:ln>
              </p:spPr>
              <p:txBody>
                <a:bodyPr anchor="ctr"/>
                <a:lstStyle/>
                <a:p>
                  <a:pPr algn="ctr"/>
                  <a:endParaRPr sz="2000"/>
                </a:p>
              </p:txBody>
            </p:sp>
          </p:grpSp>
          <p:sp>
            <p:nvSpPr>
              <p:cNvPr id="466" name="矩形: 圆角 465"/>
              <p:cNvSpPr/>
              <p:nvPr>
                <p:custDataLst>
                  <p:tags r:id="rId24"/>
                </p:custDataLst>
              </p:nvPr>
            </p:nvSpPr>
            <p:spPr>
              <a:xfrm>
                <a:off x="10496180" y="2717728"/>
                <a:ext cx="954225" cy="954225"/>
              </a:xfrm>
              <a:prstGeom prst="roundRect">
                <a:avLst>
                  <a:gd name="adj" fmla="val 5300"/>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67" name="矩形: 圆角 466"/>
              <p:cNvSpPr/>
              <p:nvPr>
                <p:custDataLst>
                  <p:tags r:id="rId25"/>
                </p:custDataLst>
              </p:nvPr>
            </p:nvSpPr>
            <p:spPr>
              <a:xfrm>
                <a:off x="10496180" y="4290145"/>
                <a:ext cx="954225" cy="954225"/>
              </a:xfrm>
              <a:prstGeom prst="roundRect">
                <a:avLst>
                  <a:gd name="adj" fmla="val 5300"/>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68" name="矩形: 圆角 467"/>
              <p:cNvSpPr/>
              <p:nvPr>
                <p:custDataLst>
                  <p:tags r:id="rId26"/>
                </p:custDataLst>
              </p:nvPr>
            </p:nvSpPr>
            <p:spPr>
              <a:xfrm>
                <a:off x="10496180" y="1224773"/>
                <a:ext cx="954225" cy="954225"/>
              </a:xfrm>
              <a:prstGeom prst="roundRect">
                <a:avLst>
                  <a:gd name="adj" fmla="val 5256"/>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69" name="文本框 468"/>
              <p:cNvSpPr txBox="1"/>
              <p:nvPr>
                <p:custDataLst>
                  <p:tags r:id="rId27"/>
                </p:custDataLst>
              </p:nvPr>
            </p:nvSpPr>
            <p:spPr>
              <a:xfrm>
                <a:off x="10678981" y="4990454"/>
                <a:ext cx="588623" cy="253916"/>
              </a:xfrm>
              <a:prstGeom prst="rect">
                <a:avLst/>
              </a:prstGeom>
              <a:noFill/>
            </p:spPr>
            <p:txBody>
              <a:bodyPr wrap="none">
                <a:spAutoFit/>
              </a:bodyPr>
              <a:lstStyle>
                <a:defPPr>
                  <a:defRPr lang="zh-CN"/>
                </a:defPPr>
                <a:lvl1pPr algn="ctr">
                  <a:defRPr sz="1050">
                    <a:latin typeface="思源黑体 CN Bold" panose="020B0800000000000000" pitchFamily="34" charset="-122"/>
                    <a:ea typeface="思源黑体 CN Bold" panose="020B0800000000000000" pitchFamily="34" charset="-122"/>
                    <a:cs typeface="阿里巴巴普惠体" panose="00020600040101010101" pitchFamily="18" charset="-122"/>
                  </a:defRPr>
                </a:lvl1pPr>
              </a:lstStyle>
              <a:p>
                <a:r>
                  <a:rPr lang="zh-CN" altLang="en-US" dirty="0"/>
                  <a:t>爱社会</a:t>
                </a:r>
              </a:p>
            </p:txBody>
          </p:sp>
          <p:sp>
            <p:nvSpPr>
              <p:cNvPr id="471" name="文本框 470"/>
              <p:cNvSpPr txBox="1"/>
              <p:nvPr>
                <p:custDataLst>
                  <p:tags r:id="rId28"/>
                </p:custDataLst>
              </p:nvPr>
            </p:nvSpPr>
            <p:spPr>
              <a:xfrm>
                <a:off x="10746307" y="3418037"/>
                <a:ext cx="453970" cy="253916"/>
              </a:xfrm>
              <a:prstGeom prst="rect">
                <a:avLst/>
              </a:prstGeom>
              <a:noFill/>
            </p:spPr>
            <p:txBody>
              <a:bodyPr wrap="none">
                <a:spAutoFit/>
              </a:bodyPr>
              <a:lstStyle/>
              <a:p>
                <a:pPr algn="ctr"/>
                <a:r>
                  <a:rPr lang="zh-CN" altLang="en-US" sz="1050" dirty="0">
                    <a:latin typeface="思源黑体 CN Bold" panose="020B0800000000000000" pitchFamily="34" charset="-122"/>
                    <a:ea typeface="思源黑体 CN Bold" panose="020B0800000000000000" pitchFamily="34" charset="-122"/>
                    <a:cs typeface="阿里巴巴普惠体" panose="00020600040101010101" pitchFamily="18" charset="-122"/>
                  </a:rPr>
                  <a:t>爱国</a:t>
                </a:r>
              </a:p>
            </p:txBody>
          </p:sp>
          <p:sp>
            <p:nvSpPr>
              <p:cNvPr id="470" name="文本框 469"/>
              <p:cNvSpPr txBox="1"/>
              <p:nvPr>
                <p:custDataLst>
                  <p:tags r:id="rId29"/>
                </p:custDataLst>
              </p:nvPr>
            </p:nvSpPr>
            <p:spPr>
              <a:xfrm>
                <a:off x="10746308" y="1925122"/>
                <a:ext cx="453970" cy="253916"/>
              </a:xfrm>
              <a:prstGeom prst="rect">
                <a:avLst/>
              </a:prstGeom>
              <a:noFill/>
            </p:spPr>
            <p:txBody>
              <a:bodyPr wrap="none">
                <a:spAutoFit/>
              </a:bodyPr>
              <a:lstStyle>
                <a:defPPr>
                  <a:defRPr lang="zh-CN"/>
                </a:defPPr>
                <a:lvl1pPr algn="ctr">
                  <a:defRPr sz="1050">
                    <a:latin typeface="思源黑体 CN Bold" panose="020B0800000000000000" pitchFamily="34" charset="-122"/>
                    <a:ea typeface="思源黑体 CN Bold" panose="020B0800000000000000" pitchFamily="34" charset="-122"/>
                    <a:cs typeface="阿里巴巴普惠体" panose="00020600040101010101" pitchFamily="18" charset="-122"/>
                  </a:defRPr>
                </a:lvl1pPr>
              </a:lstStyle>
              <a:p>
                <a:r>
                  <a:rPr lang="zh-CN" altLang="en-US" dirty="0"/>
                  <a:t>爱党</a:t>
                </a:r>
              </a:p>
            </p:txBody>
          </p:sp>
          <p:pic>
            <p:nvPicPr>
              <p:cNvPr id="796" name="图片 795"/>
              <p:cNvPicPr/>
              <p:nvPr>
                <p:custDataLst>
                  <p:tags r:id="rId30"/>
                </p:custDataLst>
              </p:nvPr>
            </p:nvPicPr>
            <p:blipFill>
              <a:blip r:embed="rId319"/>
              <a:stretch>
                <a:fillRect/>
              </a:stretch>
            </p:blipFill>
            <p:spPr>
              <a:xfrm>
                <a:off x="10522918" y="1267354"/>
                <a:ext cx="900748" cy="614669"/>
              </a:xfrm>
              <a:prstGeom prst="rect">
                <a:avLst/>
              </a:prstGeom>
            </p:spPr>
          </p:pic>
          <p:pic>
            <p:nvPicPr>
              <p:cNvPr id="798" name="图片 797"/>
              <p:cNvPicPr/>
              <p:nvPr>
                <p:custDataLst>
                  <p:tags r:id="rId31"/>
                </p:custDataLst>
              </p:nvPr>
            </p:nvPicPr>
            <p:blipFill>
              <a:blip r:embed="rId320">
                <a:extLst>
                  <a:ext uri="{28A0092B-C50C-407E-A947-70E740481C1C}">
                    <a14:useLocalDpi xmlns:a14="http://schemas.microsoft.com/office/drawing/2010/main" val="0"/>
                  </a:ext>
                </a:extLst>
              </a:blip>
              <a:stretch>
                <a:fillRect/>
              </a:stretch>
            </p:blipFill>
            <p:spPr>
              <a:xfrm>
                <a:off x="10401305" y="2763519"/>
                <a:ext cx="1152894" cy="654517"/>
              </a:xfrm>
              <a:prstGeom prst="rect">
                <a:avLst/>
              </a:prstGeom>
            </p:spPr>
          </p:pic>
          <p:pic>
            <p:nvPicPr>
              <p:cNvPr id="799" name="图片 798" descr="22"/>
              <p:cNvPicPr/>
              <p:nvPr>
                <p:custDataLst>
                  <p:tags r:id="rId32"/>
                </p:custDataLst>
              </p:nvPr>
            </p:nvPicPr>
            <p:blipFill>
              <a:blip r:embed="rId321"/>
              <a:stretch>
                <a:fillRect/>
              </a:stretch>
            </p:blipFill>
            <p:spPr>
              <a:xfrm flipH="1">
                <a:off x="10572613" y="4348395"/>
                <a:ext cx="801360" cy="609438"/>
              </a:xfrm>
              <a:prstGeom prst="rect">
                <a:avLst/>
              </a:prstGeom>
            </p:spPr>
          </p:pic>
        </p:grpSp>
      </p:grpSp>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反思与改进</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5" name="文本框 78"/>
          <p:cNvSpPr txBox="1"/>
          <p:nvPr/>
        </p:nvSpPr>
        <p:spPr>
          <a:xfrm>
            <a:off x="243688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教学成效</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360" name="组合 359"/>
          <p:cNvGrpSpPr/>
          <p:nvPr/>
        </p:nvGrpSpPr>
        <p:grpSpPr>
          <a:xfrm>
            <a:off x="432669" y="5799002"/>
            <a:ext cx="11441193" cy="693015"/>
            <a:chOff x="432669" y="5799002"/>
            <a:chExt cx="11441193" cy="693015"/>
          </a:xfrm>
        </p:grpSpPr>
        <p:sp>
          <p:nvSpPr>
            <p:cNvPr id="17" name="矩形: 圆角 16"/>
            <p:cNvSpPr/>
            <p:nvPr/>
          </p:nvSpPr>
          <p:spPr>
            <a:xfrm flipH="1">
              <a:off x="699982" y="5799002"/>
              <a:ext cx="3385505" cy="693015"/>
            </a:xfrm>
            <a:prstGeom prst="roundRect">
              <a:avLst>
                <a:gd name="adj" fmla="val 50000"/>
              </a:avLst>
            </a:prstGeom>
            <a:solidFill>
              <a:schemeClr val="bg1"/>
            </a:solidFill>
            <a:ln w="3175">
              <a:gradFill>
                <a:gsLst>
                  <a:gs pos="0">
                    <a:schemeClr val="accent2"/>
                  </a:gs>
                  <a:gs pos="93000">
                    <a:schemeClr val="accent2">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lumMod val="75000"/>
                    <a:lumOff val="25000"/>
                  </a:prstClr>
                </a:solidFill>
                <a:latin typeface="思源黑体 CN Bold" panose="020B0800000000000000" pitchFamily="34" charset="-122"/>
                <a:ea typeface="思源黑体 CN Bold" panose="020B0800000000000000" pitchFamily="34" charset="-122"/>
                <a:cs typeface="+mn-ea"/>
                <a:sym typeface="+mn-lt"/>
              </a:endParaRPr>
            </a:p>
          </p:txBody>
        </p:sp>
        <p:sp>
          <p:nvSpPr>
            <p:cNvPr id="18" name="文本框 17"/>
            <p:cNvSpPr txBox="1"/>
            <p:nvPr/>
          </p:nvSpPr>
          <p:spPr>
            <a:xfrm>
              <a:off x="3438006" y="5899288"/>
              <a:ext cx="465374" cy="492443"/>
            </a:xfrm>
            <a:prstGeom prst="rect">
              <a:avLst/>
            </a:prstGeom>
            <a:noFill/>
          </p:spPr>
          <p:txBody>
            <a:bodyPr wrap="square" lIns="0" tIns="0" rIns="0" bIns="0" rtlCol="0">
              <a:spAutoFit/>
            </a:bodyPr>
            <a:lstStyle/>
            <a:p>
              <a:pPr algn="dist" defTabSz="914400">
                <a:defRPr/>
              </a:pPr>
              <a:r>
                <a:rPr lang="zh-CN" altLang="en-US" sz="1600" b="1" dirty="0">
                  <a:solidFill>
                    <a:schemeClr val="accent2"/>
                  </a:solidFill>
                  <a:latin typeface="思源黑体 CN Bold" panose="020B0800000000000000" pitchFamily="34" charset="-122"/>
                  <a:ea typeface="思源黑体 CN Bold" panose="020B0800000000000000" pitchFamily="34" charset="-122"/>
                  <a:cs typeface="+mn-ea"/>
                  <a:sym typeface="+mn-lt"/>
                </a:rPr>
                <a:t>教学效果</a:t>
              </a:r>
            </a:p>
          </p:txBody>
        </p:sp>
        <p:sp>
          <p:nvSpPr>
            <p:cNvPr id="19" name="文本框 18"/>
            <p:cNvSpPr txBox="1"/>
            <p:nvPr/>
          </p:nvSpPr>
          <p:spPr>
            <a:xfrm>
              <a:off x="432669" y="5861842"/>
              <a:ext cx="2875697" cy="570541"/>
            </a:xfrm>
            <a:prstGeom prst="rect">
              <a:avLst/>
            </a:prstGeom>
            <a:noFill/>
          </p:spPr>
          <p:txBody>
            <a:bodyPr wrap="square" lIns="0" tIns="0" rIns="0" bIns="0" rtlCol="0">
              <a:spAutoFit/>
            </a:bodyPr>
            <a:lstStyle/>
            <a:p>
              <a:pPr algn="r" defTabSz="914400">
                <a:lnSpc>
                  <a:spcPct val="120000"/>
                </a:lnSpc>
                <a:defRPr/>
              </a:pPr>
              <a:r>
                <a:rPr lang="zh-CN" altLang="en-US" sz="1600" b="0" i="0" dirty="0">
                  <a:effectLst/>
                  <a:latin typeface="思源黑体 CN Bold" panose="020B0800000000000000" pitchFamily="34" charset="-122"/>
                  <a:ea typeface="思源黑体 CN Bold" panose="020B0800000000000000" pitchFamily="34" charset="-122"/>
                </a:rPr>
                <a:t>教学过程中建立了动态反馈机制通过定期的评价和反馈</a:t>
              </a:r>
              <a:endParaRPr lang="zh-CN" altLang="en-US" sz="1600" dirty="0">
                <a:latin typeface="思源黑体 CN Bold" panose="020B0800000000000000" pitchFamily="34" charset="-122"/>
                <a:ea typeface="思源黑体 CN Bold" panose="020B0800000000000000" pitchFamily="34" charset="-122"/>
                <a:sym typeface="+mn-lt"/>
              </a:endParaRPr>
            </a:p>
          </p:txBody>
        </p:sp>
        <p:sp>
          <p:nvSpPr>
            <p:cNvPr id="20" name="矩形: 圆角 19"/>
            <p:cNvSpPr/>
            <p:nvPr/>
          </p:nvSpPr>
          <p:spPr>
            <a:xfrm>
              <a:off x="8109565" y="5799002"/>
              <a:ext cx="3385505" cy="693015"/>
            </a:xfrm>
            <a:prstGeom prst="roundRect">
              <a:avLst>
                <a:gd name="adj" fmla="val 50000"/>
              </a:avLst>
            </a:prstGeom>
            <a:solidFill>
              <a:schemeClr val="bg1"/>
            </a:solidFill>
            <a:ln w="3175">
              <a:gradFill>
                <a:gsLst>
                  <a:gs pos="0">
                    <a:schemeClr val="accent2"/>
                  </a:gs>
                  <a:gs pos="93000">
                    <a:schemeClr val="accent2">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lumMod val="75000"/>
                    <a:lumOff val="25000"/>
                  </a:prstClr>
                </a:solidFill>
                <a:latin typeface="思源黑体 CN Bold" panose="020B0800000000000000" pitchFamily="34" charset="-122"/>
                <a:ea typeface="思源黑体 CN Bold" panose="020B0800000000000000" pitchFamily="34" charset="-122"/>
                <a:cs typeface="+mn-ea"/>
                <a:sym typeface="+mn-lt"/>
              </a:endParaRPr>
            </a:p>
          </p:txBody>
        </p:sp>
        <p:sp>
          <p:nvSpPr>
            <p:cNvPr id="21" name="文本框 20"/>
            <p:cNvSpPr txBox="1"/>
            <p:nvPr/>
          </p:nvSpPr>
          <p:spPr>
            <a:xfrm flipH="1">
              <a:off x="8291672" y="5899288"/>
              <a:ext cx="465374" cy="492443"/>
            </a:xfrm>
            <a:prstGeom prst="rect">
              <a:avLst/>
            </a:prstGeom>
            <a:noFill/>
          </p:spPr>
          <p:txBody>
            <a:bodyPr wrap="square" lIns="0" tIns="0" rIns="0" bIns="0" rtlCol="0">
              <a:spAutoFit/>
            </a:bodyPr>
            <a:lstStyle/>
            <a:p>
              <a:pPr algn="dist" defTabSz="914400">
                <a:defRPr/>
              </a:pPr>
              <a:r>
                <a:rPr lang="zh-CN" altLang="en-US" sz="1600" b="1">
                  <a:solidFill>
                    <a:schemeClr val="accent2"/>
                  </a:solidFill>
                  <a:latin typeface="思源黑体 CN Bold" panose="020B0800000000000000" pitchFamily="34" charset="-122"/>
                  <a:ea typeface="思源黑体 CN Bold" panose="020B0800000000000000" pitchFamily="34" charset="-122"/>
                  <a:cs typeface="+mn-ea"/>
                  <a:sym typeface="+mn-lt"/>
                </a:rPr>
                <a:t>良性循环</a:t>
              </a:r>
              <a:endParaRPr lang="zh-CN" altLang="en-US" sz="1600" b="1" dirty="0">
                <a:solidFill>
                  <a:schemeClr val="accent2"/>
                </a:solidFill>
                <a:latin typeface="思源黑体 CN Bold" panose="020B0800000000000000" pitchFamily="34" charset="-122"/>
                <a:ea typeface="思源黑体 CN Bold" panose="020B0800000000000000" pitchFamily="34" charset="-122"/>
                <a:cs typeface="+mn-ea"/>
                <a:sym typeface="+mn-lt"/>
              </a:endParaRPr>
            </a:p>
          </p:txBody>
        </p:sp>
        <p:sp>
          <p:nvSpPr>
            <p:cNvPr id="22" name="文本框 21"/>
            <p:cNvSpPr txBox="1"/>
            <p:nvPr/>
          </p:nvSpPr>
          <p:spPr>
            <a:xfrm flipH="1">
              <a:off x="8886686" y="5861842"/>
              <a:ext cx="2987176" cy="570541"/>
            </a:xfrm>
            <a:prstGeom prst="rect">
              <a:avLst/>
            </a:prstGeom>
            <a:noFill/>
          </p:spPr>
          <p:txBody>
            <a:bodyPr wrap="square" lIns="0" tIns="0" rIns="0" bIns="0" rtlCol="0">
              <a:spAutoFit/>
            </a:bodyPr>
            <a:lstStyle/>
            <a:p>
              <a:pPr defTabSz="914400">
                <a:lnSpc>
                  <a:spcPct val="120000"/>
                </a:lnSpc>
                <a:defRPr/>
              </a:pPr>
              <a:r>
                <a:rPr lang="zh-CN" altLang="en-US" sz="1600" b="0" i="0" dirty="0">
                  <a:effectLst/>
                  <a:latin typeface="思源黑体 CN Bold" panose="020B0800000000000000" pitchFamily="34" charset="-122"/>
                  <a:ea typeface="思源黑体 CN Bold" panose="020B0800000000000000" pitchFamily="34" charset="-122"/>
                </a:rPr>
                <a:t>教师调整实践活动的设计和组织方式，增强实践活动的针对性</a:t>
              </a:r>
              <a:endParaRPr lang="zh-CN" altLang="en-US" sz="1600" dirty="0">
                <a:latin typeface="思源黑体 CN Bold" panose="020B0800000000000000" pitchFamily="34" charset="-122"/>
                <a:ea typeface="思源黑体 CN Bold" panose="020B0800000000000000" pitchFamily="34" charset="-122"/>
                <a:sym typeface="+mn-lt"/>
              </a:endParaRPr>
            </a:p>
          </p:txBody>
        </p:sp>
        <p:sp>
          <p:nvSpPr>
            <p:cNvPr id="23" name="矩形: 圆角 22"/>
            <p:cNvSpPr>
              <a:spLocks noChangeAspect="1"/>
            </p:cNvSpPr>
            <p:nvPr>
              <p:custDataLst>
                <p:tags r:id="rId7"/>
              </p:custDataLst>
            </p:nvPr>
          </p:nvSpPr>
          <p:spPr>
            <a:xfrm rot="2700000">
              <a:off x="4574952" y="5863747"/>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24" name="矩形: 圆角 23"/>
            <p:cNvSpPr>
              <a:spLocks noChangeAspect="1"/>
            </p:cNvSpPr>
            <p:nvPr>
              <p:custDataLst>
                <p:tags r:id="rId8"/>
              </p:custDataLst>
            </p:nvPr>
          </p:nvSpPr>
          <p:spPr>
            <a:xfrm rot="2700000">
              <a:off x="5190590" y="5863747"/>
              <a:ext cx="574320" cy="574320"/>
            </a:xfrm>
            <a:prstGeom prst="roundRect">
              <a:avLst>
                <a:gd name="adj" fmla="val 14848"/>
              </a:avLst>
            </a:prstGeom>
            <a:solidFill>
              <a:schemeClr val="bg1"/>
            </a:solidFill>
            <a:ln w="13970" cap="flat">
              <a:solidFill>
                <a:schemeClr val="accent1"/>
              </a:solidFill>
              <a:prstDash val="solid"/>
              <a:miter/>
            </a:ln>
            <a:effectLst/>
          </p:spPr>
          <p:txBody>
            <a:bodyPr lIns="100584" tIns="50292" rIns="100584" bIns="50292"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FontTx/>
                <a:buNone/>
                <a:defRPr/>
              </a:pPr>
              <a:endParaRPr kumimoji="0" lang="zh-CN" altLang="en-US" sz="198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25" name="矩形: 圆角 24"/>
            <p:cNvSpPr>
              <a:spLocks noChangeAspect="1"/>
            </p:cNvSpPr>
            <p:nvPr>
              <p:custDataLst>
                <p:tags r:id="rId9"/>
              </p:custDataLst>
            </p:nvPr>
          </p:nvSpPr>
          <p:spPr>
            <a:xfrm rot="2700000">
              <a:off x="5806230" y="5863747"/>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26" name="文本框 25"/>
            <p:cNvSpPr txBox="1"/>
            <p:nvPr>
              <p:custDataLst>
                <p:tags r:id="rId10"/>
              </p:custDataLst>
            </p:nvPr>
          </p:nvSpPr>
          <p:spPr>
            <a:xfrm>
              <a:off x="4565987" y="5980550"/>
              <a:ext cx="597471" cy="338554"/>
            </a:xfrm>
            <a:prstGeom prst="rect">
              <a:avLst/>
            </a:prstGeom>
            <a:noFill/>
            <a:effectLst/>
          </p:spPr>
          <p:txBody>
            <a:bodyPr wrap="none" lIns="100584" tIns="50292" rIns="100584" bIns="50292">
              <a:spAutoFit/>
            </a:bodyPr>
            <a:lstStyle/>
            <a:p>
              <a:pPr algn="ctr"/>
              <a:r>
                <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rPr>
                <a:t>教学</a:t>
              </a:r>
            </a:p>
          </p:txBody>
        </p:sp>
        <p:sp>
          <p:nvSpPr>
            <p:cNvPr id="27" name="文本框 26"/>
            <p:cNvSpPr txBox="1"/>
            <p:nvPr>
              <p:custDataLst>
                <p:tags r:id="rId11"/>
              </p:custDataLst>
            </p:nvPr>
          </p:nvSpPr>
          <p:spPr>
            <a:xfrm>
              <a:off x="5796944" y="5980550"/>
              <a:ext cx="598113" cy="338555"/>
            </a:xfrm>
            <a:prstGeom prst="rect">
              <a:avLst/>
            </a:prstGeom>
            <a:noFill/>
            <a:effectLst/>
          </p:spPr>
          <p:txBody>
            <a:bodyPr wrap="none" lIns="100584" tIns="50292" rIns="100584" bIns="50292">
              <a:spAutoFit/>
            </a:bodyPr>
            <a:lstStyle/>
            <a:p>
              <a:pPr algn="ctr"/>
              <a:r>
                <a:rPr lang="zh-CN" altLang="en-US" sz="1540">
                  <a:solidFill>
                    <a:schemeClr val="bg1"/>
                  </a:solidFill>
                  <a:effectLst>
                    <a:outerShdw blurRad="55880" dist="41910" dir="5400000" algn="t" rotWithShape="0">
                      <a:schemeClr val="accent6">
                        <a:lumMod val="50000"/>
                        <a:alpha val="40000"/>
                      </a:schemeClr>
                    </a:outerShdw>
                  </a:effectLst>
                  <a:latin typeface="+mj-ea"/>
                  <a:ea typeface="+mj-ea"/>
                </a:rPr>
                <a:t>框架</a:t>
              </a:r>
              <a:endPar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endParaRPr>
            </a:p>
          </p:txBody>
        </p:sp>
        <p:sp>
          <p:nvSpPr>
            <p:cNvPr id="28" name="文本框 27"/>
            <p:cNvSpPr txBox="1"/>
            <p:nvPr/>
          </p:nvSpPr>
          <p:spPr>
            <a:xfrm>
              <a:off x="5181305" y="5980550"/>
              <a:ext cx="598113" cy="338555"/>
            </a:xfrm>
            <a:prstGeom prst="rect">
              <a:avLst/>
            </a:prstGeom>
            <a:noFill/>
            <a:effectLst/>
          </p:spPr>
          <p:txBody>
            <a:bodyPr wrap="none" lIns="100584" tIns="50292" rIns="100584" bIns="50292">
              <a:spAutoFit/>
            </a:bodyPr>
            <a:lstStyle/>
            <a:p>
              <a:pPr algn="ctr"/>
              <a:r>
                <a:rPr lang="zh-CN" altLang="en-US" sz="1540">
                  <a:solidFill>
                    <a:schemeClr val="accent1"/>
                  </a:solidFill>
                  <a:latin typeface="思源黑体 CN Bold" panose="020B0800000000000000" pitchFamily="34" charset="-122"/>
                  <a:ea typeface="思源黑体 CN Bold" panose="020B0800000000000000" pitchFamily="34" charset="-122"/>
                </a:rPr>
                <a:t>课程</a:t>
              </a:r>
              <a:endParaRPr lang="zh-CN" altLang="en-US" sz="1540" dirty="0">
                <a:solidFill>
                  <a:schemeClr val="accent1"/>
                </a:solidFill>
                <a:latin typeface="思源黑体 CN Bold" panose="020B0800000000000000" pitchFamily="34" charset="-122"/>
                <a:ea typeface="思源黑体 CN Bold" panose="020B0800000000000000" pitchFamily="34" charset="-122"/>
              </a:endParaRPr>
            </a:p>
          </p:txBody>
        </p:sp>
        <p:sp>
          <p:nvSpPr>
            <p:cNvPr id="29" name="矩形: 圆角 28"/>
            <p:cNvSpPr>
              <a:spLocks noChangeAspect="1"/>
            </p:cNvSpPr>
            <p:nvPr>
              <p:custDataLst>
                <p:tags r:id="rId12"/>
              </p:custDataLst>
            </p:nvPr>
          </p:nvSpPr>
          <p:spPr>
            <a:xfrm rot="2700000">
              <a:off x="6421869" y="5863747"/>
              <a:ext cx="574320" cy="574320"/>
            </a:xfrm>
            <a:prstGeom prst="roundRect">
              <a:avLst>
                <a:gd name="adj" fmla="val 14848"/>
              </a:avLst>
            </a:prstGeom>
            <a:solidFill>
              <a:schemeClr val="bg1"/>
            </a:solidFill>
            <a:ln w="13970" cap="flat">
              <a:solidFill>
                <a:schemeClr val="accent1"/>
              </a:solidFill>
              <a:prstDash val="solid"/>
              <a:miter/>
            </a:ln>
            <a:effectLst/>
          </p:spPr>
          <p:txBody>
            <a:bodyPr lIns="100584" tIns="50292" rIns="100584" bIns="50292"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980" dirty="0">
                <a:solidFill>
                  <a:srgbClr val="000000"/>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30" name="矩形: 圆角 29"/>
            <p:cNvSpPr>
              <a:spLocks noChangeAspect="1"/>
            </p:cNvSpPr>
            <p:nvPr>
              <p:custDataLst>
                <p:tags r:id="rId13"/>
              </p:custDataLst>
            </p:nvPr>
          </p:nvSpPr>
          <p:spPr>
            <a:xfrm rot="2700000">
              <a:off x="7037507" y="5863747"/>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31" name="文本框 30"/>
            <p:cNvSpPr txBox="1"/>
            <p:nvPr/>
          </p:nvSpPr>
          <p:spPr>
            <a:xfrm>
              <a:off x="6412584" y="5980550"/>
              <a:ext cx="598113" cy="338555"/>
            </a:xfrm>
            <a:prstGeom prst="rect">
              <a:avLst/>
            </a:prstGeom>
            <a:noFill/>
            <a:effectLst/>
          </p:spPr>
          <p:txBody>
            <a:bodyPr wrap="none" lIns="100584" tIns="50292" rIns="100584" bIns="50292">
              <a:spAutoFit/>
            </a:bodyPr>
            <a:lstStyle>
              <a:defPPr>
                <a:defRPr lang="zh-CN"/>
              </a:defPPr>
              <a:lvl1pPr algn="ctr">
                <a:defRPr sz="1400">
                  <a:solidFill>
                    <a:schemeClr val="accent6">
                      <a:lumMod val="75000"/>
                    </a:schemeClr>
                  </a:solidFill>
                  <a:latin typeface="思源黑体 CN Bold" panose="020B0800000000000000" pitchFamily="34" charset="-122"/>
                  <a:ea typeface="思源黑体 CN Bold" panose="020B0800000000000000" pitchFamily="34" charset="-122"/>
                </a:defRPr>
              </a:lvl1pPr>
            </a:lstStyle>
            <a:p>
              <a:r>
                <a:rPr lang="zh-CN" altLang="en-US" sz="1540">
                  <a:solidFill>
                    <a:schemeClr val="accent1"/>
                  </a:solidFill>
                </a:rPr>
                <a:t>实践</a:t>
              </a:r>
              <a:endParaRPr lang="zh-CN" altLang="en-US" sz="1540" dirty="0">
                <a:solidFill>
                  <a:schemeClr val="accent1"/>
                </a:solidFill>
              </a:endParaRPr>
            </a:p>
          </p:txBody>
        </p:sp>
        <p:sp>
          <p:nvSpPr>
            <p:cNvPr id="32" name="文本框 31"/>
            <p:cNvSpPr txBox="1"/>
            <p:nvPr>
              <p:custDataLst>
                <p:tags r:id="rId14"/>
              </p:custDataLst>
            </p:nvPr>
          </p:nvSpPr>
          <p:spPr>
            <a:xfrm>
              <a:off x="7028221" y="5980550"/>
              <a:ext cx="598113" cy="338555"/>
            </a:xfrm>
            <a:prstGeom prst="rect">
              <a:avLst/>
            </a:prstGeom>
            <a:noFill/>
            <a:effectLst/>
          </p:spPr>
          <p:txBody>
            <a:bodyPr wrap="none" lIns="100584" tIns="50292" rIns="100584" bIns="50292">
              <a:spAutoFit/>
            </a:bodyPr>
            <a:lstStyle/>
            <a:p>
              <a:pPr algn="ctr"/>
              <a:r>
                <a:rPr lang="zh-CN" altLang="en-US" sz="1540">
                  <a:solidFill>
                    <a:schemeClr val="bg1"/>
                  </a:solidFill>
                  <a:effectLst>
                    <a:outerShdw blurRad="55880" dist="41910" dir="5400000" algn="t" rotWithShape="0">
                      <a:schemeClr val="accent6">
                        <a:lumMod val="50000"/>
                        <a:alpha val="40000"/>
                      </a:schemeClr>
                    </a:outerShdw>
                  </a:effectLst>
                  <a:latin typeface="+mj-ea"/>
                  <a:ea typeface="+mj-ea"/>
                </a:rPr>
                <a:t>活动</a:t>
              </a:r>
              <a:endPar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endParaRPr>
            </a:p>
          </p:txBody>
        </p:sp>
      </p:grpSp>
      <p:sp>
        <p:nvSpPr>
          <p:cNvPr id="403" name="任意多边形: 形状 402"/>
          <p:cNvSpPr/>
          <p:nvPr/>
        </p:nvSpPr>
        <p:spPr>
          <a:xfrm>
            <a:off x="1690688" y="3159526"/>
            <a:ext cx="8810625" cy="6350"/>
          </a:xfrm>
          <a:custGeom>
            <a:avLst/>
            <a:gdLst>
              <a:gd name="connsiteX0" fmla="*/ 0 w 8810625"/>
              <a:gd name="connsiteY0" fmla="*/ 0 h 6350"/>
              <a:gd name="connsiteX1" fmla="*/ 8810625 w 8810625"/>
              <a:gd name="connsiteY1" fmla="*/ 0 h 6350"/>
            </a:gdLst>
            <a:ahLst/>
            <a:cxnLst>
              <a:cxn ang="0">
                <a:pos x="connsiteX0" y="connsiteY0"/>
              </a:cxn>
              <a:cxn ang="0">
                <a:pos x="connsiteX1" y="connsiteY1"/>
              </a:cxn>
            </a:cxnLst>
            <a:rect l="l" t="t" r="r" b="b"/>
            <a:pathLst>
              <a:path w="8810626" h="6350">
                <a:moveTo>
                  <a:pt x="0" y="0"/>
                </a:moveTo>
                <a:lnTo>
                  <a:pt x="8810626" y="0"/>
                </a:lnTo>
              </a:path>
            </a:pathLst>
          </a:custGeom>
          <a:noFill/>
          <a:ln w="12700" cap="flat">
            <a:solidFill>
              <a:schemeClr val="bg1">
                <a:lumMod val="75000"/>
              </a:schemeClr>
            </a:solidFill>
            <a:custDash>
              <a:ds d="300000" sp="300000"/>
            </a:custDash>
            <a:miter/>
            <a:headEnd type="triangle"/>
            <a:tailEnd type="triangle"/>
          </a:ln>
        </p:spPr>
        <p:txBody>
          <a:bodyPr rtlCol="0" anchor="ctr"/>
          <a:lstStyle/>
          <a:p>
            <a:endParaRPr lang="en-US">
              <a:solidFill>
                <a:schemeClr val="tx1"/>
              </a:solidFill>
            </a:endParaRPr>
          </a:p>
        </p:txBody>
      </p:sp>
      <p:grpSp>
        <p:nvGrpSpPr>
          <p:cNvPr id="357" name="组合 356"/>
          <p:cNvGrpSpPr/>
          <p:nvPr/>
        </p:nvGrpSpPr>
        <p:grpSpPr>
          <a:xfrm>
            <a:off x="1942835" y="1108131"/>
            <a:ext cx="2622831" cy="4220175"/>
            <a:chOff x="1942835" y="1108131"/>
            <a:chExt cx="2622831" cy="4220175"/>
          </a:xfrm>
        </p:grpSpPr>
        <p:pic>
          <p:nvPicPr>
            <p:cNvPr id="5122" name="Picture 2"/>
            <p:cNvPicPr>
              <a:picLocks noChangeAspect="1" noChangeArrowheads="1"/>
            </p:cNvPicPr>
            <p:nvPr/>
          </p:nvPicPr>
          <p:blipFill>
            <a:blip r:embed="rId322">
              <a:extLst>
                <a:ext uri="{28A0092B-C50C-407E-A947-70E740481C1C}">
                  <a14:useLocalDpi xmlns:a14="http://schemas.microsoft.com/office/drawing/2010/main" val="0"/>
                </a:ext>
              </a:extLst>
            </a:blip>
            <a:srcRect t="1411" b="1411"/>
            <a:stretch>
              <a:fillRect/>
            </a:stretch>
          </p:blipFill>
          <p:spPr bwMode="auto">
            <a:xfrm>
              <a:off x="1942835" y="3549036"/>
              <a:ext cx="2622830" cy="1440000"/>
            </a:xfrm>
            <a:prstGeom prst="rect">
              <a:avLst/>
            </a:prstGeom>
            <a:noFill/>
            <a:extLst>
              <a:ext uri="{909E8E84-426E-40DD-AFC4-6F175D3DCCD1}">
                <a14:hiddenFill xmlns:a14="http://schemas.microsoft.com/office/drawing/2010/main">
                  <a:solidFill>
                    <a:srgbClr val="FFFFFF"/>
                  </a:solidFill>
                </a14:hiddenFill>
              </a:ext>
            </a:extLst>
          </p:spPr>
        </p:pic>
        <p:sp>
          <p:nvSpPr>
            <p:cNvPr id="826" name="左大括号 825"/>
            <p:cNvSpPr/>
            <p:nvPr/>
          </p:nvSpPr>
          <p:spPr>
            <a:xfrm rot="5400000">
              <a:off x="3151698" y="284741"/>
              <a:ext cx="205105" cy="2622830"/>
            </a:xfrm>
            <a:prstGeom prst="leftBrace">
              <a:avLst>
                <a:gd name="adj1" fmla="val 73374"/>
                <a:gd name="adj2" fmla="val 50000"/>
              </a:avLst>
            </a:prstGeom>
            <a:ln>
              <a:solidFill>
                <a:schemeClr val="accent2"/>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endParaRPr>
            </a:p>
          </p:txBody>
        </p:sp>
        <p:sp>
          <p:nvSpPr>
            <p:cNvPr id="827" name="文本框 826"/>
            <p:cNvSpPr txBox="1"/>
            <p:nvPr>
              <p:custDataLst>
                <p:tags r:id="rId5"/>
              </p:custDataLst>
            </p:nvPr>
          </p:nvSpPr>
          <p:spPr>
            <a:xfrm>
              <a:off x="2682649" y="2743163"/>
              <a:ext cx="1210588" cy="338554"/>
            </a:xfrm>
            <a:prstGeom prst="rect">
              <a:avLst/>
            </a:prstGeom>
            <a:noFill/>
          </p:spPr>
          <p:txBody>
            <a:bodyPr wrap="none" rtlCol="0">
              <a:spAutoFit/>
            </a:bodyPr>
            <a:lstStyle/>
            <a:p>
              <a:pPr algn="ctr"/>
              <a:r>
                <a:rPr lang="zh-CN" altLang="en-US" sz="1600">
                  <a:solidFill>
                    <a:schemeClr val="accent2"/>
                  </a:solidFill>
                  <a:latin typeface="思源黑体 CN Bold" panose="020B0800000000000000" pitchFamily="34" charset="-122"/>
                  <a:ea typeface="思源黑体 CN Bold" panose="020B0800000000000000" pitchFamily="34" charset="-122"/>
                  <a:cs typeface="OPPOSans R" panose="00020600040101010101" pitchFamily="18" charset="-122"/>
                </a:rPr>
                <a:t>社会价值观</a:t>
              </a:r>
              <a:endParaRPr lang="zh-CN" altLang="en-US" sz="1600" dirty="0">
                <a:solidFill>
                  <a:schemeClr val="accent2"/>
                </a:solidFill>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828" name="图形 14"/>
            <p:cNvSpPr/>
            <p:nvPr>
              <p:custDataLst>
                <p:tags r:id="rId6"/>
              </p:custDataLst>
            </p:nvPr>
          </p:nvSpPr>
          <p:spPr>
            <a:xfrm rot="16200000">
              <a:off x="3077721" y="2005589"/>
              <a:ext cx="353060" cy="367030"/>
            </a:xfrm>
            <a:custGeom>
              <a:avLst/>
              <a:gdLst>
                <a:gd name="connsiteX0" fmla="*/ 448839 w 448838"/>
                <a:gd name="connsiteY0" fmla="*/ 208210 h 491343"/>
                <a:gd name="connsiteX1" fmla="*/ 224419 w 448838"/>
                <a:gd name="connsiteY1" fmla="*/ 491343 h 491343"/>
                <a:gd name="connsiteX2" fmla="*/ 0 w 448838"/>
                <a:gd name="connsiteY2" fmla="*/ 208210 h 491343"/>
                <a:gd name="connsiteX3" fmla="*/ 116908 w 448838"/>
                <a:gd name="connsiteY3" fmla="*/ 208210 h 491343"/>
                <a:gd name="connsiteX4" fmla="*/ 120111 w 448838"/>
                <a:gd name="connsiteY4" fmla="*/ 208210 h 491343"/>
                <a:gd name="connsiteX5" fmla="*/ 120111 w 448838"/>
                <a:gd name="connsiteY5" fmla="*/ 205006 h 491343"/>
                <a:gd name="connsiteX6" fmla="*/ 120111 w 448838"/>
                <a:gd name="connsiteY6" fmla="*/ 0 h 491343"/>
                <a:gd name="connsiteX7" fmla="*/ 328728 w 448838"/>
                <a:gd name="connsiteY7" fmla="*/ 0 h 491343"/>
                <a:gd name="connsiteX8" fmla="*/ 328728 w 448838"/>
                <a:gd name="connsiteY8" fmla="*/ 205006 h 491343"/>
                <a:gd name="connsiteX9" fmla="*/ 328728 w 448838"/>
                <a:gd name="connsiteY9" fmla="*/ 208210 h 491343"/>
                <a:gd name="connsiteX10" fmla="*/ 331931 w 448838"/>
                <a:gd name="connsiteY10" fmla="*/ 208210 h 491343"/>
                <a:gd name="connsiteX11" fmla="*/ 448839 w 448838"/>
                <a:gd name="connsiteY11" fmla="*/ 208210 h 49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8838" h="491343">
                  <a:moveTo>
                    <a:pt x="448839" y="208210"/>
                  </a:moveTo>
                  <a:lnTo>
                    <a:pt x="224419" y="491343"/>
                  </a:lnTo>
                  <a:lnTo>
                    <a:pt x="0" y="208210"/>
                  </a:lnTo>
                  <a:lnTo>
                    <a:pt x="116908" y="208210"/>
                  </a:lnTo>
                  <a:lnTo>
                    <a:pt x="120111" y="208210"/>
                  </a:lnTo>
                  <a:lnTo>
                    <a:pt x="120111" y="205006"/>
                  </a:lnTo>
                  <a:lnTo>
                    <a:pt x="120111" y="0"/>
                  </a:lnTo>
                  <a:lnTo>
                    <a:pt x="328728" y="0"/>
                  </a:lnTo>
                  <a:lnTo>
                    <a:pt x="328728" y="205006"/>
                  </a:lnTo>
                  <a:lnTo>
                    <a:pt x="328728" y="208210"/>
                  </a:lnTo>
                  <a:lnTo>
                    <a:pt x="331931" y="208210"/>
                  </a:lnTo>
                  <a:lnTo>
                    <a:pt x="448839" y="208210"/>
                  </a:lnTo>
                  <a:close/>
                </a:path>
              </a:pathLst>
            </a:custGeom>
            <a:gradFill>
              <a:gsLst>
                <a:gs pos="0">
                  <a:schemeClr val="accent2">
                    <a:alpha val="0"/>
                  </a:schemeClr>
                </a:gs>
                <a:gs pos="100000">
                  <a:schemeClr val="accent2">
                    <a:alpha val="50000"/>
                  </a:schemeClr>
                </a:gs>
              </a:gsLst>
              <a:lin ang="5400000" scaled="1"/>
            </a:gradFill>
            <a:ln w="6393" cap="flat">
              <a:gradFill>
                <a:gsLst>
                  <a:gs pos="0">
                    <a:schemeClr val="accent2">
                      <a:alpha val="0"/>
                    </a:schemeClr>
                  </a:gs>
                  <a:gs pos="100000">
                    <a:schemeClr val="accent2"/>
                  </a:gs>
                </a:gsLst>
                <a:lin ang="5400000" scaled="1"/>
              </a:gradFill>
              <a:prstDash val="solid"/>
              <a:miter/>
            </a:ln>
          </p:spPr>
          <p:txBody>
            <a:bodyPr rtlCol="0" anchor="ctr"/>
            <a:lstStyle/>
            <a:p>
              <a:endParaRPr lang="en-US">
                <a:solidFill>
                  <a:schemeClr val="tx1"/>
                </a:solidFill>
              </a:endParaRPr>
            </a:p>
          </p:txBody>
        </p:sp>
        <p:sp>
          <p:nvSpPr>
            <p:cNvPr id="840" name="任意多边形: 形状 839"/>
            <p:cNvSpPr/>
            <p:nvPr/>
          </p:nvSpPr>
          <p:spPr>
            <a:xfrm>
              <a:off x="1942836" y="1712853"/>
              <a:ext cx="1065477" cy="952500"/>
            </a:xfrm>
            <a:custGeom>
              <a:avLst/>
              <a:gdLst>
                <a:gd name="connsiteX0" fmla="*/ 876300 w 901700"/>
                <a:gd name="connsiteY0" fmla="*/ 0 h 590550"/>
                <a:gd name="connsiteX1" fmla="*/ 901700 w 901700"/>
                <a:gd name="connsiteY1" fmla="*/ 0 h 590550"/>
                <a:gd name="connsiteX2" fmla="*/ 901700 w 901700"/>
                <a:gd name="connsiteY2" fmla="*/ 590550 h 590550"/>
                <a:gd name="connsiteX3" fmla="*/ 876300 w 901700"/>
                <a:gd name="connsiteY3" fmla="*/ 590550 h 590550"/>
                <a:gd name="connsiteX4" fmla="*/ 25400 w 901700"/>
                <a:gd name="connsiteY4" fmla="*/ 590550 h 590550"/>
                <a:gd name="connsiteX5" fmla="*/ 0 w 901700"/>
                <a:gd name="connsiteY5" fmla="*/ 590550 h 590550"/>
                <a:gd name="connsiteX6" fmla="*/ 0 w 901700"/>
                <a:gd name="connsiteY6" fmla="*/ 0 h 590550"/>
                <a:gd name="connsiteX7" fmla="*/ 25400 w 901700"/>
                <a:gd name="connsiteY7" fmla="*/ 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700" h="590550">
                  <a:moveTo>
                    <a:pt x="876300" y="0"/>
                  </a:moveTo>
                  <a:cubicBezTo>
                    <a:pt x="890328" y="0"/>
                    <a:pt x="901700" y="0"/>
                    <a:pt x="901700" y="0"/>
                  </a:cubicBezTo>
                  <a:lnTo>
                    <a:pt x="901700" y="590550"/>
                  </a:lnTo>
                  <a:cubicBezTo>
                    <a:pt x="901700" y="590550"/>
                    <a:pt x="890328" y="590550"/>
                    <a:pt x="876300" y="590550"/>
                  </a:cubicBezTo>
                  <a:lnTo>
                    <a:pt x="25400" y="590550"/>
                  </a:lnTo>
                  <a:cubicBezTo>
                    <a:pt x="11372" y="590550"/>
                    <a:pt x="0" y="590550"/>
                    <a:pt x="0" y="590550"/>
                  </a:cubicBezTo>
                  <a:lnTo>
                    <a:pt x="0" y="0"/>
                  </a:lnTo>
                  <a:cubicBezTo>
                    <a:pt x="0" y="0"/>
                    <a:pt x="11372" y="0"/>
                    <a:pt x="25400" y="0"/>
                  </a:cubicBezTo>
                  <a:close/>
                </a:path>
              </a:pathLst>
            </a:custGeom>
            <a:solidFill>
              <a:schemeClr val="bg1">
                <a:lumMod val="95000"/>
                <a:alpha val="50000"/>
              </a:schemeClr>
            </a:solidFill>
            <a:ln w="6350" cap="flat">
              <a:solidFill>
                <a:schemeClr val="bg1">
                  <a:lumMod val="75000"/>
                </a:schemeClr>
              </a:solidFill>
              <a:prstDash val="solid"/>
              <a:miter/>
            </a:ln>
          </p:spPr>
          <p:txBody>
            <a:bodyPr rtlCol="0" anchor="ctr"/>
            <a:lstStyle/>
            <a:p>
              <a:endParaRPr lang="en-US">
                <a:solidFill>
                  <a:schemeClr val="tx1"/>
                </a:solidFill>
              </a:endParaRPr>
            </a:p>
          </p:txBody>
        </p:sp>
        <p:sp>
          <p:nvSpPr>
            <p:cNvPr id="841" name="文本框 840"/>
            <p:cNvSpPr txBox="1"/>
            <p:nvPr/>
          </p:nvSpPr>
          <p:spPr>
            <a:xfrm flipH="1">
              <a:off x="2011972" y="1793706"/>
              <a:ext cx="927204" cy="790794"/>
            </a:xfrm>
            <a:prstGeom prst="rect">
              <a:avLst/>
            </a:prstGeom>
            <a:noFill/>
          </p:spPr>
          <p:txBody>
            <a:bodyPr wrap="square">
              <a:spAutoFit/>
            </a:bodyPr>
            <a:lstStyle/>
            <a:p>
              <a:pPr algn="ctr">
                <a:lnSpc>
                  <a:spcPct val="110000"/>
                </a:lnSpc>
              </a:pPr>
              <a:r>
                <a:rPr lang="zh-CN" altLang="en-US" sz="1400" dirty="0"/>
                <a:t>学生对爱国主义的全面认识</a:t>
              </a:r>
            </a:p>
          </p:txBody>
        </p:sp>
        <p:sp>
          <p:nvSpPr>
            <p:cNvPr id="838" name="任意多边形: 形状 837"/>
            <p:cNvSpPr/>
            <p:nvPr/>
          </p:nvSpPr>
          <p:spPr>
            <a:xfrm>
              <a:off x="3500189" y="1712853"/>
              <a:ext cx="1065477" cy="952500"/>
            </a:xfrm>
            <a:custGeom>
              <a:avLst/>
              <a:gdLst>
                <a:gd name="connsiteX0" fmla="*/ 876300 w 901700"/>
                <a:gd name="connsiteY0" fmla="*/ 0 h 590550"/>
                <a:gd name="connsiteX1" fmla="*/ 901700 w 901700"/>
                <a:gd name="connsiteY1" fmla="*/ 0 h 590550"/>
                <a:gd name="connsiteX2" fmla="*/ 901700 w 901700"/>
                <a:gd name="connsiteY2" fmla="*/ 590550 h 590550"/>
                <a:gd name="connsiteX3" fmla="*/ 876300 w 901700"/>
                <a:gd name="connsiteY3" fmla="*/ 590550 h 590550"/>
                <a:gd name="connsiteX4" fmla="*/ 25400 w 901700"/>
                <a:gd name="connsiteY4" fmla="*/ 590550 h 590550"/>
                <a:gd name="connsiteX5" fmla="*/ 0 w 901700"/>
                <a:gd name="connsiteY5" fmla="*/ 590550 h 590550"/>
                <a:gd name="connsiteX6" fmla="*/ 0 w 901700"/>
                <a:gd name="connsiteY6" fmla="*/ 0 h 590550"/>
                <a:gd name="connsiteX7" fmla="*/ 25400 w 901700"/>
                <a:gd name="connsiteY7" fmla="*/ 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700" h="590550">
                  <a:moveTo>
                    <a:pt x="876300" y="0"/>
                  </a:moveTo>
                  <a:cubicBezTo>
                    <a:pt x="890328" y="0"/>
                    <a:pt x="901700" y="0"/>
                    <a:pt x="901700" y="0"/>
                  </a:cubicBezTo>
                  <a:lnTo>
                    <a:pt x="901700" y="590550"/>
                  </a:lnTo>
                  <a:cubicBezTo>
                    <a:pt x="901700" y="590550"/>
                    <a:pt x="890328" y="590550"/>
                    <a:pt x="876300" y="590550"/>
                  </a:cubicBezTo>
                  <a:lnTo>
                    <a:pt x="25400" y="590550"/>
                  </a:lnTo>
                  <a:cubicBezTo>
                    <a:pt x="11372" y="590550"/>
                    <a:pt x="0" y="590550"/>
                    <a:pt x="0" y="590550"/>
                  </a:cubicBezTo>
                  <a:lnTo>
                    <a:pt x="0" y="0"/>
                  </a:lnTo>
                  <a:cubicBezTo>
                    <a:pt x="0" y="0"/>
                    <a:pt x="11372" y="0"/>
                    <a:pt x="25400" y="0"/>
                  </a:cubicBezTo>
                  <a:close/>
                </a:path>
              </a:pathLst>
            </a:custGeom>
            <a:solidFill>
              <a:schemeClr val="bg1">
                <a:lumMod val="95000"/>
                <a:alpha val="50000"/>
              </a:schemeClr>
            </a:solidFill>
            <a:ln w="6350" cap="flat">
              <a:solidFill>
                <a:schemeClr val="bg1">
                  <a:lumMod val="75000"/>
                </a:schemeClr>
              </a:solidFill>
              <a:prstDash val="solid"/>
              <a:miter/>
            </a:ln>
          </p:spPr>
          <p:txBody>
            <a:bodyPr rtlCol="0" anchor="ctr"/>
            <a:lstStyle/>
            <a:p>
              <a:endParaRPr lang="en-US">
                <a:solidFill>
                  <a:schemeClr val="tx1"/>
                </a:solidFill>
              </a:endParaRPr>
            </a:p>
          </p:txBody>
        </p:sp>
        <p:sp>
          <p:nvSpPr>
            <p:cNvPr id="839" name="文本框 838"/>
            <p:cNvSpPr txBox="1"/>
            <p:nvPr/>
          </p:nvSpPr>
          <p:spPr>
            <a:xfrm flipH="1">
              <a:off x="3569325" y="1793706"/>
              <a:ext cx="927204" cy="790794"/>
            </a:xfrm>
            <a:prstGeom prst="rect">
              <a:avLst/>
            </a:prstGeom>
            <a:noFill/>
          </p:spPr>
          <p:txBody>
            <a:bodyPr wrap="square">
              <a:spAutoFit/>
            </a:bodyPr>
            <a:lstStyle/>
            <a:p>
              <a:pPr algn="ctr">
                <a:lnSpc>
                  <a:spcPct val="110000"/>
                </a:lnSpc>
              </a:pPr>
              <a:r>
                <a:rPr lang="zh-CN" altLang="en-US" sz="1400" dirty="0"/>
                <a:t>及时调整教学内容和方法</a:t>
              </a:r>
            </a:p>
          </p:txBody>
        </p:sp>
        <p:sp>
          <p:nvSpPr>
            <p:cNvPr id="831" name="任意多边形: 形状 830"/>
            <p:cNvSpPr/>
            <p:nvPr/>
          </p:nvSpPr>
          <p:spPr>
            <a:xfrm>
              <a:off x="2434299" y="3118251"/>
              <a:ext cx="82550" cy="82550"/>
            </a:xfrm>
            <a:custGeom>
              <a:avLst/>
              <a:gdLst>
                <a:gd name="connsiteX0" fmla="*/ 82550 w 82550"/>
                <a:gd name="connsiteY0" fmla="*/ 41275 h 82550"/>
                <a:gd name="connsiteX1" fmla="*/ 41275 w 82550"/>
                <a:gd name="connsiteY1" fmla="*/ 82550 h 82550"/>
                <a:gd name="connsiteX2" fmla="*/ 0 w 82550"/>
                <a:gd name="connsiteY2" fmla="*/ 41275 h 82550"/>
                <a:gd name="connsiteX3" fmla="*/ 41275 w 82550"/>
                <a:gd name="connsiteY3" fmla="*/ 0 h 82550"/>
                <a:gd name="connsiteX4" fmla="*/ 82550 w 82550"/>
                <a:gd name="connsiteY4" fmla="*/ 41275 h 8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 h="82550">
                  <a:moveTo>
                    <a:pt x="82550" y="41275"/>
                  </a:moveTo>
                  <a:cubicBezTo>
                    <a:pt x="82550" y="64071"/>
                    <a:pt x="64071" y="82550"/>
                    <a:pt x="41275" y="82550"/>
                  </a:cubicBezTo>
                  <a:cubicBezTo>
                    <a:pt x="18479" y="82550"/>
                    <a:pt x="0" y="64071"/>
                    <a:pt x="0" y="41275"/>
                  </a:cubicBezTo>
                  <a:cubicBezTo>
                    <a:pt x="0" y="18479"/>
                    <a:pt x="18479" y="0"/>
                    <a:pt x="41275" y="0"/>
                  </a:cubicBezTo>
                  <a:cubicBezTo>
                    <a:pt x="64071" y="0"/>
                    <a:pt x="82550" y="18479"/>
                    <a:pt x="82550" y="41275"/>
                  </a:cubicBezTo>
                  <a:close/>
                </a:path>
              </a:pathLst>
            </a:custGeom>
            <a:solidFill>
              <a:srgbClr val="055CF9"/>
            </a:solidFill>
            <a:ln w="6350" cap="flat">
              <a:noFill/>
              <a:prstDash val="solid"/>
              <a:miter/>
            </a:ln>
          </p:spPr>
          <p:txBody>
            <a:bodyPr rtlCol="0" anchor="ctr"/>
            <a:lstStyle/>
            <a:p>
              <a:endParaRPr lang="en-US">
                <a:solidFill>
                  <a:schemeClr val="tx1"/>
                </a:solidFill>
              </a:endParaRPr>
            </a:p>
          </p:txBody>
        </p:sp>
        <p:cxnSp>
          <p:nvCxnSpPr>
            <p:cNvPr id="832" name="直接连接符 831"/>
            <p:cNvCxnSpPr/>
            <p:nvPr/>
          </p:nvCxnSpPr>
          <p:spPr>
            <a:xfrm>
              <a:off x="2474502" y="2665353"/>
              <a:ext cx="2145" cy="45289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33" name="任意多边形: 形状 832"/>
            <p:cNvSpPr/>
            <p:nvPr/>
          </p:nvSpPr>
          <p:spPr>
            <a:xfrm>
              <a:off x="3991652" y="3118251"/>
              <a:ext cx="82550" cy="82550"/>
            </a:xfrm>
            <a:custGeom>
              <a:avLst/>
              <a:gdLst>
                <a:gd name="connsiteX0" fmla="*/ 82550 w 82550"/>
                <a:gd name="connsiteY0" fmla="*/ 41275 h 82550"/>
                <a:gd name="connsiteX1" fmla="*/ 41275 w 82550"/>
                <a:gd name="connsiteY1" fmla="*/ 82550 h 82550"/>
                <a:gd name="connsiteX2" fmla="*/ 0 w 82550"/>
                <a:gd name="connsiteY2" fmla="*/ 41275 h 82550"/>
                <a:gd name="connsiteX3" fmla="*/ 41275 w 82550"/>
                <a:gd name="connsiteY3" fmla="*/ 0 h 82550"/>
                <a:gd name="connsiteX4" fmla="*/ 82550 w 82550"/>
                <a:gd name="connsiteY4" fmla="*/ 41275 h 8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 h="82550">
                  <a:moveTo>
                    <a:pt x="82550" y="41275"/>
                  </a:moveTo>
                  <a:cubicBezTo>
                    <a:pt x="82550" y="64071"/>
                    <a:pt x="64071" y="82550"/>
                    <a:pt x="41275" y="82550"/>
                  </a:cubicBezTo>
                  <a:cubicBezTo>
                    <a:pt x="18479" y="82550"/>
                    <a:pt x="0" y="64071"/>
                    <a:pt x="0" y="41275"/>
                  </a:cubicBezTo>
                  <a:cubicBezTo>
                    <a:pt x="0" y="18479"/>
                    <a:pt x="18479" y="0"/>
                    <a:pt x="41275" y="0"/>
                  </a:cubicBezTo>
                  <a:cubicBezTo>
                    <a:pt x="64071" y="0"/>
                    <a:pt x="82550" y="18479"/>
                    <a:pt x="82550" y="41275"/>
                  </a:cubicBezTo>
                  <a:close/>
                </a:path>
              </a:pathLst>
            </a:custGeom>
            <a:solidFill>
              <a:srgbClr val="055CF9"/>
            </a:solidFill>
            <a:ln w="6350" cap="flat">
              <a:noFill/>
              <a:prstDash val="solid"/>
              <a:miter/>
            </a:ln>
          </p:spPr>
          <p:txBody>
            <a:bodyPr rtlCol="0" anchor="ctr"/>
            <a:lstStyle/>
            <a:p>
              <a:endParaRPr lang="en-US">
                <a:solidFill>
                  <a:schemeClr val="tx1"/>
                </a:solidFill>
              </a:endParaRPr>
            </a:p>
          </p:txBody>
        </p:sp>
        <p:cxnSp>
          <p:nvCxnSpPr>
            <p:cNvPr id="834" name="直接连接符 833"/>
            <p:cNvCxnSpPr/>
            <p:nvPr/>
          </p:nvCxnSpPr>
          <p:spPr>
            <a:xfrm>
              <a:off x="4031855" y="2665353"/>
              <a:ext cx="2145" cy="45289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36" name="矩形: 圆角 835"/>
            <p:cNvSpPr/>
            <p:nvPr/>
          </p:nvSpPr>
          <p:spPr>
            <a:xfrm>
              <a:off x="2528826" y="1130954"/>
              <a:ext cx="1450851" cy="323686"/>
            </a:xfrm>
            <a:prstGeom prst="round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7" name="文本框 836"/>
            <p:cNvSpPr txBox="1"/>
            <p:nvPr/>
          </p:nvSpPr>
          <p:spPr>
            <a:xfrm>
              <a:off x="2700253" y="1108131"/>
              <a:ext cx="1107996" cy="369332"/>
            </a:xfrm>
            <a:prstGeom prst="rect">
              <a:avLst/>
            </a:prstGeom>
            <a:noFill/>
          </p:spPr>
          <p:txBody>
            <a:bodyPr wrap="none">
              <a:spAutoFit/>
            </a:bodyPr>
            <a:lstStyle/>
            <a:p>
              <a:r>
                <a:rPr lang="zh-CN" altLang="en-US" dirty="0">
                  <a:solidFill>
                    <a:schemeClr val="bg1"/>
                  </a:solidFill>
                </a:rPr>
                <a:t>认知层面</a:t>
              </a:r>
            </a:p>
          </p:txBody>
        </p:sp>
        <p:sp>
          <p:nvSpPr>
            <p:cNvPr id="844" name="矩形 843"/>
            <p:cNvSpPr/>
            <p:nvPr/>
          </p:nvSpPr>
          <p:spPr>
            <a:xfrm>
              <a:off x="1942836" y="4989036"/>
              <a:ext cx="2622830" cy="339270"/>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solidFill>
                    <a:schemeClr val="bg1"/>
                  </a:solidFill>
                </a:rPr>
                <a:t>‌教育体系分层实施</a:t>
              </a:r>
            </a:p>
          </p:txBody>
        </p:sp>
      </p:grpSp>
      <p:grpSp>
        <p:nvGrpSpPr>
          <p:cNvPr id="358" name="组合 357"/>
          <p:cNvGrpSpPr/>
          <p:nvPr/>
        </p:nvGrpSpPr>
        <p:grpSpPr>
          <a:xfrm>
            <a:off x="4784585" y="1108131"/>
            <a:ext cx="2622830" cy="4220175"/>
            <a:chOff x="4784585" y="1108131"/>
            <a:chExt cx="2622830" cy="4220175"/>
          </a:xfrm>
        </p:grpSpPr>
        <p:pic>
          <p:nvPicPr>
            <p:cNvPr id="5124" name="Picture 4"/>
            <p:cNvPicPr>
              <a:picLocks noChangeAspect="1" noChangeArrowheads="1"/>
            </p:cNvPicPr>
            <p:nvPr/>
          </p:nvPicPr>
          <p:blipFill>
            <a:blip r:embed="rId323">
              <a:extLst>
                <a:ext uri="{28A0092B-C50C-407E-A947-70E740481C1C}">
                  <a14:useLocalDpi xmlns:a14="http://schemas.microsoft.com/office/drawing/2010/main" val="0"/>
                </a:ext>
              </a:extLst>
            </a:blip>
            <a:srcRect l="761" r="761"/>
            <a:stretch>
              <a:fillRect/>
            </a:stretch>
          </p:blipFill>
          <p:spPr bwMode="auto">
            <a:xfrm>
              <a:off x="4784585" y="3549036"/>
              <a:ext cx="2622830" cy="1440000"/>
            </a:xfrm>
            <a:prstGeom prst="rect">
              <a:avLst/>
            </a:prstGeom>
            <a:noFill/>
            <a:extLst>
              <a:ext uri="{909E8E84-426E-40DD-AFC4-6F175D3DCCD1}">
                <a14:hiddenFill xmlns:a14="http://schemas.microsoft.com/office/drawing/2010/main">
                  <a:solidFill>
                    <a:srgbClr val="FFFFFF"/>
                  </a:solidFill>
                </a14:hiddenFill>
              </a:ext>
            </a:extLst>
          </p:spPr>
        </p:pic>
        <p:sp>
          <p:nvSpPr>
            <p:cNvPr id="809" name="左大括号 808"/>
            <p:cNvSpPr/>
            <p:nvPr/>
          </p:nvSpPr>
          <p:spPr>
            <a:xfrm rot="5400000">
              <a:off x="5993447" y="284741"/>
              <a:ext cx="205105" cy="2622830"/>
            </a:xfrm>
            <a:prstGeom prst="leftBrace">
              <a:avLst>
                <a:gd name="adj1" fmla="val 73374"/>
                <a:gd name="adj2" fmla="val 50000"/>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endParaRPr>
            </a:p>
          </p:txBody>
        </p:sp>
        <p:sp>
          <p:nvSpPr>
            <p:cNvPr id="810" name="文本框 809"/>
            <p:cNvSpPr txBox="1"/>
            <p:nvPr>
              <p:custDataLst>
                <p:tags r:id="rId3"/>
              </p:custDataLst>
            </p:nvPr>
          </p:nvSpPr>
          <p:spPr>
            <a:xfrm>
              <a:off x="5319214" y="2743163"/>
              <a:ext cx="1620957" cy="338554"/>
            </a:xfrm>
            <a:prstGeom prst="rect">
              <a:avLst/>
            </a:prstGeom>
            <a:noFill/>
          </p:spPr>
          <p:txBody>
            <a:bodyPr wrap="none" rtlCol="0">
              <a:spAutoFit/>
            </a:bodyPr>
            <a:lstStyle/>
            <a:p>
              <a:pPr algn="ctr"/>
              <a:r>
                <a:rPr lang="zh-CN" altLang="en-US" sz="1600" dirty="0">
                  <a:solidFill>
                    <a:schemeClr val="accent1"/>
                  </a:solidFill>
                  <a:latin typeface="思源黑体 CN Bold" panose="020B0800000000000000" pitchFamily="34" charset="-122"/>
                  <a:ea typeface="思源黑体 CN Bold" panose="020B0800000000000000" pitchFamily="34" charset="-122"/>
                  <a:cs typeface="OPPOSans R" panose="00020600040101010101" pitchFamily="18" charset="-122"/>
                </a:rPr>
                <a:t>爱社会主义统一</a:t>
              </a:r>
            </a:p>
          </p:txBody>
        </p:sp>
        <p:sp>
          <p:nvSpPr>
            <p:cNvPr id="811" name="图形 14"/>
            <p:cNvSpPr/>
            <p:nvPr>
              <p:custDataLst>
                <p:tags r:id="rId4"/>
              </p:custDataLst>
            </p:nvPr>
          </p:nvSpPr>
          <p:spPr>
            <a:xfrm rot="16200000">
              <a:off x="5919470" y="2005589"/>
              <a:ext cx="353060" cy="367030"/>
            </a:xfrm>
            <a:custGeom>
              <a:avLst/>
              <a:gdLst>
                <a:gd name="connsiteX0" fmla="*/ 448839 w 448838"/>
                <a:gd name="connsiteY0" fmla="*/ 208210 h 491343"/>
                <a:gd name="connsiteX1" fmla="*/ 224419 w 448838"/>
                <a:gd name="connsiteY1" fmla="*/ 491343 h 491343"/>
                <a:gd name="connsiteX2" fmla="*/ 0 w 448838"/>
                <a:gd name="connsiteY2" fmla="*/ 208210 h 491343"/>
                <a:gd name="connsiteX3" fmla="*/ 116908 w 448838"/>
                <a:gd name="connsiteY3" fmla="*/ 208210 h 491343"/>
                <a:gd name="connsiteX4" fmla="*/ 120111 w 448838"/>
                <a:gd name="connsiteY4" fmla="*/ 208210 h 491343"/>
                <a:gd name="connsiteX5" fmla="*/ 120111 w 448838"/>
                <a:gd name="connsiteY5" fmla="*/ 205006 h 491343"/>
                <a:gd name="connsiteX6" fmla="*/ 120111 w 448838"/>
                <a:gd name="connsiteY6" fmla="*/ 0 h 491343"/>
                <a:gd name="connsiteX7" fmla="*/ 328728 w 448838"/>
                <a:gd name="connsiteY7" fmla="*/ 0 h 491343"/>
                <a:gd name="connsiteX8" fmla="*/ 328728 w 448838"/>
                <a:gd name="connsiteY8" fmla="*/ 205006 h 491343"/>
                <a:gd name="connsiteX9" fmla="*/ 328728 w 448838"/>
                <a:gd name="connsiteY9" fmla="*/ 208210 h 491343"/>
                <a:gd name="connsiteX10" fmla="*/ 331931 w 448838"/>
                <a:gd name="connsiteY10" fmla="*/ 208210 h 491343"/>
                <a:gd name="connsiteX11" fmla="*/ 448839 w 448838"/>
                <a:gd name="connsiteY11" fmla="*/ 208210 h 49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8838" h="491343">
                  <a:moveTo>
                    <a:pt x="448839" y="208210"/>
                  </a:moveTo>
                  <a:lnTo>
                    <a:pt x="224419" y="491343"/>
                  </a:lnTo>
                  <a:lnTo>
                    <a:pt x="0" y="208210"/>
                  </a:lnTo>
                  <a:lnTo>
                    <a:pt x="116908" y="208210"/>
                  </a:lnTo>
                  <a:lnTo>
                    <a:pt x="120111" y="208210"/>
                  </a:lnTo>
                  <a:lnTo>
                    <a:pt x="120111" y="205006"/>
                  </a:lnTo>
                  <a:lnTo>
                    <a:pt x="120111" y="0"/>
                  </a:lnTo>
                  <a:lnTo>
                    <a:pt x="328728" y="0"/>
                  </a:lnTo>
                  <a:lnTo>
                    <a:pt x="328728" y="205006"/>
                  </a:lnTo>
                  <a:lnTo>
                    <a:pt x="328728" y="208210"/>
                  </a:lnTo>
                  <a:lnTo>
                    <a:pt x="331931" y="208210"/>
                  </a:lnTo>
                  <a:lnTo>
                    <a:pt x="448839" y="208210"/>
                  </a:lnTo>
                  <a:close/>
                </a:path>
              </a:pathLst>
            </a:custGeom>
            <a:gradFill>
              <a:gsLst>
                <a:gs pos="0">
                  <a:schemeClr val="accent1">
                    <a:alpha val="0"/>
                  </a:schemeClr>
                </a:gs>
                <a:gs pos="100000">
                  <a:schemeClr val="accent1">
                    <a:alpha val="50000"/>
                  </a:schemeClr>
                </a:gs>
              </a:gsLst>
              <a:lin ang="5400000" scaled="1"/>
            </a:gradFill>
            <a:ln w="6393" cap="flat">
              <a:gradFill>
                <a:gsLst>
                  <a:gs pos="0">
                    <a:schemeClr val="accent1">
                      <a:alpha val="0"/>
                    </a:schemeClr>
                  </a:gs>
                  <a:gs pos="100000">
                    <a:schemeClr val="accent1"/>
                  </a:gs>
                </a:gsLst>
                <a:lin ang="5400000" scaled="1"/>
              </a:gradFill>
              <a:prstDash val="solid"/>
              <a:miter/>
            </a:ln>
          </p:spPr>
          <p:txBody>
            <a:bodyPr rtlCol="0" anchor="ctr"/>
            <a:lstStyle/>
            <a:p>
              <a:endParaRPr lang="en-US">
                <a:solidFill>
                  <a:schemeClr val="tx1"/>
                </a:solidFill>
              </a:endParaRPr>
            </a:p>
          </p:txBody>
        </p:sp>
        <p:sp>
          <p:nvSpPr>
            <p:cNvPr id="823" name="任意多边形: 形状 822"/>
            <p:cNvSpPr/>
            <p:nvPr/>
          </p:nvSpPr>
          <p:spPr>
            <a:xfrm>
              <a:off x="4784585" y="1712853"/>
              <a:ext cx="1065477" cy="952500"/>
            </a:xfrm>
            <a:custGeom>
              <a:avLst/>
              <a:gdLst>
                <a:gd name="connsiteX0" fmla="*/ 876300 w 901700"/>
                <a:gd name="connsiteY0" fmla="*/ 0 h 590550"/>
                <a:gd name="connsiteX1" fmla="*/ 901700 w 901700"/>
                <a:gd name="connsiteY1" fmla="*/ 0 h 590550"/>
                <a:gd name="connsiteX2" fmla="*/ 901700 w 901700"/>
                <a:gd name="connsiteY2" fmla="*/ 590550 h 590550"/>
                <a:gd name="connsiteX3" fmla="*/ 876300 w 901700"/>
                <a:gd name="connsiteY3" fmla="*/ 590550 h 590550"/>
                <a:gd name="connsiteX4" fmla="*/ 25400 w 901700"/>
                <a:gd name="connsiteY4" fmla="*/ 590550 h 590550"/>
                <a:gd name="connsiteX5" fmla="*/ 0 w 901700"/>
                <a:gd name="connsiteY5" fmla="*/ 590550 h 590550"/>
                <a:gd name="connsiteX6" fmla="*/ 0 w 901700"/>
                <a:gd name="connsiteY6" fmla="*/ 0 h 590550"/>
                <a:gd name="connsiteX7" fmla="*/ 25400 w 901700"/>
                <a:gd name="connsiteY7" fmla="*/ 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700" h="590550">
                  <a:moveTo>
                    <a:pt x="876300" y="0"/>
                  </a:moveTo>
                  <a:cubicBezTo>
                    <a:pt x="890328" y="0"/>
                    <a:pt x="901700" y="0"/>
                    <a:pt x="901700" y="0"/>
                  </a:cubicBezTo>
                  <a:lnTo>
                    <a:pt x="901700" y="590550"/>
                  </a:lnTo>
                  <a:cubicBezTo>
                    <a:pt x="901700" y="590550"/>
                    <a:pt x="890328" y="590550"/>
                    <a:pt x="876300" y="590550"/>
                  </a:cubicBezTo>
                  <a:lnTo>
                    <a:pt x="25400" y="590550"/>
                  </a:lnTo>
                  <a:cubicBezTo>
                    <a:pt x="11372" y="590550"/>
                    <a:pt x="0" y="590550"/>
                    <a:pt x="0" y="590550"/>
                  </a:cubicBezTo>
                  <a:lnTo>
                    <a:pt x="0" y="0"/>
                  </a:lnTo>
                  <a:cubicBezTo>
                    <a:pt x="0" y="0"/>
                    <a:pt x="11372" y="0"/>
                    <a:pt x="25400" y="0"/>
                  </a:cubicBezTo>
                  <a:close/>
                </a:path>
              </a:pathLst>
            </a:custGeom>
            <a:solidFill>
              <a:schemeClr val="bg1">
                <a:lumMod val="95000"/>
                <a:alpha val="50000"/>
              </a:schemeClr>
            </a:solidFill>
            <a:ln w="6350" cap="flat">
              <a:solidFill>
                <a:schemeClr val="bg1">
                  <a:lumMod val="75000"/>
                </a:schemeClr>
              </a:solidFill>
              <a:prstDash val="solid"/>
              <a:miter/>
            </a:ln>
          </p:spPr>
          <p:txBody>
            <a:bodyPr rtlCol="0" anchor="ctr"/>
            <a:lstStyle/>
            <a:p>
              <a:endParaRPr lang="en-US">
                <a:solidFill>
                  <a:schemeClr val="tx1"/>
                </a:solidFill>
              </a:endParaRPr>
            </a:p>
          </p:txBody>
        </p:sp>
        <p:sp>
          <p:nvSpPr>
            <p:cNvPr id="824" name="文本框 823"/>
            <p:cNvSpPr txBox="1"/>
            <p:nvPr/>
          </p:nvSpPr>
          <p:spPr>
            <a:xfrm flipH="1">
              <a:off x="4853721" y="1793706"/>
              <a:ext cx="927204" cy="790794"/>
            </a:xfrm>
            <a:prstGeom prst="rect">
              <a:avLst/>
            </a:prstGeom>
            <a:noFill/>
          </p:spPr>
          <p:txBody>
            <a:bodyPr wrap="square">
              <a:spAutoFit/>
            </a:bodyPr>
            <a:lstStyle/>
            <a:p>
              <a:pPr algn="ctr">
                <a:lnSpc>
                  <a:spcPct val="110000"/>
                </a:lnSpc>
              </a:pPr>
              <a:r>
                <a:rPr lang="zh-CN" altLang="en-US" sz="1400"/>
                <a:t>教学过程中注重情感教育</a:t>
              </a:r>
              <a:endParaRPr lang="zh-CN" altLang="en-US" sz="1400" dirty="0"/>
            </a:p>
          </p:txBody>
        </p:sp>
        <p:sp>
          <p:nvSpPr>
            <p:cNvPr id="821" name="任意多边形: 形状 820"/>
            <p:cNvSpPr/>
            <p:nvPr/>
          </p:nvSpPr>
          <p:spPr>
            <a:xfrm>
              <a:off x="6341938" y="1712853"/>
              <a:ext cx="1065477" cy="952500"/>
            </a:xfrm>
            <a:custGeom>
              <a:avLst/>
              <a:gdLst>
                <a:gd name="connsiteX0" fmla="*/ 876300 w 901700"/>
                <a:gd name="connsiteY0" fmla="*/ 0 h 590550"/>
                <a:gd name="connsiteX1" fmla="*/ 901700 w 901700"/>
                <a:gd name="connsiteY1" fmla="*/ 0 h 590550"/>
                <a:gd name="connsiteX2" fmla="*/ 901700 w 901700"/>
                <a:gd name="connsiteY2" fmla="*/ 590550 h 590550"/>
                <a:gd name="connsiteX3" fmla="*/ 876300 w 901700"/>
                <a:gd name="connsiteY3" fmla="*/ 590550 h 590550"/>
                <a:gd name="connsiteX4" fmla="*/ 25400 w 901700"/>
                <a:gd name="connsiteY4" fmla="*/ 590550 h 590550"/>
                <a:gd name="connsiteX5" fmla="*/ 0 w 901700"/>
                <a:gd name="connsiteY5" fmla="*/ 590550 h 590550"/>
                <a:gd name="connsiteX6" fmla="*/ 0 w 901700"/>
                <a:gd name="connsiteY6" fmla="*/ 0 h 590550"/>
                <a:gd name="connsiteX7" fmla="*/ 25400 w 901700"/>
                <a:gd name="connsiteY7" fmla="*/ 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700" h="590550">
                  <a:moveTo>
                    <a:pt x="876300" y="0"/>
                  </a:moveTo>
                  <a:cubicBezTo>
                    <a:pt x="890328" y="0"/>
                    <a:pt x="901700" y="0"/>
                    <a:pt x="901700" y="0"/>
                  </a:cubicBezTo>
                  <a:lnTo>
                    <a:pt x="901700" y="590550"/>
                  </a:lnTo>
                  <a:cubicBezTo>
                    <a:pt x="901700" y="590550"/>
                    <a:pt x="890328" y="590550"/>
                    <a:pt x="876300" y="590550"/>
                  </a:cubicBezTo>
                  <a:lnTo>
                    <a:pt x="25400" y="590550"/>
                  </a:lnTo>
                  <a:cubicBezTo>
                    <a:pt x="11372" y="590550"/>
                    <a:pt x="0" y="590550"/>
                    <a:pt x="0" y="590550"/>
                  </a:cubicBezTo>
                  <a:lnTo>
                    <a:pt x="0" y="0"/>
                  </a:lnTo>
                  <a:cubicBezTo>
                    <a:pt x="0" y="0"/>
                    <a:pt x="11372" y="0"/>
                    <a:pt x="25400" y="0"/>
                  </a:cubicBezTo>
                  <a:close/>
                </a:path>
              </a:pathLst>
            </a:custGeom>
            <a:solidFill>
              <a:schemeClr val="bg1">
                <a:lumMod val="95000"/>
                <a:alpha val="50000"/>
              </a:schemeClr>
            </a:solidFill>
            <a:ln w="6350" cap="flat">
              <a:solidFill>
                <a:schemeClr val="bg1">
                  <a:lumMod val="75000"/>
                </a:schemeClr>
              </a:solidFill>
              <a:prstDash val="solid"/>
              <a:miter/>
            </a:ln>
          </p:spPr>
          <p:txBody>
            <a:bodyPr rtlCol="0" anchor="ctr"/>
            <a:lstStyle/>
            <a:p>
              <a:endParaRPr lang="en-US">
                <a:solidFill>
                  <a:schemeClr val="tx1"/>
                </a:solidFill>
              </a:endParaRPr>
            </a:p>
          </p:txBody>
        </p:sp>
        <p:sp>
          <p:nvSpPr>
            <p:cNvPr id="822" name="文本框 821"/>
            <p:cNvSpPr txBox="1"/>
            <p:nvPr/>
          </p:nvSpPr>
          <p:spPr>
            <a:xfrm flipH="1">
              <a:off x="6411074" y="1793706"/>
              <a:ext cx="927204" cy="790794"/>
            </a:xfrm>
            <a:prstGeom prst="rect">
              <a:avLst/>
            </a:prstGeom>
            <a:noFill/>
          </p:spPr>
          <p:txBody>
            <a:bodyPr wrap="square">
              <a:spAutoFit/>
            </a:bodyPr>
            <a:lstStyle/>
            <a:p>
              <a:pPr algn="ctr">
                <a:lnSpc>
                  <a:spcPct val="110000"/>
                </a:lnSpc>
              </a:pPr>
              <a:r>
                <a:rPr lang="zh-CN" altLang="en-US" sz="1400" dirty="0"/>
                <a:t>进一步激发学生的爱国情感</a:t>
              </a:r>
            </a:p>
          </p:txBody>
        </p:sp>
        <p:sp>
          <p:nvSpPr>
            <p:cNvPr id="814" name="任意多边形: 形状 813"/>
            <p:cNvSpPr/>
            <p:nvPr/>
          </p:nvSpPr>
          <p:spPr>
            <a:xfrm>
              <a:off x="5276048" y="3118251"/>
              <a:ext cx="82550" cy="82550"/>
            </a:xfrm>
            <a:custGeom>
              <a:avLst/>
              <a:gdLst>
                <a:gd name="connsiteX0" fmla="*/ 82550 w 82550"/>
                <a:gd name="connsiteY0" fmla="*/ 41275 h 82550"/>
                <a:gd name="connsiteX1" fmla="*/ 41275 w 82550"/>
                <a:gd name="connsiteY1" fmla="*/ 82550 h 82550"/>
                <a:gd name="connsiteX2" fmla="*/ 0 w 82550"/>
                <a:gd name="connsiteY2" fmla="*/ 41275 h 82550"/>
                <a:gd name="connsiteX3" fmla="*/ 41275 w 82550"/>
                <a:gd name="connsiteY3" fmla="*/ 0 h 82550"/>
                <a:gd name="connsiteX4" fmla="*/ 82550 w 82550"/>
                <a:gd name="connsiteY4" fmla="*/ 41275 h 8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 h="82550">
                  <a:moveTo>
                    <a:pt x="82550" y="41275"/>
                  </a:moveTo>
                  <a:cubicBezTo>
                    <a:pt x="82550" y="64071"/>
                    <a:pt x="64071" y="82550"/>
                    <a:pt x="41275" y="82550"/>
                  </a:cubicBezTo>
                  <a:cubicBezTo>
                    <a:pt x="18479" y="82550"/>
                    <a:pt x="0" y="64071"/>
                    <a:pt x="0" y="41275"/>
                  </a:cubicBezTo>
                  <a:cubicBezTo>
                    <a:pt x="0" y="18479"/>
                    <a:pt x="18479" y="0"/>
                    <a:pt x="41275" y="0"/>
                  </a:cubicBezTo>
                  <a:cubicBezTo>
                    <a:pt x="64071" y="0"/>
                    <a:pt x="82550" y="18479"/>
                    <a:pt x="82550" y="41275"/>
                  </a:cubicBezTo>
                  <a:close/>
                </a:path>
              </a:pathLst>
            </a:custGeom>
            <a:solidFill>
              <a:srgbClr val="055CF9"/>
            </a:solidFill>
            <a:ln w="6350" cap="flat">
              <a:noFill/>
              <a:prstDash val="solid"/>
              <a:miter/>
            </a:ln>
          </p:spPr>
          <p:txBody>
            <a:bodyPr rtlCol="0" anchor="ctr"/>
            <a:lstStyle/>
            <a:p>
              <a:endParaRPr lang="en-US">
                <a:solidFill>
                  <a:schemeClr val="tx1"/>
                </a:solidFill>
              </a:endParaRPr>
            </a:p>
          </p:txBody>
        </p:sp>
        <p:cxnSp>
          <p:nvCxnSpPr>
            <p:cNvPr id="815" name="直接连接符 814"/>
            <p:cNvCxnSpPr/>
            <p:nvPr/>
          </p:nvCxnSpPr>
          <p:spPr>
            <a:xfrm>
              <a:off x="5316251" y="2665353"/>
              <a:ext cx="2145" cy="45289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16" name="任意多边形: 形状 815"/>
            <p:cNvSpPr/>
            <p:nvPr/>
          </p:nvSpPr>
          <p:spPr>
            <a:xfrm>
              <a:off x="6833401" y="3118251"/>
              <a:ext cx="82550" cy="82550"/>
            </a:xfrm>
            <a:custGeom>
              <a:avLst/>
              <a:gdLst>
                <a:gd name="connsiteX0" fmla="*/ 82550 w 82550"/>
                <a:gd name="connsiteY0" fmla="*/ 41275 h 82550"/>
                <a:gd name="connsiteX1" fmla="*/ 41275 w 82550"/>
                <a:gd name="connsiteY1" fmla="*/ 82550 h 82550"/>
                <a:gd name="connsiteX2" fmla="*/ 0 w 82550"/>
                <a:gd name="connsiteY2" fmla="*/ 41275 h 82550"/>
                <a:gd name="connsiteX3" fmla="*/ 41275 w 82550"/>
                <a:gd name="connsiteY3" fmla="*/ 0 h 82550"/>
                <a:gd name="connsiteX4" fmla="*/ 82550 w 82550"/>
                <a:gd name="connsiteY4" fmla="*/ 41275 h 8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 h="82550">
                  <a:moveTo>
                    <a:pt x="82550" y="41275"/>
                  </a:moveTo>
                  <a:cubicBezTo>
                    <a:pt x="82550" y="64071"/>
                    <a:pt x="64071" y="82550"/>
                    <a:pt x="41275" y="82550"/>
                  </a:cubicBezTo>
                  <a:cubicBezTo>
                    <a:pt x="18479" y="82550"/>
                    <a:pt x="0" y="64071"/>
                    <a:pt x="0" y="41275"/>
                  </a:cubicBezTo>
                  <a:cubicBezTo>
                    <a:pt x="0" y="18479"/>
                    <a:pt x="18479" y="0"/>
                    <a:pt x="41275" y="0"/>
                  </a:cubicBezTo>
                  <a:cubicBezTo>
                    <a:pt x="64071" y="0"/>
                    <a:pt x="82550" y="18479"/>
                    <a:pt x="82550" y="41275"/>
                  </a:cubicBezTo>
                  <a:close/>
                </a:path>
              </a:pathLst>
            </a:custGeom>
            <a:solidFill>
              <a:srgbClr val="055CF9"/>
            </a:solidFill>
            <a:ln w="6350" cap="flat">
              <a:noFill/>
              <a:prstDash val="solid"/>
              <a:miter/>
            </a:ln>
          </p:spPr>
          <p:txBody>
            <a:bodyPr rtlCol="0" anchor="ctr"/>
            <a:lstStyle/>
            <a:p>
              <a:endParaRPr lang="en-US">
                <a:solidFill>
                  <a:schemeClr val="tx1"/>
                </a:solidFill>
              </a:endParaRPr>
            </a:p>
          </p:txBody>
        </p:sp>
        <p:cxnSp>
          <p:nvCxnSpPr>
            <p:cNvPr id="817" name="直接连接符 816"/>
            <p:cNvCxnSpPr/>
            <p:nvPr/>
          </p:nvCxnSpPr>
          <p:spPr>
            <a:xfrm>
              <a:off x="6873604" y="2665353"/>
              <a:ext cx="2145" cy="45289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19" name="矩形: 圆角 818"/>
            <p:cNvSpPr/>
            <p:nvPr/>
          </p:nvSpPr>
          <p:spPr>
            <a:xfrm>
              <a:off x="5370575" y="1130954"/>
              <a:ext cx="1450851" cy="3236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0" name="文本框 819"/>
            <p:cNvSpPr txBox="1"/>
            <p:nvPr/>
          </p:nvSpPr>
          <p:spPr>
            <a:xfrm>
              <a:off x="5542002" y="1108131"/>
              <a:ext cx="1107996" cy="369332"/>
            </a:xfrm>
            <a:prstGeom prst="rect">
              <a:avLst/>
            </a:prstGeom>
            <a:noFill/>
          </p:spPr>
          <p:txBody>
            <a:bodyPr wrap="none">
              <a:spAutoFit/>
            </a:bodyPr>
            <a:lstStyle/>
            <a:p>
              <a:r>
                <a:rPr lang="zh-CN" altLang="en-US">
                  <a:solidFill>
                    <a:schemeClr val="bg1"/>
                  </a:solidFill>
                </a:rPr>
                <a:t>情感层面</a:t>
              </a:r>
              <a:endParaRPr lang="zh-CN" altLang="en-US" dirty="0">
                <a:solidFill>
                  <a:schemeClr val="bg1"/>
                </a:solidFill>
              </a:endParaRPr>
            </a:p>
          </p:txBody>
        </p:sp>
        <p:sp>
          <p:nvSpPr>
            <p:cNvPr id="843" name="矩形 842"/>
            <p:cNvSpPr/>
            <p:nvPr/>
          </p:nvSpPr>
          <p:spPr>
            <a:xfrm>
              <a:off x="4784585" y="4989036"/>
              <a:ext cx="2622830" cy="33927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solidFill>
                    <a:schemeClr val="bg1"/>
                  </a:solidFill>
                </a:rPr>
                <a:t>多元载体联动</a:t>
              </a:r>
              <a:endParaRPr lang="zh-CN" altLang="en-US" dirty="0">
                <a:solidFill>
                  <a:schemeClr val="bg1"/>
                </a:solidFill>
              </a:endParaRPr>
            </a:p>
          </p:txBody>
        </p:sp>
      </p:grpSp>
      <p:grpSp>
        <p:nvGrpSpPr>
          <p:cNvPr id="359" name="组合 358"/>
          <p:cNvGrpSpPr/>
          <p:nvPr/>
        </p:nvGrpSpPr>
        <p:grpSpPr>
          <a:xfrm>
            <a:off x="7626334" y="1108131"/>
            <a:ext cx="2622830" cy="4220175"/>
            <a:chOff x="7626334" y="1108131"/>
            <a:chExt cx="2622830" cy="4220175"/>
          </a:xfrm>
        </p:grpSpPr>
        <p:sp>
          <p:nvSpPr>
            <p:cNvPr id="461" name="矩形 460"/>
            <p:cNvSpPr/>
            <p:nvPr/>
          </p:nvSpPr>
          <p:spPr>
            <a:xfrm>
              <a:off x="7626334" y="4989036"/>
              <a:ext cx="2622830" cy="339270"/>
            </a:xfrm>
            <a:prstGeom prst="rect">
              <a:avLst/>
            </a:prstGeom>
            <a:solidFill>
              <a:schemeClr val="accent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solidFill>
                    <a:schemeClr val="bg1"/>
                  </a:solidFill>
                </a:rPr>
                <a:t>教学成效的持续优化</a:t>
              </a:r>
              <a:endParaRPr lang="zh-CN" altLang="en-US" dirty="0">
                <a:solidFill>
                  <a:schemeClr val="bg1"/>
                </a:solidFill>
              </a:endParaRPr>
            </a:p>
          </p:txBody>
        </p:sp>
        <p:pic>
          <p:nvPicPr>
            <p:cNvPr id="5126" name="Picture 6"/>
            <p:cNvPicPr>
              <a:picLocks noChangeAspect="1" noChangeArrowheads="1"/>
            </p:cNvPicPr>
            <p:nvPr/>
          </p:nvPicPr>
          <p:blipFill>
            <a:blip r:embed="rId324">
              <a:extLst>
                <a:ext uri="{28A0092B-C50C-407E-A947-70E740481C1C}">
                  <a14:useLocalDpi xmlns:a14="http://schemas.microsoft.com/office/drawing/2010/main" val="0"/>
                </a:ext>
              </a:extLst>
            </a:blip>
            <a:srcRect t="8823" b="8823"/>
            <a:stretch>
              <a:fillRect/>
            </a:stretch>
          </p:blipFill>
          <p:spPr bwMode="auto">
            <a:xfrm>
              <a:off x="7626334" y="3549036"/>
              <a:ext cx="2622830" cy="1440000"/>
            </a:xfrm>
            <a:prstGeom prst="rect">
              <a:avLst/>
            </a:prstGeom>
            <a:noFill/>
            <a:extLst>
              <a:ext uri="{909E8E84-426E-40DD-AFC4-6F175D3DCCD1}">
                <a14:hiddenFill xmlns:a14="http://schemas.microsoft.com/office/drawing/2010/main">
                  <a:solidFill>
                    <a:srgbClr val="FFFFFF"/>
                  </a:solidFill>
                </a14:hiddenFill>
              </a:ext>
            </a:extLst>
          </p:spPr>
        </p:pic>
        <p:sp>
          <p:nvSpPr>
            <p:cNvPr id="413" name="左大括号 412"/>
            <p:cNvSpPr/>
            <p:nvPr/>
          </p:nvSpPr>
          <p:spPr>
            <a:xfrm rot="5400000">
              <a:off x="8835196" y="284741"/>
              <a:ext cx="205105" cy="2622830"/>
            </a:xfrm>
            <a:prstGeom prst="leftBrace">
              <a:avLst>
                <a:gd name="adj1" fmla="val 73374"/>
                <a:gd name="adj2" fmla="val 50000"/>
              </a:avLst>
            </a:prstGeom>
            <a:ln>
              <a:solidFill>
                <a:schemeClr val="accent4"/>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endParaRPr>
            </a:p>
          </p:txBody>
        </p:sp>
        <p:sp>
          <p:nvSpPr>
            <p:cNvPr id="415" name="文本框 414"/>
            <p:cNvSpPr txBox="1"/>
            <p:nvPr>
              <p:custDataLst>
                <p:tags r:id="rId1"/>
              </p:custDataLst>
            </p:nvPr>
          </p:nvSpPr>
          <p:spPr>
            <a:xfrm>
              <a:off x="8263555" y="2743163"/>
              <a:ext cx="1415772" cy="338554"/>
            </a:xfrm>
            <a:prstGeom prst="rect">
              <a:avLst/>
            </a:prstGeom>
            <a:noFill/>
          </p:spPr>
          <p:txBody>
            <a:bodyPr wrap="none" rtlCol="0">
              <a:spAutoFit/>
            </a:bodyPr>
            <a:lstStyle/>
            <a:p>
              <a:pPr algn="ctr"/>
              <a:r>
                <a:rPr lang="zh-CN" altLang="en-US" sz="1600" dirty="0">
                  <a:solidFill>
                    <a:schemeClr val="accent4"/>
                  </a:solidFill>
                  <a:latin typeface="思源黑体 CN Bold" panose="020B0800000000000000" pitchFamily="34" charset="-122"/>
                  <a:ea typeface="思源黑体 CN Bold" panose="020B0800000000000000" pitchFamily="34" charset="-122"/>
                  <a:cs typeface="OPPOSans R" panose="00020600040101010101" pitchFamily="18" charset="-122"/>
                </a:rPr>
                <a:t>知识目标达成</a:t>
              </a:r>
            </a:p>
          </p:txBody>
        </p:sp>
        <p:sp>
          <p:nvSpPr>
            <p:cNvPr id="419" name="图形 14"/>
            <p:cNvSpPr/>
            <p:nvPr>
              <p:custDataLst>
                <p:tags r:id="rId2"/>
              </p:custDataLst>
            </p:nvPr>
          </p:nvSpPr>
          <p:spPr>
            <a:xfrm rot="16200000">
              <a:off x="8761219" y="2005589"/>
              <a:ext cx="353060" cy="367030"/>
            </a:xfrm>
            <a:custGeom>
              <a:avLst/>
              <a:gdLst>
                <a:gd name="connsiteX0" fmla="*/ 448839 w 448838"/>
                <a:gd name="connsiteY0" fmla="*/ 208210 h 491343"/>
                <a:gd name="connsiteX1" fmla="*/ 224419 w 448838"/>
                <a:gd name="connsiteY1" fmla="*/ 491343 h 491343"/>
                <a:gd name="connsiteX2" fmla="*/ 0 w 448838"/>
                <a:gd name="connsiteY2" fmla="*/ 208210 h 491343"/>
                <a:gd name="connsiteX3" fmla="*/ 116908 w 448838"/>
                <a:gd name="connsiteY3" fmla="*/ 208210 h 491343"/>
                <a:gd name="connsiteX4" fmla="*/ 120111 w 448838"/>
                <a:gd name="connsiteY4" fmla="*/ 208210 h 491343"/>
                <a:gd name="connsiteX5" fmla="*/ 120111 w 448838"/>
                <a:gd name="connsiteY5" fmla="*/ 205006 h 491343"/>
                <a:gd name="connsiteX6" fmla="*/ 120111 w 448838"/>
                <a:gd name="connsiteY6" fmla="*/ 0 h 491343"/>
                <a:gd name="connsiteX7" fmla="*/ 328728 w 448838"/>
                <a:gd name="connsiteY7" fmla="*/ 0 h 491343"/>
                <a:gd name="connsiteX8" fmla="*/ 328728 w 448838"/>
                <a:gd name="connsiteY8" fmla="*/ 205006 h 491343"/>
                <a:gd name="connsiteX9" fmla="*/ 328728 w 448838"/>
                <a:gd name="connsiteY9" fmla="*/ 208210 h 491343"/>
                <a:gd name="connsiteX10" fmla="*/ 331931 w 448838"/>
                <a:gd name="connsiteY10" fmla="*/ 208210 h 491343"/>
                <a:gd name="connsiteX11" fmla="*/ 448839 w 448838"/>
                <a:gd name="connsiteY11" fmla="*/ 208210 h 49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8838" h="491343">
                  <a:moveTo>
                    <a:pt x="448839" y="208210"/>
                  </a:moveTo>
                  <a:lnTo>
                    <a:pt x="224419" y="491343"/>
                  </a:lnTo>
                  <a:lnTo>
                    <a:pt x="0" y="208210"/>
                  </a:lnTo>
                  <a:lnTo>
                    <a:pt x="116908" y="208210"/>
                  </a:lnTo>
                  <a:lnTo>
                    <a:pt x="120111" y="208210"/>
                  </a:lnTo>
                  <a:lnTo>
                    <a:pt x="120111" y="205006"/>
                  </a:lnTo>
                  <a:lnTo>
                    <a:pt x="120111" y="0"/>
                  </a:lnTo>
                  <a:lnTo>
                    <a:pt x="328728" y="0"/>
                  </a:lnTo>
                  <a:lnTo>
                    <a:pt x="328728" y="205006"/>
                  </a:lnTo>
                  <a:lnTo>
                    <a:pt x="328728" y="208210"/>
                  </a:lnTo>
                  <a:lnTo>
                    <a:pt x="331931" y="208210"/>
                  </a:lnTo>
                  <a:lnTo>
                    <a:pt x="448839" y="208210"/>
                  </a:lnTo>
                  <a:close/>
                </a:path>
              </a:pathLst>
            </a:custGeom>
            <a:gradFill>
              <a:gsLst>
                <a:gs pos="0">
                  <a:schemeClr val="accent4">
                    <a:alpha val="0"/>
                  </a:schemeClr>
                </a:gs>
                <a:gs pos="100000">
                  <a:schemeClr val="accent4">
                    <a:alpha val="50000"/>
                  </a:schemeClr>
                </a:gs>
              </a:gsLst>
              <a:lin ang="5400000" scaled="1"/>
            </a:gradFill>
            <a:ln w="6393" cap="flat">
              <a:gradFill>
                <a:gsLst>
                  <a:gs pos="0">
                    <a:schemeClr val="accent4">
                      <a:alpha val="0"/>
                    </a:schemeClr>
                  </a:gs>
                  <a:gs pos="100000">
                    <a:schemeClr val="accent4"/>
                  </a:gs>
                </a:gsLst>
                <a:lin ang="5400000" scaled="1"/>
              </a:gradFill>
              <a:prstDash val="solid"/>
              <a:miter/>
            </a:ln>
          </p:spPr>
          <p:txBody>
            <a:bodyPr rtlCol="0" anchor="ctr"/>
            <a:lstStyle/>
            <a:p>
              <a:endParaRPr lang="en-US">
                <a:solidFill>
                  <a:schemeClr val="tx1"/>
                </a:solidFill>
              </a:endParaRPr>
            </a:p>
          </p:txBody>
        </p:sp>
        <p:sp>
          <p:nvSpPr>
            <p:cNvPr id="430" name="任意多边形: 形状 429"/>
            <p:cNvSpPr/>
            <p:nvPr/>
          </p:nvSpPr>
          <p:spPr>
            <a:xfrm>
              <a:off x="7626334" y="1712853"/>
              <a:ext cx="1065477" cy="952500"/>
            </a:xfrm>
            <a:custGeom>
              <a:avLst/>
              <a:gdLst>
                <a:gd name="connsiteX0" fmla="*/ 876300 w 901700"/>
                <a:gd name="connsiteY0" fmla="*/ 0 h 590550"/>
                <a:gd name="connsiteX1" fmla="*/ 901700 w 901700"/>
                <a:gd name="connsiteY1" fmla="*/ 0 h 590550"/>
                <a:gd name="connsiteX2" fmla="*/ 901700 w 901700"/>
                <a:gd name="connsiteY2" fmla="*/ 590550 h 590550"/>
                <a:gd name="connsiteX3" fmla="*/ 876300 w 901700"/>
                <a:gd name="connsiteY3" fmla="*/ 590550 h 590550"/>
                <a:gd name="connsiteX4" fmla="*/ 25400 w 901700"/>
                <a:gd name="connsiteY4" fmla="*/ 590550 h 590550"/>
                <a:gd name="connsiteX5" fmla="*/ 0 w 901700"/>
                <a:gd name="connsiteY5" fmla="*/ 590550 h 590550"/>
                <a:gd name="connsiteX6" fmla="*/ 0 w 901700"/>
                <a:gd name="connsiteY6" fmla="*/ 0 h 590550"/>
                <a:gd name="connsiteX7" fmla="*/ 25400 w 901700"/>
                <a:gd name="connsiteY7" fmla="*/ 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700" h="590550">
                  <a:moveTo>
                    <a:pt x="876300" y="0"/>
                  </a:moveTo>
                  <a:cubicBezTo>
                    <a:pt x="890328" y="0"/>
                    <a:pt x="901700" y="0"/>
                    <a:pt x="901700" y="0"/>
                  </a:cubicBezTo>
                  <a:lnTo>
                    <a:pt x="901700" y="590550"/>
                  </a:lnTo>
                  <a:cubicBezTo>
                    <a:pt x="901700" y="590550"/>
                    <a:pt x="890328" y="590550"/>
                    <a:pt x="876300" y="590550"/>
                  </a:cubicBezTo>
                  <a:lnTo>
                    <a:pt x="25400" y="590550"/>
                  </a:lnTo>
                  <a:cubicBezTo>
                    <a:pt x="11372" y="590550"/>
                    <a:pt x="0" y="590550"/>
                    <a:pt x="0" y="590550"/>
                  </a:cubicBezTo>
                  <a:lnTo>
                    <a:pt x="0" y="0"/>
                  </a:lnTo>
                  <a:cubicBezTo>
                    <a:pt x="0" y="0"/>
                    <a:pt x="11372" y="0"/>
                    <a:pt x="25400" y="0"/>
                  </a:cubicBezTo>
                  <a:close/>
                </a:path>
              </a:pathLst>
            </a:custGeom>
            <a:solidFill>
              <a:schemeClr val="bg1">
                <a:lumMod val="95000"/>
                <a:alpha val="50000"/>
              </a:schemeClr>
            </a:solidFill>
            <a:ln w="6350" cap="flat">
              <a:solidFill>
                <a:schemeClr val="bg1">
                  <a:lumMod val="75000"/>
                </a:schemeClr>
              </a:solidFill>
              <a:prstDash val="solid"/>
              <a:miter/>
            </a:ln>
          </p:spPr>
          <p:txBody>
            <a:bodyPr rtlCol="0" anchor="ctr"/>
            <a:lstStyle/>
            <a:p>
              <a:endParaRPr lang="en-US">
                <a:solidFill>
                  <a:schemeClr val="tx1"/>
                </a:solidFill>
              </a:endParaRPr>
            </a:p>
          </p:txBody>
        </p:sp>
        <p:sp>
          <p:nvSpPr>
            <p:cNvPr id="787" name="文本框 786"/>
            <p:cNvSpPr txBox="1"/>
            <p:nvPr/>
          </p:nvSpPr>
          <p:spPr>
            <a:xfrm flipH="1">
              <a:off x="7695470" y="1793706"/>
              <a:ext cx="927204" cy="790794"/>
            </a:xfrm>
            <a:prstGeom prst="rect">
              <a:avLst/>
            </a:prstGeom>
            <a:noFill/>
          </p:spPr>
          <p:txBody>
            <a:bodyPr wrap="square">
              <a:spAutoFit/>
            </a:bodyPr>
            <a:lstStyle/>
            <a:p>
              <a:pPr algn="ctr">
                <a:lnSpc>
                  <a:spcPct val="110000"/>
                </a:lnSpc>
              </a:pPr>
              <a:r>
                <a:rPr lang="zh-CN" altLang="en-US" sz="1400" dirty="0"/>
                <a:t>积极参与爱国主义主题实践</a:t>
              </a:r>
            </a:p>
          </p:txBody>
        </p:sp>
        <p:sp>
          <p:nvSpPr>
            <p:cNvPr id="790" name="任意多边形: 形状 789"/>
            <p:cNvSpPr/>
            <p:nvPr/>
          </p:nvSpPr>
          <p:spPr>
            <a:xfrm>
              <a:off x="9183687" y="1712853"/>
              <a:ext cx="1065477" cy="952500"/>
            </a:xfrm>
            <a:custGeom>
              <a:avLst/>
              <a:gdLst>
                <a:gd name="connsiteX0" fmla="*/ 876300 w 901700"/>
                <a:gd name="connsiteY0" fmla="*/ 0 h 590550"/>
                <a:gd name="connsiteX1" fmla="*/ 901700 w 901700"/>
                <a:gd name="connsiteY1" fmla="*/ 0 h 590550"/>
                <a:gd name="connsiteX2" fmla="*/ 901700 w 901700"/>
                <a:gd name="connsiteY2" fmla="*/ 590550 h 590550"/>
                <a:gd name="connsiteX3" fmla="*/ 876300 w 901700"/>
                <a:gd name="connsiteY3" fmla="*/ 590550 h 590550"/>
                <a:gd name="connsiteX4" fmla="*/ 25400 w 901700"/>
                <a:gd name="connsiteY4" fmla="*/ 590550 h 590550"/>
                <a:gd name="connsiteX5" fmla="*/ 0 w 901700"/>
                <a:gd name="connsiteY5" fmla="*/ 590550 h 590550"/>
                <a:gd name="connsiteX6" fmla="*/ 0 w 901700"/>
                <a:gd name="connsiteY6" fmla="*/ 0 h 590550"/>
                <a:gd name="connsiteX7" fmla="*/ 25400 w 901700"/>
                <a:gd name="connsiteY7" fmla="*/ 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700" h="590550">
                  <a:moveTo>
                    <a:pt x="876300" y="0"/>
                  </a:moveTo>
                  <a:cubicBezTo>
                    <a:pt x="890328" y="0"/>
                    <a:pt x="901700" y="0"/>
                    <a:pt x="901700" y="0"/>
                  </a:cubicBezTo>
                  <a:lnTo>
                    <a:pt x="901700" y="590550"/>
                  </a:lnTo>
                  <a:cubicBezTo>
                    <a:pt x="901700" y="590550"/>
                    <a:pt x="890328" y="590550"/>
                    <a:pt x="876300" y="590550"/>
                  </a:cubicBezTo>
                  <a:lnTo>
                    <a:pt x="25400" y="590550"/>
                  </a:lnTo>
                  <a:cubicBezTo>
                    <a:pt x="11372" y="590550"/>
                    <a:pt x="0" y="590550"/>
                    <a:pt x="0" y="590550"/>
                  </a:cubicBezTo>
                  <a:lnTo>
                    <a:pt x="0" y="0"/>
                  </a:lnTo>
                  <a:cubicBezTo>
                    <a:pt x="0" y="0"/>
                    <a:pt x="11372" y="0"/>
                    <a:pt x="25400" y="0"/>
                  </a:cubicBezTo>
                  <a:close/>
                </a:path>
              </a:pathLst>
            </a:custGeom>
            <a:solidFill>
              <a:schemeClr val="bg1">
                <a:lumMod val="95000"/>
                <a:alpha val="50000"/>
              </a:schemeClr>
            </a:solidFill>
            <a:ln w="6350" cap="flat">
              <a:solidFill>
                <a:schemeClr val="bg1">
                  <a:lumMod val="75000"/>
                </a:schemeClr>
              </a:solidFill>
              <a:prstDash val="solid"/>
              <a:miter/>
            </a:ln>
          </p:spPr>
          <p:txBody>
            <a:bodyPr rtlCol="0" anchor="ctr"/>
            <a:lstStyle/>
            <a:p>
              <a:endParaRPr lang="en-US">
                <a:solidFill>
                  <a:schemeClr val="tx1"/>
                </a:solidFill>
              </a:endParaRPr>
            </a:p>
          </p:txBody>
        </p:sp>
        <p:sp>
          <p:nvSpPr>
            <p:cNvPr id="791" name="文本框 790"/>
            <p:cNvSpPr txBox="1"/>
            <p:nvPr/>
          </p:nvSpPr>
          <p:spPr>
            <a:xfrm flipH="1">
              <a:off x="9252823" y="1793706"/>
              <a:ext cx="927204" cy="790794"/>
            </a:xfrm>
            <a:prstGeom prst="rect">
              <a:avLst/>
            </a:prstGeom>
            <a:noFill/>
          </p:spPr>
          <p:txBody>
            <a:bodyPr wrap="square">
              <a:spAutoFit/>
            </a:bodyPr>
            <a:lstStyle/>
            <a:p>
              <a:pPr algn="ctr">
                <a:lnSpc>
                  <a:spcPct val="110000"/>
                </a:lnSpc>
              </a:pPr>
              <a:r>
                <a:rPr lang="zh-CN" altLang="en-US" sz="1400"/>
                <a:t>将爱国情怀转化为实际行动</a:t>
              </a:r>
              <a:endParaRPr lang="zh-CN" altLang="en-US" sz="1400" dirty="0"/>
            </a:p>
          </p:txBody>
        </p:sp>
        <p:sp>
          <p:nvSpPr>
            <p:cNvPr id="406" name="任意多边形: 形状 405"/>
            <p:cNvSpPr/>
            <p:nvPr/>
          </p:nvSpPr>
          <p:spPr>
            <a:xfrm>
              <a:off x="8117797" y="3118251"/>
              <a:ext cx="82550" cy="82550"/>
            </a:xfrm>
            <a:custGeom>
              <a:avLst/>
              <a:gdLst>
                <a:gd name="connsiteX0" fmla="*/ 82550 w 82550"/>
                <a:gd name="connsiteY0" fmla="*/ 41275 h 82550"/>
                <a:gd name="connsiteX1" fmla="*/ 41275 w 82550"/>
                <a:gd name="connsiteY1" fmla="*/ 82550 h 82550"/>
                <a:gd name="connsiteX2" fmla="*/ 0 w 82550"/>
                <a:gd name="connsiteY2" fmla="*/ 41275 h 82550"/>
                <a:gd name="connsiteX3" fmla="*/ 41275 w 82550"/>
                <a:gd name="connsiteY3" fmla="*/ 0 h 82550"/>
                <a:gd name="connsiteX4" fmla="*/ 82550 w 82550"/>
                <a:gd name="connsiteY4" fmla="*/ 41275 h 8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 h="82550">
                  <a:moveTo>
                    <a:pt x="82550" y="41275"/>
                  </a:moveTo>
                  <a:cubicBezTo>
                    <a:pt x="82550" y="64071"/>
                    <a:pt x="64071" y="82550"/>
                    <a:pt x="41275" y="82550"/>
                  </a:cubicBezTo>
                  <a:cubicBezTo>
                    <a:pt x="18479" y="82550"/>
                    <a:pt x="0" y="64071"/>
                    <a:pt x="0" y="41275"/>
                  </a:cubicBezTo>
                  <a:cubicBezTo>
                    <a:pt x="0" y="18479"/>
                    <a:pt x="18479" y="0"/>
                    <a:pt x="41275" y="0"/>
                  </a:cubicBezTo>
                  <a:cubicBezTo>
                    <a:pt x="64071" y="0"/>
                    <a:pt x="82550" y="18479"/>
                    <a:pt x="82550" y="41275"/>
                  </a:cubicBezTo>
                  <a:close/>
                </a:path>
              </a:pathLst>
            </a:custGeom>
            <a:solidFill>
              <a:srgbClr val="055CF9"/>
            </a:solidFill>
            <a:ln w="6350" cap="flat">
              <a:noFill/>
              <a:prstDash val="solid"/>
              <a:miter/>
            </a:ln>
          </p:spPr>
          <p:txBody>
            <a:bodyPr rtlCol="0" anchor="ctr"/>
            <a:lstStyle/>
            <a:p>
              <a:endParaRPr lang="en-US">
                <a:solidFill>
                  <a:schemeClr val="tx1"/>
                </a:solidFill>
              </a:endParaRPr>
            </a:p>
          </p:txBody>
        </p:sp>
        <p:cxnSp>
          <p:nvCxnSpPr>
            <p:cNvPr id="797" name="直接连接符 796"/>
            <p:cNvCxnSpPr/>
            <p:nvPr/>
          </p:nvCxnSpPr>
          <p:spPr>
            <a:xfrm>
              <a:off x="8158000" y="2665353"/>
              <a:ext cx="2145" cy="45289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02" name="任意多边形: 形状 801"/>
            <p:cNvSpPr/>
            <p:nvPr/>
          </p:nvSpPr>
          <p:spPr>
            <a:xfrm>
              <a:off x="9675150" y="3118251"/>
              <a:ext cx="82550" cy="82550"/>
            </a:xfrm>
            <a:custGeom>
              <a:avLst/>
              <a:gdLst>
                <a:gd name="connsiteX0" fmla="*/ 82550 w 82550"/>
                <a:gd name="connsiteY0" fmla="*/ 41275 h 82550"/>
                <a:gd name="connsiteX1" fmla="*/ 41275 w 82550"/>
                <a:gd name="connsiteY1" fmla="*/ 82550 h 82550"/>
                <a:gd name="connsiteX2" fmla="*/ 0 w 82550"/>
                <a:gd name="connsiteY2" fmla="*/ 41275 h 82550"/>
                <a:gd name="connsiteX3" fmla="*/ 41275 w 82550"/>
                <a:gd name="connsiteY3" fmla="*/ 0 h 82550"/>
                <a:gd name="connsiteX4" fmla="*/ 82550 w 82550"/>
                <a:gd name="connsiteY4" fmla="*/ 41275 h 8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 h="82550">
                  <a:moveTo>
                    <a:pt x="82550" y="41275"/>
                  </a:moveTo>
                  <a:cubicBezTo>
                    <a:pt x="82550" y="64071"/>
                    <a:pt x="64071" y="82550"/>
                    <a:pt x="41275" y="82550"/>
                  </a:cubicBezTo>
                  <a:cubicBezTo>
                    <a:pt x="18479" y="82550"/>
                    <a:pt x="0" y="64071"/>
                    <a:pt x="0" y="41275"/>
                  </a:cubicBezTo>
                  <a:cubicBezTo>
                    <a:pt x="0" y="18479"/>
                    <a:pt x="18479" y="0"/>
                    <a:pt x="41275" y="0"/>
                  </a:cubicBezTo>
                  <a:cubicBezTo>
                    <a:pt x="64071" y="0"/>
                    <a:pt x="82550" y="18479"/>
                    <a:pt x="82550" y="41275"/>
                  </a:cubicBezTo>
                  <a:close/>
                </a:path>
              </a:pathLst>
            </a:custGeom>
            <a:solidFill>
              <a:srgbClr val="055CF9"/>
            </a:solidFill>
            <a:ln w="6350" cap="flat">
              <a:noFill/>
              <a:prstDash val="solid"/>
              <a:miter/>
            </a:ln>
          </p:spPr>
          <p:txBody>
            <a:bodyPr rtlCol="0" anchor="ctr"/>
            <a:lstStyle/>
            <a:p>
              <a:endParaRPr lang="en-US">
                <a:solidFill>
                  <a:schemeClr val="tx1"/>
                </a:solidFill>
              </a:endParaRPr>
            </a:p>
          </p:txBody>
        </p:sp>
        <p:cxnSp>
          <p:nvCxnSpPr>
            <p:cNvPr id="803" name="直接连接符 802"/>
            <p:cNvCxnSpPr/>
            <p:nvPr/>
          </p:nvCxnSpPr>
          <p:spPr>
            <a:xfrm>
              <a:off x="9715353" y="2665353"/>
              <a:ext cx="2145" cy="45289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04" name="矩形: 圆角 803"/>
            <p:cNvSpPr/>
            <p:nvPr/>
          </p:nvSpPr>
          <p:spPr>
            <a:xfrm>
              <a:off x="8212324" y="1130954"/>
              <a:ext cx="1450851" cy="323686"/>
            </a:xfrm>
            <a:prstGeom prst="roundRect">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5" name="文本框 804"/>
            <p:cNvSpPr txBox="1"/>
            <p:nvPr/>
          </p:nvSpPr>
          <p:spPr>
            <a:xfrm>
              <a:off x="8383751" y="1108131"/>
              <a:ext cx="1107996" cy="369332"/>
            </a:xfrm>
            <a:prstGeom prst="rect">
              <a:avLst/>
            </a:prstGeom>
            <a:noFill/>
          </p:spPr>
          <p:txBody>
            <a:bodyPr wrap="none">
              <a:spAutoFit/>
            </a:bodyPr>
            <a:lstStyle/>
            <a:p>
              <a:r>
                <a:rPr lang="zh-CN" altLang="en-US">
                  <a:solidFill>
                    <a:schemeClr val="bg1"/>
                  </a:solidFill>
                </a:rPr>
                <a:t>行为层面</a:t>
              </a:r>
              <a:endParaRPr lang="zh-CN" altLang="en-US" dirty="0">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356"/>
                                        </p:tgtEl>
                                        <p:attrNameLst>
                                          <p:attrName>style.visibility</p:attrName>
                                        </p:attrNameLst>
                                      </p:cBhvr>
                                      <p:to>
                                        <p:strVal val="visible"/>
                                      </p:to>
                                    </p:set>
                                    <p:animEffect transition="in" filter="barn(outHorizontal)">
                                      <p:cBhvr>
                                        <p:cTn id="7" dur="500"/>
                                        <p:tgtEl>
                                          <p:spTgt spid="35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57"/>
                                        </p:tgtEl>
                                        <p:attrNameLst>
                                          <p:attrName>style.visibility</p:attrName>
                                        </p:attrNameLst>
                                      </p:cBhvr>
                                      <p:to>
                                        <p:strVal val="visible"/>
                                      </p:to>
                                    </p:set>
                                    <p:animEffect transition="in" filter="fade">
                                      <p:cBhvr>
                                        <p:cTn id="12" dur="500"/>
                                        <p:tgtEl>
                                          <p:spTgt spid="357"/>
                                        </p:tgtEl>
                                      </p:cBhvr>
                                    </p:animEffect>
                                    <p:anim calcmode="lin" valueType="num">
                                      <p:cBhvr>
                                        <p:cTn id="13" dur="500" fill="hold"/>
                                        <p:tgtEl>
                                          <p:spTgt spid="357"/>
                                        </p:tgtEl>
                                        <p:attrNameLst>
                                          <p:attrName>ppt_x</p:attrName>
                                        </p:attrNameLst>
                                      </p:cBhvr>
                                      <p:tavLst>
                                        <p:tav tm="0">
                                          <p:val>
                                            <p:strVal val="#ppt_x"/>
                                          </p:val>
                                        </p:tav>
                                        <p:tav tm="100000">
                                          <p:val>
                                            <p:strVal val="#ppt_x"/>
                                          </p:val>
                                        </p:tav>
                                      </p:tavLst>
                                    </p:anim>
                                    <p:anim calcmode="lin" valueType="num">
                                      <p:cBhvr>
                                        <p:cTn id="14" dur="500" fill="hold"/>
                                        <p:tgtEl>
                                          <p:spTgt spid="35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58"/>
                                        </p:tgtEl>
                                        <p:attrNameLst>
                                          <p:attrName>style.visibility</p:attrName>
                                        </p:attrNameLst>
                                      </p:cBhvr>
                                      <p:to>
                                        <p:strVal val="visible"/>
                                      </p:to>
                                    </p:set>
                                    <p:animEffect transition="in" filter="fade">
                                      <p:cBhvr>
                                        <p:cTn id="19" dur="500"/>
                                        <p:tgtEl>
                                          <p:spTgt spid="358"/>
                                        </p:tgtEl>
                                      </p:cBhvr>
                                    </p:animEffect>
                                    <p:anim calcmode="lin" valueType="num">
                                      <p:cBhvr>
                                        <p:cTn id="20" dur="500" fill="hold"/>
                                        <p:tgtEl>
                                          <p:spTgt spid="358"/>
                                        </p:tgtEl>
                                        <p:attrNameLst>
                                          <p:attrName>ppt_x</p:attrName>
                                        </p:attrNameLst>
                                      </p:cBhvr>
                                      <p:tavLst>
                                        <p:tav tm="0">
                                          <p:val>
                                            <p:strVal val="#ppt_x"/>
                                          </p:val>
                                        </p:tav>
                                        <p:tav tm="100000">
                                          <p:val>
                                            <p:strVal val="#ppt_x"/>
                                          </p:val>
                                        </p:tav>
                                      </p:tavLst>
                                    </p:anim>
                                    <p:anim calcmode="lin" valueType="num">
                                      <p:cBhvr>
                                        <p:cTn id="21" dur="500" fill="hold"/>
                                        <p:tgtEl>
                                          <p:spTgt spid="35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59"/>
                                        </p:tgtEl>
                                        <p:attrNameLst>
                                          <p:attrName>style.visibility</p:attrName>
                                        </p:attrNameLst>
                                      </p:cBhvr>
                                      <p:to>
                                        <p:strVal val="visible"/>
                                      </p:to>
                                    </p:set>
                                    <p:animEffect transition="in" filter="fade">
                                      <p:cBhvr>
                                        <p:cTn id="26" dur="500"/>
                                        <p:tgtEl>
                                          <p:spTgt spid="359"/>
                                        </p:tgtEl>
                                      </p:cBhvr>
                                    </p:animEffect>
                                    <p:anim calcmode="lin" valueType="num">
                                      <p:cBhvr>
                                        <p:cTn id="27" dur="500" fill="hold"/>
                                        <p:tgtEl>
                                          <p:spTgt spid="359"/>
                                        </p:tgtEl>
                                        <p:attrNameLst>
                                          <p:attrName>ppt_x</p:attrName>
                                        </p:attrNameLst>
                                      </p:cBhvr>
                                      <p:tavLst>
                                        <p:tav tm="0">
                                          <p:val>
                                            <p:strVal val="#ppt_x"/>
                                          </p:val>
                                        </p:tav>
                                        <p:tav tm="100000">
                                          <p:val>
                                            <p:strVal val="#ppt_x"/>
                                          </p:val>
                                        </p:tav>
                                      </p:tavLst>
                                    </p:anim>
                                    <p:anim calcmode="lin" valueType="num">
                                      <p:cBhvr>
                                        <p:cTn id="28" dur="500" fill="hold"/>
                                        <p:tgtEl>
                                          <p:spTgt spid="35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37" fill="hold" grpId="0" nodeType="clickEffect">
                                  <p:stCondLst>
                                    <p:cond delay="0"/>
                                  </p:stCondLst>
                                  <p:childTnLst>
                                    <p:set>
                                      <p:cBhvr>
                                        <p:cTn id="32" dur="1" fill="hold">
                                          <p:stCondLst>
                                            <p:cond delay="0"/>
                                          </p:stCondLst>
                                        </p:cTn>
                                        <p:tgtEl>
                                          <p:spTgt spid="403"/>
                                        </p:tgtEl>
                                        <p:attrNameLst>
                                          <p:attrName>style.visibility</p:attrName>
                                        </p:attrNameLst>
                                      </p:cBhvr>
                                      <p:to>
                                        <p:strVal val="visible"/>
                                      </p:to>
                                    </p:set>
                                    <p:animEffect transition="in" filter="barn(outVertical)">
                                      <p:cBhvr>
                                        <p:cTn id="33" dur="500"/>
                                        <p:tgtEl>
                                          <p:spTgt spid="403"/>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37" fill="hold" nodeType="clickEffect">
                                  <p:stCondLst>
                                    <p:cond delay="0"/>
                                  </p:stCondLst>
                                  <p:childTnLst>
                                    <p:set>
                                      <p:cBhvr>
                                        <p:cTn id="37" dur="1" fill="hold">
                                          <p:stCondLst>
                                            <p:cond delay="0"/>
                                          </p:stCondLst>
                                        </p:cTn>
                                        <p:tgtEl>
                                          <p:spTgt spid="360"/>
                                        </p:tgtEl>
                                        <p:attrNameLst>
                                          <p:attrName>style.visibility</p:attrName>
                                        </p:attrNameLst>
                                      </p:cBhvr>
                                      <p:to>
                                        <p:strVal val="visible"/>
                                      </p:to>
                                    </p:set>
                                    <p:animEffect transition="in" filter="barn(outVertical)">
                                      <p:cBhvr>
                                        <p:cTn id="38" dur="500"/>
                                        <p:tgtEl>
                                          <p:spTgt spid="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1" name="直接连接符 120"/>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0" name="组合 9"/>
          <p:cNvGrpSpPr/>
          <p:nvPr/>
        </p:nvGrpSpPr>
        <p:grpSpPr>
          <a:xfrm>
            <a:off x="839988" y="4370480"/>
            <a:ext cx="10512025" cy="1573709"/>
            <a:chOff x="839988" y="4370480"/>
            <a:chExt cx="10512025" cy="1573709"/>
          </a:xfrm>
        </p:grpSpPr>
        <p:sp>
          <p:nvSpPr>
            <p:cNvPr id="152" name="矩形: 圆角 151"/>
            <p:cNvSpPr/>
            <p:nvPr/>
          </p:nvSpPr>
          <p:spPr>
            <a:xfrm flipH="1">
              <a:off x="1638612" y="4370480"/>
              <a:ext cx="3385505" cy="693015"/>
            </a:xfrm>
            <a:prstGeom prst="roundRect">
              <a:avLst>
                <a:gd name="adj" fmla="val 50000"/>
              </a:avLst>
            </a:prstGeom>
            <a:solidFill>
              <a:schemeClr val="bg1"/>
            </a:solidFill>
            <a:ln w="3175">
              <a:gradFill>
                <a:gsLst>
                  <a:gs pos="0">
                    <a:schemeClr val="accent4"/>
                  </a:gs>
                  <a:gs pos="93000">
                    <a:schemeClr val="accent4">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lumMod val="75000"/>
                    <a:lumOff val="25000"/>
                  </a:prstClr>
                </a:solidFill>
                <a:latin typeface="思源黑体 CN Bold" panose="020B0800000000000000" pitchFamily="34" charset="-122"/>
                <a:ea typeface="思源黑体 CN Bold" panose="020B0800000000000000" pitchFamily="34" charset="-122"/>
                <a:cs typeface="+mn-ea"/>
                <a:sym typeface="+mn-lt"/>
              </a:endParaRPr>
            </a:p>
          </p:txBody>
        </p:sp>
        <p:sp>
          <p:nvSpPr>
            <p:cNvPr id="153" name="文本框 152"/>
            <p:cNvSpPr txBox="1"/>
            <p:nvPr/>
          </p:nvSpPr>
          <p:spPr>
            <a:xfrm>
              <a:off x="4376636" y="4470766"/>
              <a:ext cx="465374" cy="492443"/>
            </a:xfrm>
            <a:prstGeom prst="rect">
              <a:avLst/>
            </a:prstGeom>
            <a:noFill/>
          </p:spPr>
          <p:txBody>
            <a:bodyPr wrap="square" lIns="0" tIns="0" rIns="0" bIns="0" rtlCol="0">
              <a:spAutoFit/>
            </a:bodyPr>
            <a:lstStyle/>
            <a:p>
              <a:pPr algn="dist" defTabSz="914400">
                <a:defRPr/>
              </a:pPr>
              <a:r>
                <a:rPr lang="zh-CN" altLang="en-US" sz="1600" b="1">
                  <a:solidFill>
                    <a:schemeClr val="accent4"/>
                  </a:solidFill>
                  <a:latin typeface="思源黑体 CN Bold" panose="020B0800000000000000" pitchFamily="34" charset="-122"/>
                  <a:ea typeface="思源黑体 CN Bold" panose="020B0800000000000000" pitchFamily="34" charset="-122"/>
                  <a:cs typeface="+mn-ea"/>
                  <a:sym typeface="+mn-lt"/>
                </a:rPr>
                <a:t>理论知识</a:t>
              </a:r>
              <a:endParaRPr lang="zh-CN" altLang="en-US" sz="1600" b="1" dirty="0">
                <a:solidFill>
                  <a:schemeClr val="accent4"/>
                </a:solidFill>
                <a:latin typeface="思源黑体 CN Bold" panose="020B0800000000000000" pitchFamily="34" charset="-122"/>
                <a:ea typeface="思源黑体 CN Bold" panose="020B0800000000000000" pitchFamily="34" charset="-122"/>
                <a:cs typeface="+mn-ea"/>
                <a:sym typeface="+mn-lt"/>
              </a:endParaRPr>
            </a:p>
          </p:txBody>
        </p:sp>
        <p:sp>
          <p:nvSpPr>
            <p:cNvPr id="154" name="文本框 153"/>
            <p:cNvSpPr txBox="1"/>
            <p:nvPr/>
          </p:nvSpPr>
          <p:spPr>
            <a:xfrm>
              <a:off x="1371299" y="4433320"/>
              <a:ext cx="2875697" cy="570541"/>
            </a:xfrm>
            <a:prstGeom prst="rect">
              <a:avLst/>
            </a:prstGeom>
            <a:noFill/>
          </p:spPr>
          <p:txBody>
            <a:bodyPr wrap="square" lIns="0" tIns="0" rIns="0" bIns="0" rtlCol="0">
              <a:spAutoFit/>
            </a:bodyPr>
            <a:lstStyle/>
            <a:p>
              <a:pPr algn="r" defTabSz="914400">
                <a:lnSpc>
                  <a:spcPct val="120000"/>
                </a:lnSpc>
                <a:defRPr/>
              </a:pPr>
              <a:r>
                <a:rPr lang="zh-CN" altLang="en-US" sz="1600" b="0" i="0" dirty="0">
                  <a:effectLst/>
                  <a:latin typeface="思源黑体 CN Bold" panose="020B0800000000000000" pitchFamily="34" charset="-122"/>
                  <a:ea typeface="思源黑体 CN Bold" panose="020B0800000000000000" pitchFamily="34" charset="-122"/>
                </a:rPr>
                <a:t>对马克思主义理论、党史、新中国史等知识的掌握不够深入</a:t>
              </a:r>
              <a:endParaRPr lang="zh-CN" altLang="en-US" sz="1600" dirty="0">
                <a:latin typeface="思源黑体 CN Bold" panose="020B0800000000000000" pitchFamily="34" charset="-122"/>
                <a:ea typeface="思源黑体 CN Bold" panose="020B0800000000000000" pitchFamily="34" charset="-122"/>
                <a:sym typeface="+mn-lt"/>
              </a:endParaRPr>
            </a:p>
          </p:txBody>
        </p:sp>
        <p:sp>
          <p:nvSpPr>
            <p:cNvPr id="158" name="矩形: 圆角 157"/>
            <p:cNvSpPr/>
            <p:nvPr/>
          </p:nvSpPr>
          <p:spPr>
            <a:xfrm flipH="1">
              <a:off x="1107301" y="5251174"/>
              <a:ext cx="3385505" cy="693015"/>
            </a:xfrm>
            <a:prstGeom prst="roundRect">
              <a:avLst>
                <a:gd name="adj" fmla="val 50000"/>
              </a:avLst>
            </a:prstGeom>
            <a:solidFill>
              <a:schemeClr val="bg1"/>
            </a:solidFill>
            <a:ln w="3175">
              <a:gradFill>
                <a:gsLst>
                  <a:gs pos="0">
                    <a:schemeClr val="accent4"/>
                  </a:gs>
                  <a:gs pos="93000">
                    <a:schemeClr val="accent4">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lumMod val="75000"/>
                    <a:lumOff val="25000"/>
                  </a:prstClr>
                </a:solidFill>
                <a:latin typeface="思源黑体 CN Bold" panose="020B0800000000000000" pitchFamily="34" charset="-122"/>
                <a:ea typeface="思源黑体 CN Bold" panose="020B0800000000000000" pitchFamily="34" charset="-122"/>
                <a:cs typeface="+mn-ea"/>
                <a:sym typeface="+mn-lt"/>
              </a:endParaRPr>
            </a:p>
          </p:txBody>
        </p:sp>
        <p:sp>
          <p:nvSpPr>
            <p:cNvPr id="159" name="文本框 158"/>
            <p:cNvSpPr txBox="1"/>
            <p:nvPr/>
          </p:nvSpPr>
          <p:spPr>
            <a:xfrm>
              <a:off x="3845325" y="5351460"/>
              <a:ext cx="465374" cy="492443"/>
            </a:xfrm>
            <a:prstGeom prst="rect">
              <a:avLst/>
            </a:prstGeom>
            <a:noFill/>
          </p:spPr>
          <p:txBody>
            <a:bodyPr wrap="square" lIns="0" tIns="0" rIns="0" bIns="0" rtlCol="0">
              <a:spAutoFit/>
            </a:bodyPr>
            <a:lstStyle/>
            <a:p>
              <a:pPr algn="dist" defTabSz="914400">
                <a:defRPr/>
              </a:pPr>
              <a:r>
                <a:rPr lang="zh-CN" altLang="en-US" sz="1600" b="1">
                  <a:solidFill>
                    <a:schemeClr val="accent4"/>
                  </a:solidFill>
                  <a:latin typeface="思源黑体 CN Bold" panose="020B0800000000000000" pitchFamily="34" charset="-122"/>
                  <a:ea typeface="思源黑体 CN Bold" panose="020B0800000000000000" pitchFamily="34" charset="-122"/>
                  <a:cs typeface="+mn-ea"/>
                  <a:sym typeface="+mn-lt"/>
                </a:rPr>
                <a:t>教学方法</a:t>
              </a:r>
              <a:endParaRPr lang="zh-CN" altLang="en-US" sz="1600" b="1" dirty="0">
                <a:solidFill>
                  <a:schemeClr val="accent4"/>
                </a:solidFill>
                <a:latin typeface="思源黑体 CN Bold" panose="020B0800000000000000" pitchFamily="34" charset="-122"/>
                <a:ea typeface="思源黑体 CN Bold" panose="020B0800000000000000" pitchFamily="34" charset="-122"/>
                <a:cs typeface="+mn-ea"/>
                <a:sym typeface="+mn-lt"/>
              </a:endParaRPr>
            </a:p>
          </p:txBody>
        </p:sp>
        <p:sp>
          <p:nvSpPr>
            <p:cNvPr id="160" name="文本框 159"/>
            <p:cNvSpPr txBox="1"/>
            <p:nvPr/>
          </p:nvSpPr>
          <p:spPr>
            <a:xfrm>
              <a:off x="839988" y="5314014"/>
              <a:ext cx="2875697" cy="570541"/>
            </a:xfrm>
            <a:prstGeom prst="rect">
              <a:avLst/>
            </a:prstGeom>
            <a:noFill/>
          </p:spPr>
          <p:txBody>
            <a:bodyPr wrap="square" lIns="0" tIns="0" rIns="0" bIns="0" rtlCol="0">
              <a:spAutoFit/>
            </a:bodyPr>
            <a:lstStyle/>
            <a:p>
              <a:pPr algn="r" defTabSz="914400">
                <a:lnSpc>
                  <a:spcPct val="120000"/>
                </a:lnSpc>
                <a:defRPr/>
              </a:pPr>
              <a:r>
                <a:rPr lang="zh-CN" altLang="en-US" sz="1600" b="0" i="0" dirty="0">
                  <a:effectLst/>
                  <a:latin typeface="思源黑体 CN Bold" panose="020B0800000000000000" pitchFamily="34" charset="-122"/>
                  <a:ea typeface="思源黑体 CN Bold" panose="020B0800000000000000" pitchFamily="34" charset="-122"/>
                </a:rPr>
                <a:t>教学方法较为传统，缺乏创新意识，学生参与度低</a:t>
              </a:r>
              <a:endParaRPr lang="zh-CN" altLang="en-US" sz="1600" dirty="0">
                <a:latin typeface="思源黑体 CN Bold" panose="020B0800000000000000" pitchFamily="34" charset="-122"/>
                <a:ea typeface="思源黑体 CN Bold" panose="020B0800000000000000" pitchFamily="34" charset="-122"/>
                <a:sym typeface="+mn-lt"/>
              </a:endParaRPr>
            </a:p>
          </p:txBody>
        </p:sp>
        <p:sp>
          <p:nvSpPr>
            <p:cNvPr id="168" name="矩形: 圆角 167"/>
            <p:cNvSpPr/>
            <p:nvPr/>
          </p:nvSpPr>
          <p:spPr>
            <a:xfrm>
              <a:off x="7167884" y="4370480"/>
              <a:ext cx="3385505" cy="693015"/>
            </a:xfrm>
            <a:prstGeom prst="roundRect">
              <a:avLst>
                <a:gd name="adj" fmla="val 50000"/>
              </a:avLst>
            </a:prstGeom>
            <a:solidFill>
              <a:schemeClr val="bg1"/>
            </a:solidFill>
            <a:ln w="3175">
              <a:gradFill>
                <a:gsLst>
                  <a:gs pos="0">
                    <a:schemeClr val="accent2"/>
                  </a:gs>
                  <a:gs pos="93000">
                    <a:schemeClr val="accent2">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lumMod val="75000"/>
                    <a:lumOff val="25000"/>
                  </a:prstClr>
                </a:solidFill>
                <a:latin typeface="思源黑体 CN Bold" panose="020B0800000000000000" pitchFamily="34" charset="-122"/>
                <a:ea typeface="思源黑体 CN Bold" panose="020B0800000000000000" pitchFamily="34" charset="-122"/>
                <a:cs typeface="+mn-ea"/>
                <a:sym typeface="+mn-lt"/>
              </a:endParaRPr>
            </a:p>
          </p:txBody>
        </p:sp>
        <p:sp>
          <p:nvSpPr>
            <p:cNvPr id="170" name="文本框 169"/>
            <p:cNvSpPr txBox="1"/>
            <p:nvPr/>
          </p:nvSpPr>
          <p:spPr>
            <a:xfrm flipH="1">
              <a:off x="7945005" y="4433320"/>
              <a:ext cx="2875697" cy="570541"/>
            </a:xfrm>
            <a:prstGeom prst="rect">
              <a:avLst/>
            </a:prstGeom>
            <a:noFill/>
          </p:spPr>
          <p:txBody>
            <a:bodyPr wrap="square" lIns="0" tIns="0" rIns="0" bIns="0" rtlCol="0">
              <a:spAutoFit/>
            </a:bodyPr>
            <a:lstStyle/>
            <a:p>
              <a:pPr defTabSz="914400">
                <a:lnSpc>
                  <a:spcPct val="120000"/>
                </a:lnSpc>
                <a:defRPr/>
              </a:pPr>
              <a:r>
                <a:rPr lang="zh-CN" altLang="en-US" sz="1600" b="0" i="0" dirty="0">
                  <a:effectLst/>
                  <a:latin typeface="思源黑体 CN Bold" panose="020B0800000000000000" pitchFamily="34" charset="-122"/>
                  <a:ea typeface="思源黑体 CN Bold" panose="020B0800000000000000" pitchFamily="34" charset="-122"/>
                </a:rPr>
                <a:t>缺乏实践指导能力，难以有效引导学生参与实践活动</a:t>
              </a:r>
              <a:endParaRPr lang="zh-CN" altLang="en-US" sz="1600" dirty="0">
                <a:latin typeface="思源黑体 CN Bold" panose="020B0800000000000000" pitchFamily="34" charset="-122"/>
                <a:ea typeface="思源黑体 CN Bold" panose="020B0800000000000000" pitchFamily="34" charset="-122"/>
                <a:sym typeface="+mn-lt"/>
              </a:endParaRPr>
            </a:p>
          </p:txBody>
        </p:sp>
        <p:sp>
          <p:nvSpPr>
            <p:cNvPr id="165" name="矩形: 圆角 164"/>
            <p:cNvSpPr/>
            <p:nvPr/>
          </p:nvSpPr>
          <p:spPr>
            <a:xfrm>
              <a:off x="7699195" y="5251174"/>
              <a:ext cx="3385505" cy="693015"/>
            </a:xfrm>
            <a:prstGeom prst="roundRect">
              <a:avLst>
                <a:gd name="adj" fmla="val 50000"/>
              </a:avLst>
            </a:prstGeom>
            <a:solidFill>
              <a:schemeClr val="bg1"/>
            </a:solidFill>
            <a:ln w="3175">
              <a:gradFill>
                <a:gsLst>
                  <a:gs pos="0">
                    <a:schemeClr val="accent2"/>
                  </a:gs>
                  <a:gs pos="93000">
                    <a:schemeClr val="accent2">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lumMod val="75000"/>
                    <a:lumOff val="25000"/>
                  </a:prstClr>
                </a:solidFill>
                <a:latin typeface="思源黑体 CN Bold" panose="020B0800000000000000" pitchFamily="34" charset="-122"/>
                <a:ea typeface="思源黑体 CN Bold" panose="020B0800000000000000" pitchFamily="34" charset="-122"/>
                <a:cs typeface="+mn-ea"/>
                <a:sym typeface="+mn-lt"/>
              </a:endParaRPr>
            </a:p>
          </p:txBody>
        </p:sp>
        <p:sp>
          <p:nvSpPr>
            <p:cNvPr id="166" name="文本框 165"/>
            <p:cNvSpPr txBox="1"/>
            <p:nvPr/>
          </p:nvSpPr>
          <p:spPr>
            <a:xfrm flipH="1">
              <a:off x="7881302" y="5351460"/>
              <a:ext cx="465374" cy="492443"/>
            </a:xfrm>
            <a:prstGeom prst="rect">
              <a:avLst/>
            </a:prstGeom>
            <a:noFill/>
          </p:spPr>
          <p:txBody>
            <a:bodyPr wrap="square" lIns="0" tIns="0" rIns="0" bIns="0" rtlCol="0">
              <a:spAutoFit/>
            </a:bodyPr>
            <a:lstStyle/>
            <a:p>
              <a:pPr algn="dist" defTabSz="914400">
                <a:defRPr/>
              </a:pPr>
              <a:r>
                <a:rPr lang="zh-CN" altLang="en-US" sz="1600" b="1">
                  <a:solidFill>
                    <a:schemeClr val="accent2"/>
                  </a:solidFill>
                  <a:latin typeface="思源黑体 CN Bold" panose="020B0800000000000000" pitchFamily="34" charset="-122"/>
                  <a:ea typeface="思源黑体 CN Bold" panose="020B0800000000000000" pitchFamily="34" charset="-122"/>
                  <a:cs typeface="+mn-ea"/>
                  <a:sym typeface="+mn-lt"/>
                </a:rPr>
                <a:t>家校合作</a:t>
              </a:r>
              <a:endParaRPr lang="zh-CN" altLang="en-US" sz="1600" b="1" dirty="0">
                <a:solidFill>
                  <a:schemeClr val="accent2"/>
                </a:solidFill>
                <a:latin typeface="思源黑体 CN Bold" panose="020B0800000000000000" pitchFamily="34" charset="-122"/>
                <a:ea typeface="思源黑体 CN Bold" panose="020B0800000000000000" pitchFamily="34" charset="-122"/>
                <a:cs typeface="+mn-ea"/>
                <a:sym typeface="+mn-lt"/>
              </a:endParaRPr>
            </a:p>
          </p:txBody>
        </p:sp>
        <p:sp>
          <p:nvSpPr>
            <p:cNvPr id="167" name="文本框 166"/>
            <p:cNvSpPr txBox="1"/>
            <p:nvPr/>
          </p:nvSpPr>
          <p:spPr>
            <a:xfrm flipH="1">
              <a:off x="8476316" y="5314014"/>
              <a:ext cx="2875697" cy="570541"/>
            </a:xfrm>
            <a:prstGeom prst="rect">
              <a:avLst/>
            </a:prstGeom>
            <a:noFill/>
          </p:spPr>
          <p:txBody>
            <a:bodyPr wrap="square" lIns="0" tIns="0" rIns="0" bIns="0" rtlCol="0">
              <a:spAutoFit/>
            </a:bodyPr>
            <a:lstStyle/>
            <a:p>
              <a:pPr defTabSz="914400">
                <a:lnSpc>
                  <a:spcPct val="120000"/>
                </a:lnSpc>
                <a:defRPr/>
              </a:pPr>
              <a:r>
                <a:rPr lang="zh-CN" altLang="en-US" sz="1600" b="0" i="0" dirty="0">
                  <a:effectLst/>
                  <a:latin typeface="思源黑体 CN Bold" panose="020B0800000000000000" pitchFamily="34" charset="-122"/>
                  <a:ea typeface="思源黑体 CN Bold" panose="020B0800000000000000" pitchFamily="34" charset="-122"/>
                </a:rPr>
                <a:t>对爱国主义教育的重视程度不够家校合作缺乏深度和广度</a:t>
              </a:r>
              <a:endParaRPr lang="zh-CN" altLang="en-US" sz="1600" dirty="0">
                <a:latin typeface="思源黑体 CN Bold" panose="020B0800000000000000" pitchFamily="34" charset="-122"/>
                <a:ea typeface="思源黑体 CN Bold" panose="020B0800000000000000" pitchFamily="34" charset="-122"/>
                <a:sym typeface="+mn-lt"/>
              </a:endParaRPr>
            </a:p>
          </p:txBody>
        </p:sp>
      </p:grpSp>
      <p:grpSp>
        <p:nvGrpSpPr>
          <p:cNvPr id="12" name="组合 11"/>
          <p:cNvGrpSpPr/>
          <p:nvPr/>
        </p:nvGrpSpPr>
        <p:grpSpPr>
          <a:xfrm>
            <a:off x="4265335" y="1490665"/>
            <a:ext cx="3661330" cy="1888851"/>
            <a:chOff x="4265335" y="1490665"/>
            <a:chExt cx="3661330" cy="1888851"/>
          </a:xfrm>
        </p:grpSpPr>
        <p:sp>
          <p:nvSpPr>
            <p:cNvPr id="204" name="弧形 203"/>
            <p:cNvSpPr/>
            <p:nvPr/>
          </p:nvSpPr>
          <p:spPr>
            <a:xfrm>
              <a:off x="4265335" y="1490665"/>
              <a:ext cx="3661330" cy="1888851"/>
            </a:xfrm>
            <a:prstGeom prst="arc">
              <a:avLst>
                <a:gd name="adj1" fmla="val 11799165"/>
                <a:gd name="adj2" fmla="val 20562868"/>
              </a:avLst>
            </a:prstGeom>
            <a:noFill/>
            <a:ln w="5080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12" name="矩形 211"/>
            <p:cNvSpPr/>
            <p:nvPr/>
          </p:nvSpPr>
          <p:spPr>
            <a:xfrm>
              <a:off x="4353906" y="1539231"/>
              <a:ext cx="3484189" cy="1208883"/>
            </a:xfrm>
            <a:prstGeom prst="rect">
              <a:avLst/>
            </a:prstGeom>
            <a:noFill/>
            <a:ln w="12700" cap="flat" cmpd="sng" algn="ctr">
              <a:noFill/>
              <a:prstDash val="solid"/>
              <a:miter lim="800000"/>
            </a:ln>
            <a:effectLst/>
          </p:spPr>
          <p:txBody>
            <a:bodyPr lIns="59436" tIns="29718" rIns="59436" bIns="29718" rtlCol="0" anchor="ctr">
              <a:prstTxWarp prst="textArchUp">
                <a:avLst>
                  <a:gd name="adj" fmla="val 13539719"/>
                </a:avLst>
              </a:prstTxWarp>
            </a:bodyPr>
            <a:lstStyle/>
            <a:p>
              <a:pPr marL="0" marR="0" lvl="0" indent="0" algn="ctr" defTabSz="914400" eaLnBrk="1" fontAlgn="auto" latinLnBrk="0" hangingPunct="1">
                <a:lnSpc>
                  <a:spcPct val="100000"/>
                </a:lnSpc>
                <a:spcBef>
                  <a:spcPts val="0"/>
                </a:spcBef>
                <a:buClrTx/>
                <a:buSzTx/>
                <a:buFontTx/>
                <a:buNone/>
                <a:defRPr/>
              </a:pPr>
              <a:r>
                <a:rPr kumimoji="0" lang="zh-CN" altLang="en-US" sz="2000" i="0" u="none" strike="noStrike" kern="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rPr>
                <a:t>理论逻辑理解难度大</a:t>
              </a:r>
            </a:p>
          </p:txBody>
        </p:sp>
      </p:grpSp>
      <p:grpSp>
        <p:nvGrpSpPr>
          <p:cNvPr id="14" name="组合 13"/>
          <p:cNvGrpSpPr/>
          <p:nvPr/>
        </p:nvGrpSpPr>
        <p:grpSpPr>
          <a:xfrm>
            <a:off x="3727502" y="2627119"/>
            <a:ext cx="4736997" cy="6309670"/>
            <a:chOff x="3727502" y="2627119"/>
            <a:chExt cx="4736997" cy="6309670"/>
          </a:xfrm>
        </p:grpSpPr>
        <p:sp>
          <p:nvSpPr>
            <p:cNvPr id="200" name="任意多边形: 形状 199"/>
            <p:cNvSpPr/>
            <p:nvPr/>
          </p:nvSpPr>
          <p:spPr>
            <a:xfrm>
              <a:off x="3801616" y="2627119"/>
              <a:ext cx="4588768" cy="1617813"/>
            </a:xfrm>
            <a:custGeom>
              <a:avLst/>
              <a:gdLst>
                <a:gd name="connsiteX0" fmla="*/ 2294384 w 4588768"/>
                <a:gd name="connsiteY0" fmla="*/ 0 h 1617813"/>
                <a:gd name="connsiteX1" fmla="*/ 4541898 w 4588768"/>
                <a:gd name="connsiteY1" fmla="*/ 1489752 h 1617813"/>
                <a:gd name="connsiteX2" fmla="*/ 4588768 w 4588768"/>
                <a:gd name="connsiteY2" fmla="*/ 1617813 h 1617813"/>
                <a:gd name="connsiteX3" fmla="*/ 0 w 4588768"/>
                <a:gd name="connsiteY3" fmla="*/ 1617813 h 1617813"/>
                <a:gd name="connsiteX4" fmla="*/ 46870 w 4588768"/>
                <a:gd name="connsiteY4" fmla="*/ 1489752 h 1617813"/>
                <a:gd name="connsiteX5" fmla="*/ 2294384 w 4588768"/>
                <a:gd name="connsiteY5" fmla="*/ 0 h 1617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88768" h="1617813">
                  <a:moveTo>
                    <a:pt x="2294384" y="0"/>
                  </a:moveTo>
                  <a:cubicBezTo>
                    <a:pt x="3304733" y="0"/>
                    <a:pt x="4171608" y="614287"/>
                    <a:pt x="4541898" y="1489752"/>
                  </a:cubicBezTo>
                  <a:lnTo>
                    <a:pt x="4588768" y="1617813"/>
                  </a:lnTo>
                  <a:lnTo>
                    <a:pt x="0" y="1617813"/>
                  </a:lnTo>
                  <a:lnTo>
                    <a:pt x="46870" y="1489752"/>
                  </a:lnTo>
                  <a:cubicBezTo>
                    <a:pt x="417161" y="614287"/>
                    <a:pt x="1284035" y="0"/>
                    <a:pt x="229438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31" name="矩形 230"/>
            <p:cNvSpPr/>
            <p:nvPr/>
          </p:nvSpPr>
          <p:spPr>
            <a:xfrm>
              <a:off x="3727502" y="2940955"/>
              <a:ext cx="4736997" cy="5995834"/>
            </a:xfrm>
            <a:prstGeom prst="rect">
              <a:avLst/>
            </a:prstGeom>
            <a:noFill/>
            <a:ln w="12700" cap="flat" cmpd="sng" algn="ctr">
              <a:noFill/>
              <a:prstDash val="solid"/>
              <a:miter lim="800000"/>
            </a:ln>
            <a:effectLst/>
          </p:spPr>
          <p:txBody>
            <a:bodyPr lIns="59436" tIns="29718" rIns="59436" bIns="29718" rtlCol="0" anchor="ctr">
              <a:prstTxWarp prst="textArchUp">
                <a:avLst>
                  <a:gd name="adj" fmla="val 13539719"/>
                </a:avLst>
              </a:prstTxWarp>
            </a:bodyPr>
            <a:lstStyle/>
            <a:p>
              <a:pPr marL="0" marR="0" lvl="0" indent="0" algn="ctr" defTabSz="914400" eaLnBrk="1" fontAlgn="auto" latinLnBrk="0" hangingPunct="1">
                <a:lnSpc>
                  <a:spcPct val="100000"/>
                </a:lnSpc>
                <a:spcBef>
                  <a:spcPts val="0"/>
                </a:spcBef>
                <a:buClrTx/>
                <a:buSzTx/>
                <a:buFontTx/>
                <a:buNone/>
                <a:defRPr/>
              </a:pPr>
              <a:r>
                <a:rPr kumimoji="0" lang="zh-CN" altLang="en-US" sz="2000" i="0" u="none" strike="noStrike" kern="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rPr>
                <a:t>教学评估和改进环路框架</a:t>
              </a:r>
            </a:p>
          </p:txBody>
        </p:sp>
      </p:grpSp>
      <p:grpSp>
        <p:nvGrpSpPr>
          <p:cNvPr id="11" name="组合 10"/>
          <p:cNvGrpSpPr/>
          <p:nvPr/>
        </p:nvGrpSpPr>
        <p:grpSpPr>
          <a:xfrm>
            <a:off x="1263445" y="1762260"/>
            <a:ext cx="9614311" cy="2465177"/>
            <a:chOff x="1263445" y="1762260"/>
            <a:chExt cx="9614311" cy="2465177"/>
          </a:xfrm>
        </p:grpSpPr>
        <p:sp>
          <p:nvSpPr>
            <p:cNvPr id="181" name="矩形: 圆角 180"/>
            <p:cNvSpPr/>
            <p:nvPr/>
          </p:nvSpPr>
          <p:spPr>
            <a:xfrm>
              <a:off x="2809672" y="1770172"/>
              <a:ext cx="1500823" cy="353508"/>
            </a:xfrm>
            <a:prstGeom prst="roundRect">
              <a:avLst>
                <a:gd name="adj" fmla="val 50000"/>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矩形: 圆角 181"/>
            <p:cNvSpPr/>
            <p:nvPr/>
          </p:nvSpPr>
          <p:spPr>
            <a:xfrm>
              <a:off x="2458835" y="2294300"/>
              <a:ext cx="1500823" cy="353508"/>
            </a:xfrm>
            <a:prstGeom prst="roundRect">
              <a:avLst>
                <a:gd name="adj" fmla="val 50000"/>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矩形: 圆角 182"/>
            <p:cNvSpPr/>
            <p:nvPr/>
          </p:nvSpPr>
          <p:spPr>
            <a:xfrm>
              <a:off x="1976546" y="2817920"/>
              <a:ext cx="1500823" cy="353508"/>
            </a:xfrm>
            <a:prstGeom prst="roundRect">
              <a:avLst>
                <a:gd name="adj" fmla="val 50000"/>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矩形: 圆角 183"/>
            <p:cNvSpPr/>
            <p:nvPr/>
          </p:nvSpPr>
          <p:spPr>
            <a:xfrm>
              <a:off x="1638409" y="3342055"/>
              <a:ext cx="1500823" cy="353508"/>
            </a:xfrm>
            <a:prstGeom prst="roundRect">
              <a:avLst>
                <a:gd name="adj" fmla="val 50000"/>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矩形: 圆角 184"/>
            <p:cNvSpPr/>
            <p:nvPr/>
          </p:nvSpPr>
          <p:spPr>
            <a:xfrm>
              <a:off x="1263445" y="3866017"/>
              <a:ext cx="1500823" cy="353508"/>
            </a:xfrm>
            <a:prstGeom prst="roundRect">
              <a:avLst>
                <a:gd name="adj" fmla="val 50000"/>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文本框 205"/>
            <p:cNvSpPr txBox="1"/>
            <p:nvPr/>
          </p:nvSpPr>
          <p:spPr>
            <a:xfrm>
              <a:off x="3006085" y="1762260"/>
              <a:ext cx="1107996" cy="369332"/>
            </a:xfrm>
            <a:prstGeom prst="rect">
              <a:avLst/>
            </a:prstGeom>
            <a:noFill/>
          </p:spPr>
          <p:txBody>
            <a:bodyPr wrap="none">
              <a:spAutoFit/>
            </a:bodyPr>
            <a:lstStyle/>
            <a:p>
              <a:r>
                <a:rPr lang="zh-CN" altLang="en-US">
                  <a:solidFill>
                    <a:schemeClr val="bg1"/>
                  </a:solidFill>
                </a:rPr>
                <a:t>概念抽象</a:t>
              </a:r>
              <a:endParaRPr lang="zh-CN" altLang="en-US" dirty="0">
                <a:solidFill>
                  <a:schemeClr val="bg1"/>
                </a:solidFill>
              </a:endParaRPr>
            </a:p>
          </p:txBody>
        </p:sp>
        <p:sp>
          <p:nvSpPr>
            <p:cNvPr id="207" name="文本框 206"/>
            <p:cNvSpPr txBox="1"/>
            <p:nvPr/>
          </p:nvSpPr>
          <p:spPr>
            <a:xfrm>
              <a:off x="2655248" y="2286221"/>
              <a:ext cx="1107996" cy="369332"/>
            </a:xfrm>
            <a:prstGeom prst="rect">
              <a:avLst/>
            </a:prstGeom>
            <a:noFill/>
          </p:spPr>
          <p:txBody>
            <a:bodyPr wrap="none">
              <a:spAutoFit/>
            </a:bodyPr>
            <a:lstStyle/>
            <a:p>
              <a:r>
                <a:rPr lang="zh-CN" altLang="en-US">
                  <a:solidFill>
                    <a:schemeClr val="bg1"/>
                  </a:solidFill>
                </a:rPr>
                <a:t>体系复杂</a:t>
              </a:r>
              <a:endParaRPr lang="zh-CN" altLang="en-US" dirty="0">
                <a:solidFill>
                  <a:schemeClr val="bg1"/>
                </a:solidFill>
              </a:endParaRPr>
            </a:p>
          </p:txBody>
        </p:sp>
        <p:sp>
          <p:nvSpPr>
            <p:cNvPr id="208" name="文本框 207"/>
            <p:cNvSpPr txBox="1"/>
            <p:nvPr/>
          </p:nvSpPr>
          <p:spPr>
            <a:xfrm>
              <a:off x="2172959" y="2810182"/>
              <a:ext cx="1107996" cy="369332"/>
            </a:xfrm>
            <a:prstGeom prst="rect">
              <a:avLst/>
            </a:prstGeom>
            <a:noFill/>
          </p:spPr>
          <p:txBody>
            <a:bodyPr wrap="none">
              <a:spAutoFit/>
            </a:bodyPr>
            <a:lstStyle/>
            <a:p>
              <a:r>
                <a:rPr lang="zh-CN" altLang="en-US">
                  <a:solidFill>
                    <a:schemeClr val="bg1"/>
                  </a:solidFill>
                </a:rPr>
                <a:t>深度不足</a:t>
              </a:r>
              <a:endParaRPr lang="zh-CN" altLang="en-US" dirty="0">
                <a:solidFill>
                  <a:schemeClr val="bg1"/>
                </a:solidFill>
              </a:endParaRPr>
            </a:p>
          </p:txBody>
        </p:sp>
        <p:sp>
          <p:nvSpPr>
            <p:cNvPr id="209" name="文本框 208"/>
            <p:cNvSpPr txBox="1"/>
            <p:nvPr/>
          </p:nvSpPr>
          <p:spPr>
            <a:xfrm>
              <a:off x="1834822" y="3334143"/>
              <a:ext cx="1107996" cy="369332"/>
            </a:xfrm>
            <a:prstGeom prst="rect">
              <a:avLst/>
            </a:prstGeom>
            <a:noFill/>
          </p:spPr>
          <p:txBody>
            <a:bodyPr wrap="none">
              <a:spAutoFit/>
            </a:bodyPr>
            <a:lstStyle/>
            <a:p>
              <a:r>
                <a:rPr lang="zh-CN" altLang="en-US">
                  <a:solidFill>
                    <a:schemeClr val="bg1"/>
                  </a:solidFill>
                </a:rPr>
                <a:t>难以激发</a:t>
              </a:r>
              <a:endParaRPr lang="zh-CN" altLang="en-US" dirty="0">
                <a:solidFill>
                  <a:schemeClr val="bg1"/>
                </a:solidFill>
              </a:endParaRPr>
            </a:p>
          </p:txBody>
        </p:sp>
        <p:sp>
          <p:nvSpPr>
            <p:cNvPr id="210" name="文本框 209"/>
            <p:cNvSpPr txBox="1"/>
            <p:nvPr/>
          </p:nvSpPr>
          <p:spPr>
            <a:xfrm>
              <a:off x="1344442" y="3858105"/>
              <a:ext cx="1338828" cy="369332"/>
            </a:xfrm>
            <a:prstGeom prst="rect">
              <a:avLst/>
            </a:prstGeom>
            <a:noFill/>
          </p:spPr>
          <p:txBody>
            <a:bodyPr wrap="none">
              <a:spAutoFit/>
            </a:bodyPr>
            <a:lstStyle/>
            <a:p>
              <a:r>
                <a:rPr lang="zh-CN" altLang="en-US">
                  <a:solidFill>
                    <a:schemeClr val="bg1"/>
                  </a:solidFill>
                </a:rPr>
                <a:t>教育形式化</a:t>
              </a:r>
              <a:endParaRPr lang="zh-CN" altLang="en-US" dirty="0">
                <a:solidFill>
                  <a:schemeClr val="bg1"/>
                </a:solidFill>
              </a:endParaRPr>
            </a:p>
          </p:txBody>
        </p:sp>
        <p:sp>
          <p:nvSpPr>
            <p:cNvPr id="240" name="矩形: 圆角 239"/>
            <p:cNvSpPr/>
            <p:nvPr/>
          </p:nvSpPr>
          <p:spPr>
            <a:xfrm flipH="1">
              <a:off x="7830706" y="1770172"/>
              <a:ext cx="1500823" cy="353508"/>
            </a:xfrm>
            <a:prstGeom prst="roundRect">
              <a:avLst>
                <a:gd name="adj" fmla="val 50000"/>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1" name="矩形: 圆角 240"/>
            <p:cNvSpPr/>
            <p:nvPr/>
          </p:nvSpPr>
          <p:spPr>
            <a:xfrm flipH="1">
              <a:off x="8181543" y="2294300"/>
              <a:ext cx="1500823" cy="353508"/>
            </a:xfrm>
            <a:prstGeom prst="roundRect">
              <a:avLst>
                <a:gd name="adj" fmla="val 50000"/>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矩形: 圆角 241"/>
            <p:cNvSpPr/>
            <p:nvPr/>
          </p:nvSpPr>
          <p:spPr>
            <a:xfrm flipH="1">
              <a:off x="8663832" y="2817920"/>
              <a:ext cx="1500823" cy="353508"/>
            </a:xfrm>
            <a:prstGeom prst="roundRect">
              <a:avLst>
                <a:gd name="adj" fmla="val 50000"/>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矩形: 圆角 242"/>
            <p:cNvSpPr/>
            <p:nvPr/>
          </p:nvSpPr>
          <p:spPr>
            <a:xfrm flipH="1">
              <a:off x="9001969" y="3342055"/>
              <a:ext cx="1500823" cy="353508"/>
            </a:xfrm>
            <a:prstGeom prst="roundRect">
              <a:avLst>
                <a:gd name="adj" fmla="val 50000"/>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矩形: 圆角 243"/>
            <p:cNvSpPr/>
            <p:nvPr/>
          </p:nvSpPr>
          <p:spPr>
            <a:xfrm flipH="1">
              <a:off x="9376933" y="3866017"/>
              <a:ext cx="1500823" cy="353508"/>
            </a:xfrm>
            <a:prstGeom prst="roundRect">
              <a:avLst>
                <a:gd name="adj" fmla="val 50000"/>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文本框 244"/>
            <p:cNvSpPr txBox="1"/>
            <p:nvPr/>
          </p:nvSpPr>
          <p:spPr>
            <a:xfrm flipH="1">
              <a:off x="8027120" y="1762260"/>
              <a:ext cx="1107996" cy="369332"/>
            </a:xfrm>
            <a:prstGeom prst="rect">
              <a:avLst/>
            </a:prstGeom>
            <a:noFill/>
          </p:spPr>
          <p:txBody>
            <a:bodyPr wrap="none">
              <a:spAutoFit/>
            </a:bodyPr>
            <a:lstStyle/>
            <a:p>
              <a:r>
                <a:rPr lang="zh-CN" altLang="en-US">
                  <a:solidFill>
                    <a:schemeClr val="bg1"/>
                  </a:solidFill>
                </a:rPr>
                <a:t>资源有限</a:t>
              </a:r>
              <a:endParaRPr lang="zh-CN" altLang="en-US" dirty="0">
                <a:solidFill>
                  <a:schemeClr val="bg1"/>
                </a:solidFill>
              </a:endParaRPr>
            </a:p>
          </p:txBody>
        </p:sp>
        <p:sp>
          <p:nvSpPr>
            <p:cNvPr id="246" name="文本框 245"/>
            <p:cNvSpPr txBox="1"/>
            <p:nvPr/>
          </p:nvSpPr>
          <p:spPr>
            <a:xfrm flipH="1">
              <a:off x="8377957" y="2286221"/>
              <a:ext cx="1107996" cy="369332"/>
            </a:xfrm>
            <a:prstGeom prst="rect">
              <a:avLst/>
            </a:prstGeom>
            <a:noFill/>
          </p:spPr>
          <p:txBody>
            <a:bodyPr wrap="none">
              <a:spAutoFit/>
            </a:bodyPr>
            <a:lstStyle/>
            <a:p>
              <a:r>
                <a:rPr lang="zh-CN" altLang="en-US">
                  <a:solidFill>
                    <a:schemeClr val="bg1"/>
                  </a:solidFill>
                </a:rPr>
                <a:t>教学脱节</a:t>
              </a:r>
              <a:endParaRPr lang="zh-CN" altLang="en-US" dirty="0">
                <a:solidFill>
                  <a:schemeClr val="bg1"/>
                </a:solidFill>
              </a:endParaRPr>
            </a:p>
          </p:txBody>
        </p:sp>
        <p:sp>
          <p:nvSpPr>
            <p:cNvPr id="247" name="文本框 246"/>
            <p:cNvSpPr txBox="1"/>
            <p:nvPr/>
          </p:nvSpPr>
          <p:spPr>
            <a:xfrm flipH="1">
              <a:off x="8860246" y="2810182"/>
              <a:ext cx="1107996" cy="369332"/>
            </a:xfrm>
            <a:prstGeom prst="rect">
              <a:avLst/>
            </a:prstGeom>
            <a:noFill/>
          </p:spPr>
          <p:txBody>
            <a:bodyPr wrap="none">
              <a:spAutoFit/>
            </a:bodyPr>
            <a:lstStyle/>
            <a:p>
              <a:r>
                <a:rPr lang="zh-CN" altLang="en-US">
                  <a:solidFill>
                    <a:schemeClr val="bg1"/>
                  </a:solidFill>
                </a:rPr>
                <a:t>指标单一</a:t>
              </a:r>
              <a:endParaRPr lang="zh-CN" altLang="en-US" dirty="0">
                <a:solidFill>
                  <a:schemeClr val="bg1"/>
                </a:solidFill>
              </a:endParaRPr>
            </a:p>
          </p:txBody>
        </p:sp>
        <p:sp>
          <p:nvSpPr>
            <p:cNvPr id="248" name="文本框 247"/>
            <p:cNvSpPr txBox="1"/>
            <p:nvPr/>
          </p:nvSpPr>
          <p:spPr>
            <a:xfrm flipH="1">
              <a:off x="9082966" y="3334143"/>
              <a:ext cx="1338828" cy="369332"/>
            </a:xfrm>
            <a:prstGeom prst="rect">
              <a:avLst/>
            </a:prstGeom>
            <a:noFill/>
          </p:spPr>
          <p:txBody>
            <a:bodyPr wrap="none">
              <a:spAutoFit/>
            </a:bodyPr>
            <a:lstStyle/>
            <a:p>
              <a:r>
                <a:rPr lang="zh-CN" altLang="en-US">
                  <a:solidFill>
                    <a:schemeClr val="bg1"/>
                  </a:solidFill>
                </a:rPr>
                <a:t>缺乏多样性</a:t>
              </a:r>
              <a:endParaRPr lang="zh-CN" altLang="en-US" dirty="0">
                <a:solidFill>
                  <a:schemeClr val="bg1"/>
                </a:solidFill>
              </a:endParaRPr>
            </a:p>
          </p:txBody>
        </p:sp>
        <p:sp>
          <p:nvSpPr>
            <p:cNvPr id="249" name="文本框 248"/>
            <p:cNvSpPr txBox="1"/>
            <p:nvPr/>
          </p:nvSpPr>
          <p:spPr>
            <a:xfrm flipH="1">
              <a:off x="9457930" y="3858105"/>
              <a:ext cx="1338828" cy="369332"/>
            </a:xfrm>
            <a:prstGeom prst="rect">
              <a:avLst/>
            </a:prstGeom>
            <a:noFill/>
          </p:spPr>
          <p:txBody>
            <a:bodyPr wrap="none">
              <a:spAutoFit/>
            </a:bodyPr>
            <a:lstStyle/>
            <a:p>
              <a:r>
                <a:rPr lang="zh-CN" altLang="en-US">
                  <a:solidFill>
                    <a:schemeClr val="bg1"/>
                  </a:solidFill>
                </a:rPr>
                <a:t>落实不到位</a:t>
              </a:r>
              <a:endParaRPr lang="zh-CN" altLang="en-US" dirty="0">
                <a:solidFill>
                  <a:schemeClr val="bg1"/>
                </a:solidFill>
              </a:endParaRPr>
            </a:p>
          </p:txBody>
        </p:sp>
      </p:grpSp>
      <p:grpSp>
        <p:nvGrpSpPr>
          <p:cNvPr id="13" name="组合 12"/>
          <p:cNvGrpSpPr/>
          <p:nvPr/>
        </p:nvGrpSpPr>
        <p:grpSpPr>
          <a:xfrm>
            <a:off x="3411386" y="2233467"/>
            <a:ext cx="5369229" cy="5369217"/>
            <a:chOff x="3411386" y="2233467"/>
            <a:chExt cx="5369229" cy="5369217"/>
          </a:xfrm>
        </p:grpSpPr>
        <p:sp>
          <p:nvSpPr>
            <p:cNvPr id="211" name="弧形 210"/>
            <p:cNvSpPr/>
            <p:nvPr/>
          </p:nvSpPr>
          <p:spPr>
            <a:xfrm>
              <a:off x="3411386" y="2233467"/>
              <a:ext cx="5369229" cy="5369217"/>
            </a:xfrm>
            <a:prstGeom prst="arc">
              <a:avLst>
                <a:gd name="adj1" fmla="val 11769750"/>
                <a:gd name="adj2" fmla="val 20714737"/>
              </a:avLst>
            </a:prstGeom>
            <a:noFill/>
            <a:ln w="16669">
              <a:solidFill>
                <a:schemeClr val="bg2">
                  <a:lumMod val="25000"/>
                </a:schemeClr>
              </a:solidFill>
              <a:prstDash val="dash"/>
              <a:headEnd type="triangle" w="lg" len="lg"/>
              <a:tailEnd type="triangle" w="lg" len="lg"/>
            </a:ln>
            <a:effectLst/>
          </p:spPr>
          <p:style>
            <a:lnRef idx="2">
              <a:schemeClr val="accent1">
                <a:shade val="15000"/>
              </a:schemeClr>
            </a:lnRef>
            <a:fillRef idx="1">
              <a:schemeClr val="accent1"/>
            </a:fillRef>
            <a:effectRef idx="0">
              <a:schemeClr val="accent1"/>
            </a:effectRef>
            <a:fontRef idx="minor">
              <a:schemeClr val="lt1"/>
            </a:fontRef>
          </p:style>
          <p:txBody>
            <a:bodyPr lIns="120015" tIns="60007" rIns="120015" bIns="60007" rtlCol="0" anchor="ctr"/>
            <a:lstStyle/>
            <a:p>
              <a:pPr algn="ctr"/>
              <a:endParaRPr lang="en-US" sz="1315">
                <a:solidFill>
                  <a:schemeClr val="bg1"/>
                </a:solidFill>
                <a:latin typeface="思源黑体 CN Bold" panose="020B0800000000000000" pitchFamily="34" charset="-122"/>
                <a:ea typeface="思源黑体 CN Bold" panose="020B0800000000000000" pitchFamily="34" charset="-122"/>
              </a:endParaRPr>
            </a:p>
          </p:txBody>
        </p:sp>
        <p:sp>
          <p:nvSpPr>
            <p:cNvPr id="230" name="矩形 229"/>
            <p:cNvSpPr/>
            <p:nvPr/>
          </p:nvSpPr>
          <p:spPr>
            <a:xfrm rot="18432315">
              <a:off x="3278124" y="3009708"/>
              <a:ext cx="1983217" cy="1208883"/>
            </a:xfrm>
            <a:prstGeom prst="rect">
              <a:avLst/>
            </a:prstGeom>
            <a:noFill/>
            <a:ln w="12700" cap="flat" cmpd="sng" algn="ctr">
              <a:noFill/>
              <a:prstDash val="solid"/>
              <a:miter lim="800000"/>
            </a:ln>
            <a:effectLst/>
          </p:spPr>
          <p:txBody>
            <a:bodyPr lIns="59436" tIns="29718" rIns="59436" bIns="29718" rtlCol="0" anchor="ctr">
              <a:prstTxWarp prst="textArchUp">
                <a:avLst>
                  <a:gd name="adj" fmla="val 13539719"/>
                </a:avLst>
              </a:prstTxWarp>
            </a:bodyPr>
            <a:lstStyle/>
            <a:p>
              <a:pPr marL="0" marR="0" lvl="0" indent="0" algn="ctr" defTabSz="914400" eaLnBrk="1" fontAlgn="auto" latinLnBrk="0" hangingPunct="1">
                <a:lnSpc>
                  <a:spcPct val="100000"/>
                </a:lnSpc>
                <a:spcBef>
                  <a:spcPts val="0"/>
                </a:spcBef>
                <a:buClrTx/>
                <a:buSzTx/>
                <a:buFontTx/>
                <a:buNone/>
                <a:defRPr/>
              </a:pPr>
              <a:r>
                <a:rPr kumimoji="0" lang="zh-CN" altLang="en-US" i="0" u="none" strike="noStrike" kern="0" cap="none" spc="0" normalizeH="0" baseline="0" noProof="0" dirty="0">
                  <a:ln>
                    <a:noFill/>
                  </a:ln>
                  <a:solidFill>
                    <a:schemeClr val="accent4">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施工建设</a:t>
              </a:r>
            </a:p>
          </p:txBody>
        </p:sp>
        <p:sp>
          <p:nvSpPr>
            <p:cNvPr id="251" name="矩形 250"/>
            <p:cNvSpPr/>
            <p:nvPr/>
          </p:nvSpPr>
          <p:spPr>
            <a:xfrm rot="3328031">
              <a:off x="6948684" y="3009707"/>
              <a:ext cx="1983217" cy="1208883"/>
            </a:xfrm>
            <a:prstGeom prst="rect">
              <a:avLst/>
            </a:prstGeom>
            <a:noFill/>
            <a:ln w="12700" cap="flat" cmpd="sng" algn="ctr">
              <a:noFill/>
              <a:prstDash val="solid"/>
              <a:miter lim="800000"/>
            </a:ln>
            <a:effectLst/>
          </p:spPr>
          <p:txBody>
            <a:bodyPr lIns="59436" tIns="29718" rIns="59436" bIns="29718" rtlCol="0" anchor="ctr">
              <a:prstTxWarp prst="textArchUp">
                <a:avLst>
                  <a:gd name="adj" fmla="val 13539719"/>
                </a:avLst>
              </a:prstTxWarp>
            </a:bodyPr>
            <a:lstStyle/>
            <a:p>
              <a:pPr marL="0" marR="0" lvl="0" indent="0" algn="ctr" defTabSz="914400" eaLnBrk="1" fontAlgn="auto" latinLnBrk="0" hangingPunct="1">
                <a:lnSpc>
                  <a:spcPct val="100000"/>
                </a:lnSpc>
                <a:spcBef>
                  <a:spcPts val="0"/>
                </a:spcBef>
                <a:buClrTx/>
                <a:buSzTx/>
                <a:buFontTx/>
                <a:buNone/>
                <a:defRPr/>
              </a:pPr>
              <a:r>
                <a:rPr kumimoji="0" lang="zh-CN" altLang="en-US" i="0" u="none" strike="noStrike" kern="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施工建设</a:t>
              </a:r>
            </a:p>
          </p:txBody>
        </p:sp>
      </p:grpSp>
      <p:sp>
        <p:nvSpPr>
          <p:cNvPr id="99"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反思与改进</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00" name="文本框 78"/>
          <p:cNvSpPr txBox="1"/>
          <p:nvPr/>
        </p:nvSpPr>
        <p:spPr>
          <a:xfrm>
            <a:off x="243688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存在问题</a:t>
            </a:r>
          </a:p>
        </p:txBody>
      </p:sp>
      <p:grpSp>
        <p:nvGrpSpPr>
          <p:cNvPr id="9" name="组合 8"/>
          <p:cNvGrpSpPr/>
          <p:nvPr/>
        </p:nvGrpSpPr>
        <p:grpSpPr>
          <a:xfrm>
            <a:off x="4475623" y="3077280"/>
            <a:ext cx="3339742" cy="3190759"/>
            <a:chOff x="4475623" y="3077280"/>
            <a:chExt cx="3339742" cy="3190759"/>
          </a:xfrm>
        </p:grpSpPr>
        <p:sp>
          <p:nvSpPr>
            <p:cNvPr id="123" name="Isosceles Triangle 12"/>
            <p:cNvSpPr/>
            <p:nvPr/>
          </p:nvSpPr>
          <p:spPr>
            <a:xfrm>
              <a:off x="5372888" y="3602004"/>
              <a:ext cx="1445564" cy="1246174"/>
            </a:xfrm>
            <a:prstGeom prst="triangle">
              <a:avLst/>
            </a:prstGeom>
            <a:solidFill>
              <a:schemeClr val="accent1"/>
            </a:solidFill>
            <a:ln w="13122">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4476" tIns="47237" rIns="94476" bIns="47237" rtlCol="0" anchor="ctr"/>
            <a:lstStyle/>
            <a:p>
              <a:pPr algn="ctr"/>
              <a:endParaRPr lang="en-US" sz="1860" dirty="0">
                <a:latin typeface="思源黑体 CN Bold" panose="020B0800000000000000" pitchFamily="34" charset="-122"/>
                <a:ea typeface="思源黑体 CN Bold" panose="020B0800000000000000" pitchFamily="34" charset="-122"/>
              </a:endParaRPr>
            </a:p>
          </p:txBody>
        </p:sp>
        <p:sp>
          <p:nvSpPr>
            <p:cNvPr id="97" name="任意多边形: 形状 96"/>
            <p:cNvSpPr/>
            <p:nvPr/>
          </p:nvSpPr>
          <p:spPr>
            <a:xfrm>
              <a:off x="5425231" y="4884465"/>
              <a:ext cx="1345372" cy="1159801"/>
            </a:xfrm>
            <a:custGeom>
              <a:avLst/>
              <a:gdLst>
                <a:gd name="connsiteX0" fmla="*/ 0 w 1345372"/>
                <a:gd name="connsiteY0" fmla="*/ 0 h 1159801"/>
                <a:gd name="connsiteX1" fmla="*/ 1345372 w 1345372"/>
                <a:gd name="connsiteY1" fmla="*/ 0 h 1159801"/>
                <a:gd name="connsiteX2" fmla="*/ 672686 w 1345372"/>
                <a:gd name="connsiteY2" fmla="*/ 1159801 h 1159801"/>
              </a:gdLst>
              <a:ahLst/>
              <a:cxnLst>
                <a:cxn ang="0">
                  <a:pos x="connsiteX0" y="connsiteY0"/>
                </a:cxn>
                <a:cxn ang="0">
                  <a:pos x="connsiteX1" y="connsiteY1"/>
                </a:cxn>
                <a:cxn ang="0">
                  <a:pos x="connsiteX2" y="connsiteY2"/>
                </a:cxn>
              </a:cxnLst>
              <a:rect l="l" t="t" r="r" b="b"/>
              <a:pathLst>
                <a:path w="1345372" h="1159801">
                  <a:moveTo>
                    <a:pt x="0" y="0"/>
                  </a:moveTo>
                  <a:lnTo>
                    <a:pt x="1345372" y="0"/>
                  </a:lnTo>
                  <a:lnTo>
                    <a:pt x="672686" y="1159801"/>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5" name="Isosceles Triangle 14"/>
            <p:cNvSpPr/>
            <p:nvPr/>
          </p:nvSpPr>
          <p:spPr>
            <a:xfrm>
              <a:off x="4650108" y="4848177"/>
              <a:ext cx="1445564" cy="1246174"/>
            </a:xfrm>
            <a:prstGeom prst="triangle">
              <a:avLst/>
            </a:prstGeom>
            <a:solidFill>
              <a:schemeClr val="accent4"/>
            </a:solidFill>
            <a:ln w="13122">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4476" tIns="47237" rIns="94476" bIns="47237" rtlCol="0" anchor="ctr"/>
            <a:lstStyle/>
            <a:p>
              <a:pPr algn="ctr"/>
              <a:endParaRPr lang="en-US" sz="1860" dirty="0">
                <a:latin typeface="思源黑体 CN Bold" panose="020B0800000000000000" pitchFamily="34" charset="-122"/>
                <a:ea typeface="思源黑体 CN Bold" panose="020B0800000000000000" pitchFamily="34" charset="-122"/>
              </a:endParaRPr>
            </a:p>
          </p:txBody>
        </p:sp>
        <p:sp>
          <p:nvSpPr>
            <p:cNvPr id="126" name="Isosceles Triangle 15"/>
            <p:cNvSpPr/>
            <p:nvPr/>
          </p:nvSpPr>
          <p:spPr>
            <a:xfrm>
              <a:off x="6097259" y="4848177"/>
              <a:ext cx="1445566" cy="1246174"/>
            </a:xfrm>
            <a:prstGeom prst="triangle">
              <a:avLst/>
            </a:prstGeom>
            <a:solidFill>
              <a:schemeClr val="accent2"/>
            </a:solidFill>
            <a:ln w="13122">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4476" tIns="47237" rIns="94476" bIns="47237" rtlCol="0" anchor="ctr"/>
            <a:lstStyle/>
            <a:p>
              <a:pPr algn="ctr"/>
              <a:endParaRPr lang="en-US" sz="1860" dirty="0">
                <a:latin typeface="思源黑体 CN Bold" panose="020B0800000000000000" pitchFamily="34" charset="-122"/>
                <a:ea typeface="思源黑体 CN Bold" panose="020B0800000000000000" pitchFamily="34" charset="-122"/>
              </a:endParaRPr>
            </a:p>
          </p:txBody>
        </p:sp>
        <p:sp>
          <p:nvSpPr>
            <p:cNvPr id="127" name="Freeform: Shape 39"/>
            <p:cNvSpPr/>
            <p:nvPr>
              <p:custDataLst>
                <p:tags r:id="rId1"/>
              </p:custDataLst>
            </p:nvPr>
          </p:nvSpPr>
          <p:spPr>
            <a:xfrm flipH="1">
              <a:off x="5921981" y="3428318"/>
              <a:ext cx="347374" cy="347374"/>
            </a:xfrm>
            <a:custGeom>
              <a:avLst/>
              <a:gdLst>
                <a:gd name="connsiteX0" fmla="*/ 339119 w 678238"/>
                <a:gd name="connsiteY0" fmla="*/ 0 h 678238"/>
                <a:gd name="connsiteX1" fmla="*/ 0 w 678238"/>
                <a:gd name="connsiteY1" fmla="*/ 339119 h 678238"/>
                <a:gd name="connsiteX2" fmla="*/ 339119 w 678238"/>
                <a:gd name="connsiteY2" fmla="*/ 678238 h 678238"/>
                <a:gd name="connsiteX3" fmla="*/ 678238 w 678238"/>
                <a:gd name="connsiteY3" fmla="*/ 339119 h 678238"/>
                <a:gd name="connsiteX4" fmla="*/ 339119 w 678238"/>
                <a:gd name="connsiteY4" fmla="*/ 0 h 67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238" h="678238">
                  <a:moveTo>
                    <a:pt x="339119" y="0"/>
                  </a:moveTo>
                  <a:cubicBezTo>
                    <a:pt x="151829" y="0"/>
                    <a:pt x="0" y="151829"/>
                    <a:pt x="0" y="339119"/>
                  </a:cubicBezTo>
                  <a:cubicBezTo>
                    <a:pt x="0" y="526409"/>
                    <a:pt x="151829" y="678238"/>
                    <a:pt x="339119" y="678238"/>
                  </a:cubicBezTo>
                  <a:cubicBezTo>
                    <a:pt x="526409" y="678238"/>
                    <a:pt x="678238" y="526409"/>
                    <a:pt x="678238" y="339119"/>
                  </a:cubicBezTo>
                  <a:cubicBezTo>
                    <a:pt x="678238" y="151829"/>
                    <a:pt x="526409" y="0"/>
                    <a:pt x="339119" y="0"/>
                  </a:cubicBezTo>
                  <a:close/>
                </a:path>
              </a:pathLst>
            </a:custGeom>
            <a:solidFill>
              <a:schemeClr val="bg1">
                <a:lumMod val="95000"/>
              </a:schemeClr>
            </a:solidFill>
            <a:ln w="29523">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52486" dist="39365" dir="2699997"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4476" tIns="47237" rIns="94476" bIns="47237" rtlCol="0" anchor="ctr">
              <a:noAutofit/>
            </a:bodyPr>
            <a:lstStyle/>
            <a:p>
              <a:pPr algn="ctr"/>
              <a:endParaRPr lang="en-US" sz="3855" dirty="0">
                <a:latin typeface="思源黑体 CN Bold" panose="020B0800000000000000" pitchFamily="34" charset="-122"/>
                <a:ea typeface="思源黑体 CN Bold" panose="020B0800000000000000" pitchFamily="34" charset="-122"/>
              </a:endParaRPr>
            </a:p>
          </p:txBody>
        </p:sp>
        <p:sp>
          <p:nvSpPr>
            <p:cNvPr id="128" name="Freeform: Shape 31"/>
            <p:cNvSpPr/>
            <p:nvPr>
              <p:custDataLst>
                <p:tags r:id="rId2"/>
              </p:custDataLst>
            </p:nvPr>
          </p:nvSpPr>
          <p:spPr>
            <a:xfrm flipH="1">
              <a:off x="5199202" y="4674492"/>
              <a:ext cx="347374" cy="347374"/>
            </a:xfrm>
            <a:custGeom>
              <a:avLst/>
              <a:gdLst>
                <a:gd name="connsiteX0" fmla="*/ 339119 w 678238"/>
                <a:gd name="connsiteY0" fmla="*/ 0 h 678238"/>
                <a:gd name="connsiteX1" fmla="*/ 0 w 678238"/>
                <a:gd name="connsiteY1" fmla="*/ 339119 h 678238"/>
                <a:gd name="connsiteX2" fmla="*/ 339119 w 678238"/>
                <a:gd name="connsiteY2" fmla="*/ 678238 h 678238"/>
                <a:gd name="connsiteX3" fmla="*/ 678238 w 678238"/>
                <a:gd name="connsiteY3" fmla="*/ 339119 h 678238"/>
                <a:gd name="connsiteX4" fmla="*/ 339119 w 678238"/>
                <a:gd name="connsiteY4" fmla="*/ 0 h 67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238" h="678238">
                  <a:moveTo>
                    <a:pt x="339119" y="0"/>
                  </a:moveTo>
                  <a:cubicBezTo>
                    <a:pt x="151829" y="0"/>
                    <a:pt x="0" y="151829"/>
                    <a:pt x="0" y="339119"/>
                  </a:cubicBezTo>
                  <a:cubicBezTo>
                    <a:pt x="0" y="526409"/>
                    <a:pt x="151829" y="678238"/>
                    <a:pt x="339119" y="678238"/>
                  </a:cubicBezTo>
                  <a:cubicBezTo>
                    <a:pt x="526409" y="678238"/>
                    <a:pt x="678238" y="526409"/>
                    <a:pt x="678238" y="339119"/>
                  </a:cubicBezTo>
                  <a:cubicBezTo>
                    <a:pt x="678238" y="151829"/>
                    <a:pt x="526409" y="0"/>
                    <a:pt x="339119" y="0"/>
                  </a:cubicBezTo>
                  <a:close/>
                </a:path>
              </a:pathLst>
            </a:custGeom>
            <a:solidFill>
              <a:schemeClr val="bg1">
                <a:lumMod val="95000"/>
              </a:schemeClr>
            </a:solidFill>
            <a:ln w="29523">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52486" dist="39365" dir="2699997"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4476" tIns="47237" rIns="94476" bIns="47237" rtlCol="0" anchor="ctr">
              <a:noAutofit/>
            </a:bodyPr>
            <a:lstStyle/>
            <a:p>
              <a:pPr algn="ctr"/>
              <a:endParaRPr lang="en-US" sz="3855" dirty="0">
                <a:latin typeface="思源黑体 CN Bold" panose="020B0800000000000000" pitchFamily="34" charset="-122"/>
                <a:ea typeface="思源黑体 CN Bold" panose="020B0800000000000000" pitchFamily="34" charset="-122"/>
              </a:endParaRPr>
            </a:p>
          </p:txBody>
        </p:sp>
        <p:sp>
          <p:nvSpPr>
            <p:cNvPr id="129" name="Freeform: Shape 30"/>
            <p:cNvSpPr/>
            <p:nvPr>
              <p:custDataLst>
                <p:tags r:id="rId3"/>
              </p:custDataLst>
            </p:nvPr>
          </p:nvSpPr>
          <p:spPr>
            <a:xfrm flipH="1">
              <a:off x="6646351" y="4674492"/>
              <a:ext cx="347374" cy="347374"/>
            </a:xfrm>
            <a:custGeom>
              <a:avLst/>
              <a:gdLst>
                <a:gd name="connsiteX0" fmla="*/ 339119 w 678238"/>
                <a:gd name="connsiteY0" fmla="*/ 0 h 678238"/>
                <a:gd name="connsiteX1" fmla="*/ 0 w 678238"/>
                <a:gd name="connsiteY1" fmla="*/ 339119 h 678238"/>
                <a:gd name="connsiteX2" fmla="*/ 339119 w 678238"/>
                <a:gd name="connsiteY2" fmla="*/ 678238 h 678238"/>
                <a:gd name="connsiteX3" fmla="*/ 678238 w 678238"/>
                <a:gd name="connsiteY3" fmla="*/ 339119 h 678238"/>
                <a:gd name="connsiteX4" fmla="*/ 339119 w 678238"/>
                <a:gd name="connsiteY4" fmla="*/ 0 h 67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238" h="678238">
                  <a:moveTo>
                    <a:pt x="339119" y="0"/>
                  </a:moveTo>
                  <a:cubicBezTo>
                    <a:pt x="151829" y="0"/>
                    <a:pt x="0" y="151829"/>
                    <a:pt x="0" y="339119"/>
                  </a:cubicBezTo>
                  <a:cubicBezTo>
                    <a:pt x="0" y="526409"/>
                    <a:pt x="151829" y="678238"/>
                    <a:pt x="339119" y="678238"/>
                  </a:cubicBezTo>
                  <a:cubicBezTo>
                    <a:pt x="526409" y="678238"/>
                    <a:pt x="678238" y="526409"/>
                    <a:pt x="678238" y="339119"/>
                  </a:cubicBezTo>
                  <a:cubicBezTo>
                    <a:pt x="678238" y="151829"/>
                    <a:pt x="526409" y="0"/>
                    <a:pt x="339119" y="0"/>
                  </a:cubicBezTo>
                  <a:close/>
                </a:path>
              </a:pathLst>
            </a:custGeom>
            <a:solidFill>
              <a:schemeClr val="bg1">
                <a:lumMod val="95000"/>
              </a:schemeClr>
            </a:solidFill>
            <a:ln w="29523">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52486" dist="39365" dir="2699997"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4476" tIns="47237" rIns="94476" bIns="47237" rtlCol="0" anchor="ctr">
              <a:noAutofit/>
            </a:bodyPr>
            <a:lstStyle/>
            <a:p>
              <a:pPr algn="ctr"/>
              <a:endParaRPr lang="en-US" sz="3855" dirty="0">
                <a:latin typeface="思源黑体 CN Bold" panose="020B0800000000000000" pitchFamily="34" charset="-122"/>
                <a:ea typeface="思源黑体 CN Bold" panose="020B0800000000000000" pitchFamily="34" charset="-122"/>
              </a:endParaRPr>
            </a:p>
          </p:txBody>
        </p:sp>
        <p:sp>
          <p:nvSpPr>
            <p:cNvPr id="130" name="Freeform: Shape 29"/>
            <p:cNvSpPr/>
            <p:nvPr>
              <p:custDataLst>
                <p:tags r:id="rId4"/>
              </p:custDataLst>
            </p:nvPr>
          </p:nvSpPr>
          <p:spPr>
            <a:xfrm flipH="1">
              <a:off x="4475623" y="5920665"/>
              <a:ext cx="347374" cy="347374"/>
            </a:xfrm>
            <a:custGeom>
              <a:avLst/>
              <a:gdLst>
                <a:gd name="connsiteX0" fmla="*/ 339119 w 678238"/>
                <a:gd name="connsiteY0" fmla="*/ 0 h 678238"/>
                <a:gd name="connsiteX1" fmla="*/ 0 w 678238"/>
                <a:gd name="connsiteY1" fmla="*/ 339119 h 678238"/>
                <a:gd name="connsiteX2" fmla="*/ 339119 w 678238"/>
                <a:gd name="connsiteY2" fmla="*/ 678238 h 678238"/>
                <a:gd name="connsiteX3" fmla="*/ 678238 w 678238"/>
                <a:gd name="connsiteY3" fmla="*/ 339119 h 678238"/>
                <a:gd name="connsiteX4" fmla="*/ 339119 w 678238"/>
                <a:gd name="connsiteY4" fmla="*/ 0 h 67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238" h="678238">
                  <a:moveTo>
                    <a:pt x="339119" y="0"/>
                  </a:moveTo>
                  <a:cubicBezTo>
                    <a:pt x="151829" y="0"/>
                    <a:pt x="0" y="151829"/>
                    <a:pt x="0" y="339119"/>
                  </a:cubicBezTo>
                  <a:cubicBezTo>
                    <a:pt x="0" y="526409"/>
                    <a:pt x="151829" y="678238"/>
                    <a:pt x="339119" y="678238"/>
                  </a:cubicBezTo>
                  <a:cubicBezTo>
                    <a:pt x="526409" y="678238"/>
                    <a:pt x="678238" y="526409"/>
                    <a:pt x="678238" y="339119"/>
                  </a:cubicBezTo>
                  <a:cubicBezTo>
                    <a:pt x="678238" y="151829"/>
                    <a:pt x="526409" y="0"/>
                    <a:pt x="339119" y="0"/>
                  </a:cubicBezTo>
                  <a:close/>
                </a:path>
              </a:pathLst>
            </a:custGeom>
            <a:solidFill>
              <a:schemeClr val="bg1">
                <a:lumMod val="95000"/>
              </a:schemeClr>
            </a:solidFill>
            <a:ln w="29523">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52486" dist="39365" dir="2699997"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4476" tIns="47237" rIns="94476" bIns="47237" rtlCol="0" anchor="ctr">
              <a:noAutofit/>
            </a:bodyPr>
            <a:lstStyle/>
            <a:p>
              <a:pPr algn="ctr"/>
              <a:endParaRPr lang="en-US" sz="3855" dirty="0">
                <a:latin typeface="思源黑体 CN Bold" panose="020B0800000000000000" pitchFamily="34" charset="-122"/>
                <a:ea typeface="思源黑体 CN Bold" panose="020B0800000000000000" pitchFamily="34" charset="-122"/>
              </a:endParaRPr>
            </a:p>
          </p:txBody>
        </p:sp>
        <p:sp>
          <p:nvSpPr>
            <p:cNvPr id="131" name="Freeform: Shape 28"/>
            <p:cNvSpPr/>
            <p:nvPr>
              <p:custDataLst>
                <p:tags r:id="rId5"/>
              </p:custDataLst>
            </p:nvPr>
          </p:nvSpPr>
          <p:spPr>
            <a:xfrm flipH="1">
              <a:off x="5921981" y="5920665"/>
              <a:ext cx="347374" cy="347374"/>
            </a:xfrm>
            <a:custGeom>
              <a:avLst/>
              <a:gdLst>
                <a:gd name="connsiteX0" fmla="*/ 339119 w 678238"/>
                <a:gd name="connsiteY0" fmla="*/ 0 h 678238"/>
                <a:gd name="connsiteX1" fmla="*/ 0 w 678238"/>
                <a:gd name="connsiteY1" fmla="*/ 339119 h 678238"/>
                <a:gd name="connsiteX2" fmla="*/ 339119 w 678238"/>
                <a:gd name="connsiteY2" fmla="*/ 678238 h 678238"/>
                <a:gd name="connsiteX3" fmla="*/ 678238 w 678238"/>
                <a:gd name="connsiteY3" fmla="*/ 339119 h 678238"/>
                <a:gd name="connsiteX4" fmla="*/ 339119 w 678238"/>
                <a:gd name="connsiteY4" fmla="*/ 0 h 67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238" h="678238">
                  <a:moveTo>
                    <a:pt x="339119" y="0"/>
                  </a:moveTo>
                  <a:cubicBezTo>
                    <a:pt x="151829" y="0"/>
                    <a:pt x="0" y="151829"/>
                    <a:pt x="0" y="339119"/>
                  </a:cubicBezTo>
                  <a:cubicBezTo>
                    <a:pt x="0" y="526409"/>
                    <a:pt x="151829" y="678238"/>
                    <a:pt x="339119" y="678238"/>
                  </a:cubicBezTo>
                  <a:cubicBezTo>
                    <a:pt x="526409" y="678238"/>
                    <a:pt x="678238" y="526409"/>
                    <a:pt x="678238" y="339119"/>
                  </a:cubicBezTo>
                  <a:cubicBezTo>
                    <a:pt x="678238" y="151829"/>
                    <a:pt x="526409" y="0"/>
                    <a:pt x="339119" y="0"/>
                  </a:cubicBezTo>
                  <a:close/>
                </a:path>
              </a:pathLst>
            </a:custGeom>
            <a:solidFill>
              <a:schemeClr val="bg1">
                <a:lumMod val="95000"/>
              </a:schemeClr>
            </a:solidFill>
            <a:ln w="29523">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52486" dist="39365" dir="2699997"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4476" tIns="47237" rIns="94476" bIns="47237" rtlCol="0" anchor="ctr">
              <a:noAutofit/>
            </a:bodyPr>
            <a:lstStyle/>
            <a:p>
              <a:pPr algn="ctr"/>
              <a:endParaRPr lang="en-US" sz="3855" dirty="0">
                <a:latin typeface="思源黑体 CN Bold" panose="020B0800000000000000" pitchFamily="34" charset="-122"/>
                <a:ea typeface="思源黑体 CN Bold" panose="020B0800000000000000" pitchFamily="34" charset="-122"/>
              </a:endParaRPr>
            </a:p>
          </p:txBody>
        </p:sp>
        <p:sp>
          <p:nvSpPr>
            <p:cNvPr id="132" name="Freeform: Shape 27"/>
            <p:cNvSpPr/>
            <p:nvPr>
              <p:custDataLst>
                <p:tags r:id="rId6"/>
              </p:custDataLst>
            </p:nvPr>
          </p:nvSpPr>
          <p:spPr>
            <a:xfrm flipH="1">
              <a:off x="7369004" y="5920665"/>
              <a:ext cx="347374" cy="347374"/>
            </a:xfrm>
            <a:custGeom>
              <a:avLst/>
              <a:gdLst>
                <a:gd name="connsiteX0" fmla="*/ 339119 w 678238"/>
                <a:gd name="connsiteY0" fmla="*/ 0 h 678238"/>
                <a:gd name="connsiteX1" fmla="*/ 0 w 678238"/>
                <a:gd name="connsiteY1" fmla="*/ 339119 h 678238"/>
                <a:gd name="connsiteX2" fmla="*/ 339119 w 678238"/>
                <a:gd name="connsiteY2" fmla="*/ 678238 h 678238"/>
                <a:gd name="connsiteX3" fmla="*/ 678238 w 678238"/>
                <a:gd name="connsiteY3" fmla="*/ 339119 h 678238"/>
                <a:gd name="connsiteX4" fmla="*/ 339119 w 678238"/>
                <a:gd name="connsiteY4" fmla="*/ 0 h 67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238" h="678238">
                  <a:moveTo>
                    <a:pt x="339119" y="0"/>
                  </a:moveTo>
                  <a:cubicBezTo>
                    <a:pt x="151829" y="0"/>
                    <a:pt x="0" y="151829"/>
                    <a:pt x="0" y="339119"/>
                  </a:cubicBezTo>
                  <a:cubicBezTo>
                    <a:pt x="0" y="526409"/>
                    <a:pt x="151829" y="678238"/>
                    <a:pt x="339119" y="678238"/>
                  </a:cubicBezTo>
                  <a:cubicBezTo>
                    <a:pt x="526409" y="678238"/>
                    <a:pt x="678238" y="526409"/>
                    <a:pt x="678238" y="339119"/>
                  </a:cubicBezTo>
                  <a:cubicBezTo>
                    <a:pt x="678238" y="151829"/>
                    <a:pt x="526409" y="0"/>
                    <a:pt x="339119" y="0"/>
                  </a:cubicBezTo>
                  <a:close/>
                </a:path>
              </a:pathLst>
            </a:custGeom>
            <a:solidFill>
              <a:schemeClr val="bg1">
                <a:lumMod val="95000"/>
              </a:schemeClr>
            </a:solidFill>
            <a:ln w="29523">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52486" dist="39365" dir="2699997"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4476" tIns="47237" rIns="94476" bIns="47237" rtlCol="0" anchor="ctr">
              <a:noAutofit/>
            </a:bodyPr>
            <a:lstStyle/>
            <a:p>
              <a:pPr algn="ctr"/>
              <a:endParaRPr lang="en-US" sz="3855" dirty="0">
                <a:latin typeface="思源黑体 CN Bold" panose="020B0800000000000000" pitchFamily="34" charset="-122"/>
                <a:ea typeface="思源黑体 CN Bold" panose="020B0800000000000000" pitchFamily="34" charset="-122"/>
              </a:endParaRPr>
            </a:p>
          </p:txBody>
        </p:sp>
        <p:sp>
          <p:nvSpPr>
            <p:cNvPr id="133" name="Freeform: Shape 64"/>
            <p:cNvSpPr/>
            <p:nvPr/>
          </p:nvSpPr>
          <p:spPr>
            <a:xfrm>
              <a:off x="5997031" y="3516817"/>
              <a:ext cx="197281" cy="170379"/>
            </a:xfrm>
            <a:custGeom>
              <a:avLst/>
              <a:gdLst>
                <a:gd name="connsiteX0" fmla="*/ 2216734 w 4876800"/>
                <a:gd name="connsiteY0" fmla="*/ 2327567 h 4211783"/>
                <a:gd name="connsiteX1" fmla="*/ 2216734 w 4876800"/>
                <a:gd name="connsiteY1" fmla="*/ 2770908 h 4211783"/>
                <a:gd name="connsiteX2" fmla="*/ 2660076 w 4876800"/>
                <a:gd name="connsiteY2" fmla="*/ 2770908 h 4211783"/>
                <a:gd name="connsiteX3" fmla="*/ 2660076 w 4876800"/>
                <a:gd name="connsiteY3" fmla="*/ 2327567 h 4211783"/>
                <a:gd name="connsiteX4" fmla="*/ 221676 w 4876800"/>
                <a:gd name="connsiteY4" fmla="*/ 2327567 h 4211783"/>
                <a:gd name="connsiteX5" fmla="*/ 332508 w 4876800"/>
                <a:gd name="connsiteY5" fmla="*/ 2438400 h 4211783"/>
                <a:gd name="connsiteX6" fmla="*/ 332508 w 4876800"/>
                <a:gd name="connsiteY6" fmla="*/ 3879275 h 4211783"/>
                <a:gd name="connsiteX7" fmla="*/ 443340 w 4876800"/>
                <a:gd name="connsiteY7" fmla="*/ 3990108 h 4211783"/>
                <a:gd name="connsiteX8" fmla="*/ 4433460 w 4876800"/>
                <a:gd name="connsiteY8" fmla="*/ 3990108 h 4211783"/>
                <a:gd name="connsiteX9" fmla="*/ 4544292 w 4876800"/>
                <a:gd name="connsiteY9" fmla="*/ 3879275 h 4211783"/>
                <a:gd name="connsiteX10" fmla="*/ 4544292 w 4876800"/>
                <a:gd name="connsiteY10" fmla="*/ 2438400 h 4211783"/>
                <a:gd name="connsiteX11" fmla="*/ 4655124 w 4876800"/>
                <a:gd name="connsiteY11" fmla="*/ 2327567 h 4211783"/>
                <a:gd name="connsiteX12" fmla="*/ 4765968 w 4876800"/>
                <a:gd name="connsiteY12" fmla="*/ 2438400 h 4211783"/>
                <a:gd name="connsiteX13" fmla="*/ 4765968 w 4876800"/>
                <a:gd name="connsiteY13" fmla="*/ 3879275 h 4211783"/>
                <a:gd name="connsiteX14" fmla="*/ 4433460 w 4876800"/>
                <a:gd name="connsiteY14" fmla="*/ 4211783 h 4211783"/>
                <a:gd name="connsiteX15" fmla="*/ 443350 w 4876800"/>
                <a:gd name="connsiteY15" fmla="*/ 4211783 h 4211783"/>
                <a:gd name="connsiteX16" fmla="*/ 110842 w 4876800"/>
                <a:gd name="connsiteY16" fmla="*/ 3879275 h 4211783"/>
                <a:gd name="connsiteX17" fmla="*/ 110842 w 4876800"/>
                <a:gd name="connsiteY17" fmla="*/ 2438400 h 4211783"/>
                <a:gd name="connsiteX18" fmla="*/ 221676 w 4876800"/>
                <a:gd name="connsiteY18" fmla="*/ 2327567 h 4211783"/>
                <a:gd name="connsiteX19" fmla="*/ 332508 w 4876800"/>
                <a:gd name="connsiteY19" fmla="*/ 997534 h 4211783"/>
                <a:gd name="connsiteX20" fmla="*/ 221676 w 4876800"/>
                <a:gd name="connsiteY20" fmla="*/ 1108367 h 4211783"/>
                <a:gd name="connsiteX21" fmla="*/ 221676 w 4876800"/>
                <a:gd name="connsiteY21" fmla="*/ 1817723 h 4211783"/>
                <a:gd name="connsiteX22" fmla="*/ 310344 w 4876800"/>
                <a:gd name="connsiteY22" fmla="*/ 1928556 h 4211783"/>
                <a:gd name="connsiteX23" fmla="*/ 1995060 w 4876800"/>
                <a:gd name="connsiteY23" fmla="*/ 2305393 h 4211783"/>
                <a:gd name="connsiteX24" fmla="*/ 1995060 w 4876800"/>
                <a:gd name="connsiteY24" fmla="*/ 2216725 h 4211783"/>
                <a:gd name="connsiteX25" fmla="*/ 2105892 w 4876800"/>
                <a:gd name="connsiteY25" fmla="*/ 2105892 h 4211783"/>
                <a:gd name="connsiteX26" fmla="*/ 2770908 w 4876800"/>
                <a:gd name="connsiteY26" fmla="*/ 2105892 h 4211783"/>
                <a:gd name="connsiteX27" fmla="*/ 2881740 w 4876800"/>
                <a:gd name="connsiteY27" fmla="*/ 2216725 h 4211783"/>
                <a:gd name="connsiteX28" fmla="*/ 2881740 w 4876800"/>
                <a:gd name="connsiteY28" fmla="*/ 2305393 h 4211783"/>
                <a:gd name="connsiteX29" fmla="*/ 4566456 w 4876800"/>
                <a:gd name="connsiteY29" fmla="*/ 1928546 h 4211783"/>
                <a:gd name="connsiteX30" fmla="*/ 4655124 w 4876800"/>
                <a:gd name="connsiteY30" fmla="*/ 1817713 h 4211783"/>
                <a:gd name="connsiteX31" fmla="*/ 4655124 w 4876800"/>
                <a:gd name="connsiteY31" fmla="*/ 1108367 h 4211783"/>
                <a:gd name="connsiteX32" fmla="*/ 4544292 w 4876800"/>
                <a:gd name="connsiteY32" fmla="*/ 997534 h 4211783"/>
                <a:gd name="connsiteX33" fmla="*/ 332508 w 4876800"/>
                <a:gd name="connsiteY33" fmla="*/ 775859 h 4211783"/>
                <a:gd name="connsiteX34" fmla="*/ 4544292 w 4876800"/>
                <a:gd name="connsiteY34" fmla="*/ 775859 h 4211783"/>
                <a:gd name="connsiteX35" fmla="*/ 4876800 w 4876800"/>
                <a:gd name="connsiteY35" fmla="*/ 1108358 h 4211783"/>
                <a:gd name="connsiteX36" fmla="*/ 4876800 w 4876800"/>
                <a:gd name="connsiteY36" fmla="*/ 1817713 h 4211783"/>
                <a:gd name="connsiteX37" fmla="*/ 4621872 w 4876800"/>
                <a:gd name="connsiteY37" fmla="*/ 2139144 h 4211783"/>
                <a:gd name="connsiteX38" fmla="*/ 2881740 w 4876800"/>
                <a:gd name="connsiteY38" fmla="*/ 2527068 h 4211783"/>
                <a:gd name="connsiteX39" fmla="*/ 2881740 w 4876800"/>
                <a:gd name="connsiteY39" fmla="*/ 2881741 h 4211783"/>
                <a:gd name="connsiteX40" fmla="*/ 2770908 w 4876800"/>
                <a:gd name="connsiteY40" fmla="*/ 2992574 h 4211783"/>
                <a:gd name="connsiteX41" fmla="*/ 2105892 w 4876800"/>
                <a:gd name="connsiteY41" fmla="*/ 2992574 h 4211783"/>
                <a:gd name="connsiteX42" fmla="*/ 1995060 w 4876800"/>
                <a:gd name="connsiteY42" fmla="*/ 2881741 h 4211783"/>
                <a:gd name="connsiteX43" fmla="*/ 1995060 w 4876800"/>
                <a:gd name="connsiteY43" fmla="*/ 2527068 h 4211783"/>
                <a:gd name="connsiteX44" fmla="*/ 254928 w 4876800"/>
                <a:gd name="connsiteY44" fmla="*/ 2139144 h 4211783"/>
                <a:gd name="connsiteX45" fmla="*/ 0 w 4876800"/>
                <a:gd name="connsiteY45" fmla="*/ 1817723 h 4211783"/>
                <a:gd name="connsiteX46" fmla="*/ 0 w 4876800"/>
                <a:gd name="connsiteY46" fmla="*/ 1108367 h 4211783"/>
                <a:gd name="connsiteX47" fmla="*/ 332508 w 4876800"/>
                <a:gd name="connsiteY47" fmla="*/ 775859 h 4211783"/>
                <a:gd name="connsiteX48" fmla="*/ 1884216 w 4876800"/>
                <a:gd name="connsiteY48" fmla="*/ 0 h 4211783"/>
                <a:gd name="connsiteX49" fmla="*/ 2992584 w 4876800"/>
                <a:gd name="connsiteY49" fmla="*/ 0 h 4211783"/>
                <a:gd name="connsiteX50" fmla="*/ 3325072 w 4876800"/>
                <a:gd name="connsiteY50" fmla="*/ 332508 h 4211783"/>
                <a:gd name="connsiteX51" fmla="*/ 3325072 w 4876800"/>
                <a:gd name="connsiteY51" fmla="*/ 443341 h 4211783"/>
                <a:gd name="connsiteX52" fmla="*/ 3214240 w 4876800"/>
                <a:gd name="connsiteY52" fmla="*/ 554174 h 4211783"/>
                <a:gd name="connsiteX53" fmla="*/ 3103408 w 4876800"/>
                <a:gd name="connsiteY53" fmla="*/ 443341 h 4211783"/>
                <a:gd name="connsiteX54" fmla="*/ 3103408 w 4876800"/>
                <a:gd name="connsiteY54" fmla="*/ 332508 h 4211783"/>
                <a:gd name="connsiteX55" fmla="*/ 2992574 w 4876800"/>
                <a:gd name="connsiteY55" fmla="*/ 221675 h 4211783"/>
                <a:gd name="connsiteX56" fmla="*/ 1884208 w 4876800"/>
                <a:gd name="connsiteY56" fmla="*/ 221675 h 4211783"/>
                <a:gd name="connsiteX57" fmla="*/ 1773374 w 4876800"/>
                <a:gd name="connsiteY57" fmla="*/ 332508 h 4211783"/>
                <a:gd name="connsiteX58" fmla="*/ 1773374 w 4876800"/>
                <a:gd name="connsiteY58" fmla="*/ 443341 h 4211783"/>
                <a:gd name="connsiteX59" fmla="*/ 1662540 w 4876800"/>
                <a:gd name="connsiteY59" fmla="*/ 554174 h 4211783"/>
                <a:gd name="connsiteX60" fmla="*/ 1551708 w 4876800"/>
                <a:gd name="connsiteY60" fmla="*/ 443341 h 4211783"/>
                <a:gd name="connsiteX61" fmla="*/ 1551708 w 4876800"/>
                <a:gd name="connsiteY61" fmla="*/ 332508 h 4211783"/>
                <a:gd name="connsiteX62" fmla="*/ 1884216 w 4876800"/>
                <a:gd name="connsiteY62" fmla="*/ 0 h 4211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876800" h="4211783">
                  <a:moveTo>
                    <a:pt x="2216734" y="2327567"/>
                  </a:moveTo>
                  <a:lnTo>
                    <a:pt x="2216734" y="2770908"/>
                  </a:lnTo>
                  <a:lnTo>
                    <a:pt x="2660076" y="2770908"/>
                  </a:lnTo>
                  <a:lnTo>
                    <a:pt x="2660076" y="2327567"/>
                  </a:lnTo>
                  <a:close/>
                  <a:moveTo>
                    <a:pt x="221676" y="2327567"/>
                  </a:moveTo>
                  <a:cubicBezTo>
                    <a:pt x="288168" y="2327567"/>
                    <a:pt x="332508" y="2371896"/>
                    <a:pt x="332508" y="2438400"/>
                  </a:cubicBezTo>
                  <a:lnTo>
                    <a:pt x="332508" y="3879275"/>
                  </a:lnTo>
                  <a:cubicBezTo>
                    <a:pt x="332508" y="3945769"/>
                    <a:pt x="376836" y="3990108"/>
                    <a:pt x="443340" y="3990108"/>
                  </a:cubicBezTo>
                  <a:lnTo>
                    <a:pt x="4433460" y="3990108"/>
                  </a:lnTo>
                  <a:cubicBezTo>
                    <a:pt x="4499952" y="3990108"/>
                    <a:pt x="4544292" y="3945779"/>
                    <a:pt x="4544292" y="3879275"/>
                  </a:cubicBezTo>
                  <a:lnTo>
                    <a:pt x="4544292" y="2438400"/>
                  </a:lnTo>
                  <a:cubicBezTo>
                    <a:pt x="4544292" y="2371906"/>
                    <a:pt x="4588620" y="2327567"/>
                    <a:pt x="4655124" y="2327567"/>
                  </a:cubicBezTo>
                  <a:cubicBezTo>
                    <a:pt x="4721628" y="2327567"/>
                    <a:pt x="4765968" y="2371896"/>
                    <a:pt x="4765968" y="2438400"/>
                  </a:cubicBezTo>
                  <a:lnTo>
                    <a:pt x="4765968" y="3879275"/>
                  </a:lnTo>
                  <a:cubicBezTo>
                    <a:pt x="4765968" y="4067699"/>
                    <a:pt x="4621882" y="4211783"/>
                    <a:pt x="4433460" y="4211783"/>
                  </a:cubicBezTo>
                  <a:lnTo>
                    <a:pt x="443350" y="4211783"/>
                  </a:lnTo>
                  <a:cubicBezTo>
                    <a:pt x="254928" y="4211783"/>
                    <a:pt x="110842" y="4067699"/>
                    <a:pt x="110842" y="3879275"/>
                  </a:cubicBezTo>
                  <a:lnTo>
                    <a:pt x="110842" y="2438400"/>
                  </a:lnTo>
                  <a:cubicBezTo>
                    <a:pt x="110842" y="2371906"/>
                    <a:pt x="155180" y="2327567"/>
                    <a:pt x="221676" y="2327567"/>
                  </a:cubicBezTo>
                  <a:close/>
                  <a:moveTo>
                    <a:pt x="332508" y="997534"/>
                  </a:moveTo>
                  <a:cubicBezTo>
                    <a:pt x="266014" y="997534"/>
                    <a:pt x="221676" y="1041864"/>
                    <a:pt x="221676" y="1108367"/>
                  </a:cubicBezTo>
                  <a:lnTo>
                    <a:pt x="221676" y="1817723"/>
                  </a:lnTo>
                  <a:cubicBezTo>
                    <a:pt x="221676" y="1873139"/>
                    <a:pt x="254928" y="1917468"/>
                    <a:pt x="310344" y="1928556"/>
                  </a:cubicBezTo>
                  <a:lnTo>
                    <a:pt x="1995060" y="2305393"/>
                  </a:lnTo>
                  <a:lnTo>
                    <a:pt x="1995060" y="2216725"/>
                  </a:lnTo>
                  <a:cubicBezTo>
                    <a:pt x="1995060" y="2150231"/>
                    <a:pt x="2039388" y="2105892"/>
                    <a:pt x="2105892" y="2105892"/>
                  </a:cubicBezTo>
                  <a:lnTo>
                    <a:pt x="2770908" y="2105892"/>
                  </a:lnTo>
                  <a:cubicBezTo>
                    <a:pt x="2837404" y="2105892"/>
                    <a:pt x="2881740" y="2150221"/>
                    <a:pt x="2881740" y="2216725"/>
                  </a:cubicBezTo>
                  <a:lnTo>
                    <a:pt x="2881740" y="2305393"/>
                  </a:lnTo>
                  <a:lnTo>
                    <a:pt x="4566456" y="1928546"/>
                  </a:lnTo>
                  <a:cubicBezTo>
                    <a:pt x="4621872" y="1917468"/>
                    <a:pt x="4655124" y="1873130"/>
                    <a:pt x="4655124" y="1817713"/>
                  </a:cubicBezTo>
                  <a:lnTo>
                    <a:pt x="4655124" y="1108367"/>
                  </a:lnTo>
                  <a:cubicBezTo>
                    <a:pt x="4655124" y="1041873"/>
                    <a:pt x="4610796" y="997534"/>
                    <a:pt x="4544292" y="997534"/>
                  </a:cubicBezTo>
                  <a:close/>
                  <a:moveTo>
                    <a:pt x="332508" y="775859"/>
                  </a:moveTo>
                  <a:lnTo>
                    <a:pt x="4544292" y="775859"/>
                  </a:lnTo>
                  <a:cubicBezTo>
                    <a:pt x="4732716" y="775859"/>
                    <a:pt x="4876800" y="919944"/>
                    <a:pt x="4876800" y="1108358"/>
                  </a:cubicBezTo>
                  <a:lnTo>
                    <a:pt x="4876800" y="1817713"/>
                  </a:lnTo>
                  <a:cubicBezTo>
                    <a:pt x="4876800" y="1972885"/>
                    <a:pt x="4765968" y="2105892"/>
                    <a:pt x="4621872" y="2139144"/>
                  </a:cubicBezTo>
                  <a:lnTo>
                    <a:pt x="2881740" y="2527068"/>
                  </a:lnTo>
                  <a:lnTo>
                    <a:pt x="2881740" y="2881741"/>
                  </a:lnTo>
                  <a:cubicBezTo>
                    <a:pt x="2881740" y="2948235"/>
                    <a:pt x="2837412" y="2992574"/>
                    <a:pt x="2770908" y="2992574"/>
                  </a:cubicBezTo>
                  <a:lnTo>
                    <a:pt x="2105892" y="2992574"/>
                  </a:lnTo>
                  <a:cubicBezTo>
                    <a:pt x="2039398" y="2992574"/>
                    <a:pt x="1995060" y="2948245"/>
                    <a:pt x="1995060" y="2881741"/>
                  </a:cubicBezTo>
                  <a:lnTo>
                    <a:pt x="1995060" y="2527068"/>
                  </a:lnTo>
                  <a:lnTo>
                    <a:pt x="254928" y="2139144"/>
                  </a:lnTo>
                  <a:cubicBezTo>
                    <a:pt x="110832" y="2105892"/>
                    <a:pt x="0" y="1972885"/>
                    <a:pt x="0" y="1817723"/>
                  </a:cubicBezTo>
                  <a:lnTo>
                    <a:pt x="0" y="1108367"/>
                  </a:lnTo>
                  <a:cubicBezTo>
                    <a:pt x="0" y="919944"/>
                    <a:pt x="144084" y="775859"/>
                    <a:pt x="332508" y="775859"/>
                  </a:cubicBezTo>
                  <a:close/>
                  <a:moveTo>
                    <a:pt x="1884216" y="0"/>
                  </a:moveTo>
                  <a:lnTo>
                    <a:pt x="2992584" y="0"/>
                  </a:lnTo>
                  <a:cubicBezTo>
                    <a:pt x="3181008" y="0"/>
                    <a:pt x="3325092" y="144085"/>
                    <a:pt x="3325072" y="332508"/>
                  </a:cubicBezTo>
                  <a:lnTo>
                    <a:pt x="3325072" y="443341"/>
                  </a:lnTo>
                  <a:cubicBezTo>
                    <a:pt x="3325072" y="509835"/>
                    <a:pt x="3280744" y="554174"/>
                    <a:pt x="3214240" y="554174"/>
                  </a:cubicBezTo>
                  <a:cubicBezTo>
                    <a:pt x="3147746" y="554174"/>
                    <a:pt x="3103408" y="509845"/>
                    <a:pt x="3103408" y="443341"/>
                  </a:cubicBezTo>
                  <a:lnTo>
                    <a:pt x="3103408" y="332508"/>
                  </a:lnTo>
                  <a:cubicBezTo>
                    <a:pt x="3103408" y="266014"/>
                    <a:pt x="3059076" y="221675"/>
                    <a:pt x="2992574" y="221675"/>
                  </a:cubicBezTo>
                  <a:lnTo>
                    <a:pt x="1884208" y="221675"/>
                  </a:lnTo>
                  <a:cubicBezTo>
                    <a:pt x="1817712" y="221675"/>
                    <a:pt x="1773374" y="266005"/>
                    <a:pt x="1773374" y="332508"/>
                  </a:cubicBezTo>
                  <a:lnTo>
                    <a:pt x="1773374" y="443341"/>
                  </a:lnTo>
                  <a:cubicBezTo>
                    <a:pt x="1773374" y="509835"/>
                    <a:pt x="1729036" y="554174"/>
                    <a:pt x="1662540" y="554174"/>
                  </a:cubicBezTo>
                  <a:cubicBezTo>
                    <a:pt x="1596048" y="554174"/>
                    <a:pt x="1551708" y="509845"/>
                    <a:pt x="1551708" y="443341"/>
                  </a:cubicBezTo>
                  <a:lnTo>
                    <a:pt x="1551708" y="332508"/>
                  </a:lnTo>
                  <a:cubicBezTo>
                    <a:pt x="1551708" y="144085"/>
                    <a:pt x="1695792" y="0"/>
                    <a:pt x="1884216" y="0"/>
                  </a:cubicBezTo>
                  <a:close/>
                </a:path>
              </a:pathLst>
            </a:custGeom>
            <a:solidFill>
              <a:schemeClr val="accent1"/>
            </a:solidFill>
            <a:ln w="9525" cap="flat">
              <a:noFill/>
              <a:prstDash val="solid"/>
              <a:miter/>
            </a:ln>
            <a:effectLst/>
          </p:spPr>
          <p:txBody>
            <a:bodyPr lIns="94476" tIns="47237" rIns="94476" bIns="47237" rtlCol="0" anchor="ctr"/>
            <a:lstStyle/>
            <a:p>
              <a:endParaRPr lang="en-US" sz="1860">
                <a:latin typeface="思源黑体 CN Bold" panose="020B0800000000000000" pitchFamily="34" charset="-122"/>
                <a:ea typeface="思源黑体 CN Bold" panose="020B0800000000000000" pitchFamily="34" charset="-122"/>
              </a:endParaRPr>
            </a:p>
          </p:txBody>
        </p:sp>
        <p:sp>
          <p:nvSpPr>
            <p:cNvPr id="134" name="Freeform 122"/>
            <p:cNvSpPr>
              <a:spLocks noEditPoints="1"/>
            </p:cNvSpPr>
            <p:nvPr/>
          </p:nvSpPr>
          <p:spPr bwMode="auto">
            <a:xfrm>
              <a:off x="5284838" y="4760710"/>
              <a:ext cx="176100" cy="174947"/>
            </a:xfrm>
            <a:custGeom>
              <a:avLst/>
              <a:gdLst>
                <a:gd name="T0" fmla="*/ 158 w 192"/>
                <a:gd name="T1" fmla="*/ 70 h 192"/>
                <a:gd name="T2" fmla="*/ 175 w 192"/>
                <a:gd name="T3" fmla="*/ 44 h 192"/>
                <a:gd name="T4" fmla="*/ 140 w 192"/>
                <a:gd name="T5" fmla="*/ 20 h 192"/>
                <a:gd name="T6" fmla="*/ 119 w 192"/>
                <a:gd name="T7" fmla="*/ 29 h 192"/>
                <a:gd name="T8" fmla="*/ 85 w 192"/>
                <a:gd name="T9" fmla="*/ 0 h 192"/>
                <a:gd name="T10" fmla="*/ 71 w 192"/>
                <a:gd name="T11" fmla="*/ 34 h 192"/>
                <a:gd name="T12" fmla="*/ 52 w 192"/>
                <a:gd name="T13" fmla="*/ 20 h 192"/>
                <a:gd name="T14" fmla="*/ 17 w 192"/>
                <a:gd name="T15" fmla="*/ 44 h 192"/>
                <a:gd name="T16" fmla="*/ 34 w 192"/>
                <a:gd name="T17" fmla="*/ 70 h 192"/>
                <a:gd name="T18" fmla="*/ 0 w 192"/>
                <a:gd name="T19" fmla="*/ 85 h 192"/>
                <a:gd name="T20" fmla="*/ 29 w 192"/>
                <a:gd name="T21" fmla="*/ 119 h 192"/>
                <a:gd name="T22" fmla="*/ 20 w 192"/>
                <a:gd name="T23" fmla="*/ 140 h 192"/>
                <a:gd name="T24" fmla="*/ 36 w 192"/>
                <a:gd name="T25" fmla="*/ 172 h 192"/>
                <a:gd name="T26" fmla="*/ 70 w 192"/>
                <a:gd name="T27" fmla="*/ 158 h 192"/>
                <a:gd name="T28" fmla="*/ 85 w 192"/>
                <a:gd name="T29" fmla="*/ 192 h 192"/>
                <a:gd name="T30" fmla="*/ 119 w 192"/>
                <a:gd name="T31" fmla="*/ 163 h 192"/>
                <a:gd name="T32" fmla="*/ 140 w 192"/>
                <a:gd name="T33" fmla="*/ 172 h 192"/>
                <a:gd name="T34" fmla="*/ 175 w 192"/>
                <a:gd name="T35" fmla="*/ 148 h 192"/>
                <a:gd name="T36" fmla="*/ 158 w 192"/>
                <a:gd name="T37" fmla="*/ 122 h 192"/>
                <a:gd name="T38" fmla="*/ 192 w 192"/>
                <a:gd name="T39" fmla="*/ 107 h 192"/>
                <a:gd name="T40" fmla="*/ 149 w 192"/>
                <a:gd name="T41" fmla="*/ 118 h 192"/>
                <a:gd name="T42" fmla="*/ 165 w 192"/>
                <a:gd name="T43" fmla="*/ 148 h 192"/>
                <a:gd name="T44" fmla="*/ 147 w 192"/>
                <a:gd name="T45" fmla="*/ 165 h 192"/>
                <a:gd name="T46" fmla="*/ 109 w 192"/>
                <a:gd name="T47" fmla="*/ 163 h 192"/>
                <a:gd name="T48" fmla="*/ 85 w 192"/>
                <a:gd name="T49" fmla="*/ 182 h 192"/>
                <a:gd name="T50" fmla="*/ 74 w 192"/>
                <a:gd name="T51" fmla="*/ 149 h 192"/>
                <a:gd name="T52" fmla="*/ 45 w 192"/>
                <a:gd name="T53" fmla="*/ 165 h 192"/>
                <a:gd name="T54" fmla="*/ 27 w 192"/>
                <a:gd name="T55" fmla="*/ 148 h 192"/>
                <a:gd name="T56" fmla="*/ 43 w 192"/>
                <a:gd name="T57" fmla="*/ 118 h 192"/>
                <a:gd name="T58" fmla="*/ 10 w 192"/>
                <a:gd name="T59" fmla="*/ 107 h 192"/>
                <a:gd name="T60" fmla="*/ 29 w 192"/>
                <a:gd name="T61" fmla="*/ 84 h 192"/>
                <a:gd name="T62" fmla="*/ 27 w 192"/>
                <a:gd name="T63" fmla="*/ 45 h 192"/>
                <a:gd name="T64" fmla="*/ 43 w 192"/>
                <a:gd name="T65" fmla="*/ 27 h 192"/>
                <a:gd name="T66" fmla="*/ 74 w 192"/>
                <a:gd name="T67" fmla="*/ 43 h 192"/>
                <a:gd name="T68" fmla="*/ 85 w 192"/>
                <a:gd name="T69" fmla="*/ 10 h 192"/>
                <a:gd name="T70" fmla="*/ 109 w 192"/>
                <a:gd name="T71" fmla="*/ 29 h 192"/>
                <a:gd name="T72" fmla="*/ 147 w 192"/>
                <a:gd name="T73" fmla="*/ 27 h 192"/>
                <a:gd name="T74" fmla="*/ 165 w 192"/>
                <a:gd name="T75" fmla="*/ 45 h 192"/>
                <a:gd name="T76" fmla="*/ 163 w 192"/>
                <a:gd name="T77" fmla="*/ 84 h 192"/>
                <a:gd name="T78" fmla="*/ 182 w 192"/>
                <a:gd name="T79" fmla="*/ 107 h 192"/>
                <a:gd name="T80" fmla="*/ 149 w 192"/>
                <a:gd name="T81" fmla="*/ 118 h 192"/>
                <a:gd name="T82" fmla="*/ 96 w 192"/>
                <a:gd name="T83" fmla="*/ 129 h 192"/>
                <a:gd name="T84" fmla="*/ 96 w 192"/>
                <a:gd name="T85" fmla="*/ 119 h 192"/>
                <a:gd name="T86" fmla="*/ 119 w 192"/>
                <a:gd name="T87"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2" h="192">
                  <a:moveTo>
                    <a:pt x="181" y="74"/>
                  </a:moveTo>
                  <a:cubicBezTo>
                    <a:pt x="163" y="74"/>
                    <a:pt x="163" y="74"/>
                    <a:pt x="163" y="74"/>
                  </a:cubicBezTo>
                  <a:cubicBezTo>
                    <a:pt x="161" y="74"/>
                    <a:pt x="159" y="72"/>
                    <a:pt x="158" y="70"/>
                  </a:cubicBezTo>
                  <a:cubicBezTo>
                    <a:pt x="158" y="68"/>
                    <a:pt x="158" y="66"/>
                    <a:pt x="160" y="64"/>
                  </a:cubicBezTo>
                  <a:cubicBezTo>
                    <a:pt x="172" y="52"/>
                    <a:pt x="172" y="52"/>
                    <a:pt x="172" y="52"/>
                  </a:cubicBezTo>
                  <a:cubicBezTo>
                    <a:pt x="174" y="50"/>
                    <a:pt x="175" y="47"/>
                    <a:pt x="175" y="44"/>
                  </a:cubicBezTo>
                  <a:cubicBezTo>
                    <a:pt x="175" y="41"/>
                    <a:pt x="174" y="38"/>
                    <a:pt x="172" y="36"/>
                  </a:cubicBezTo>
                  <a:cubicBezTo>
                    <a:pt x="156" y="20"/>
                    <a:pt x="156" y="20"/>
                    <a:pt x="156" y="20"/>
                  </a:cubicBezTo>
                  <a:cubicBezTo>
                    <a:pt x="152" y="16"/>
                    <a:pt x="144" y="16"/>
                    <a:pt x="140" y="20"/>
                  </a:cubicBezTo>
                  <a:cubicBezTo>
                    <a:pt x="128" y="33"/>
                    <a:pt x="128" y="33"/>
                    <a:pt x="128" y="33"/>
                  </a:cubicBezTo>
                  <a:cubicBezTo>
                    <a:pt x="126" y="34"/>
                    <a:pt x="124" y="35"/>
                    <a:pt x="122" y="34"/>
                  </a:cubicBezTo>
                  <a:cubicBezTo>
                    <a:pt x="120" y="33"/>
                    <a:pt x="119" y="31"/>
                    <a:pt x="119" y="29"/>
                  </a:cubicBezTo>
                  <a:cubicBezTo>
                    <a:pt x="119" y="11"/>
                    <a:pt x="119" y="11"/>
                    <a:pt x="119" y="11"/>
                  </a:cubicBezTo>
                  <a:cubicBezTo>
                    <a:pt x="119" y="5"/>
                    <a:pt x="114" y="0"/>
                    <a:pt x="107" y="0"/>
                  </a:cubicBezTo>
                  <a:cubicBezTo>
                    <a:pt x="85" y="0"/>
                    <a:pt x="85" y="0"/>
                    <a:pt x="85" y="0"/>
                  </a:cubicBezTo>
                  <a:cubicBezTo>
                    <a:pt x="79" y="0"/>
                    <a:pt x="74" y="5"/>
                    <a:pt x="74" y="11"/>
                  </a:cubicBezTo>
                  <a:cubicBezTo>
                    <a:pt x="74" y="29"/>
                    <a:pt x="74" y="29"/>
                    <a:pt x="74" y="29"/>
                  </a:cubicBezTo>
                  <a:cubicBezTo>
                    <a:pt x="74" y="31"/>
                    <a:pt x="73" y="33"/>
                    <a:pt x="71" y="34"/>
                  </a:cubicBezTo>
                  <a:cubicBezTo>
                    <a:pt x="70" y="34"/>
                    <a:pt x="69" y="34"/>
                    <a:pt x="68" y="34"/>
                  </a:cubicBezTo>
                  <a:cubicBezTo>
                    <a:pt x="67" y="34"/>
                    <a:pt x="66" y="34"/>
                    <a:pt x="65" y="33"/>
                  </a:cubicBezTo>
                  <a:cubicBezTo>
                    <a:pt x="52" y="20"/>
                    <a:pt x="52" y="20"/>
                    <a:pt x="52" y="20"/>
                  </a:cubicBezTo>
                  <a:cubicBezTo>
                    <a:pt x="48" y="16"/>
                    <a:pt x="41" y="16"/>
                    <a:pt x="36" y="20"/>
                  </a:cubicBezTo>
                  <a:cubicBezTo>
                    <a:pt x="20" y="36"/>
                    <a:pt x="20" y="36"/>
                    <a:pt x="20" y="36"/>
                  </a:cubicBezTo>
                  <a:cubicBezTo>
                    <a:pt x="18" y="38"/>
                    <a:pt x="17" y="41"/>
                    <a:pt x="17" y="44"/>
                  </a:cubicBezTo>
                  <a:cubicBezTo>
                    <a:pt x="17" y="47"/>
                    <a:pt x="18" y="50"/>
                    <a:pt x="20" y="52"/>
                  </a:cubicBezTo>
                  <a:cubicBezTo>
                    <a:pt x="33" y="65"/>
                    <a:pt x="33" y="65"/>
                    <a:pt x="33" y="65"/>
                  </a:cubicBezTo>
                  <a:cubicBezTo>
                    <a:pt x="34" y="66"/>
                    <a:pt x="35" y="68"/>
                    <a:pt x="34" y="70"/>
                  </a:cubicBezTo>
                  <a:cubicBezTo>
                    <a:pt x="33" y="72"/>
                    <a:pt x="31" y="74"/>
                    <a:pt x="29" y="74"/>
                  </a:cubicBezTo>
                  <a:cubicBezTo>
                    <a:pt x="11" y="74"/>
                    <a:pt x="11" y="74"/>
                    <a:pt x="11" y="74"/>
                  </a:cubicBezTo>
                  <a:cubicBezTo>
                    <a:pt x="5" y="74"/>
                    <a:pt x="0" y="79"/>
                    <a:pt x="0" y="85"/>
                  </a:cubicBezTo>
                  <a:cubicBezTo>
                    <a:pt x="0" y="107"/>
                    <a:pt x="0" y="107"/>
                    <a:pt x="0" y="107"/>
                  </a:cubicBezTo>
                  <a:cubicBezTo>
                    <a:pt x="0" y="114"/>
                    <a:pt x="5" y="119"/>
                    <a:pt x="11" y="119"/>
                  </a:cubicBezTo>
                  <a:cubicBezTo>
                    <a:pt x="29" y="119"/>
                    <a:pt x="29" y="119"/>
                    <a:pt x="29" y="119"/>
                  </a:cubicBezTo>
                  <a:cubicBezTo>
                    <a:pt x="31" y="119"/>
                    <a:pt x="33" y="120"/>
                    <a:pt x="34" y="122"/>
                  </a:cubicBezTo>
                  <a:cubicBezTo>
                    <a:pt x="35" y="124"/>
                    <a:pt x="34" y="126"/>
                    <a:pt x="33" y="128"/>
                  </a:cubicBezTo>
                  <a:cubicBezTo>
                    <a:pt x="20" y="140"/>
                    <a:pt x="20" y="140"/>
                    <a:pt x="20" y="140"/>
                  </a:cubicBezTo>
                  <a:cubicBezTo>
                    <a:pt x="18" y="142"/>
                    <a:pt x="17" y="145"/>
                    <a:pt x="17" y="148"/>
                  </a:cubicBezTo>
                  <a:cubicBezTo>
                    <a:pt x="17" y="151"/>
                    <a:pt x="18" y="154"/>
                    <a:pt x="20" y="156"/>
                  </a:cubicBezTo>
                  <a:cubicBezTo>
                    <a:pt x="36" y="172"/>
                    <a:pt x="36" y="172"/>
                    <a:pt x="36" y="172"/>
                  </a:cubicBezTo>
                  <a:cubicBezTo>
                    <a:pt x="40" y="176"/>
                    <a:pt x="48" y="176"/>
                    <a:pt x="52" y="172"/>
                  </a:cubicBezTo>
                  <a:cubicBezTo>
                    <a:pt x="65" y="159"/>
                    <a:pt x="65" y="159"/>
                    <a:pt x="65" y="159"/>
                  </a:cubicBezTo>
                  <a:cubicBezTo>
                    <a:pt x="66" y="158"/>
                    <a:pt x="68" y="157"/>
                    <a:pt x="70" y="158"/>
                  </a:cubicBezTo>
                  <a:cubicBezTo>
                    <a:pt x="73" y="159"/>
                    <a:pt x="74" y="161"/>
                    <a:pt x="74" y="163"/>
                  </a:cubicBezTo>
                  <a:cubicBezTo>
                    <a:pt x="74" y="181"/>
                    <a:pt x="74" y="181"/>
                    <a:pt x="74" y="181"/>
                  </a:cubicBezTo>
                  <a:cubicBezTo>
                    <a:pt x="74" y="187"/>
                    <a:pt x="79" y="192"/>
                    <a:pt x="85" y="192"/>
                  </a:cubicBezTo>
                  <a:cubicBezTo>
                    <a:pt x="107" y="192"/>
                    <a:pt x="107" y="192"/>
                    <a:pt x="107" y="192"/>
                  </a:cubicBezTo>
                  <a:cubicBezTo>
                    <a:pt x="114" y="192"/>
                    <a:pt x="119" y="187"/>
                    <a:pt x="119" y="181"/>
                  </a:cubicBezTo>
                  <a:cubicBezTo>
                    <a:pt x="119" y="163"/>
                    <a:pt x="119" y="163"/>
                    <a:pt x="119" y="163"/>
                  </a:cubicBezTo>
                  <a:cubicBezTo>
                    <a:pt x="119" y="161"/>
                    <a:pt x="120" y="159"/>
                    <a:pt x="122" y="158"/>
                  </a:cubicBezTo>
                  <a:cubicBezTo>
                    <a:pt x="124" y="157"/>
                    <a:pt x="126" y="158"/>
                    <a:pt x="128" y="159"/>
                  </a:cubicBezTo>
                  <a:cubicBezTo>
                    <a:pt x="140" y="172"/>
                    <a:pt x="140" y="172"/>
                    <a:pt x="140" y="172"/>
                  </a:cubicBezTo>
                  <a:cubicBezTo>
                    <a:pt x="144" y="176"/>
                    <a:pt x="152" y="176"/>
                    <a:pt x="156" y="172"/>
                  </a:cubicBezTo>
                  <a:cubicBezTo>
                    <a:pt x="172" y="156"/>
                    <a:pt x="172" y="156"/>
                    <a:pt x="172" y="156"/>
                  </a:cubicBezTo>
                  <a:cubicBezTo>
                    <a:pt x="174" y="154"/>
                    <a:pt x="175" y="151"/>
                    <a:pt x="175" y="148"/>
                  </a:cubicBezTo>
                  <a:cubicBezTo>
                    <a:pt x="175" y="145"/>
                    <a:pt x="174" y="142"/>
                    <a:pt x="172" y="140"/>
                  </a:cubicBezTo>
                  <a:cubicBezTo>
                    <a:pt x="160" y="128"/>
                    <a:pt x="160" y="128"/>
                    <a:pt x="160" y="128"/>
                  </a:cubicBezTo>
                  <a:cubicBezTo>
                    <a:pt x="158" y="126"/>
                    <a:pt x="158" y="124"/>
                    <a:pt x="158" y="122"/>
                  </a:cubicBezTo>
                  <a:cubicBezTo>
                    <a:pt x="159" y="120"/>
                    <a:pt x="161" y="119"/>
                    <a:pt x="163" y="119"/>
                  </a:cubicBezTo>
                  <a:cubicBezTo>
                    <a:pt x="181" y="119"/>
                    <a:pt x="181" y="119"/>
                    <a:pt x="181" y="119"/>
                  </a:cubicBezTo>
                  <a:cubicBezTo>
                    <a:pt x="187" y="119"/>
                    <a:pt x="192" y="114"/>
                    <a:pt x="192" y="107"/>
                  </a:cubicBezTo>
                  <a:cubicBezTo>
                    <a:pt x="192" y="85"/>
                    <a:pt x="192" y="85"/>
                    <a:pt x="192" y="85"/>
                  </a:cubicBezTo>
                  <a:cubicBezTo>
                    <a:pt x="192" y="79"/>
                    <a:pt x="187" y="74"/>
                    <a:pt x="181" y="74"/>
                  </a:cubicBezTo>
                  <a:close/>
                  <a:moveTo>
                    <a:pt x="149" y="118"/>
                  </a:moveTo>
                  <a:cubicBezTo>
                    <a:pt x="147" y="124"/>
                    <a:pt x="148" y="130"/>
                    <a:pt x="152" y="135"/>
                  </a:cubicBezTo>
                  <a:cubicBezTo>
                    <a:pt x="165" y="147"/>
                    <a:pt x="165" y="147"/>
                    <a:pt x="165" y="147"/>
                  </a:cubicBezTo>
                  <a:cubicBezTo>
                    <a:pt x="165" y="147"/>
                    <a:pt x="165" y="148"/>
                    <a:pt x="165" y="148"/>
                  </a:cubicBezTo>
                  <a:cubicBezTo>
                    <a:pt x="165" y="148"/>
                    <a:pt x="165" y="149"/>
                    <a:pt x="165" y="149"/>
                  </a:cubicBezTo>
                  <a:cubicBezTo>
                    <a:pt x="149" y="165"/>
                    <a:pt x="149" y="165"/>
                    <a:pt x="149" y="165"/>
                  </a:cubicBezTo>
                  <a:cubicBezTo>
                    <a:pt x="148" y="166"/>
                    <a:pt x="148" y="165"/>
                    <a:pt x="147" y="165"/>
                  </a:cubicBezTo>
                  <a:cubicBezTo>
                    <a:pt x="135" y="152"/>
                    <a:pt x="135" y="152"/>
                    <a:pt x="135" y="152"/>
                  </a:cubicBezTo>
                  <a:cubicBezTo>
                    <a:pt x="130" y="148"/>
                    <a:pt x="124" y="147"/>
                    <a:pt x="118" y="149"/>
                  </a:cubicBezTo>
                  <a:cubicBezTo>
                    <a:pt x="112" y="151"/>
                    <a:pt x="109" y="157"/>
                    <a:pt x="109" y="163"/>
                  </a:cubicBezTo>
                  <a:cubicBezTo>
                    <a:pt x="109" y="181"/>
                    <a:pt x="109" y="181"/>
                    <a:pt x="109" y="181"/>
                  </a:cubicBezTo>
                  <a:cubicBezTo>
                    <a:pt x="109" y="181"/>
                    <a:pt x="108" y="182"/>
                    <a:pt x="107" y="182"/>
                  </a:cubicBezTo>
                  <a:cubicBezTo>
                    <a:pt x="85" y="182"/>
                    <a:pt x="85" y="182"/>
                    <a:pt x="85" y="182"/>
                  </a:cubicBezTo>
                  <a:cubicBezTo>
                    <a:pt x="84" y="182"/>
                    <a:pt x="84" y="181"/>
                    <a:pt x="84" y="181"/>
                  </a:cubicBezTo>
                  <a:cubicBezTo>
                    <a:pt x="84" y="163"/>
                    <a:pt x="84" y="163"/>
                    <a:pt x="84" y="163"/>
                  </a:cubicBezTo>
                  <a:cubicBezTo>
                    <a:pt x="84" y="157"/>
                    <a:pt x="80" y="151"/>
                    <a:pt x="74" y="149"/>
                  </a:cubicBezTo>
                  <a:cubicBezTo>
                    <a:pt x="72" y="148"/>
                    <a:pt x="70" y="148"/>
                    <a:pt x="68" y="148"/>
                  </a:cubicBezTo>
                  <a:cubicBezTo>
                    <a:pt x="64" y="148"/>
                    <a:pt x="60" y="149"/>
                    <a:pt x="58" y="152"/>
                  </a:cubicBezTo>
                  <a:cubicBezTo>
                    <a:pt x="45" y="165"/>
                    <a:pt x="45" y="165"/>
                    <a:pt x="45" y="165"/>
                  </a:cubicBezTo>
                  <a:cubicBezTo>
                    <a:pt x="45" y="165"/>
                    <a:pt x="44" y="165"/>
                    <a:pt x="43" y="165"/>
                  </a:cubicBezTo>
                  <a:cubicBezTo>
                    <a:pt x="27" y="149"/>
                    <a:pt x="27" y="149"/>
                    <a:pt x="27" y="149"/>
                  </a:cubicBezTo>
                  <a:cubicBezTo>
                    <a:pt x="27" y="149"/>
                    <a:pt x="27" y="148"/>
                    <a:pt x="27" y="148"/>
                  </a:cubicBezTo>
                  <a:cubicBezTo>
                    <a:pt x="27" y="148"/>
                    <a:pt x="27" y="147"/>
                    <a:pt x="27" y="147"/>
                  </a:cubicBezTo>
                  <a:cubicBezTo>
                    <a:pt x="40" y="135"/>
                    <a:pt x="40" y="135"/>
                    <a:pt x="40" y="135"/>
                  </a:cubicBezTo>
                  <a:cubicBezTo>
                    <a:pt x="44" y="130"/>
                    <a:pt x="46" y="124"/>
                    <a:pt x="43" y="118"/>
                  </a:cubicBezTo>
                  <a:cubicBezTo>
                    <a:pt x="41" y="112"/>
                    <a:pt x="35" y="109"/>
                    <a:pt x="29" y="109"/>
                  </a:cubicBezTo>
                  <a:cubicBezTo>
                    <a:pt x="11" y="109"/>
                    <a:pt x="11" y="109"/>
                    <a:pt x="11" y="109"/>
                  </a:cubicBezTo>
                  <a:cubicBezTo>
                    <a:pt x="11" y="109"/>
                    <a:pt x="10" y="108"/>
                    <a:pt x="10" y="107"/>
                  </a:cubicBezTo>
                  <a:cubicBezTo>
                    <a:pt x="10" y="85"/>
                    <a:pt x="10" y="85"/>
                    <a:pt x="10" y="85"/>
                  </a:cubicBezTo>
                  <a:cubicBezTo>
                    <a:pt x="10" y="84"/>
                    <a:pt x="11" y="84"/>
                    <a:pt x="11" y="84"/>
                  </a:cubicBezTo>
                  <a:cubicBezTo>
                    <a:pt x="29" y="84"/>
                    <a:pt x="29" y="84"/>
                    <a:pt x="29" y="84"/>
                  </a:cubicBezTo>
                  <a:cubicBezTo>
                    <a:pt x="35" y="84"/>
                    <a:pt x="41" y="80"/>
                    <a:pt x="43" y="74"/>
                  </a:cubicBezTo>
                  <a:cubicBezTo>
                    <a:pt x="46" y="68"/>
                    <a:pt x="44" y="62"/>
                    <a:pt x="40" y="57"/>
                  </a:cubicBezTo>
                  <a:cubicBezTo>
                    <a:pt x="27" y="45"/>
                    <a:pt x="27" y="45"/>
                    <a:pt x="27" y="45"/>
                  </a:cubicBezTo>
                  <a:cubicBezTo>
                    <a:pt x="27" y="45"/>
                    <a:pt x="27" y="44"/>
                    <a:pt x="27" y="44"/>
                  </a:cubicBezTo>
                  <a:cubicBezTo>
                    <a:pt x="27" y="44"/>
                    <a:pt x="27" y="43"/>
                    <a:pt x="27" y="43"/>
                  </a:cubicBezTo>
                  <a:cubicBezTo>
                    <a:pt x="43" y="27"/>
                    <a:pt x="43" y="27"/>
                    <a:pt x="43" y="27"/>
                  </a:cubicBezTo>
                  <a:cubicBezTo>
                    <a:pt x="44" y="27"/>
                    <a:pt x="45" y="27"/>
                    <a:pt x="45" y="27"/>
                  </a:cubicBezTo>
                  <a:cubicBezTo>
                    <a:pt x="58" y="40"/>
                    <a:pt x="58" y="40"/>
                    <a:pt x="58" y="40"/>
                  </a:cubicBezTo>
                  <a:cubicBezTo>
                    <a:pt x="62" y="44"/>
                    <a:pt x="68" y="45"/>
                    <a:pt x="74" y="43"/>
                  </a:cubicBezTo>
                  <a:cubicBezTo>
                    <a:pt x="80" y="40"/>
                    <a:pt x="84" y="35"/>
                    <a:pt x="84" y="29"/>
                  </a:cubicBezTo>
                  <a:cubicBezTo>
                    <a:pt x="84" y="11"/>
                    <a:pt x="84" y="11"/>
                    <a:pt x="84" y="11"/>
                  </a:cubicBezTo>
                  <a:cubicBezTo>
                    <a:pt x="84" y="10"/>
                    <a:pt x="84" y="10"/>
                    <a:pt x="85" y="10"/>
                  </a:cubicBezTo>
                  <a:cubicBezTo>
                    <a:pt x="107" y="10"/>
                    <a:pt x="107" y="10"/>
                    <a:pt x="107" y="10"/>
                  </a:cubicBezTo>
                  <a:cubicBezTo>
                    <a:pt x="108" y="10"/>
                    <a:pt x="109" y="10"/>
                    <a:pt x="109" y="11"/>
                  </a:cubicBezTo>
                  <a:cubicBezTo>
                    <a:pt x="109" y="29"/>
                    <a:pt x="109" y="29"/>
                    <a:pt x="109" y="29"/>
                  </a:cubicBezTo>
                  <a:cubicBezTo>
                    <a:pt x="109" y="35"/>
                    <a:pt x="112" y="40"/>
                    <a:pt x="118" y="43"/>
                  </a:cubicBezTo>
                  <a:cubicBezTo>
                    <a:pt x="124" y="45"/>
                    <a:pt x="131" y="44"/>
                    <a:pt x="135" y="40"/>
                  </a:cubicBezTo>
                  <a:cubicBezTo>
                    <a:pt x="147" y="27"/>
                    <a:pt x="147" y="27"/>
                    <a:pt x="147" y="27"/>
                  </a:cubicBezTo>
                  <a:cubicBezTo>
                    <a:pt x="148" y="27"/>
                    <a:pt x="148" y="26"/>
                    <a:pt x="149" y="27"/>
                  </a:cubicBezTo>
                  <a:cubicBezTo>
                    <a:pt x="165" y="43"/>
                    <a:pt x="165" y="43"/>
                    <a:pt x="165" y="43"/>
                  </a:cubicBezTo>
                  <a:cubicBezTo>
                    <a:pt x="166" y="44"/>
                    <a:pt x="166" y="44"/>
                    <a:pt x="165" y="45"/>
                  </a:cubicBezTo>
                  <a:cubicBezTo>
                    <a:pt x="152" y="57"/>
                    <a:pt x="152" y="57"/>
                    <a:pt x="152" y="57"/>
                  </a:cubicBezTo>
                  <a:cubicBezTo>
                    <a:pt x="148" y="62"/>
                    <a:pt x="147" y="68"/>
                    <a:pt x="149" y="74"/>
                  </a:cubicBezTo>
                  <a:cubicBezTo>
                    <a:pt x="152" y="80"/>
                    <a:pt x="157" y="84"/>
                    <a:pt x="163" y="84"/>
                  </a:cubicBezTo>
                  <a:cubicBezTo>
                    <a:pt x="181" y="84"/>
                    <a:pt x="181" y="84"/>
                    <a:pt x="181" y="84"/>
                  </a:cubicBezTo>
                  <a:cubicBezTo>
                    <a:pt x="182" y="84"/>
                    <a:pt x="182" y="84"/>
                    <a:pt x="182" y="85"/>
                  </a:cubicBezTo>
                  <a:cubicBezTo>
                    <a:pt x="182" y="107"/>
                    <a:pt x="182" y="107"/>
                    <a:pt x="182" y="107"/>
                  </a:cubicBezTo>
                  <a:cubicBezTo>
                    <a:pt x="182" y="108"/>
                    <a:pt x="182" y="109"/>
                    <a:pt x="181" y="109"/>
                  </a:cubicBezTo>
                  <a:cubicBezTo>
                    <a:pt x="163" y="109"/>
                    <a:pt x="163" y="109"/>
                    <a:pt x="163" y="109"/>
                  </a:cubicBezTo>
                  <a:cubicBezTo>
                    <a:pt x="157" y="109"/>
                    <a:pt x="152" y="112"/>
                    <a:pt x="149" y="118"/>
                  </a:cubicBezTo>
                  <a:close/>
                  <a:moveTo>
                    <a:pt x="96" y="63"/>
                  </a:moveTo>
                  <a:cubicBezTo>
                    <a:pt x="78" y="63"/>
                    <a:pt x="63" y="78"/>
                    <a:pt x="63" y="96"/>
                  </a:cubicBezTo>
                  <a:cubicBezTo>
                    <a:pt x="63" y="114"/>
                    <a:pt x="78" y="129"/>
                    <a:pt x="96" y="129"/>
                  </a:cubicBezTo>
                  <a:cubicBezTo>
                    <a:pt x="114" y="129"/>
                    <a:pt x="129" y="114"/>
                    <a:pt x="129" y="96"/>
                  </a:cubicBezTo>
                  <a:cubicBezTo>
                    <a:pt x="129" y="78"/>
                    <a:pt x="114" y="63"/>
                    <a:pt x="96" y="63"/>
                  </a:cubicBezTo>
                  <a:close/>
                  <a:moveTo>
                    <a:pt x="96" y="119"/>
                  </a:moveTo>
                  <a:cubicBezTo>
                    <a:pt x="83" y="119"/>
                    <a:pt x="73" y="109"/>
                    <a:pt x="73" y="96"/>
                  </a:cubicBezTo>
                  <a:cubicBezTo>
                    <a:pt x="73" y="83"/>
                    <a:pt x="83" y="73"/>
                    <a:pt x="96" y="73"/>
                  </a:cubicBezTo>
                  <a:cubicBezTo>
                    <a:pt x="109" y="73"/>
                    <a:pt x="119" y="83"/>
                    <a:pt x="119" y="96"/>
                  </a:cubicBezTo>
                  <a:cubicBezTo>
                    <a:pt x="119" y="109"/>
                    <a:pt x="109" y="119"/>
                    <a:pt x="96" y="119"/>
                  </a:cubicBezTo>
                  <a:close/>
                </a:path>
              </a:pathLst>
            </a:custGeom>
            <a:solidFill>
              <a:schemeClr val="accent1"/>
            </a:solidFill>
            <a:ln>
              <a:noFill/>
            </a:ln>
            <a:effectLst/>
          </p:spPr>
          <p:txBody>
            <a:bodyPr vert="horz" wrap="square" lIns="125968" tIns="62983" rIns="125968" bIns="62983"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80">
                <a:latin typeface="思源黑体 CN Bold" panose="020B0800000000000000" pitchFamily="34" charset="-122"/>
                <a:ea typeface="思源黑体 CN Bold" panose="020B0800000000000000" pitchFamily="34" charset="-122"/>
              </a:endParaRPr>
            </a:p>
          </p:txBody>
        </p:sp>
        <p:sp>
          <p:nvSpPr>
            <p:cNvPr id="135" name="Freeform 123"/>
            <p:cNvSpPr>
              <a:spLocks noEditPoints="1"/>
            </p:cNvSpPr>
            <p:nvPr/>
          </p:nvSpPr>
          <p:spPr bwMode="auto">
            <a:xfrm>
              <a:off x="7468510" y="5998739"/>
              <a:ext cx="148368" cy="191229"/>
            </a:xfrm>
            <a:custGeom>
              <a:avLst/>
              <a:gdLst>
                <a:gd name="T0" fmla="*/ 103 w 151"/>
                <a:gd name="T1" fmla="*/ 123 h 196"/>
                <a:gd name="T2" fmla="*/ 100 w 151"/>
                <a:gd name="T3" fmla="*/ 107 h 196"/>
                <a:gd name="T4" fmla="*/ 111 w 151"/>
                <a:gd name="T5" fmla="*/ 85 h 196"/>
                <a:gd name="T6" fmla="*/ 119 w 151"/>
                <a:gd name="T7" fmla="*/ 60 h 196"/>
                <a:gd name="T8" fmla="*/ 116 w 151"/>
                <a:gd name="T9" fmla="*/ 34 h 196"/>
                <a:gd name="T10" fmla="*/ 76 w 151"/>
                <a:gd name="T11" fmla="*/ 0 h 196"/>
                <a:gd name="T12" fmla="*/ 35 w 151"/>
                <a:gd name="T13" fmla="*/ 34 h 196"/>
                <a:gd name="T14" fmla="*/ 32 w 151"/>
                <a:gd name="T15" fmla="*/ 60 h 196"/>
                <a:gd name="T16" fmla="*/ 37 w 151"/>
                <a:gd name="T17" fmla="*/ 83 h 196"/>
                <a:gd name="T18" fmla="*/ 48 w 151"/>
                <a:gd name="T19" fmla="*/ 117 h 196"/>
                <a:gd name="T20" fmla="*/ 16 w 151"/>
                <a:gd name="T21" fmla="*/ 138 h 196"/>
                <a:gd name="T22" fmla="*/ 0 w 151"/>
                <a:gd name="T23" fmla="*/ 176 h 196"/>
                <a:gd name="T24" fmla="*/ 151 w 151"/>
                <a:gd name="T25" fmla="*/ 176 h 196"/>
                <a:gd name="T26" fmla="*/ 134 w 151"/>
                <a:gd name="T27" fmla="*/ 139 h 196"/>
                <a:gd name="T28" fmla="*/ 58 w 151"/>
                <a:gd name="T29" fmla="*/ 103 h 196"/>
                <a:gd name="T30" fmla="*/ 46 w 151"/>
                <a:gd name="T31" fmla="*/ 80 h 196"/>
                <a:gd name="T32" fmla="*/ 44 w 151"/>
                <a:gd name="T33" fmla="*/ 77 h 196"/>
                <a:gd name="T34" fmla="*/ 42 w 151"/>
                <a:gd name="T35" fmla="*/ 60 h 196"/>
                <a:gd name="T36" fmla="*/ 45 w 151"/>
                <a:gd name="T37" fmla="*/ 55 h 196"/>
                <a:gd name="T38" fmla="*/ 45 w 151"/>
                <a:gd name="T39" fmla="*/ 33 h 196"/>
                <a:gd name="T40" fmla="*/ 76 w 151"/>
                <a:gd name="T41" fmla="*/ 10 h 196"/>
                <a:gd name="T42" fmla="*/ 106 w 151"/>
                <a:gd name="T43" fmla="*/ 34 h 196"/>
                <a:gd name="T44" fmla="*/ 108 w 151"/>
                <a:gd name="T45" fmla="*/ 56 h 196"/>
                <a:gd name="T46" fmla="*/ 110 w 151"/>
                <a:gd name="T47" fmla="*/ 73 h 196"/>
                <a:gd name="T48" fmla="*/ 104 w 151"/>
                <a:gd name="T49" fmla="*/ 78 h 196"/>
                <a:gd name="T50" fmla="*/ 94 w 151"/>
                <a:gd name="T51" fmla="*/ 98 h 196"/>
                <a:gd name="T52" fmla="*/ 90 w 151"/>
                <a:gd name="T53" fmla="*/ 103 h 196"/>
                <a:gd name="T54" fmla="*/ 99 w 151"/>
                <a:gd name="T55" fmla="*/ 132 h 196"/>
                <a:gd name="T56" fmla="*/ 142 w 151"/>
                <a:gd name="T57" fmla="*/ 166 h 196"/>
                <a:gd name="T58" fmla="*/ 76 w 151"/>
                <a:gd name="T59" fmla="*/ 187 h 196"/>
                <a:gd name="T60" fmla="*/ 9 w 151"/>
                <a:gd name="T61" fmla="*/ 165 h 196"/>
                <a:gd name="T62" fmla="*/ 49 w 151"/>
                <a:gd name="T63" fmla="*/ 131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196">
                  <a:moveTo>
                    <a:pt x="134" y="139"/>
                  </a:moveTo>
                  <a:cubicBezTo>
                    <a:pt x="103" y="123"/>
                    <a:pt x="103" y="123"/>
                    <a:pt x="103" y="123"/>
                  </a:cubicBezTo>
                  <a:cubicBezTo>
                    <a:pt x="101" y="122"/>
                    <a:pt x="100" y="119"/>
                    <a:pt x="100" y="117"/>
                  </a:cubicBezTo>
                  <a:cubicBezTo>
                    <a:pt x="100" y="107"/>
                    <a:pt x="100" y="107"/>
                    <a:pt x="100" y="107"/>
                  </a:cubicBezTo>
                  <a:cubicBezTo>
                    <a:pt x="100" y="106"/>
                    <a:pt x="101" y="105"/>
                    <a:pt x="102" y="104"/>
                  </a:cubicBezTo>
                  <a:cubicBezTo>
                    <a:pt x="106" y="98"/>
                    <a:pt x="109" y="92"/>
                    <a:pt x="111" y="85"/>
                  </a:cubicBezTo>
                  <a:cubicBezTo>
                    <a:pt x="116" y="83"/>
                    <a:pt x="119" y="78"/>
                    <a:pt x="119" y="73"/>
                  </a:cubicBezTo>
                  <a:cubicBezTo>
                    <a:pt x="119" y="60"/>
                    <a:pt x="119" y="60"/>
                    <a:pt x="119" y="60"/>
                  </a:cubicBezTo>
                  <a:cubicBezTo>
                    <a:pt x="119" y="56"/>
                    <a:pt x="118" y="53"/>
                    <a:pt x="116" y="51"/>
                  </a:cubicBezTo>
                  <a:cubicBezTo>
                    <a:pt x="116" y="34"/>
                    <a:pt x="116" y="34"/>
                    <a:pt x="116" y="34"/>
                  </a:cubicBezTo>
                  <a:cubicBezTo>
                    <a:pt x="116" y="31"/>
                    <a:pt x="116" y="21"/>
                    <a:pt x="109" y="12"/>
                  </a:cubicBezTo>
                  <a:cubicBezTo>
                    <a:pt x="102" y="4"/>
                    <a:pt x="91" y="0"/>
                    <a:pt x="76" y="0"/>
                  </a:cubicBezTo>
                  <a:cubicBezTo>
                    <a:pt x="61" y="0"/>
                    <a:pt x="50" y="4"/>
                    <a:pt x="43" y="12"/>
                  </a:cubicBezTo>
                  <a:cubicBezTo>
                    <a:pt x="35" y="21"/>
                    <a:pt x="35" y="31"/>
                    <a:pt x="35" y="34"/>
                  </a:cubicBezTo>
                  <a:cubicBezTo>
                    <a:pt x="35" y="51"/>
                    <a:pt x="35" y="51"/>
                    <a:pt x="35" y="51"/>
                  </a:cubicBezTo>
                  <a:cubicBezTo>
                    <a:pt x="33" y="53"/>
                    <a:pt x="32" y="57"/>
                    <a:pt x="32" y="60"/>
                  </a:cubicBezTo>
                  <a:cubicBezTo>
                    <a:pt x="32" y="73"/>
                    <a:pt x="32" y="73"/>
                    <a:pt x="32" y="73"/>
                  </a:cubicBezTo>
                  <a:cubicBezTo>
                    <a:pt x="32" y="77"/>
                    <a:pt x="34" y="81"/>
                    <a:pt x="37" y="83"/>
                  </a:cubicBezTo>
                  <a:cubicBezTo>
                    <a:pt x="40" y="94"/>
                    <a:pt x="45" y="102"/>
                    <a:pt x="48" y="107"/>
                  </a:cubicBezTo>
                  <a:cubicBezTo>
                    <a:pt x="48" y="117"/>
                    <a:pt x="48" y="117"/>
                    <a:pt x="48" y="117"/>
                  </a:cubicBezTo>
                  <a:cubicBezTo>
                    <a:pt x="48" y="119"/>
                    <a:pt x="47" y="122"/>
                    <a:pt x="45" y="123"/>
                  </a:cubicBezTo>
                  <a:cubicBezTo>
                    <a:pt x="16" y="138"/>
                    <a:pt x="16" y="138"/>
                    <a:pt x="16" y="138"/>
                  </a:cubicBezTo>
                  <a:cubicBezTo>
                    <a:pt x="6" y="144"/>
                    <a:pt x="0" y="154"/>
                    <a:pt x="0" y="165"/>
                  </a:cubicBezTo>
                  <a:cubicBezTo>
                    <a:pt x="0" y="176"/>
                    <a:pt x="0" y="176"/>
                    <a:pt x="0" y="176"/>
                  </a:cubicBezTo>
                  <a:cubicBezTo>
                    <a:pt x="0" y="196"/>
                    <a:pt x="73" y="196"/>
                    <a:pt x="76" y="196"/>
                  </a:cubicBezTo>
                  <a:cubicBezTo>
                    <a:pt x="79" y="196"/>
                    <a:pt x="151" y="196"/>
                    <a:pt x="151" y="176"/>
                  </a:cubicBezTo>
                  <a:cubicBezTo>
                    <a:pt x="151" y="166"/>
                    <a:pt x="151" y="166"/>
                    <a:pt x="151" y="166"/>
                  </a:cubicBezTo>
                  <a:cubicBezTo>
                    <a:pt x="151" y="154"/>
                    <a:pt x="145" y="144"/>
                    <a:pt x="134" y="139"/>
                  </a:cubicBezTo>
                  <a:close/>
                  <a:moveTo>
                    <a:pt x="58" y="117"/>
                  </a:moveTo>
                  <a:cubicBezTo>
                    <a:pt x="58" y="103"/>
                    <a:pt x="58" y="103"/>
                    <a:pt x="58" y="103"/>
                  </a:cubicBezTo>
                  <a:cubicBezTo>
                    <a:pt x="57" y="102"/>
                    <a:pt x="57" y="102"/>
                    <a:pt x="57" y="102"/>
                  </a:cubicBezTo>
                  <a:cubicBezTo>
                    <a:pt x="57" y="102"/>
                    <a:pt x="49" y="92"/>
                    <a:pt x="46" y="80"/>
                  </a:cubicBezTo>
                  <a:cubicBezTo>
                    <a:pt x="46" y="78"/>
                    <a:pt x="46" y="78"/>
                    <a:pt x="46" y="78"/>
                  </a:cubicBezTo>
                  <a:cubicBezTo>
                    <a:pt x="44" y="77"/>
                    <a:pt x="44" y="77"/>
                    <a:pt x="44" y="77"/>
                  </a:cubicBezTo>
                  <a:cubicBezTo>
                    <a:pt x="42" y="76"/>
                    <a:pt x="42" y="74"/>
                    <a:pt x="42" y="73"/>
                  </a:cubicBezTo>
                  <a:cubicBezTo>
                    <a:pt x="42" y="60"/>
                    <a:pt x="42" y="60"/>
                    <a:pt x="42" y="60"/>
                  </a:cubicBezTo>
                  <a:cubicBezTo>
                    <a:pt x="42" y="58"/>
                    <a:pt x="42" y="57"/>
                    <a:pt x="43" y="56"/>
                  </a:cubicBezTo>
                  <a:cubicBezTo>
                    <a:pt x="45" y="55"/>
                    <a:pt x="45" y="55"/>
                    <a:pt x="45" y="55"/>
                  </a:cubicBezTo>
                  <a:cubicBezTo>
                    <a:pt x="45" y="33"/>
                    <a:pt x="45" y="33"/>
                    <a:pt x="45" y="33"/>
                  </a:cubicBezTo>
                  <a:cubicBezTo>
                    <a:pt x="45" y="33"/>
                    <a:pt x="45" y="33"/>
                    <a:pt x="45" y="33"/>
                  </a:cubicBezTo>
                  <a:cubicBezTo>
                    <a:pt x="45" y="31"/>
                    <a:pt x="45" y="24"/>
                    <a:pt x="50" y="18"/>
                  </a:cubicBezTo>
                  <a:cubicBezTo>
                    <a:pt x="55" y="13"/>
                    <a:pt x="63" y="10"/>
                    <a:pt x="76" y="10"/>
                  </a:cubicBezTo>
                  <a:cubicBezTo>
                    <a:pt x="88" y="10"/>
                    <a:pt x="97" y="13"/>
                    <a:pt x="102" y="18"/>
                  </a:cubicBezTo>
                  <a:cubicBezTo>
                    <a:pt x="107" y="24"/>
                    <a:pt x="106" y="32"/>
                    <a:pt x="106" y="34"/>
                  </a:cubicBezTo>
                  <a:cubicBezTo>
                    <a:pt x="106" y="55"/>
                    <a:pt x="106" y="55"/>
                    <a:pt x="106" y="55"/>
                  </a:cubicBezTo>
                  <a:cubicBezTo>
                    <a:pt x="108" y="56"/>
                    <a:pt x="108" y="56"/>
                    <a:pt x="108" y="56"/>
                  </a:cubicBezTo>
                  <a:cubicBezTo>
                    <a:pt x="109" y="57"/>
                    <a:pt x="110" y="58"/>
                    <a:pt x="110" y="60"/>
                  </a:cubicBezTo>
                  <a:cubicBezTo>
                    <a:pt x="110" y="73"/>
                    <a:pt x="110" y="73"/>
                    <a:pt x="110" y="73"/>
                  </a:cubicBezTo>
                  <a:cubicBezTo>
                    <a:pt x="110" y="75"/>
                    <a:pt x="108" y="77"/>
                    <a:pt x="106" y="77"/>
                  </a:cubicBezTo>
                  <a:cubicBezTo>
                    <a:pt x="104" y="78"/>
                    <a:pt x="104" y="78"/>
                    <a:pt x="104" y="78"/>
                  </a:cubicBezTo>
                  <a:cubicBezTo>
                    <a:pt x="103" y="80"/>
                    <a:pt x="103" y="80"/>
                    <a:pt x="103" y="80"/>
                  </a:cubicBezTo>
                  <a:cubicBezTo>
                    <a:pt x="101" y="87"/>
                    <a:pt x="98" y="93"/>
                    <a:pt x="94" y="98"/>
                  </a:cubicBezTo>
                  <a:cubicBezTo>
                    <a:pt x="93" y="100"/>
                    <a:pt x="92" y="101"/>
                    <a:pt x="91" y="102"/>
                  </a:cubicBezTo>
                  <a:cubicBezTo>
                    <a:pt x="90" y="103"/>
                    <a:pt x="90" y="103"/>
                    <a:pt x="90" y="103"/>
                  </a:cubicBezTo>
                  <a:cubicBezTo>
                    <a:pt x="90" y="117"/>
                    <a:pt x="90" y="117"/>
                    <a:pt x="90" y="117"/>
                  </a:cubicBezTo>
                  <a:cubicBezTo>
                    <a:pt x="90" y="123"/>
                    <a:pt x="94" y="129"/>
                    <a:pt x="99" y="132"/>
                  </a:cubicBezTo>
                  <a:cubicBezTo>
                    <a:pt x="130" y="147"/>
                    <a:pt x="130" y="147"/>
                    <a:pt x="130" y="147"/>
                  </a:cubicBezTo>
                  <a:cubicBezTo>
                    <a:pt x="137" y="151"/>
                    <a:pt x="142" y="158"/>
                    <a:pt x="142" y="166"/>
                  </a:cubicBezTo>
                  <a:cubicBezTo>
                    <a:pt x="142" y="176"/>
                    <a:pt x="142" y="176"/>
                    <a:pt x="142" y="176"/>
                  </a:cubicBezTo>
                  <a:cubicBezTo>
                    <a:pt x="141" y="178"/>
                    <a:pt x="120" y="187"/>
                    <a:pt x="76" y="187"/>
                  </a:cubicBezTo>
                  <a:cubicBezTo>
                    <a:pt x="31" y="187"/>
                    <a:pt x="10" y="178"/>
                    <a:pt x="9" y="176"/>
                  </a:cubicBezTo>
                  <a:cubicBezTo>
                    <a:pt x="9" y="165"/>
                    <a:pt x="9" y="165"/>
                    <a:pt x="9" y="165"/>
                  </a:cubicBezTo>
                  <a:cubicBezTo>
                    <a:pt x="9" y="158"/>
                    <a:pt x="14" y="150"/>
                    <a:pt x="20" y="147"/>
                  </a:cubicBezTo>
                  <a:cubicBezTo>
                    <a:pt x="49" y="131"/>
                    <a:pt x="49" y="131"/>
                    <a:pt x="49" y="131"/>
                  </a:cubicBezTo>
                  <a:cubicBezTo>
                    <a:pt x="54" y="128"/>
                    <a:pt x="58" y="123"/>
                    <a:pt x="58" y="117"/>
                  </a:cubicBezTo>
                  <a:close/>
                </a:path>
              </a:pathLst>
            </a:custGeom>
            <a:solidFill>
              <a:schemeClr val="accent1"/>
            </a:solidFill>
            <a:ln>
              <a:noFill/>
            </a:ln>
            <a:effectLst/>
          </p:spPr>
          <p:txBody>
            <a:bodyPr vert="horz" wrap="square" lIns="125968" tIns="62983" rIns="125968" bIns="62983"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80">
                <a:latin typeface="思源黑体 CN Bold" panose="020B0800000000000000" pitchFamily="34" charset="-122"/>
                <a:ea typeface="思源黑体 CN Bold" panose="020B0800000000000000" pitchFamily="34" charset="-122"/>
              </a:endParaRPr>
            </a:p>
          </p:txBody>
        </p:sp>
        <p:sp>
          <p:nvSpPr>
            <p:cNvPr id="136" name="Freeform 5"/>
            <p:cNvSpPr>
              <a:spLocks noEditPoints="1"/>
            </p:cNvSpPr>
            <p:nvPr/>
          </p:nvSpPr>
          <p:spPr bwMode="auto">
            <a:xfrm>
              <a:off x="6734820" y="4760480"/>
              <a:ext cx="170440" cy="175399"/>
            </a:xfrm>
            <a:custGeom>
              <a:avLst/>
              <a:gdLst>
                <a:gd name="T0" fmla="*/ 526 w 535"/>
                <a:gd name="T1" fmla="*/ 75 h 549"/>
                <a:gd name="T2" fmla="*/ 472 w 535"/>
                <a:gd name="T3" fmla="*/ 68 h 549"/>
                <a:gd name="T4" fmla="*/ 468 w 535"/>
                <a:gd name="T5" fmla="*/ 64 h 549"/>
                <a:gd name="T6" fmla="*/ 459 w 535"/>
                <a:gd name="T7" fmla="*/ 7 h 549"/>
                <a:gd name="T8" fmla="*/ 446 w 535"/>
                <a:gd name="T9" fmla="*/ 0 h 549"/>
                <a:gd name="T10" fmla="*/ 433 w 535"/>
                <a:gd name="T11" fmla="*/ 7 h 549"/>
                <a:gd name="T12" fmla="*/ 330 w 535"/>
                <a:gd name="T13" fmla="*/ 115 h 549"/>
                <a:gd name="T14" fmla="*/ 326 w 535"/>
                <a:gd name="T15" fmla="*/ 185 h 549"/>
                <a:gd name="T16" fmla="*/ 290 w 535"/>
                <a:gd name="T17" fmla="*/ 235 h 549"/>
                <a:gd name="T18" fmla="*/ 163 w 535"/>
                <a:gd name="T19" fmla="*/ 300 h 549"/>
                <a:gd name="T20" fmla="*/ 323 w 535"/>
                <a:gd name="T21" fmla="*/ 300 h 549"/>
                <a:gd name="T22" fmla="*/ 346 w 535"/>
                <a:gd name="T23" fmla="*/ 209 h 549"/>
                <a:gd name="T24" fmla="*/ 405 w 535"/>
                <a:gd name="T25" fmla="*/ 210 h 549"/>
                <a:gd name="T26" fmla="*/ 435 w 535"/>
                <a:gd name="T27" fmla="*/ 197 h 549"/>
                <a:gd name="T28" fmla="*/ 533 w 535"/>
                <a:gd name="T29" fmla="*/ 97 h 549"/>
                <a:gd name="T30" fmla="*/ 533 w 535"/>
                <a:gd name="T31" fmla="*/ 82 h 549"/>
                <a:gd name="T32" fmla="*/ 369 w 535"/>
                <a:gd name="T33" fmla="*/ 187 h 549"/>
                <a:gd name="T34" fmla="*/ 469 w 535"/>
                <a:gd name="T35" fmla="*/ 91 h 549"/>
                <a:gd name="T36" fmla="*/ 418 w 535"/>
                <a:gd name="T37" fmla="*/ 181 h 549"/>
                <a:gd name="T38" fmla="*/ 405 w 535"/>
                <a:gd name="T39" fmla="*/ 187 h 549"/>
                <a:gd name="T40" fmla="*/ 349 w 535"/>
                <a:gd name="T41" fmla="*/ 173 h 549"/>
                <a:gd name="T42" fmla="*/ 351 w 535"/>
                <a:gd name="T43" fmla="*/ 124 h 549"/>
                <a:gd name="T44" fmla="*/ 441 w 535"/>
                <a:gd name="T45" fmla="*/ 31 h 549"/>
                <a:gd name="T46" fmla="*/ 446 w 535"/>
                <a:gd name="T47" fmla="*/ 73 h 549"/>
                <a:gd name="T48" fmla="*/ 186 w 535"/>
                <a:gd name="T49" fmla="*/ 300 h 549"/>
                <a:gd name="T50" fmla="*/ 273 w 535"/>
                <a:gd name="T51" fmla="*/ 251 h 549"/>
                <a:gd name="T52" fmla="*/ 231 w 535"/>
                <a:gd name="T53" fmla="*/ 300 h 549"/>
                <a:gd name="T54" fmla="*/ 251 w 535"/>
                <a:gd name="T55" fmla="*/ 308 h 549"/>
                <a:gd name="T56" fmla="*/ 300 w 535"/>
                <a:gd name="T57" fmla="*/ 300 h 549"/>
                <a:gd name="T58" fmla="*/ 462 w 535"/>
                <a:gd name="T59" fmla="*/ 201 h 549"/>
                <a:gd name="T60" fmla="*/ 243 w 535"/>
                <a:gd name="T61" fmla="*/ 549 h 549"/>
                <a:gd name="T62" fmla="*/ 243 w 535"/>
                <a:gd name="T63" fmla="*/ 63 h 549"/>
                <a:gd name="T64" fmla="*/ 331 w 535"/>
                <a:gd name="T65" fmla="*/ 80 h 549"/>
                <a:gd name="T66" fmla="*/ 325 w 535"/>
                <a:gd name="T67" fmla="*/ 87 h 549"/>
                <a:gd name="T68" fmla="*/ 315 w 535"/>
                <a:gd name="T69" fmla="*/ 98 h 549"/>
                <a:gd name="T70" fmla="*/ 23 w 535"/>
                <a:gd name="T71" fmla="*/ 306 h 549"/>
                <a:gd name="T72" fmla="*/ 463 w 535"/>
                <a:gd name="T73" fmla="*/ 306 h 549"/>
                <a:gd name="T74" fmla="*/ 444 w 535"/>
                <a:gd name="T75" fmla="*/ 214 h 549"/>
                <a:gd name="T76" fmla="*/ 459 w 535"/>
                <a:gd name="T77" fmla="*/ 200 h 549"/>
                <a:gd name="T78" fmla="*/ 462 w 535"/>
                <a:gd name="T79" fmla="*/ 201 h 549"/>
                <a:gd name="T80" fmla="*/ 243 w 535"/>
                <a:gd name="T81" fmla="*/ 441 h 549"/>
                <a:gd name="T82" fmla="*/ 367 w 535"/>
                <a:gd name="T83" fmla="*/ 232 h 549"/>
                <a:gd name="T84" fmla="*/ 369 w 535"/>
                <a:gd name="T85" fmla="*/ 229 h 549"/>
                <a:gd name="T86" fmla="*/ 393 w 535"/>
                <a:gd name="T87" fmla="*/ 230 h 549"/>
                <a:gd name="T88" fmla="*/ 243 w 535"/>
                <a:gd name="T89" fmla="*/ 465 h 549"/>
                <a:gd name="T90" fmla="*/ 243 w 535"/>
                <a:gd name="T91" fmla="*/ 134 h 549"/>
                <a:gd name="T92" fmla="*/ 307 w 535"/>
                <a:gd name="T93" fmla="*/ 149 h 549"/>
                <a:gd name="T94" fmla="*/ 306 w 535"/>
                <a:gd name="T95" fmla="*/ 172 h 549"/>
                <a:gd name="T96" fmla="*/ 243 w 535"/>
                <a:gd name="T97" fmla="*/ 158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35" h="549">
                  <a:moveTo>
                    <a:pt x="533" y="82"/>
                  </a:moveTo>
                  <a:cubicBezTo>
                    <a:pt x="532" y="78"/>
                    <a:pt x="528" y="76"/>
                    <a:pt x="526" y="75"/>
                  </a:cubicBezTo>
                  <a:cubicBezTo>
                    <a:pt x="523" y="73"/>
                    <a:pt x="520" y="73"/>
                    <a:pt x="518" y="73"/>
                  </a:cubicBezTo>
                  <a:cubicBezTo>
                    <a:pt x="472" y="68"/>
                    <a:pt x="472" y="68"/>
                    <a:pt x="472" y="68"/>
                  </a:cubicBezTo>
                  <a:cubicBezTo>
                    <a:pt x="471" y="68"/>
                    <a:pt x="470" y="68"/>
                    <a:pt x="469" y="67"/>
                  </a:cubicBezTo>
                  <a:cubicBezTo>
                    <a:pt x="468" y="66"/>
                    <a:pt x="468" y="65"/>
                    <a:pt x="468" y="64"/>
                  </a:cubicBezTo>
                  <a:cubicBezTo>
                    <a:pt x="463" y="18"/>
                    <a:pt x="463" y="18"/>
                    <a:pt x="463" y="18"/>
                  </a:cubicBezTo>
                  <a:cubicBezTo>
                    <a:pt x="463" y="13"/>
                    <a:pt x="461" y="10"/>
                    <a:pt x="459" y="7"/>
                  </a:cubicBezTo>
                  <a:cubicBezTo>
                    <a:pt x="458" y="5"/>
                    <a:pt x="456" y="3"/>
                    <a:pt x="454" y="2"/>
                  </a:cubicBezTo>
                  <a:cubicBezTo>
                    <a:pt x="451" y="1"/>
                    <a:pt x="449" y="0"/>
                    <a:pt x="446" y="0"/>
                  </a:cubicBezTo>
                  <a:cubicBezTo>
                    <a:pt x="443" y="0"/>
                    <a:pt x="440" y="2"/>
                    <a:pt x="439" y="2"/>
                  </a:cubicBezTo>
                  <a:cubicBezTo>
                    <a:pt x="436" y="4"/>
                    <a:pt x="434" y="5"/>
                    <a:pt x="433" y="7"/>
                  </a:cubicBezTo>
                  <a:cubicBezTo>
                    <a:pt x="339" y="101"/>
                    <a:pt x="339" y="101"/>
                    <a:pt x="339" y="101"/>
                  </a:cubicBezTo>
                  <a:cubicBezTo>
                    <a:pt x="335" y="105"/>
                    <a:pt x="332" y="109"/>
                    <a:pt x="330" y="115"/>
                  </a:cubicBezTo>
                  <a:cubicBezTo>
                    <a:pt x="327" y="121"/>
                    <a:pt x="326" y="126"/>
                    <a:pt x="326" y="131"/>
                  </a:cubicBezTo>
                  <a:cubicBezTo>
                    <a:pt x="326" y="185"/>
                    <a:pt x="326" y="185"/>
                    <a:pt x="326" y="185"/>
                  </a:cubicBezTo>
                  <a:cubicBezTo>
                    <a:pt x="326" y="188"/>
                    <a:pt x="327" y="192"/>
                    <a:pt x="328" y="195"/>
                  </a:cubicBezTo>
                  <a:cubicBezTo>
                    <a:pt x="290" y="235"/>
                    <a:pt x="290" y="235"/>
                    <a:pt x="290" y="235"/>
                  </a:cubicBezTo>
                  <a:cubicBezTo>
                    <a:pt x="276" y="225"/>
                    <a:pt x="260" y="219"/>
                    <a:pt x="243" y="219"/>
                  </a:cubicBezTo>
                  <a:cubicBezTo>
                    <a:pt x="199" y="219"/>
                    <a:pt x="163" y="255"/>
                    <a:pt x="163" y="300"/>
                  </a:cubicBezTo>
                  <a:cubicBezTo>
                    <a:pt x="163" y="344"/>
                    <a:pt x="199" y="380"/>
                    <a:pt x="243" y="380"/>
                  </a:cubicBezTo>
                  <a:cubicBezTo>
                    <a:pt x="287" y="380"/>
                    <a:pt x="323" y="344"/>
                    <a:pt x="323" y="300"/>
                  </a:cubicBezTo>
                  <a:cubicBezTo>
                    <a:pt x="323" y="282"/>
                    <a:pt x="317" y="265"/>
                    <a:pt x="306" y="251"/>
                  </a:cubicBezTo>
                  <a:cubicBezTo>
                    <a:pt x="346" y="209"/>
                    <a:pt x="346" y="209"/>
                    <a:pt x="346" y="209"/>
                  </a:cubicBezTo>
                  <a:cubicBezTo>
                    <a:pt x="348" y="210"/>
                    <a:pt x="349" y="210"/>
                    <a:pt x="351" y="210"/>
                  </a:cubicBezTo>
                  <a:cubicBezTo>
                    <a:pt x="405" y="210"/>
                    <a:pt x="405" y="210"/>
                    <a:pt x="405" y="210"/>
                  </a:cubicBezTo>
                  <a:cubicBezTo>
                    <a:pt x="410" y="210"/>
                    <a:pt x="415" y="209"/>
                    <a:pt x="421" y="206"/>
                  </a:cubicBezTo>
                  <a:cubicBezTo>
                    <a:pt x="427" y="204"/>
                    <a:pt x="431" y="201"/>
                    <a:pt x="435" y="197"/>
                  </a:cubicBezTo>
                  <a:cubicBezTo>
                    <a:pt x="529" y="103"/>
                    <a:pt x="529" y="103"/>
                    <a:pt x="529" y="103"/>
                  </a:cubicBezTo>
                  <a:cubicBezTo>
                    <a:pt x="530" y="101"/>
                    <a:pt x="532" y="100"/>
                    <a:pt x="533" y="97"/>
                  </a:cubicBezTo>
                  <a:cubicBezTo>
                    <a:pt x="534" y="95"/>
                    <a:pt x="535" y="92"/>
                    <a:pt x="535" y="89"/>
                  </a:cubicBezTo>
                  <a:cubicBezTo>
                    <a:pt x="535" y="87"/>
                    <a:pt x="535" y="84"/>
                    <a:pt x="533" y="82"/>
                  </a:cubicBezTo>
                  <a:close/>
                  <a:moveTo>
                    <a:pt x="405" y="187"/>
                  </a:moveTo>
                  <a:cubicBezTo>
                    <a:pt x="369" y="187"/>
                    <a:pt x="369" y="187"/>
                    <a:pt x="369" y="187"/>
                  </a:cubicBezTo>
                  <a:cubicBezTo>
                    <a:pt x="463" y="90"/>
                    <a:pt x="463" y="90"/>
                    <a:pt x="463" y="90"/>
                  </a:cubicBezTo>
                  <a:cubicBezTo>
                    <a:pt x="465" y="90"/>
                    <a:pt x="467" y="91"/>
                    <a:pt x="469" y="91"/>
                  </a:cubicBezTo>
                  <a:cubicBezTo>
                    <a:pt x="505" y="95"/>
                    <a:pt x="505" y="95"/>
                    <a:pt x="505" y="95"/>
                  </a:cubicBezTo>
                  <a:cubicBezTo>
                    <a:pt x="418" y="181"/>
                    <a:pt x="418" y="181"/>
                    <a:pt x="418" y="181"/>
                  </a:cubicBezTo>
                  <a:cubicBezTo>
                    <a:pt x="417" y="182"/>
                    <a:pt x="415" y="184"/>
                    <a:pt x="412" y="185"/>
                  </a:cubicBezTo>
                  <a:cubicBezTo>
                    <a:pt x="409" y="186"/>
                    <a:pt x="406" y="187"/>
                    <a:pt x="405" y="187"/>
                  </a:cubicBezTo>
                  <a:close/>
                  <a:moveTo>
                    <a:pt x="446" y="73"/>
                  </a:moveTo>
                  <a:cubicBezTo>
                    <a:pt x="349" y="173"/>
                    <a:pt x="349" y="173"/>
                    <a:pt x="349" y="173"/>
                  </a:cubicBezTo>
                  <a:cubicBezTo>
                    <a:pt x="349" y="131"/>
                    <a:pt x="349" y="131"/>
                    <a:pt x="349" y="131"/>
                  </a:cubicBezTo>
                  <a:cubicBezTo>
                    <a:pt x="349" y="130"/>
                    <a:pt x="350" y="127"/>
                    <a:pt x="351" y="124"/>
                  </a:cubicBezTo>
                  <a:cubicBezTo>
                    <a:pt x="352" y="121"/>
                    <a:pt x="354" y="118"/>
                    <a:pt x="355" y="117"/>
                  </a:cubicBezTo>
                  <a:cubicBezTo>
                    <a:pt x="441" y="31"/>
                    <a:pt x="441" y="31"/>
                    <a:pt x="441" y="31"/>
                  </a:cubicBezTo>
                  <a:cubicBezTo>
                    <a:pt x="445" y="67"/>
                    <a:pt x="445" y="67"/>
                    <a:pt x="445" y="67"/>
                  </a:cubicBezTo>
                  <a:cubicBezTo>
                    <a:pt x="445" y="69"/>
                    <a:pt x="445" y="71"/>
                    <a:pt x="446" y="73"/>
                  </a:cubicBezTo>
                  <a:close/>
                  <a:moveTo>
                    <a:pt x="243" y="356"/>
                  </a:moveTo>
                  <a:cubicBezTo>
                    <a:pt x="212" y="356"/>
                    <a:pt x="186" y="331"/>
                    <a:pt x="186" y="300"/>
                  </a:cubicBezTo>
                  <a:cubicBezTo>
                    <a:pt x="186" y="268"/>
                    <a:pt x="212" y="242"/>
                    <a:pt x="243" y="242"/>
                  </a:cubicBezTo>
                  <a:cubicBezTo>
                    <a:pt x="254" y="242"/>
                    <a:pt x="264" y="246"/>
                    <a:pt x="273" y="251"/>
                  </a:cubicBezTo>
                  <a:cubicBezTo>
                    <a:pt x="235" y="291"/>
                    <a:pt x="235" y="291"/>
                    <a:pt x="235" y="291"/>
                  </a:cubicBezTo>
                  <a:cubicBezTo>
                    <a:pt x="233" y="294"/>
                    <a:pt x="231" y="297"/>
                    <a:pt x="231" y="300"/>
                  </a:cubicBezTo>
                  <a:cubicBezTo>
                    <a:pt x="231" y="303"/>
                    <a:pt x="233" y="306"/>
                    <a:pt x="235" y="308"/>
                  </a:cubicBezTo>
                  <a:cubicBezTo>
                    <a:pt x="239" y="312"/>
                    <a:pt x="247" y="312"/>
                    <a:pt x="251" y="308"/>
                  </a:cubicBezTo>
                  <a:cubicBezTo>
                    <a:pt x="290" y="268"/>
                    <a:pt x="290" y="268"/>
                    <a:pt x="290" y="268"/>
                  </a:cubicBezTo>
                  <a:cubicBezTo>
                    <a:pt x="296" y="277"/>
                    <a:pt x="300" y="288"/>
                    <a:pt x="300" y="300"/>
                  </a:cubicBezTo>
                  <a:cubicBezTo>
                    <a:pt x="300" y="331"/>
                    <a:pt x="274" y="356"/>
                    <a:pt x="243" y="356"/>
                  </a:cubicBezTo>
                  <a:close/>
                  <a:moveTo>
                    <a:pt x="462" y="201"/>
                  </a:moveTo>
                  <a:cubicBezTo>
                    <a:pt x="478" y="234"/>
                    <a:pt x="486" y="269"/>
                    <a:pt x="486" y="306"/>
                  </a:cubicBezTo>
                  <a:cubicBezTo>
                    <a:pt x="486" y="440"/>
                    <a:pt x="377" y="549"/>
                    <a:pt x="243" y="549"/>
                  </a:cubicBezTo>
                  <a:cubicBezTo>
                    <a:pt x="109" y="549"/>
                    <a:pt x="0" y="440"/>
                    <a:pt x="0" y="306"/>
                  </a:cubicBezTo>
                  <a:cubicBezTo>
                    <a:pt x="0" y="172"/>
                    <a:pt x="109" y="63"/>
                    <a:pt x="243" y="63"/>
                  </a:cubicBezTo>
                  <a:cubicBezTo>
                    <a:pt x="273" y="63"/>
                    <a:pt x="302" y="68"/>
                    <a:pt x="330" y="79"/>
                  </a:cubicBezTo>
                  <a:cubicBezTo>
                    <a:pt x="330" y="79"/>
                    <a:pt x="331" y="80"/>
                    <a:pt x="331" y="80"/>
                  </a:cubicBezTo>
                  <a:cubicBezTo>
                    <a:pt x="331" y="81"/>
                    <a:pt x="331" y="81"/>
                    <a:pt x="331" y="82"/>
                  </a:cubicBezTo>
                  <a:cubicBezTo>
                    <a:pt x="325" y="87"/>
                    <a:pt x="325" y="87"/>
                    <a:pt x="325" y="87"/>
                  </a:cubicBezTo>
                  <a:cubicBezTo>
                    <a:pt x="322" y="90"/>
                    <a:pt x="319" y="94"/>
                    <a:pt x="317" y="97"/>
                  </a:cubicBezTo>
                  <a:cubicBezTo>
                    <a:pt x="317" y="98"/>
                    <a:pt x="316" y="98"/>
                    <a:pt x="315" y="98"/>
                  </a:cubicBezTo>
                  <a:cubicBezTo>
                    <a:pt x="292" y="90"/>
                    <a:pt x="267" y="86"/>
                    <a:pt x="243" y="86"/>
                  </a:cubicBezTo>
                  <a:cubicBezTo>
                    <a:pt x="122" y="86"/>
                    <a:pt x="23" y="185"/>
                    <a:pt x="23" y="306"/>
                  </a:cubicBezTo>
                  <a:cubicBezTo>
                    <a:pt x="23" y="427"/>
                    <a:pt x="122" y="526"/>
                    <a:pt x="243" y="526"/>
                  </a:cubicBezTo>
                  <a:cubicBezTo>
                    <a:pt x="364" y="526"/>
                    <a:pt x="463" y="427"/>
                    <a:pt x="463" y="306"/>
                  </a:cubicBezTo>
                  <a:cubicBezTo>
                    <a:pt x="463" y="275"/>
                    <a:pt x="456" y="245"/>
                    <a:pt x="444" y="217"/>
                  </a:cubicBezTo>
                  <a:cubicBezTo>
                    <a:pt x="443" y="216"/>
                    <a:pt x="444" y="215"/>
                    <a:pt x="444" y="214"/>
                  </a:cubicBezTo>
                  <a:cubicBezTo>
                    <a:pt x="446" y="213"/>
                    <a:pt x="447" y="212"/>
                    <a:pt x="449" y="211"/>
                  </a:cubicBezTo>
                  <a:cubicBezTo>
                    <a:pt x="459" y="200"/>
                    <a:pt x="459" y="200"/>
                    <a:pt x="459" y="200"/>
                  </a:cubicBezTo>
                  <a:cubicBezTo>
                    <a:pt x="460" y="200"/>
                    <a:pt x="460" y="199"/>
                    <a:pt x="461" y="200"/>
                  </a:cubicBezTo>
                  <a:cubicBezTo>
                    <a:pt x="461" y="200"/>
                    <a:pt x="462" y="200"/>
                    <a:pt x="462" y="201"/>
                  </a:cubicBezTo>
                  <a:close/>
                  <a:moveTo>
                    <a:pt x="101" y="300"/>
                  </a:moveTo>
                  <a:cubicBezTo>
                    <a:pt x="101" y="378"/>
                    <a:pt x="165" y="441"/>
                    <a:pt x="243" y="441"/>
                  </a:cubicBezTo>
                  <a:cubicBezTo>
                    <a:pt x="321" y="441"/>
                    <a:pt x="385" y="378"/>
                    <a:pt x="385" y="300"/>
                  </a:cubicBezTo>
                  <a:cubicBezTo>
                    <a:pt x="385" y="276"/>
                    <a:pt x="379" y="252"/>
                    <a:pt x="367" y="232"/>
                  </a:cubicBezTo>
                  <a:cubicBezTo>
                    <a:pt x="367" y="231"/>
                    <a:pt x="367" y="230"/>
                    <a:pt x="367" y="230"/>
                  </a:cubicBezTo>
                  <a:cubicBezTo>
                    <a:pt x="368" y="229"/>
                    <a:pt x="368" y="229"/>
                    <a:pt x="369" y="229"/>
                  </a:cubicBezTo>
                  <a:cubicBezTo>
                    <a:pt x="391" y="229"/>
                    <a:pt x="391" y="229"/>
                    <a:pt x="391" y="229"/>
                  </a:cubicBezTo>
                  <a:cubicBezTo>
                    <a:pt x="392" y="229"/>
                    <a:pt x="392" y="229"/>
                    <a:pt x="393" y="230"/>
                  </a:cubicBezTo>
                  <a:cubicBezTo>
                    <a:pt x="403" y="252"/>
                    <a:pt x="408" y="275"/>
                    <a:pt x="408" y="300"/>
                  </a:cubicBezTo>
                  <a:cubicBezTo>
                    <a:pt x="408" y="391"/>
                    <a:pt x="334" y="465"/>
                    <a:pt x="243" y="465"/>
                  </a:cubicBezTo>
                  <a:cubicBezTo>
                    <a:pt x="152" y="465"/>
                    <a:pt x="78" y="391"/>
                    <a:pt x="78" y="300"/>
                  </a:cubicBezTo>
                  <a:cubicBezTo>
                    <a:pt x="78" y="209"/>
                    <a:pt x="152" y="134"/>
                    <a:pt x="243" y="134"/>
                  </a:cubicBezTo>
                  <a:cubicBezTo>
                    <a:pt x="264" y="134"/>
                    <a:pt x="286" y="139"/>
                    <a:pt x="306" y="147"/>
                  </a:cubicBezTo>
                  <a:cubicBezTo>
                    <a:pt x="306" y="147"/>
                    <a:pt x="307" y="148"/>
                    <a:pt x="307" y="149"/>
                  </a:cubicBezTo>
                  <a:cubicBezTo>
                    <a:pt x="307" y="170"/>
                    <a:pt x="307" y="170"/>
                    <a:pt x="307" y="170"/>
                  </a:cubicBezTo>
                  <a:cubicBezTo>
                    <a:pt x="307" y="171"/>
                    <a:pt x="307" y="171"/>
                    <a:pt x="306" y="172"/>
                  </a:cubicBezTo>
                  <a:cubicBezTo>
                    <a:pt x="305" y="172"/>
                    <a:pt x="305" y="172"/>
                    <a:pt x="304" y="172"/>
                  </a:cubicBezTo>
                  <a:cubicBezTo>
                    <a:pt x="285" y="162"/>
                    <a:pt x="265" y="158"/>
                    <a:pt x="243" y="158"/>
                  </a:cubicBezTo>
                  <a:cubicBezTo>
                    <a:pt x="165" y="158"/>
                    <a:pt x="101" y="221"/>
                    <a:pt x="101" y="300"/>
                  </a:cubicBezTo>
                  <a:close/>
                </a:path>
              </a:pathLst>
            </a:custGeom>
            <a:solidFill>
              <a:schemeClr val="accent1"/>
            </a:solidFill>
            <a:ln>
              <a:noFill/>
            </a:ln>
            <a:effectLst/>
          </p:spPr>
          <p:txBody>
            <a:bodyPr vert="horz" wrap="square" lIns="125968" tIns="62983" rIns="125968" bIns="62983" numCol="1" anchor="t" anchorCtr="0" compatLnSpc="1"/>
            <a:lstStyle/>
            <a:p>
              <a:endParaRPr lang="en-US" sz="3305">
                <a:latin typeface="思源黑体 CN Bold" panose="020B0800000000000000" pitchFamily="34" charset="-122"/>
                <a:ea typeface="思源黑体 CN Bold" panose="020B0800000000000000" pitchFamily="34" charset="-122"/>
              </a:endParaRPr>
            </a:p>
          </p:txBody>
        </p:sp>
        <p:sp>
          <p:nvSpPr>
            <p:cNvPr id="137" name="Freeform 6"/>
            <p:cNvSpPr>
              <a:spLocks noEditPoints="1"/>
            </p:cNvSpPr>
            <p:nvPr/>
          </p:nvSpPr>
          <p:spPr bwMode="auto">
            <a:xfrm>
              <a:off x="4545988" y="6026033"/>
              <a:ext cx="206646" cy="136646"/>
            </a:xfrm>
            <a:custGeom>
              <a:avLst/>
              <a:gdLst>
                <a:gd name="T0" fmla="*/ 479 w 649"/>
                <a:gd name="T1" fmla="*/ 37 h 428"/>
                <a:gd name="T2" fmla="*/ 365 w 649"/>
                <a:gd name="T3" fmla="*/ 10 h 428"/>
                <a:gd name="T4" fmla="*/ 305 w 649"/>
                <a:gd name="T5" fmla="*/ 15 h 428"/>
                <a:gd name="T6" fmla="*/ 187 w 649"/>
                <a:gd name="T7" fmla="*/ 32 h 428"/>
                <a:gd name="T8" fmla="*/ 71 w 649"/>
                <a:gd name="T9" fmla="*/ 27 h 428"/>
                <a:gd name="T10" fmla="*/ 70 w 649"/>
                <a:gd name="T11" fmla="*/ 201 h 428"/>
                <a:gd name="T12" fmla="*/ 51 w 649"/>
                <a:gd name="T13" fmla="*/ 291 h 428"/>
                <a:gd name="T14" fmla="*/ 82 w 649"/>
                <a:gd name="T15" fmla="*/ 354 h 428"/>
                <a:gd name="T16" fmla="*/ 142 w 649"/>
                <a:gd name="T17" fmla="*/ 386 h 428"/>
                <a:gd name="T18" fmla="*/ 208 w 649"/>
                <a:gd name="T19" fmla="*/ 413 h 428"/>
                <a:gd name="T20" fmla="*/ 321 w 649"/>
                <a:gd name="T21" fmla="*/ 417 h 428"/>
                <a:gd name="T22" fmla="*/ 385 w 649"/>
                <a:gd name="T23" fmla="*/ 409 h 428"/>
                <a:gd name="T24" fmla="*/ 463 w 649"/>
                <a:gd name="T25" fmla="*/ 402 h 428"/>
                <a:gd name="T26" fmla="*/ 523 w 649"/>
                <a:gd name="T27" fmla="*/ 358 h 428"/>
                <a:gd name="T28" fmla="*/ 562 w 649"/>
                <a:gd name="T29" fmla="*/ 304 h 428"/>
                <a:gd name="T30" fmla="*/ 637 w 649"/>
                <a:gd name="T31" fmla="*/ 143 h 428"/>
                <a:gd name="T32" fmla="*/ 426 w 649"/>
                <a:gd name="T33" fmla="*/ 213 h 428"/>
                <a:gd name="T34" fmla="*/ 504 w 649"/>
                <a:gd name="T35" fmla="*/ 318 h 428"/>
                <a:gd name="T36" fmla="*/ 487 w 649"/>
                <a:gd name="T37" fmla="*/ 351 h 428"/>
                <a:gd name="T38" fmla="*/ 372 w 649"/>
                <a:gd name="T39" fmla="*/ 283 h 428"/>
                <a:gd name="T40" fmla="*/ 454 w 649"/>
                <a:gd name="T41" fmla="*/ 368 h 428"/>
                <a:gd name="T42" fmla="*/ 421 w 649"/>
                <a:gd name="T43" fmla="*/ 386 h 428"/>
                <a:gd name="T44" fmla="*/ 327 w 649"/>
                <a:gd name="T45" fmla="*/ 333 h 428"/>
                <a:gd name="T46" fmla="*/ 366 w 649"/>
                <a:gd name="T47" fmla="*/ 392 h 428"/>
                <a:gd name="T48" fmla="*/ 306 w 649"/>
                <a:gd name="T49" fmla="*/ 368 h 428"/>
                <a:gd name="T50" fmla="*/ 262 w 649"/>
                <a:gd name="T51" fmla="*/ 304 h 428"/>
                <a:gd name="T52" fmla="*/ 224 w 649"/>
                <a:gd name="T53" fmla="*/ 259 h 428"/>
                <a:gd name="T54" fmla="*/ 179 w 649"/>
                <a:gd name="T55" fmla="*/ 201 h 428"/>
                <a:gd name="T56" fmla="*/ 131 w 649"/>
                <a:gd name="T57" fmla="*/ 157 h 428"/>
                <a:gd name="T58" fmla="*/ 88 w 649"/>
                <a:gd name="T59" fmla="*/ 182 h 428"/>
                <a:gd name="T60" fmla="*/ 91 w 649"/>
                <a:gd name="T61" fmla="*/ 44 h 428"/>
                <a:gd name="T62" fmla="*/ 155 w 649"/>
                <a:gd name="T63" fmla="*/ 51 h 428"/>
                <a:gd name="T64" fmla="*/ 271 w 649"/>
                <a:gd name="T65" fmla="*/ 34 h 428"/>
                <a:gd name="T66" fmla="*/ 300 w 649"/>
                <a:gd name="T67" fmla="*/ 41 h 428"/>
                <a:gd name="T68" fmla="*/ 259 w 649"/>
                <a:gd name="T69" fmla="*/ 121 h 428"/>
                <a:gd name="T70" fmla="*/ 343 w 649"/>
                <a:gd name="T71" fmla="*/ 126 h 428"/>
                <a:gd name="T72" fmla="*/ 478 w 649"/>
                <a:gd name="T73" fmla="*/ 204 h 428"/>
                <a:gd name="T74" fmla="*/ 538 w 649"/>
                <a:gd name="T75" fmla="*/ 292 h 428"/>
                <a:gd name="T76" fmla="*/ 426 w 649"/>
                <a:gd name="T77" fmla="*/ 213 h 428"/>
                <a:gd name="T78" fmla="*/ 274 w 649"/>
                <a:gd name="T79" fmla="*/ 334 h 428"/>
                <a:gd name="T80" fmla="*/ 249 w 649"/>
                <a:gd name="T81" fmla="*/ 394 h 428"/>
                <a:gd name="T82" fmla="*/ 215 w 649"/>
                <a:gd name="T83" fmla="*/ 378 h 428"/>
                <a:gd name="T84" fmla="*/ 154 w 649"/>
                <a:gd name="T85" fmla="*/ 363 h 428"/>
                <a:gd name="T86" fmla="*/ 214 w 649"/>
                <a:gd name="T87" fmla="*/ 284 h 428"/>
                <a:gd name="T88" fmla="*/ 232 w 649"/>
                <a:gd name="T89" fmla="*/ 317 h 428"/>
                <a:gd name="T90" fmla="*/ 118 w 649"/>
                <a:gd name="T91" fmla="*/ 188 h 428"/>
                <a:gd name="T92" fmla="*/ 152 w 649"/>
                <a:gd name="T93" fmla="*/ 204 h 428"/>
                <a:gd name="T94" fmla="*/ 69 w 649"/>
                <a:gd name="T95" fmla="*/ 273 h 428"/>
                <a:gd name="T96" fmla="*/ 94 w 649"/>
                <a:gd name="T97" fmla="*/ 307 h 428"/>
                <a:gd name="T98" fmla="*/ 195 w 649"/>
                <a:gd name="T99" fmla="*/ 236 h 428"/>
                <a:gd name="T100" fmla="*/ 111 w 649"/>
                <a:gd name="T101" fmla="*/ 340 h 428"/>
                <a:gd name="T102" fmla="*/ 94 w 649"/>
                <a:gd name="T103" fmla="*/ 307 h 428"/>
                <a:gd name="T104" fmla="*/ 449 w 649"/>
                <a:gd name="T105" fmla="*/ 147 h 428"/>
                <a:gd name="T106" fmla="*/ 309 w 649"/>
                <a:gd name="T107" fmla="*/ 117 h 428"/>
                <a:gd name="T108" fmla="*/ 276 w 649"/>
                <a:gd name="T109" fmla="*/ 96 h 428"/>
                <a:gd name="T110" fmla="*/ 380 w 649"/>
                <a:gd name="T111" fmla="*/ 38 h 428"/>
                <a:gd name="T112" fmla="*/ 542 w 649"/>
                <a:gd name="T113" fmla="*/ 28 h 428"/>
                <a:gd name="T114" fmla="*/ 623 w 649"/>
                <a:gd name="T115" fmla="*/ 111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49" h="428">
                  <a:moveTo>
                    <a:pt x="588" y="17"/>
                  </a:moveTo>
                  <a:cubicBezTo>
                    <a:pt x="580" y="6"/>
                    <a:pt x="567" y="0"/>
                    <a:pt x="552" y="0"/>
                  </a:cubicBezTo>
                  <a:cubicBezTo>
                    <a:pt x="544" y="0"/>
                    <a:pt x="535" y="2"/>
                    <a:pt x="529" y="6"/>
                  </a:cubicBezTo>
                  <a:cubicBezTo>
                    <a:pt x="479" y="37"/>
                    <a:pt x="479" y="37"/>
                    <a:pt x="479" y="37"/>
                  </a:cubicBezTo>
                  <a:cubicBezTo>
                    <a:pt x="474" y="40"/>
                    <a:pt x="465" y="42"/>
                    <a:pt x="457" y="42"/>
                  </a:cubicBezTo>
                  <a:cubicBezTo>
                    <a:pt x="450" y="42"/>
                    <a:pt x="444" y="41"/>
                    <a:pt x="440" y="39"/>
                  </a:cubicBezTo>
                  <a:cubicBezTo>
                    <a:pt x="391" y="16"/>
                    <a:pt x="391" y="16"/>
                    <a:pt x="391" y="16"/>
                  </a:cubicBezTo>
                  <a:cubicBezTo>
                    <a:pt x="384" y="12"/>
                    <a:pt x="375" y="10"/>
                    <a:pt x="365" y="10"/>
                  </a:cubicBezTo>
                  <a:cubicBezTo>
                    <a:pt x="351" y="10"/>
                    <a:pt x="338" y="14"/>
                    <a:pt x="328" y="21"/>
                  </a:cubicBezTo>
                  <a:cubicBezTo>
                    <a:pt x="323" y="24"/>
                    <a:pt x="323" y="24"/>
                    <a:pt x="323" y="24"/>
                  </a:cubicBezTo>
                  <a:cubicBezTo>
                    <a:pt x="321" y="23"/>
                    <a:pt x="321" y="23"/>
                    <a:pt x="321" y="23"/>
                  </a:cubicBezTo>
                  <a:cubicBezTo>
                    <a:pt x="317" y="21"/>
                    <a:pt x="311" y="18"/>
                    <a:pt x="305" y="15"/>
                  </a:cubicBezTo>
                  <a:cubicBezTo>
                    <a:pt x="296" y="11"/>
                    <a:pt x="285" y="8"/>
                    <a:pt x="272" y="8"/>
                  </a:cubicBezTo>
                  <a:cubicBezTo>
                    <a:pt x="261" y="8"/>
                    <a:pt x="251" y="10"/>
                    <a:pt x="242" y="14"/>
                  </a:cubicBezTo>
                  <a:cubicBezTo>
                    <a:pt x="209" y="28"/>
                    <a:pt x="209" y="28"/>
                    <a:pt x="209" y="28"/>
                  </a:cubicBezTo>
                  <a:cubicBezTo>
                    <a:pt x="204" y="30"/>
                    <a:pt x="196" y="32"/>
                    <a:pt x="187" y="32"/>
                  </a:cubicBezTo>
                  <a:cubicBezTo>
                    <a:pt x="179" y="32"/>
                    <a:pt x="171" y="30"/>
                    <a:pt x="166" y="28"/>
                  </a:cubicBezTo>
                  <a:cubicBezTo>
                    <a:pt x="132" y="14"/>
                    <a:pt x="132" y="14"/>
                    <a:pt x="132" y="14"/>
                  </a:cubicBezTo>
                  <a:cubicBezTo>
                    <a:pt x="119" y="8"/>
                    <a:pt x="104" y="9"/>
                    <a:pt x="90" y="14"/>
                  </a:cubicBezTo>
                  <a:cubicBezTo>
                    <a:pt x="82" y="18"/>
                    <a:pt x="76" y="22"/>
                    <a:pt x="71" y="27"/>
                  </a:cubicBezTo>
                  <a:cubicBezTo>
                    <a:pt x="11" y="95"/>
                    <a:pt x="11" y="95"/>
                    <a:pt x="11" y="95"/>
                  </a:cubicBezTo>
                  <a:cubicBezTo>
                    <a:pt x="4" y="103"/>
                    <a:pt x="0" y="112"/>
                    <a:pt x="0" y="122"/>
                  </a:cubicBezTo>
                  <a:cubicBezTo>
                    <a:pt x="0" y="134"/>
                    <a:pt x="6" y="146"/>
                    <a:pt x="15" y="154"/>
                  </a:cubicBezTo>
                  <a:cubicBezTo>
                    <a:pt x="70" y="201"/>
                    <a:pt x="70" y="201"/>
                    <a:pt x="70" y="201"/>
                  </a:cubicBezTo>
                  <a:cubicBezTo>
                    <a:pt x="44" y="227"/>
                    <a:pt x="44" y="227"/>
                    <a:pt x="44" y="227"/>
                  </a:cubicBezTo>
                  <a:cubicBezTo>
                    <a:pt x="37" y="235"/>
                    <a:pt x="33" y="245"/>
                    <a:pt x="33" y="256"/>
                  </a:cubicBezTo>
                  <a:cubicBezTo>
                    <a:pt x="33" y="267"/>
                    <a:pt x="38" y="278"/>
                    <a:pt x="46" y="286"/>
                  </a:cubicBezTo>
                  <a:cubicBezTo>
                    <a:pt x="51" y="291"/>
                    <a:pt x="51" y="291"/>
                    <a:pt x="51" y="291"/>
                  </a:cubicBezTo>
                  <a:cubicBezTo>
                    <a:pt x="56" y="296"/>
                    <a:pt x="61" y="299"/>
                    <a:pt x="68" y="301"/>
                  </a:cubicBezTo>
                  <a:cubicBezTo>
                    <a:pt x="65" y="306"/>
                    <a:pt x="64" y="312"/>
                    <a:pt x="64" y="319"/>
                  </a:cubicBezTo>
                  <a:cubicBezTo>
                    <a:pt x="64" y="330"/>
                    <a:pt x="68" y="341"/>
                    <a:pt x="76" y="349"/>
                  </a:cubicBezTo>
                  <a:cubicBezTo>
                    <a:pt x="82" y="354"/>
                    <a:pt x="82" y="354"/>
                    <a:pt x="82" y="354"/>
                  </a:cubicBezTo>
                  <a:cubicBezTo>
                    <a:pt x="90" y="362"/>
                    <a:pt x="100" y="366"/>
                    <a:pt x="111" y="366"/>
                  </a:cubicBezTo>
                  <a:cubicBezTo>
                    <a:pt x="116" y="366"/>
                    <a:pt x="121" y="365"/>
                    <a:pt x="125" y="363"/>
                  </a:cubicBezTo>
                  <a:cubicBezTo>
                    <a:pt x="128" y="370"/>
                    <a:pt x="131" y="377"/>
                    <a:pt x="136" y="381"/>
                  </a:cubicBezTo>
                  <a:cubicBezTo>
                    <a:pt x="142" y="386"/>
                    <a:pt x="142" y="386"/>
                    <a:pt x="142" y="386"/>
                  </a:cubicBezTo>
                  <a:cubicBezTo>
                    <a:pt x="150" y="394"/>
                    <a:pt x="160" y="398"/>
                    <a:pt x="171" y="398"/>
                  </a:cubicBezTo>
                  <a:cubicBezTo>
                    <a:pt x="178" y="398"/>
                    <a:pt x="186" y="396"/>
                    <a:pt x="192" y="392"/>
                  </a:cubicBezTo>
                  <a:cubicBezTo>
                    <a:pt x="195" y="398"/>
                    <a:pt x="198" y="404"/>
                    <a:pt x="202" y="408"/>
                  </a:cubicBezTo>
                  <a:cubicBezTo>
                    <a:pt x="208" y="413"/>
                    <a:pt x="208" y="413"/>
                    <a:pt x="208" y="413"/>
                  </a:cubicBezTo>
                  <a:cubicBezTo>
                    <a:pt x="216" y="421"/>
                    <a:pt x="226" y="425"/>
                    <a:pt x="237" y="425"/>
                  </a:cubicBezTo>
                  <a:cubicBezTo>
                    <a:pt x="248" y="425"/>
                    <a:pt x="259" y="420"/>
                    <a:pt x="267" y="412"/>
                  </a:cubicBezTo>
                  <a:cubicBezTo>
                    <a:pt x="290" y="388"/>
                    <a:pt x="290" y="388"/>
                    <a:pt x="290" y="388"/>
                  </a:cubicBezTo>
                  <a:cubicBezTo>
                    <a:pt x="321" y="417"/>
                    <a:pt x="321" y="417"/>
                    <a:pt x="321" y="417"/>
                  </a:cubicBezTo>
                  <a:cubicBezTo>
                    <a:pt x="328" y="424"/>
                    <a:pt x="338" y="428"/>
                    <a:pt x="349" y="428"/>
                  </a:cubicBezTo>
                  <a:cubicBezTo>
                    <a:pt x="350" y="428"/>
                    <a:pt x="350" y="428"/>
                    <a:pt x="350" y="428"/>
                  </a:cubicBezTo>
                  <a:cubicBezTo>
                    <a:pt x="361" y="428"/>
                    <a:pt x="372" y="423"/>
                    <a:pt x="380" y="415"/>
                  </a:cubicBezTo>
                  <a:cubicBezTo>
                    <a:pt x="385" y="409"/>
                    <a:pt x="385" y="409"/>
                    <a:pt x="385" y="409"/>
                  </a:cubicBezTo>
                  <a:cubicBezTo>
                    <a:pt x="389" y="405"/>
                    <a:pt x="392" y="400"/>
                    <a:pt x="394" y="395"/>
                  </a:cubicBezTo>
                  <a:cubicBezTo>
                    <a:pt x="404" y="405"/>
                    <a:pt x="404" y="405"/>
                    <a:pt x="404" y="405"/>
                  </a:cubicBezTo>
                  <a:cubicBezTo>
                    <a:pt x="412" y="412"/>
                    <a:pt x="422" y="416"/>
                    <a:pt x="432" y="416"/>
                  </a:cubicBezTo>
                  <a:cubicBezTo>
                    <a:pt x="444" y="416"/>
                    <a:pt x="455" y="411"/>
                    <a:pt x="463" y="402"/>
                  </a:cubicBezTo>
                  <a:cubicBezTo>
                    <a:pt x="468" y="397"/>
                    <a:pt x="468" y="397"/>
                    <a:pt x="468" y="397"/>
                  </a:cubicBezTo>
                  <a:cubicBezTo>
                    <a:pt x="474" y="391"/>
                    <a:pt x="477" y="384"/>
                    <a:pt x="479" y="376"/>
                  </a:cubicBezTo>
                  <a:cubicBezTo>
                    <a:pt x="493" y="379"/>
                    <a:pt x="508" y="374"/>
                    <a:pt x="518" y="364"/>
                  </a:cubicBezTo>
                  <a:cubicBezTo>
                    <a:pt x="523" y="358"/>
                    <a:pt x="523" y="358"/>
                    <a:pt x="523" y="358"/>
                  </a:cubicBezTo>
                  <a:cubicBezTo>
                    <a:pt x="530" y="350"/>
                    <a:pt x="534" y="340"/>
                    <a:pt x="534" y="330"/>
                  </a:cubicBezTo>
                  <a:cubicBezTo>
                    <a:pt x="534" y="327"/>
                    <a:pt x="534" y="325"/>
                    <a:pt x="534" y="322"/>
                  </a:cubicBezTo>
                  <a:cubicBezTo>
                    <a:pt x="543" y="321"/>
                    <a:pt x="551" y="316"/>
                    <a:pt x="557" y="310"/>
                  </a:cubicBezTo>
                  <a:cubicBezTo>
                    <a:pt x="562" y="304"/>
                    <a:pt x="562" y="304"/>
                    <a:pt x="562" y="304"/>
                  </a:cubicBezTo>
                  <a:cubicBezTo>
                    <a:pt x="569" y="296"/>
                    <a:pt x="573" y="286"/>
                    <a:pt x="573" y="276"/>
                  </a:cubicBezTo>
                  <a:cubicBezTo>
                    <a:pt x="573" y="264"/>
                    <a:pt x="568" y="253"/>
                    <a:pt x="560" y="245"/>
                  </a:cubicBezTo>
                  <a:cubicBezTo>
                    <a:pt x="552" y="237"/>
                    <a:pt x="552" y="237"/>
                    <a:pt x="552" y="237"/>
                  </a:cubicBezTo>
                  <a:cubicBezTo>
                    <a:pt x="637" y="143"/>
                    <a:pt x="637" y="143"/>
                    <a:pt x="637" y="143"/>
                  </a:cubicBezTo>
                  <a:cubicBezTo>
                    <a:pt x="645" y="135"/>
                    <a:pt x="649" y="123"/>
                    <a:pt x="649" y="111"/>
                  </a:cubicBezTo>
                  <a:cubicBezTo>
                    <a:pt x="649" y="100"/>
                    <a:pt x="645" y="90"/>
                    <a:pt x="639" y="82"/>
                  </a:cubicBezTo>
                  <a:lnTo>
                    <a:pt x="588" y="17"/>
                  </a:lnTo>
                  <a:close/>
                  <a:moveTo>
                    <a:pt x="426" y="213"/>
                  </a:moveTo>
                  <a:cubicBezTo>
                    <a:pt x="411" y="229"/>
                    <a:pt x="411" y="229"/>
                    <a:pt x="411" y="229"/>
                  </a:cubicBezTo>
                  <a:cubicBezTo>
                    <a:pt x="411" y="230"/>
                    <a:pt x="411" y="230"/>
                    <a:pt x="411" y="231"/>
                  </a:cubicBezTo>
                  <a:cubicBezTo>
                    <a:pt x="411" y="231"/>
                    <a:pt x="411" y="232"/>
                    <a:pt x="411" y="232"/>
                  </a:cubicBezTo>
                  <a:cubicBezTo>
                    <a:pt x="504" y="318"/>
                    <a:pt x="504" y="318"/>
                    <a:pt x="504" y="318"/>
                  </a:cubicBezTo>
                  <a:cubicBezTo>
                    <a:pt x="507" y="321"/>
                    <a:pt x="509" y="325"/>
                    <a:pt x="509" y="330"/>
                  </a:cubicBezTo>
                  <a:cubicBezTo>
                    <a:pt x="509" y="334"/>
                    <a:pt x="507" y="338"/>
                    <a:pt x="504" y="341"/>
                  </a:cubicBezTo>
                  <a:cubicBezTo>
                    <a:pt x="499" y="346"/>
                    <a:pt x="499" y="346"/>
                    <a:pt x="499" y="346"/>
                  </a:cubicBezTo>
                  <a:cubicBezTo>
                    <a:pt x="496" y="350"/>
                    <a:pt x="492" y="351"/>
                    <a:pt x="487" y="351"/>
                  </a:cubicBezTo>
                  <a:cubicBezTo>
                    <a:pt x="483" y="351"/>
                    <a:pt x="479" y="350"/>
                    <a:pt x="476" y="347"/>
                  </a:cubicBezTo>
                  <a:cubicBezTo>
                    <a:pt x="390" y="267"/>
                    <a:pt x="390" y="267"/>
                    <a:pt x="390" y="267"/>
                  </a:cubicBezTo>
                  <a:cubicBezTo>
                    <a:pt x="389" y="267"/>
                    <a:pt x="388" y="267"/>
                    <a:pt x="387" y="267"/>
                  </a:cubicBezTo>
                  <a:cubicBezTo>
                    <a:pt x="372" y="283"/>
                    <a:pt x="372" y="283"/>
                    <a:pt x="372" y="283"/>
                  </a:cubicBezTo>
                  <a:cubicBezTo>
                    <a:pt x="372" y="284"/>
                    <a:pt x="372" y="284"/>
                    <a:pt x="372" y="285"/>
                  </a:cubicBezTo>
                  <a:cubicBezTo>
                    <a:pt x="372" y="285"/>
                    <a:pt x="372" y="286"/>
                    <a:pt x="372" y="286"/>
                  </a:cubicBezTo>
                  <a:cubicBezTo>
                    <a:pt x="449" y="357"/>
                    <a:pt x="449" y="357"/>
                    <a:pt x="449" y="357"/>
                  </a:cubicBezTo>
                  <a:cubicBezTo>
                    <a:pt x="452" y="360"/>
                    <a:pt x="454" y="364"/>
                    <a:pt x="454" y="368"/>
                  </a:cubicBezTo>
                  <a:cubicBezTo>
                    <a:pt x="454" y="373"/>
                    <a:pt x="453" y="377"/>
                    <a:pt x="450" y="380"/>
                  </a:cubicBezTo>
                  <a:cubicBezTo>
                    <a:pt x="445" y="385"/>
                    <a:pt x="445" y="385"/>
                    <a:pt x="445" y="385"/>
                  </a:cubicBezTo>
                  <a:cubicBezTo>
                    <a:pt x="442" y="388"/>
                    <a:pt x="437" y="390"/>
                    <a:pt x="432" y="390"/>
                  </a:cubicBezTo>
                  <a:cubicBezTo>
                    <a:pt x="428" y="390"/>
                    <a:pt x="424" y="389"/>
                    <a:pt x="421" y="386"/>
                  </a:cubicBezTo>
                  <a:cubicBezTo>
                    <a:pt x="345" y="315"/>
                    <a:pt x="345" y="315"/>
                    <a:pt x="345" y="315"/>
                  </a:cubicBezTo>
                  <a:cubicBezTo>
                    <a:pt x="344" y="315"/>
                    <a:pt x="343" y="315"/>
                    <a:pt x="342" y="316"/>
                  </a:cubicBezTo>
                  <a:cubicBezTo>
                    <a:pt x="327" y="331"/>
                    <a:pt x="327" y="331"/>
                    <a:pt x="327" y="331"/>
                  </a:cubicBezTo>
                  <a:cubicBezTo>
                    <a:pt x="327" y="332"/>
                    <a:pt x="327" y="332"/>
                    <a:pt x="327" y="333"/>
                  </a:cubicBezTo>
                  <a:cubicBezTo>
                    <a:pt x="327" y="334"/>
                    <a:pt x="327" y="334"/>
                    <a:pt x="328" y="334"/>
                  </a:cubicBezTo>
                  <a:cubicBezTo>
                    <a:pt x="366" y="370"/>
                    <a:pt x="366" y="370"/>
                    <a:pt x="366" y="370"/>
                  </a:cubicBezTo>
                  <a:cubicBezTo>
                    <a:pt x="369" y="373"/>
                    <a:pt x="371" y="377"/>
                    <a:pt x="371" y="381"/>
                  </a:cubicBezTo>
                  <a:cubicBezTo>
                    <a:pt x="371" y="385"/>
                    <a:pt x="369" y="389"/>
                    <a:pt x="366" y="392"/>
                  </a:cubicBezTo>
                  <a:cubicBezTo>
                    <a:pt x="361" y="397"/>
                    <a:pt x="361" y="397"/>
                    <a:pt x="361" y="397"/>
                  </a:cubicBezTo>
                  <a:cubicBezTo>
                    <a:pt x="358" y="401"/>
                    <a:pt x="354" y="403"/>
                    <a:pt x="349" y="403"/>
                  </a:cubicBezTo>
                  <a:cubicBezTo>
                    <a:pt x="345" y="403"/>
                    <a:pt x="341" y="401"/>
                    <a:pt x="338" y="398"/>
                  </a:cubicBezTo>
                  <a:cubicBezTo>
                    <a:pt x="306" y="368"/>
                    <a:pt x="306" y="368"/>
                    <a:pt x="306" y="368"/>
                  </a:cubicBezTo>
                  <a:cubicBezTo>
                    <a:pt x="308" y="363"/>
                    <a:pt x="310" y="356"/>
                    <a:pt x="310" y="351"/>
                  </a:cubicBezTo>
                  <a:cubicBezTo>
                    <a:pt x="310" y="339"/>
                    <a:pt x="305" y="328"/>
                    <a:pt x="297" y="320"/>
                  </a:cubicBezTo>
                  <a:cubicBezTo>
                    <a:pt x="291" y="315"/>
                    <a:pt x="291" y="315"/>
                    <a:pt x="291" y="315"/>
                  </a:cubicBezTo>
                  <a:cubicBezTo>
                    <a:pt x="283" y="308"/>
                    <a:pt x="273" y="304"/>
                    <a:pt x="262" y="304"/>
                  </a:cubicBezTo>
                  <a:cubicBezTo>
                    <a:pt x="262" y="304"/>
                    <a:pt x="262" y="304"/>
                    <a:pt x="262" y="304"/>
                  </a:cubicBezTo>
                  <a:cubicBezTo>
                    <a:pt x="261" y="293"/>
                    <a:pt x="250" y="276"/>
                    <a:pt x="249" y="275"/>
                  </a:cubicBezTo>
                  <a:cubicBezTo>
                    <a:pt x="243" y="270"/>
                    <a:pt x="243" y="270"/>
                    <a:pt x="243" y="270"/>
                  </a:cubicBezTo>
                  <a:cubicBezTo>
                    <a:pt x="238" y="265"/>
                    <a:pt x="231" y="261"/>
                    <a:pt x="224" y="259"/>
                  </a:cubicBezTo>
                  <a:cubicBezTo>
                    <a:pt x="225" y="255"/>
                    <a:pt x="226" y="251"/>
                    <a:pt x="226" y="248"/>
                  </a:cubicBezTo>
                  <a:cubicBezTo>
                    <a:pt x="226" y="236"/>
                    <a:pt x="221" y="225"/>
                    <a:pt x="213" y="217"/>
                  </a:cubicBezTo>
                  <a:cubicBezTo>
                    <a:pt x="208" y="212"/>
                    <a:pt x="208" y="212"/>
                    <a:pt x="208" y="212"/>
                  </a:cubicBezTo>
                  <a:cubicBezTo>
                    <a:pt x="200" y="205"/>
                    <a:pt x="190" y="201"/>
                    <a:pt x="179" y="201"/>
                  </a:cubicBezTo>
                  <a:cubicBezTo>
                    <a:pt x="178" y="201"/>
                    <a:pt x="178" y="201"/>
                    <a:pt x="177" y="201"/>
                  </a:cubicBezTo>
                  <a:cubicBezTo>
                    <a:pt x="176" y="191"/>
                    <a:pt x="172" y="181"/>
                    <a:pt x="164" y="174"/>
                  </a:cubicBezTo>
                  <a:cubicBezTo>
                    <a:pt x="159" y="169"/>
                    <a:pt x="159" y="169"/>
                    <a:pt x="159" y="169"/>
                  </a:cubicBezTo>
                  <a:cubicBezTo>
                    <a:pt x="151" y="161"/>
                    <a:pt x="141" y="157"/>
                    <a:pt x="131" y="157"/>
                  </a:cubicBezTo>
                  <a:cubicBezTo>
                    <a:pt x="130" y="157"/>
                    <a:pt x="130" y="157"/>
                    <a:pt x="130" y="157"/>
                  </a:cubicBezTo>
                  <a:cubicBezTo>
                    <a:pt x="129" y="157"/>
                    <a:pt x="129" y="157"/>
                    <a:pt x="129" y="157"/>
                  </a:cubicBezTo>
                  <a:cubicBezTo>
                    <a:pt x="118" y="157"/>
                    <a:pt x="107" y="162"/>
                    <a:pt x="99" y="170"/>
                  </a:cubicBezTo>
                  <a:cubicBezTo>
                    <a:pt x="88" y="182"/>
                    <a:pt x="88" y="182"/>
                    <a:pt x="88" y="182"/>
                  </a:cubicBezTo>
                  <a:cubicBezTo>
                    <a:pt x="31" y="135"/>
                    <a:pt x="31" y="135"/>
                    <a:pt x="31" y="135"/>
                  </a:cubicBezTo>
                  <a:cubicBezTo>
                    <a:pt x="28" y="131"/>
                    <a:pt x="26" y="127"/>
                    <a:pt x="26" y="122"/>
                  </a:cubicBezTo>
                  <a:cubicBezTo>
                    <a:pt x="26" y="119"/>
                    <a:pt x="27" y="115"/>
                    <a:pt x="30" y="112"/>
                  </a:cubicBezTo>
                  <a:cubicBezTo>
                    <a:pt x="91" y="44"/>
                    <a:pt x="91" y="44"/>
                    <a:pt x="91" y="44"/>
                  </a:cubicBezTo>
                  <a:cubicBezTo>
                    <a:pt x="93" y="42"/>
                    <a:pt x="96" y="39"/>
                    <a:pt x="100" y="38"/>
                  </a:cubicBezTo>
                  <a:cubicBezTo>
                    <a:pt x="104" y="36"/>
                    <a:pt x="109" y="35"/>
                    <a:pt x="113" y="35"/>
                  </a:cubicBezTo>
                  <a:cubicBezTo>
                    <a:pt x="116" y="35"/>
                    <a:pt x="120" y="36"/>
                    <a:pt x="122" y="37"/>
                  </a:cubicBezTo>
                  <a:cubicBezTo>
                    <a:pt x="155" y="51"/>
                    <a:pt x="155" y="51"/>
                    <a:pt x="155" y="51"/>
                  </a:cubicBezTo>
                  <a:cubicBezTo>
                    <a:pt x="164" y="55"/>
                    <a:pt x="175" y="57"/>
                    <a:pt x="187" y="57"/>
                  </a:cubicBezTo>
                  <a:cubicBezTo>
                    <a:pt x="199" y="57"/>
                    <a:pt x="210" y="55"/>
                    <a:pt x="219" y="51"/>
                  </a:cubicBezTo>
                  <a:cubicBezTo>
                    <a:pt x="252" y="37"/>
                    <a:pt x="252" y="37"/>
                    <a:pt x="252" y="37"/>
                  </a:cubicBezTo>
                  <a:cubicBezTo>
                    <a:pt x="257" y="35"/>
                    <a:pt x="264" y="34"/>
                    <a:pt x="271" y="34"/>
                  </a:cubicBezTo>
                  <a:cubicBezTo>
                    <a:pt x="272" y="34"/>
                    <a:pt x="272" y="34"/>
                    <a:pt x="272" y="34"/>
                  </a:cubicBezTo>
                  <a:cubicBezTo>
                    <a:pt x="274" y="34"/>
                    <a:pt x="274" y="34"/>
                    <a:pt x="274" y="34"/>
                  </a:cubicBezTo>
                  <a:cubicBezTo>
                    <a:pt x="281" y="34"/>
                    <a:pt x="289" y="35"/>
                    <a:pt x="294" y="38"/>
                  </a:cubicBezTo>
                  <a:cubicBezTo>
                    <a:pt x="296" y="39"/>
                    <a:pt x="298" y="40"/>
                    <a:pt x="300" y="41"/>
                  </a:cubicBezTo>
                  <a:cubicBezTo>
                    <a:pt x="268" y="63"/>
                    <a:pt x="268" y="63"/>
                    <a:pt x="268" y="63"/>
                  </a:cubicBezTo>
                  <a:cubicBezTo>
                    <a:pt x="257" y="71"/>
                    <a:pt x="251" y="83"/>
                    <a:pt x="251" y="96"/>
                  </a:cubicBezTo>
                  <a:cubicBezTo>
                    <a:pt x="251" y="105"/>
                    <a:pt x="254" y="114"/>
                    <a:pt x="259" y="121"/>
                  </a:cubicBezTo>
                  <a:cubicBezTo>
                    <a:pt x="259" y="121"/>
                    <a:pt x="259" y="121"/>
                    <a:pt x="259" y="121"/>
                  </a:cubicBezTo>
                  <a:cubicBezTo>
                    <a:pt x="263" y="127"/>
                    <a:pt x="263" y="127"/>
                    <a:pt x="263" y="127"/>
                  </a:cubicBezTo>
                  <a:cubicBezTo>
                    <a:pt x="272" y="138"/>
                    <a:pt x="286" y="145"/>
                    <a:pt x="300" y="145"/>
                  </a:cubicBezTo>
                  <a:cubicBezTo>
                    <a:pt x="308" y="145"/>
                    <a:pt x="316" y="143"/>
                    <a:pt x="323" y="138"/>
                  </a:cubicBezTo>
                  <a:cubicBezTo>
                    <a:pt x="343" y="126"/>
                    <a:pt x="343" y="126"/>
                    <a:pt x="343" y="126"/>
                  </a:cubicBezTo>
                  <a:cubicBezTo>
                    <a:pt x="347" y="124"/>
                    <a:pt x="353" y="123"/>
                    <a:pt x="359" y="123"/>
                  </a:cubicBezTo>
                  <a:cubicBezTo>
                    <a:pt x="366" y="123"/>
                    <a:pt x="373" y="124"/>
                    <a:pt x="378" y="128"/>
                  </a:cubicBezTo>
                  <a:cubicBezTo>
                    <a:pt x="434" y="168"/>
                    <a:pt x="434" y="168"/>
                    <a:pt x="434" y="168"/>
                  </a:cubicBezTo>
                  <a:cubicBezTo>
                    <a:pt x="446" y="177"/>
                    <a:pt x="466" y="193"/>
                    <a:pt x="478" y="204"/>
                  </a:cubicBezTo>
                  <a:cubicBezTo>
                    <a:pt x="543" y="264"/>
                    <a:pt x="543" y="264"/>
                    <a:pt x="543" y="264"/>
                  </a:cubicBezTo>
                  <a:cubicBezTo>
                    <a:pt x="546" y="267"/>
                    <a:pt x="548" y="271"/>
                    <a:pt x="548" y="276"/>
                  </a:cubicBezTo>
                  <a:cubicBezTo>
                    <a:pt x="548" y="280"/>
                    <a:pt x="546" y="284"/>
                    <a:pt x="543" y="287"/>
                  </a:cubicBezTo>
                  <a:cubicBezTo>
                    <a:pt x="538" y="292"/>
                    <a:pt x="538" y="292"/>
                    <a:pt x="538" y="292"/>
                  </a:cubicBezTo>
                  <a:cubicBezTo>
                    <a:pt x="535" y="296"/>
                    <a:pt x="531" y="297"/>
                    <a:pt x="526" y="297"/>
                  </a:cubicBezTo>
                  <a:cubicBezTo>
                    <a:pt x="522" y="297"/>
                    <a:pt x="518" y="296"/>
                    <a:pt x="515" y="293"/>
                  </a:cubicBezTo>
                  <a:cubicBezTo>
                    <a:pt x="429" y="213"/>
                    <a:pt x="429" y="213"/>
                    <a:pt x="429" y="213"/>
                  </a:cubicBezTo>
                  <a:cubicBezTo>
                    <a:pt x="428" y="213"/>
                    <a:pt x="427" y="213"/>
                    <a:pt x="426" y="213"/>
                  </a:cubicBezTo>
                  <a:close/>
                  <a:moveTo>
                    <a:pt x="219" y="366"/>
                  </a:moveTo>
                  <a:cubicBezTo>
                    <a:pt x="250" y="334"/>
                    <a:pt x="250" y="334"/>
                    <a:pt x="250" y="334"/>
                  </a:cubicBezTo>
                  <a:cubicBezTo>
                    <a:pt x="253" y="331"/>
                    <a:pt x="258" y="329"/>
                    <a:pt x="262" y="329"/>
                  </a:cubicBezTo>
                  <a:cubicBezTo>
                    <a:pt x="267" y="329"/>
                    <a:pt x="271" y="331"/>
                    <a:pt x="274" y="334"/>
                  </a:cubicBezTo>
                  <a:cubicBezTo>
                    <a:pt x="279" y="339"/>
                    <a:pt x="279" y="339"/>
                    <a:pt x="279" y="339"/>
                  </a:cubicBezTo>
                  <a:cubicBezTo>
                    <a:pt x="282" y="342"/>
                    <a:pt x="284" y="346"/>
                    <a:pt x="284" y="351"/>
                  </a:cubicBezTo>
                  <a:cubicBezTo>
                    <a:pt x="284" y="355"/>
                    <a:pt x="283" y="359"/>
                    <a:pt x="280" y="362"/>
                  </a:cubicBezTo>
                  <a:cubicBezTo>
                    <a:pt x="249" y="394"/>
                    <a:pt x="249" y="394"/>
                    <a:pt x="249" y="394"/>
                  </a:cubicBezTo>
                  <a:cubicBezTo>
                    <a:pt x="245" y="398"/>
                    <a:pt x="240" y="399"/>
                    <a:pt x="237" y="399"/>
                  </a:cubicBezTo>
                  <a:cubicBezTo>
                    <a:pt x="233" y="399"/>
                    <a:pt x="229" y="398"/>
                    <a:pt x="225" y="395"/>
                  </a:cubicBezTo>
                  <a:cubicBezTo>
                    <a:pt x="220" y="390"/>
                    <a:pt x="220" y="390"/>
                    <a:pt x="220" y="390"/>
                  </a:cubicBezTo>
                  <a:cubicBezTo>
                    <a:pt x="217" y="386"/>
                    <a:pt x="215" y="382"/>
                    <a:pt x="215" y="378"/>
                  </a:cubicBezTo>
                  <a:cubicBezTo>
                    <a:pt x="215" y="373"/>
                    <a:pt x="217" y="369"/>
                    <a:pt x="219" y="366"/>
                  </a:cubicBezTo>
                  <a:close/>
                  <a:moveTo>
                    <a:pt x="171" y="373"/>
                  </a:moveTo>
                  <a:cubicBezTo>
                    <a:pt x="167" y="373"/>
                    <a:pt x="163" y="371"/>
                    <a:pt x="159" y="368"/>
                  </a:cubicBezTo>
                  <a:cubicBezTo>
                    <a:pt x="154" y="363"/>
                    <a:pt x="154" y="363"/>
                    <a:pt x="154" y="363"/>
                  </a:cubicBezTo>
                  <a:cubicBezTo>
                    <a:pt x="151" y="360"/>
                    <a:pt x="149" y="356"/>
                    <a:pt x="149" y="351"/>
                  </a:cubicBezTo>
                  <a:cubicBezTo>
                    <a:pt x="149" y="347"/>
                    <a:pt x="150" y="344"/>
                    <a:pt x="153" y="341"/>
                  </a:cubicBezTo>
                  <a:cubicBezTo>
                    <a:pt x="203" y="288"/>
                    <a:pt x="203" y="288"/>
                    <a:pt x="203" y="288"/>
                  </a:cubicBezTo>
                  <a:cubicBezTo>
                    <a:pt x="207" y="285"/>
                    <a:pt x="210" y="284"/>
                    <a:pt x="214" y="284"/>
                  </a:cubicBezTo>
                  <a:cubicBezTo>
                    <a:pt x="219" y="284"/>
                    <a:pt x="223" y="285"/>
                    <a:pt x="226" y="288"/>
                  </a:cubicBezTo>
                  <a:cubicBezTo>
                    <a:pt x="231" y="293"/>
                    <a:pt x="231" y="293"/>
                    <a:pt x="231" y="293"/>
                  </a:cubicBezTo>
                  <a:cubicBezTo>
                    <a:pt x="234" y="296"/>
                    <a:pt x="236" y="301"/>
                    <a:pt x="236" y="305"/>
                  </a:cubicBezTo>
                  <a:cubicBezTo>
                    <a:pt x="236" y="309"/>
                    <a:pt x="235" y="313"/>
                    <a:pt x="232" y="317"/>
                  </a:cubicBezTo>
                  <a:cubicBezTo>
                    <a:pt x="183" y="368"/>
                    <a:pt x="183" y="368"/>
                    <a:pt x="183" y="368"/>
                  </a:cubicBezTo>
                  <a:cubicBezTo>
                    <a:pt x="180" y="371"/>
                    <a:pt x="175" y="373"/>
                    <a:pt x="171" y="373"/>
                  </a:cubicBezTo>
                  <a:close/>
                  <a:moveTo>
                    <a:pt x="63" y="245"/>
                  </a:moveTo>
                  <a:cubicBezTo>
                    <a:pt x="118" y="188"/>
                    <a:pt x="118" y="188"/>
                    <a:pt x="118" y="188"/>
                  </a:cubicBezTo>
                  <a:cubicBezTo>
                    <a:pt x="121" y="184"/>
                    <a:pt x="125" y="182"/>
                    <a:pt x="130" y="182"/>
                  </a:cubicBezTo>
                  <a:cubicBezTo>
                    <a:pt x="134" y="182"/>
                    <a:pt x="138" y="184"/>
                    <a:pt x="141" y="187"/>
                  </a:cubicBezTo>
                  <a:cubicBezTo>
                    <a:pt x="146" y="192"/>
                    <a:pt x="146" y="192"/>
                    <a:pt x="146" y="192"/>
                  </a:cubicBezTo>
                  <a:cubicBezTo>
                    <a:pt x="148" y="194"/>
                    <a:pt x="152" y="200"/>
                    <a:pt x="152" y="204"/>
                  </a:cubicBezTo>
                  <a:cubicBezTo>
                    <a:pt x="152" y="207"/>
                    <a:pt x="151" y="211"/>
                    <a:pt x="149" y="213"/>
                  </a:cubicBezTo>
                  <a:cubicBezTo>
                    <a:pt x="149" y="213"/>
                    <a:pt x="100" y="264"/>
                    <a:pt x="90" y="275"/>
                  </a:cubicBezTo>
                  <a:cubicBezTo>
                    <a:pt x="87" y="277"/>
                    <a:pt x="84" y="278"/>
                    <a:pt x="80" y="278"/>
                  </a:cubicBezTo>
                  <a:cubicBezTo>
                    <a:pt x="76" y="278"/>
                    <a:pt x="72" y="276"/>
                    <a:pt x="69" y="273"/>
                  </a:cubicBezTo>
                  <a:cubicBezTo>
                    <a:pt x="63" y="268"/>
                    <a:pt x="63" y="268"/>
                    <a:pt x="63" y="268"/>
                  </a:cubicBezTo>
                  <a:cubicBezTo>
                    <a:pt x="60" y="265"/>
                    <a:pt x="59" y="261"/>
                    <a:pt x="59" y="256"/>
                  </a:cubicBezTo>
                  <a:cubicBezTo>
                    <a:pt x="59" y="252"/>
                    <a:pt x="60" y="248"/>
                    <a:pt x="63" y="245"/>
                  </a:cubicBezTo>
                  <a:close/>
                  <a:moveTo>
                    <a:pt x="94" y="307"/>
                  </a:moveTo>
                  <a:cubicBezTo>
                    <a:pt x="94" y="307"/>
                    <a:pt x="166" y="232"/>
                    <a:pt x="167" y="231"/>
                  </a:cubicBezTo>
                  <a:cubicBezTo>
                    <a:pt x="170" y="228"/>
                    <a:pt x="174" y="226"/>
                    <a:pt x="179" y="226"/>
                  </a:cubicBezTo>
                  <a:cubicBezTo>
                    <a:pt x="183" y="226"/>
                    <a:pt x="187" y="228"/>
                    <a:pt x="190" y="230"/>
                  </a:cubicBezTo>
                  <a:cubicBezTo>
                    <a:pt x="195" y="236"/>
                    <a:pt x="195" y="236"/>
                    <a:pt x="195" y="236"/>
                  </a:cubicBezTo>
                  <a:cubicBezTo>
                    <a:pt x="199" y="239"/>
                    <a:pt x="201" y="243"/>
                    <a:pt x="201" y="248"/>
                  </a:cubicBezTo>
                  <a:cubicBezTo>
                    <a:pt x="201" y="252"/>
                    <a:pt x="199" y="256"/>
                    <a:pt x="196" y="259"/>
                  </a:cubicBezTo>
                  <a:cubicBezTo>
                    <a:pt x="123" y="335"/>
                    <a:pt x="123" y="335"/>
                    <a:pt x="123" y="335"/>
                  </a:cubicBezTo>
                  <a:cubicBezTo>
                    <a:pt x="119" y="339"/>
                    <a:pt x="114" y="340"/>
                    <a:pt x="111" y="340"/>
                  </a:cubicBezTo>
                  <a:cubicBezTo>
                    <a:pt x="107" y="340"/>
                    <a:pt x="103" y="339"/>
                    <a:pt x="100" y="336"/>
                  </a:cubicBezTo>
                  <a:cubicBezTo>
                    <a:pt x="94" y="331"/>
                    <a:pt x="94" y="331"/>
                    <a:pt x="94" y="331"/>
                  </a:cubicBezTo>
                  <a:cubicBezTo>
                    <a:pt x="91" y="327"/>
                    <a:pt x="89" y="323"/>
                    <a:pt x="89" y="319"/>
                  </a:cubicBezTo>
                  <a:cubicBezTo>
                    <a:pt x="89" y="315"/>
                    <a:pt x="91" y="311"/>
                    <a:pt x="94" y="307"/>
                  </a:cubicBezTo>
                  <a:close/>
                  <a:moveTo>
                    <a:pt x="618" y="126"/>
                  </a:moveTo>
                  <a:cubicBezTo>
                    <a:pt x="533" y="220"/>
                    <a:pt x="533" y="220"/>
                    <a:pt x="533" y="220"/>
                  </a:cubicBezTo>
                  <a:cubicBezTo>
                    <a:pt x="495" y="185"/>
                    <a:pt x="495" y="185"/>
                    <a:pt x="495" y="185"/>
                  </a:cubicBezTo>
                  <a:cubicBezTo>
                    <a:pt x="482" y="173"/>
                    <a:pt x="462" y="157"/>
                    <a:pt x="449" y="147"/>
                  </a:cubicBezTo>
                  <a:cubicBezTo>
                    <a:pt x="393" y="107"/>
                    <a:pt x="393" y="107"/>
                    <a:pt x="393" y="107"/>
                  </a:cubicBezTo>
                  <a:cubicBezTo>
                    <a:pt x="383" y="101"/>
                    <a:pt x="372" y="97"/>
                    <a:pt x="359" y="97"/>
                  </a:cubicBezTo>
                  <a:cubicBezTo>
                    <a:pt x="348" y="97"/>
                    <a:pt x="338" y="100"/>
                    <a:pt x="330" y="104"/>
                  </a:cubicBezTo>
                  <a:cubicBezTo>
                    <a:pt x="309" y="117"/>
                    <a:pt x="309" y="117"/>
                    <a:pt x="309" y="117"/>
                  </a:cubicBezTo>
                  <a:cubicBezTo>
                    <a:pt x="301" y="122"/>
                    <a:pt x="289" y="119"/>
                    <a:pt x="284" y="112"/>
                  </a:cubicBezTo>
                  <a:cubicBezTo>
                    <a:pt x="280" y="106"/>
                    <a:pt x="280" y="106"/>
                    <a:pt x="280" y="106"/>
                  </a:cubicBezTo>
                  <a:cubicBezTo>
                    <a:pt x="280" y="106"/>
                    <a:pt x="280" y="106"/>
                    <a:pt x="279" y="106"/>
                  </a:cubicBezTo>
                  <a:cubicBezTo>
                    <a:pt x="277" y="103"/>
                    <a:pt x="276" y="100"/>
                    <a:pt x="276" y="96"/>
                  </a:cubicBezTo>
                  <a:cubicBezTo>
                    <a:pt x="276" y="91"/>
                    <a:pt x="279" y="86"/>
                    <a:pt x="283" y="84"/>
                  </a:cubicBezTo>
                  <a:cubicBezTo>
                    <a:pt x="343" y="41"/>
                    <a:pt x="343" y="41"/>
                    <a:pt x="343" y="41"/>
                  </a:cubicBezTo>
                  <a:cubicBezTo>
                    <a:pt x="348" y="38"/>
                    <a:pt x="357" y="35"/>
                    <a:pt x="365" y="35"/>
                  </a:cubicBezTo>
                  <a:cubicBezTo>
                    <a:pt x="371" y="35"/>
                    <a:pt x="376" y="36"/>
                    <a:pt x="380" y="38"/>
                  </a:cubicBezTo>
                  <a:cubicBezTo>
                    <a:pt x="429" y="62"/>
                    <a:pt x="429" y="62"/>
                    <a:pt x="429" y="62"/>
                  </a:cubicBezTo>
                  <a:cubicBezTo>
                    <a:pt x="437" y="66"/>
                    <a:pt x="446" y="68"/>
                    <a:pt x="457" y="68"/>
                  </a:cubicBezTo>
                  <a:cubicBezTo>
                    <a:pt x="471" y="68"/>
                    <a:pt x="483" y="65"/>
                    <a:pt x="492" y="59"/>
                  </a:cubicBezTo>
                  <a:cubicBezTo>
                    <a:pt x="542" y="28"/>
                    <a:pt x="542" y="28"/>
                    <a:pt x="542" y="28"/>
                  </a:cubicBezTo>
                  <a:cubicBezTo>
                    <a:pt x="545" y="26"/>
                    <a:pt x="549" y="25"/>
                    <a:pt x="552" y="25"/>
                  </a:cubicBezTo>
                  <a:cubicBezTo>
                    <a:pt x="558" y="25"/>
                    <a:pt x="565" y="28"/>
                    <a:pt x="568" y="32"/>
                  </a:cubicBezTo>
                  <a:cubicBezTo>
                    <a:pt x="619" y="98"/>
                    <a:pt x="619" y="98"/>
                    <a:pt x="619" y="98"/>
                  </a:cubicBezTo>
                  <a:cubicBezTo>
                    <a:pt x="622" y="101"/>
                    <a:pt x="623" y="106"/>
                    <a:pt x="623" y="111"/>
                  </a:cubicBezTo>
                  <a:cubicBezTo>
                    <a:pt x="623" y="117"/>
                    <a:pt x="621" y="122"/>
                    <a:pt x="618" y="126"/>
                  </a:cubicBezTo>
                  <a:close/>
                </a:path>
              </a:pathLst>
            </a:custGeom>
            <a:solidFill>
              <a:schemeClr val="accent1"/>
            </a:solidFill>
            <a:ln>
              <a:noFill/>
            </a:ln>
            <a:effectLst/>
          </p:spPr>
          <p:txBody>
            <a:bodyPr vert="horz" wrap="square" lIns="125968" tIns="62983" rIns="125968" bIns="62983" numCol="1" anchor="t" anchorCtr="0" compatLnSpc="1"/>
            <a:lstStyle/>
            <a:p>
              <a:endParaRPr lang="en-US" sz="3305">
                <a:latin typeface="思源黑体 CN Bold" panose="020B0800000000000000" pitchFamily="34" charset="-122"/>
                <a:ea typeface="思源黑体 CN Bold" panose="020B0800000000000000" pitchFamily="34" charset="-122"/>
              </a:endParaRPr>
            </a:p>
          </p:txBody>
        </p:sp>
        <p:sp>
          <p:nvSpPr>
            <p:cNvPr id="138" name="Freeform 10"/>
            <p:cNvSpPr>
              <a:spLocks noEditPoints="1"/>
            </p:cNvSpPr>
            <p:nvPr/>
          </p:nvSpPr>
          <p:spPr bwMode="auto">
            <a:xfrm>
              <a:off x="6009846" y="6009001"/>
              <a:ext cx="171647" cy="170715"/>
            </a:xfrm>
            <a:custGeom>
              <a:avLst/>
              <a:gdLst>
                <a:gd name="T0" fmla="*/ 5998 w 6268"/>
                <a:gd name="T1" fmla="*/ 2349 h 6234"/>
                <a:gd name="T2" fmla="*/ 5864 w 6268"/>
                <a:gd name="T3" fmla="*/ 1789 h 6234"/>
                <a:gd name="T4" fmla="*/ 5601 w 6268"/>
                <a:gd name="T5" fmla="*/ 1281 h 6234"/>
                <a:gd name="T6" fmla="*/ 5195 w 6268"/>
                <a:gd name="T7" fmla="*/ 832 h 6234"/>
                <a:gd name="T8" fmla="*/ 4675 w 6268"/>
                <a:gd name="T9" fmla="*/ 489 h 6234"/>
                <a:gd name="T10" fmla="*/ 4082 w 6268"/>
                <a:gd name="T11" fmla="*/ 293 h 6234"/>
                <a:gd name="T12" fmla="*/ 3770 w 6268"/>
                <a:gd name="T13" fmla="*/ 255 h 6234"/>
                <a:gd name="T14" fmla="*/ 4120 w 6268"/>
                <a:gd name="T15" fmla="*/ 45 h 6234"/>
                <a:gd name="T16" fmla="*/ 4723 w 6268"/>
                <a:gd name="T17" fmla="*/ 234 h 6234"/>
                <a:gd name="T18" fmla="*/ 5261 w 6268"/>
                <a:gd name="T19" fmla="*/ 558 h 6234"/>
                <a:gd name="T20" fmla="*/ 5712 w 6268"/>
                <a:gd name="T21" fmla="*/ 1007 h 6234"/>
                <a:gd name="T22" fmla="*/ 6036 w 6268"/>
                <a:gd name="T23" fmla="*/ 1548 h 6234"/>
                <a:gd name="T24" fmla="*/ 6223 w 6268"/>
                <a:gd name="T25" fmla="*/ 2146 h 6234"/>
                <a:gd name="T26" fmla="*/ 6261 w 6268"/>
                <a:gd name="T27" fmla="*/ 2654 h 6234"/>
                <a:gd name="T28" fmla="*/ 6173 w 6268"/>
                <a:gd name="T29" fmla="*/ 2741 h 6234"/>
                <a:gd name="T30" fmla="*/ 3581 w 6268"/>
                <a:gd name="T31" fmla="*/ 2727 h 6234"/>
                <a:gd name="T32" fmla="*/ 3518 w 6268"/>
                <a:gd name="T33" fmla="*/ 2621 h 6234"/>
                <a:gd name="T34" fmla="*/ 3553 w 6268"/>
                <a:gd name="T35" fmla="*/ 35 h 6234"/>
                <a:gd name="T36" fmla="*/ 3643 w 6268"/>
                <a:gd name="T37" fmla="*/ 0 h 6234"/>
                <a:gd name="T38" fmla="*/ 2346 w 6268"/>
                <a:gd name="T39" fmla="*/ 867 h 6234"/>
                <a:gd name="T40" fmla="*/ 1701 w 6268"/>
                <a:gd name="T41" fmla="*/ 1082 h 6234"/>
                <a:gd name="T42" fmla="*/ 1143 w 6268"/>
                <a:gd name="T43" fmla="*/ 1451 h 6234"/>
                <a:gd name="T44" fmla="*/ 699 w 6268"/>
                <a:gd name="T45" fmla="*/ 1947 h 6234"/>
                <a:gd name="T46" fmla="*/ 394 w 6268"/>
                <a:gd name="T47" fmla="*/ 2547 h 6234"/>
                <a:gd name="T48" fmla="*/ 257 w 6268"/>
                <a:gd name="T49" fmla="*/ 3226 h 6234"/>
                <a:gd name="T50" fmla="*/ 302 w 6268"/>
                <a:gd name="T51" fmla="*/ 3923 h 6234"/>
                <a:gd name="T52" fmla="*/ 522 w 6268"/>
                <a:gd name="T53" fmla="*/ 4558 h 6234"/>
                <a:gd name="T54" fmla="*/ 893 w 6268"/>
                <a:gd name="T55" fmla="*/ 5106 h 6234"/>
                <a:gd name="T56" fmla="*/ 1384 w 6268"/>
                <a:gd name="T57" fmla="*/ 5541 h 6234"/>
                <a:gd name="T58" fmla="*/ 1977 w 6268"/>
                <a:gd name="T59" fmla="*/ 5841 h 6234"/>
                <a:gd name="T60" fmla="*/ 2644 w 6268"/>
                <a:gd name="T61" fmla="*/ 5978 h 6234"/>
                <a:gd name="T62" fmla="*/ 3343 w 6268"/>
                <a:gd name="T63" fmla="*/ 5931 h 6234"/>
                <a:gd name="T64" fmla="*/ 3983 w 6268"/>
                <a:gd name="T65" fmla="*/ 5704 h 6234"/>
                <a:gd name="T66" fmla="*/ 4529 w 6268"/>
                <a:gd name="T67" fmla="*/ 5326 h 6234"/>
                <a:gd name="T68" fmla="*/ 4966 w 6268"/>
                <a:gd name="T69" fmla="*/ 4816 h 6234"/>
                <a:gd name="T70" fmla="*/ 5256 w 6268"/>
                <a:gd name="T71" fmla="*/ 4211 h 6234"/>
                <a:gd name="T72" fmla="*/ 5384 w 6268"/>
                <a:gd name="T73" fmla="*/ 3528 h 6234"/>
                <a:gd name="T74" fmla="*/ 2729 w 6268"/>
                <a:gd name="T75" fmla="*/ 3490 h 6234"/>
                <a:gd name="T76" fmla="*/ 2693 w 6268"/>
                <a:gd name="T77" fmla="*/ 827 h 6234"/>
                <a:gd name="T78" fmla="*/ 2854 w 6268"/>
                <a:gd name="T79" fmla="*/ 577 h 6234"/>
                <a:gd name="T80" fmla="*/ 2941 w 6268"/>
                <a:gd name="T81" fmla="*/ 664 h 6234"/>
                <a:gd name="T82" fmla="*/ 5545 w 6268"/>
                <a:gd name="T83" fmla="*/ 3282 h 6234"/>
                <a:gd name="T84" fmla="*/ 5634 w 6268"/>
                <a:gd name="T85" fmla="*/ 3372 h 6234"/>
                <a:gd name="T86" fmla="*/ 5585 w 6268"/>
                <a:gd name="T87" fmla="*/ 3951 h 6234"/>
                <a:gd name="T88" fmla="*/ 5363 w 6268"/>
                <a:gd name="T89" fmla="*/ 4624 h 6234"/>
                <a:gd name="T90" fmla="*/ 4987 w 6268"/>
                <a:gd name="T91" fmla="*/ 5213 h 6234"/>
                <a:gd name="T92" fmla="*/ 4484 w 6268"/>
                <a:gd name="T93" fmla="*/ 5688 h 6234"/>
                <a:gd name="T94" fmla="*/ 3874 w 6268"/>
                <a:gd name="T95" fmla="*/ 6030 h 6234"/>
                <a:gd name="T96" fmla="*/ 3185 w 6268"/>
                <a:gd name="T97" fmla="*/ 6212 h 6234"/>
                <a:gd name="T98" fmla="*/ 2452 w 6268"/>
                <a:gd name="T99" fmla="*/ 6212 h 6234"/>
                <a:gd name="T100" fmla="*/ 1762 w 6268"/>
                <a:gd name="T101" fmla="*/ 6030 h 6234"/>
                <a:gd name="T102" fmla="*/ 1153 w 6268"/>
                <a:gd name="T103" fmla="*/ 5688 h 6234"/>
                <a:gd name="T104" fmla="*/ 652 w 6268"/>
                <a:gd name="T105" fmla="*/ 5213 h 6234"/>
                <a:gd name="T106" fmla="*/ 276 w 6268"/>
                <a:gd name="T107" fmla="*/ 4624 h 6234"/>
                <a:gd name="T108" fmla="*/ 52 w 6268"/>
                <a:gd name="T109" fmla="*/ 3951 h 6234"/>
                <a:gd name="T110" fmla="*/ 5 w 6268"/>
                <a:gd name="T111" fmla="*/ 3218 h 6234"/>
                <a:gd name="T112" fmla="*/ 142 w 6268"/>
                <a:gd name="T113" fmla="*/ 2510 h 6234"/>
                <a:gd name="T114" fmla="*/ 446 w 6268"/>
                <a:gd name="T115" fmla="*/ 1874 h 6234"/>
                <a:gd name="T116" fmla="*/ 888 w 6268"/>
                <a:gd name="T117" fmla="*/ 1342 h 6234"/>
                <a:gd name="T118" fmla="*/ 1446 w 6268"/>
                <a:gd name="T119" fmla="*/ 929 h 6234"/>
                <a:gd name="T120" fmla="*/ 2098 w 6268"/>
                <a:gd name="T121" fmla="*/ 666 h 6234"/>
                <a:gd name="T122" fmla="*/ 2818 w 6268"/>
                <a:gd name="T123" fmla="*/ 572 h 6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268" h="6234">
                  <a:moveTo>
                    <a:pt x="3770" y="255"/>
                  </a:moveTo>
                  <a:lnTo>
                    <a:pt x="3770" y="2495"/>
                  </a:lnTo>
                  <a:lnTo>
                    <a:pt x="6012" y="2495"/>
                  </a:lnTo>
                  <a:lnTo>
                    <a:pt x="5998" y="2349"/>
                  </a:lnTo>
                  <a:lnTo>
                    <a:pt x="5977" y="2207"/>
                  </a:lnTo>
                  <a:lnTo>
                    <a:pt x="5949" y="2065"/>
                  </a:lnTo>
                  <a:lnTo>
                    <a:pt x="5911" y="1928"/>
                  </a:lnTo>
                  <a:lnTo>
                    <a:pt x="5864" y="1789"/>
                  </a:lnTo>
                  <a:lnTo>
                    <a:pt x="5812" y="1656"/>
                  </a:lnTo>
                  <a:lnTo>
                    <a:pt x="5748" y="1529"/>
                  </a:lnTo>
                  <a:lnTo>
                    <a:pt x="5677" y="1404"/>
                  </a:lnTo>
                  <a:lnTo>
                    <a:pt x="5601" y="1281"/>
                  </a:lnTo>
                  <a:lnTo>
                    <a:pt x="5514" y="1163"/>
                  </a:lnTo>
                  <a:lnTo>
                    <a:pt x="5422" y="1052"/>
                  </a:lnTo>
                  <a:lnTo>
                    <a:pt x="5311" y="938"/>
                  </a:lnTo>
                  <a:lnTo>
                    <a:pt x="5195" y="832"/>
                  </a:lnTo>
                  <a:lnTo>
                    <a:pt x="5072" y="733"/>
                  </a:lnTo>
                  <a:lnTo>
                    <a:pt x="4947" y="643"/>
                  </a:lnTo>
                  <a:lnTo>
                    <a:pt x="4810" y="560"/>
                  </a:lnTo>
                  <a:lnTo>
                    <a:pt x="4675" y="489"/>
                  </a:lnTo>
                  <a:lnTo>
                    <a:pt x="4534" y="425"/>
                  </a:lnTo>
                  <a:lnTo>
                    <a:pt x="4387" y="371"/>
                  </a:lnTo>
                  <a:lnTo>
                    <a:pt x="4236" y="328"/>
                  </a:lnTo>
                  <a:lnTo>
                    <a:pt x="4082" y="293"/>
                  </a:lnTo>
                  <a:lnTo>
                    <a:pt x="3926" y="269"/>
                  </a:lnTo>
                  <a:lnTo>
                    <a:pt x="3770" y="255"/>
                  </a:lnTo>
                  <a:lnTo>
                    <a:pt x="3770" y="255"/>
                  </a:lnTo>
                  <a:lnTo>
                    <a:pt x="3770" y="255"/>
                  </a:lnTo>
                  <a:close/>
                  <a:moveTo>
                    <a:pt x="3643" y="0"/>
                  </a:moveTo>
                  <a:lnTo>
                    <a:pt x="3806" y="5"/>
                  </a:lnTo>
                  <a:lnTo>
                    <a:pt x="3964" y="19"/>
                  </a:lnTo>
                  <a:lnTo>
                    <a:pt x="4120" y="45"/>
                  </a:lnTo>
                  <a:lnTo>
                    <a:pt x="4276" y="78"/>
                  </a:lnTo>
                  <a:lnTo>
                    <a:pt x="4427" y="121"/>
                  </a:lnTo>
                  <a:lnTo>
                    <a:pt x="4576" y="172"/>
                  </a:lnTo>
                  <a:lnTo>
                    <a:pt x="4723" y="234"/>
                  </a:lnTo>
                  <a:lnTo>
                    <a:pt x="4862" y="300"/>
                  </a:lnTo>
                  <a:lnTo>
                    <a:pt x="5001" y="378"/>
                  </a:lnTo>
                  <a:lnTo>
                    <a:pt x="5131" y="463"/>
                  </a:lnTo>
                  <a:lnTo>
                    <a:pt x="5261" y="558"/>
                  </a:lnTo>
                  <a:lnTo>
                    <a:pt x="5384" y="659"/>
                  </a:lnTo>
                  <a:lnTo>
                    <a:pt x="5497" y="768"/>
                  </a:lnTo>
                  <a:lnTo>
                    <a:pt x="5611" y="884"/>
                  </a:lnTo>
                  <a:lnTo>
                    <a:pt x="5712" y="1007"/>
                  </a:lnTo>
                  <a:lnTo>
                    <a:pt x="5805" y="1134"/>
                  </a:lnTo>
                  <a:lnTo>
                    <a:pt x="5890" y="1269"/>
                  </a:lnTo>
                  <a:lnTo>
                    <a:pt x="5970" y="1406"/>
                  </a:lnTo>
                  <a:lnTo>
                    <a:pt x="6036" y="1548"/>
                  </a:lnTo>
                  <a:lnTo>
                    <a:pt x="6098" y="1692"/>
                  </a:lnTo>
                  <a:lnTo>
                    <a:pt x="6147" y="1841"/>
                  </a:lnTo>
                  <a:lnTo>
                    <a:pt x="6192" y="1992"/>
                  </a:lnTo>
                  <a:lnTo>
                    <a:pt x="6223" y="2146"/>
                  </a:lnTo>
                  <a:lnTo>
                    <a:pt x="6246" y="2304"/>
                  </a:lnTo>
                  <a:lnTo>
                    <a:pt x="6261" y="2460"/>
                  </a:lnTo>
                  <a:lnTo>
                    <a:pt x="6268" y="2621"/>
                  </a:lnTo>
                  <a:lnTo>
                    <a:pt x="6261" y="2654"/>
                  </a:lnTo>
                  <a:lnTo>
                    <a:pt x="6249" y="2682"/>
                  </a:lnTo>
                  <a:lnTo>
                    <a:pt x="6230" y="2710"/>
                  </a:lnTo>
                  <a:lnTo>
                    <a:pt x="6204" y="2727"/>
                  </a:lnTo>
                  <a:lnTo>
                    <a:pt x="6173" y="2741"/>
                  </a:lnTo>
                  <a:lnTo>
                    <a:pt x="6140" y="2746"/>
                  </a:lnTo>
                  <a:lnTo>
                    <a:pt x="3643" y="2746"/>
                  </a:lnTo>
                  <a:lnTo>
                    <a:pt x="3612" y="2741"/>
                  </a:lnTo>
                  <a:lnTo>
                    <a:pt x="3581" y="2727"/>
                  </a:lnTo>
                  <a:lnTo>
                    <a:pt x="3553" y="2710"/>
                  </a:lnTo>
                  <a:lnTo>
                    <a:pt x="3537" y="2682"/>
                  </a:lnTo>
                  <a:lnTo>
                    <a:pt x="3522" y="2654"/>
                  </a:lnTo>
                  <a:lnTo>
                    <a:pt x="3518" y="2621"/>
                  </a:lnTo>
                  <a:lnTo>
                    <a:pt x="3518" y="125"/>
                  </a:lnTo>
                  <a:lnTo>
                    <a:pt x="3522" y="92"/>
                  </a:lnTo>
                  <a:lnTo>
                    <a:pt x="3537" y="61"/>
                  </a:lnTo>
                  <a:lnTo>
                    <a:pt x="3553" y="35"/>
                  </a:lnTo>
                  <a:lnTo>
                    <a:pt x="3581" y="19"/>
                  </a:lnTo>
                  <a:lnTo>
                    <a:pt x="3612" y="5"/>
                  </a:lnTo>
                  <a:lnTo>
                    <a:pt x="3643" y="0"/>
                  </a:lnTo>
                  <a:lnTo>
                    <a:pt x="3643" y="0"/>
                  </a:lnTo>
                  <a:lnTo>
                    <a:pt x="3643" y="0"/>
                  </a:lnTo>
                  <a:close/>
                  <a:moveTo>
                    <a:pt x="2693" y="827"/>
                  </a:moveTo>
                  <a:lnTo>
                    <a:pt x="2518" y="839"/>
                  </a:lnTo>
                  <a:lnTo>
                    <a:pt x="2346" y="867"/>
                  </a:lnTo>
                  <a:lnTo>
                    <a:pt x="2178" y="905"/>
                  </a:lnTo>
                  <a:lnTo>
                    <a:pt x="2013" y="952"/>
                  </a:lnTo>
                  <a:lnTo>
                    <a:pt x="1854" y="1011"/>
                  </a:lnTo>
                  <a:lnTo>
                    <a:pt x="1701" y="1082"/>
                  </a:lnTo>
                  <a:lnTo>
                    <a:pt x="1552" y="1160"/>
                  </a:lnTo>
                  <a:lnTo>
                    <a:pt x="1410" y="1248"/>
                  </a:lnTo>
                  <a:lnTo>
                    <a:pt x="1273" y="1345"/>
                  </a:lnTo>
                  <a:lnTo>
                    <a:pt x="1143" y="1451"/>
                  </a:lnTo>
                  <a:lnTo>
                    <a:pt x="1020" y="1562"/>
                  </a:lnTo>
                  <a:lnTo>
                    <a:pt x="907" y="1685"/>
                  </a:lnTo>
                  <a:lnTo>
                    <a:pt x="798" y="1812"/>
                  </a:lnTo>
                  <a:lnTo>
                    <a:pt x="699" y="1947"/>
                  </a:lnTo>
                  <a:lnTo>
                    <a:pt x="609" y="2089"/>
                  </a:lnTo>
                  <a:lnTo>
                    <a:pt x="529" y="2238"/>
                  </a:lnTo>
                  <a:lnTo>
                    <a:pt x="458" y="2389"/>
                  </a:lnTo>
                  <a:lnTo>
                    <a:pt x="394" y="2547"/>
                  </a:lnTo>
                  <a:lnTo>
                    <a:pt x="342" y="2713"/>
                  </a:lnTo>
                  <a:lnTo>
                    <a:pt x="305" y="2878"/>
                  </a:lnTo>
                  <a:lnTo>
                    <a:pt x="274" y="3048"/>
                  </a:lnTo>
                  <a:lnTo>
                    <a:pt x="257" y="3226"/>
                  </a:lnTo>
                  <a:lnTo>
                    <a:pt x="253" y="3405"/>
                  </a:lnTo>
                  <a:lnTo>
                    <a:pt x="257" y="3580"/>
                  </a:lnTo>
                  <a:lnTo>
                    <a:pt x="274" y="3752"/>
                  </a:lnTo>
                  <a:lnTo>
                    <a:pt x="302" y="3923"/>
                  </a:lnTo>
                  <a:lnTo>
                    <a:pt x="342" y="4088"/>
                  </a:lnTo>
                  <a:lnTo>
                    <a:pt x="394" y="4249"/>
                  </a:lnTo>
                  <a:lnTo>
                    <a:pt x="453" y="4405"/>
                  </a:lnTo>
                  <a:lnTo>
                    <a:pt x="522" y="4558"/>
                  </a:lnTo>
                  <a:lnTo>
                    <a:pt x="602" y="4705"/>
                  </a:lnTo>
                  <a:lnTo>
                    <a:pt x="690" y="4844"/>
                  </a:lnTo>
                  <a:lnTo>
                    <a:pt x="787" y="4979"/>
                  </a:lnTo>
                  <a:lnTo>
                    <a:pt x="893" y="5106"/>
                  </a:lnTo>
                  <a:lnTo>
                    <a:pt x="1004" y="5227"/>
                  </a:lnTo>
                  <a:lnTo>
                    <a:pt x="1122" y="5340"/>
                  </a:lnTo>
                  <a:lnTo>
                    <a:pt x="1250" y="5444"/>
                  </a:lnTo>
                  <a:lnTo>
                    <a:pt x="1384" y="5541"/>
                  </a:lnTo>
                  <a:lnTo>
                    <a:pt x="1524" y="5631"/>
                  </a:lnTo>
                  <a:lnTo>
                    <a:pt x="1670" y="5709"/>
                  </a:lnTo>
                  <a:lnTo>
                    <a:pt x="1821" y="5780"/>
                  </a:lnTo>
                  <a:lnTo>
                    <a:pt x="1977" y="5841"/>
                  </a:lnTo>
                  <a:lnTo>
                    <a:pt x="2136" y="5891"/>
                  </a:lnTo>
                  <a:lnTo>
                    <a:pt x="2301" y="5931"/>
                  </a:lnTo>
                  <a:lnTo>
                    <a:pt x="2469" y="5960"/>
                  </a:lnTo>
                  <a:lnTo>
                    <a:pt x="2644" y="5978"/>
                  </a:lnTo>
                  <a:lnTo>
                    <a:pt x="2818" y="5983"/>
                  </a:lnTo>
                  <a:lnTo>
                    <a:pt x="2998" y="5978"/>
                  </a:lnTo>
                  <a:lnTo>
                    <a:pt x="3173" y="5960"/>
                  </a:lnTo>
                  <a:lnTo>
                    <a:pt x="3343" y="5931"/>
                  </a:lnTo>
                  <a:lnTo>
                    <a:pt x="3511" y="5889"/>
                  </a:lnTo>
                  <a:lnTo>
                    <a:pt x="3671" y="5837"/>
                  </a:lnTo>
                  <a:lnTo>
                    <a:pt x="3829" y="5775"/>
                  </a:lnTo>
                  <a:lnTo>
                    <a:pt x="3983" y="5704"/>
                  </a:lnTo>
                  <a:lnTo>
                    <a:pt x="4127" y="5622"/>
                  </a:lnTo>
                  <a:lnTo>
                    <a:pt x="4269" y="5532"/>
                  </a:lnTo>
                  <a:lnTo>
                    <a:pt x="4404" y="5430"/>
                  </a:lnTo>
                  <a:lnTo>
                    <a:pt x="4529" y="5326"/>
                  </a:lnTo>
                  <a:lnTo>
                    <a:pt x="4652" y="5208"/>
                  </a:lnTo>
                  <a:lnTo>
                    <a:pt x="4763" y="5088"/>
                  </a:lnTo>
                  <a:lnTo>
                    <a:pt x="4869" y="4955"/>
                  </a:lnTo>
                  <a:lnTo>
                    <a:pt x="4966" y="4816"/>
                  </a:lnTo>
                  <a:lnTo>
                    <a:pt x="5051" y="4674"/>
                  </a:lnTo>
                  <a:lnTo>
                    <a:pt x="5131" y="4525"/>
                  </a:lnTo>
                  <a:lnTo>
                    <a:pt x="5200" y="4372"/>
                  </a:lnTo>
                  <a:lnTo>
                    <a:pt x="5256" y="4211"/>
                  </a:lnTo>
                  <a:lnTo>
                    <a:pt x="5306" y="4045"/>
                  </a:lnTo>
                  <a:lnTo>
                    <a:pt x="5344" y="3880"/>
                  </a:lnTo>
                  <a:lnTo>
                    <a:pt x="5370" y="3705"/>
                  </a:lnTo>
                  <a:lnTo>
                    <a:pt x="5384" y="3528"/>
                  </a:lnTo>
                  <a:lnTo>
                    <a:pt x="2818" y="3528"/>
                  </a:lnTo>
                  <a:lnTo>
                    <a:pt x="2785" y="3523"/>
                  </a:lnTo>
                  <a:lnTo>
                    <a:pt x="2755" y="3511"/>
                  </a:lnTo>
                  <a:lnTo>
                    <a:pt x="2729" y="3490"/>
                  </a:lnTo>
                  <a:lnTo>
                    <a:pt x="2712" y="3469"/>
                  </a:lnTo>
                  <a:lnTo>
                    <a:pt x="2698" y="3438"/>
                  </a:lnTo>
                  <a:lnTo>
                    <a:pt x="2693" y="3403"/>
                  </a:lnTo>
                  <a:lnTo>
                    <a:pt x="2693" y="827"/>
                  </a:lnTo>
                  <a:lnTo>
                    <a:pt x="2693" y="827"/>
                  </a:lnTo>
                  <a:lnTo>
                    <a:pt x="2693" y="827"/>
                  </a:lnTo>
                  <a:close/>
                  <a:moveTo>
                    <a:pt x="2818" y="572"/>
                  </a:moveTo>
                  <a:lnTo>
                    <a:pt x="2854" y="577"/>
                  </a:lnTo>
                  <a:lnTo>
                    <a:pt x="2882" y="588"/>
                  </a:lnTo>
                  <a:lnTo>
                    <a:pt x="2908" y="607"/>
                  </a:lnTo>
                  <a:lnTo>
                    <a:pt x="2927" y="636"/>
                  </a:lnTo>
                  <a:lnTo>
                    <a:pt x="2941" y="664"/>
                  </a:lnTo>
                  <a:lnTo>
                    <a:pt x="2946" y="697"/>
                  </a:lnTo>
                  <a:lnTo>
                    <a:pt x="2946" y="3278"/>
                  </a:lnTo>
                  <a:lnTo>
                    <a:pt x="5512" y="3278"/>
                  </a:lnTo>
                  <a:lnTo>
                    <a:pt x="5545" y="3282"/>
                  </a:lnTo>
                  <a:lnTo>
                    <a:pt x="5575" y="3294"/>
                  </a:lnTo>
                  <a:lnTo>
                    <a:pt x="5601" y="3315"/>
                  </a:lnTo>
                  <a:lnTo>
                    <a:pt x="5623" y="3341"/>
                  </a:lnTo>
                  <a:lnTo>
                    <a:pt x="5634" y="3372"/>
                  </a:lnTo>
                  <a:lnTo>
                    <a:pt x="5639" y="3405"/>
                  </a:lnTo>
                  <a:lnTo>
                    <a:pt x="5632" y="3589"/>
                  </a:lnTo>
                  <a:lnTo>
                    <a:pt x="5613" y="3771"/>
                  </a:lnTo>
                  <a:lnTo>
                    <a:pt x="5585" y="3951"/>
                  </a:lnTo>
                  <a:lnTo>
                    <a:pt x="5545" y="4128"/>
                  </a:lnTo>
                  <a:lnTo>
                    <a:pt x="5495" y="4298"/>
                  </a:lnTo>
                  <a:lnTo>
                    <a:pt x="5434" y="4464"/>
                  </a:lnTo>
                  <a:lnTo>
                    <a:pt x="5363" y="4624"/>
                  </a:lnTo>
                  <a:lnTo>
                    <a:pt x="5280" y="4780"/>
                  </a:lnTo>
                  <a:lnTo>
                    <a:pt x="5193" y="4929"/>
                  </a:lnTo>
                  <a:lnTo>
                    <a:pt x="5093" y="5076"/>
                  </a:lnTo>
                  <a:lnTo>
                    <a:pt x="4987" y="5213"/>
                  </a:lnTo>
                  <a:lnTo>
                    <a:pt x="4871" y="5343"/>
                  </a:lnTo>
                  <a:lnTo>
                    <a:pt x="4751" y="5466"/>
                  </a:lnTo>
                  <a:lnTo>
                    <a:pt x="4619" y="5581"/>
                  </a:lnTo>
                  <a:lnTo>
                    <a:pt x="4484" y="5688"/>
                  </a:lnTo>
                  <a:lnTo>
                    <a:pt x="4340" y="5787"/>
                  </a:lnTo>
                  <a:lnTo>
                    <a:pt x="4191" y="5877"/>
                  </a:lnTo>
                  <a:lnTo>
                    <a:pt x="4035" y="5960"/>
                  </a:lnTo>
                  <a:lnTo>
                    <a:pt x="3874" y="6030"/>
                  </a:lnTo>
                  <a:lnTo>
                    <a:pt x="3709" y="6090"/>
                  </a:lnTo>
                  <a:lnTo>
                    <a:pt x="3541" y="6141"/>
                  </a:lnTo>
                  <a:lnTo>
                    <a:pt x="3366" y="6182"/>
                  </a:lnTo>
                  <a:lnTo>
                    <a:pt x="3185" y="6212"/>
                  </a:lnTo>
                  <a:lnTo>
                    <a:pt x="3005" y="6229"/>
                  </a:lnTo>
                  <a:lnTo>
                    <a:pt x="2818" y="6234"/>
                  </a:lnTo>
                  <a:lnTo>
                    <a:pt x="2634" y="6229"/>
                  </a:lnTo>
                  <a:lnTo>
                    <a:pt x="2452" y="6212"/>
                  </a:lnTo>
                  <a:lnTo>
                    <a:pt x="2273" y="6182"/>
                  </a:lnTo>
                  <a:lnTo>
                    <a:pt x="2098" y="6141"/>
                  </a:lnTo>
                  <a:lnTo>
                    <a:pt x="1928" y="6090"/>
                  </a:lnTo>
                  <a:lnTo>
                    <a:pt x="1762" y="6030"/>
                  </a:lnTo>
                  <a:lnTo>
                    <a:pt x="1602" y="5960"/>
                  </a:lnTo>
                  <a:lnTo>
                    <a:pt x="1446" y="5877"/>
                  </a:lnTo>
                  <a:lnTo>
                    <a:pt x="1299" y="5787"/>
                  </a:lnTo>
                  <a:lnTo>
                    <a:pt x="1153" y="5688"/>
                  </a:lnTo>
                  <a:lnTo>
                    <a:pt x="1018" y="5581"/>
                  </a:lnTo>
                  <a:lnTo>
                    <a:pt x="888" y="5466"/>
                  </a:lnTo>
                  <a:lnTo>
                    <a:pt x="765" y="5343"/>
                  </a:lnTo>
                  <a:lnTo>
                    <a:pt x="652" y="5213"/>
                  </a:lnTo>
                  <a:lnTo>
                    <a:pt x="543" y="5076"/>
                  </a:lnTo>
                  <a:lnTo>
                    <a:pt x="446" y="4929"/>
                  </a:lnTo>
                  <a:lnTo>
                    <a:pt x="357" y="4780"/>
                  </a:lnTo>
                  <a:lnTo>
                    <a:pt x="276" y="4624"/>
                  </a:lnTo>
                  <a:lnTo>
                    <a:pt x="203" y="4464"/>
                  </a:lnTo>
                  <a:lnTo>
                    <a:pt x="142" y="4298"/>
                  </a:lnTo>
                  <a:lnTo>
                    <a:pt x="92" y="4128"/>
                  </a:lnTo>
                  <a:lnTo>
                    <a:pt x="52" y="3951"/>
                  </a:lnTo>
                  <a:lnTo>
                    <a:pt x="23" y="3771"/>
                  </a:lnTo>
                  <a:lnTo>
                    <a:pt x="5" y="3589"/>
                  </a:lnTo>
                  <a:lnTo>
                    <a:pt x="0" y="3405"/>
                  </a:lnTo>
                  <a:lnTo>
                    <a:pt x="5" y="3218"/>
                  </a:lnTo>
                  <a:lnTo>
                    <a:pt x="23" y="3034"/>
                  </a:lnTo>
                  <a:lnTo>
                    <a:pt x="52" y="2855"/>
                  </a:lnTo>
                  <a:lnTo>
                    <a:pt x="92" y="2682"/>
                  </a:lnTo>
                  <a:lnTo>
                    <a:pt x="142" y="2510"/>
                  </a:lnTo>
                  <a:lnTo>
                    <a:pt x="203" y="2344"/>
                  </a:lnTo>
                  <a:lnTo>
                    <a:pt x="276" y="2181"/>
                  </a:lnTo>
                  <a:lnTo>
                    <a:pt x="357" y="2025"/>
                  </a:lnTo>
                  <a:lnTo>
                    <a:pt x="446" y="1874"/>
                  </a:lnTo>
                  <a:lnTo>
                    <a:pt x="543" y="1732"/>
                  </a:lnTo>
                  <a:lnTo>
                    <a:pt x="652" y="1595"/>
                  </a:lnTo>
                  <a:lnTo>
                    <a:pt x="765" y="1463"/>
                  </a:lnTo>
                  <a:lnTo>
                    <a:pt x="888" y="1342"/>
                  </a:lnTo>
                  <a:lnTo>
                    <a:pt x="1018" y="1224"/>
                  </a:lnTo>
                  <a:lnTo>
                    <a:pt x="1153" y="1118"/>
                  </a:lnTo>
                  <a:lnTo>
                    <a:pt x="1299" y="1018"/>
                  </a:lnTo>
                  <a:lnTo>
                    <a:pt x="1446" y="929"/>
                  </a:lnTo>
                  <a:lnTo>
                    <a:pt x="1602" y="846"/>
                  </a:lnTo>
                  <a:lnTo>
                    <a:pt x="1762" y="777"/>
                  </a:lnTo>
                  <a:lnTo>
                    <a:pt x="1928" y="716"/>
                  </a:lnTo>
                  <a:lnTo>
                    <a:pt x="2098" y="666"/>
                  </a:lnTo>
                  <a:lnTo>
                    <a:pt x="2273" y="624"/>
                  </a:lnTo>
                  <a:lnTo>
                    <a:pt x="2452" y="593"/>
                  </a:lnTo>
                  <a:lnTo>
                    <a:pt x="2634" y="577"/>
                  </a:lnTo>
                  <a:lnTo>
                    <a:pt x="2818" y="572"/>
                  </a:lnTo>
                  <a:lnTo>
                    <a:pt x="2818" y="572"/>
                  </a:lnTo>
                  <a:lnTo>
                    <a:pt x="2818" y="572"/>
                  </a:lnTo>
                  <a:close/>
                </a:path>
              </a:pathLst>
            </a:custGeom>
            <a:solidFill>
              <a:schemeClr val="accent1"/>
            </a:solidFill>
            <a:ln>
              <a:noFill/>
            </a:ln>
            <a:effectLst/>
          </p:spPr>
          <p:txBody>
            <a:bodyPr vert="horz" wrap="square" lIns="125968" tIns="62983" rIns="125968" bIns="62983" numCol="1" anchor="t" anchorCtr="0" compatLnSpc="1"/>
            <a:lstStyle/>
            <a:p>
              <a:endParaRPr lang="en-US" sz="3305" dirty="0">
                <a:latin typeface="思源黑体 CN Bold" panose="020B0800000000000000" pitchFamily="34" charset="-122"/>
                <a:ea typeface="思源黑体 CN Bold" panose="020B0800000000000000" pitchFamily="34" charset="-122"/>
              </a:endParaRPr>
            </a:p>
          </p:txBody>
        </p:sp>
        <p:cxnSp>
          <p:nvCxnSpPr>
            <p:cNvPr id="139" name="Straight Arrow Connector 70"/>
            <p:cNvCxnSpPr/>
            <p:nvPr/>
          </p:nvCxnSpPr>
          <p:spPr>
            <a:xfrm flipH="1" flipV="1">
              <a:off x="7001062" y="5012011"/>
              <a:ext cx="511469" cy="869099"/>
            </a:xfrm>
            <a:prstGeom prst="straightConnector1">
              <a:avLst/>
            </a:prstGeom>
            <a:ln w="10935">
              <a:solidFill>
                <a:schemeClr val="tx2">
                  <a:lumMod val="75000"/>
                </a:schemeClr>
              </a:solidFill>
              <a:prstDash val="dash"/>
              <a:tailEnd type="triangle" w="med" len="med"/>
            </a:ln>
            <a:effectLst/>
          </p:spPr>
          <p:style>
            <a:lnRef idx="1">
              <a:schemeClr val="accent1"/>
            </a:lnRef>
            <a:fillRef idx="0">
              <a:schemeClr val="accent1"/>
            </a:fillRef>
            <a:effectRef idx="0">
              <a:schemeClr val="accent1"/>
            </a:effectRef>
            <a:fontRef idx="minor">
              <a:schemeClr val="tx1"/>
            </a:fontRef>
          </p:style>
        </p:cxnSp>
        <p:cxnSp>
          <p:nvCxnSpPr>
            <p:cNvPr id="140" name="Straight Arrow Connector 76"/>
            <p:cNvCxnSpPr/>
            <p:nvPr/>
          </p:nvCxnSpPr>
          <p:spPr>
            <a:xfrm flipH="1" flipV="1">
              <a:off x="6278410" y="3765838"/>
              <a:ext cx="511469" cy="869099"/>
            </a:xfrm>
            <a:prstGeom prst="straightConnector1">
              <a:avLst/>
            </a:prstGeom>
            <a:ln w="10935">
              <a:solidFill>
                <a:schemeClr val="tx2">
                  <a:lumMod val="75000"/>
                </a:schemeClr>
              </a:solidFill>
              <a:prstDash val="dash"/>
              <a:tailEnd type="triangle" w="med" len="med"/>
            </a:ln>
            <a:effectLst/>
          </p:spPr>
          <p:style>
            <a:lnRef idx="1">
              <a:schemeClr val="accent1"/>
            </a:lnRef>
            <a:fillRef idx="0">
              <a:schemeClr val="accent1"/>
            </a:fillRef>
            <a:effectRef idx="0">
              <a:schemeClr val="accent1"/>
            </a:effectRef>
            <a:fontRef idx="minor">
              <a:schemeClr val="tx1"/>
            </a:fontRef>
          </p:style>
        </p:cxnSp>
        <p:cxnSp>
          <p:nvCxnSpPr>
            <p:cNvPr id="141" name="Straight Arrow Connector 79"/>
            <p:cNvCxnSpPr/>
            <p:nvPr/>
          </p:nvCxnSpPr>
          <p:spPr>
            <a:xfrm flipV="1">
              <a:off x="4679474" y="5012011"/>
              <a:ext cx="511469" cy="869099"/>
            </a:xfrm>
            <a:prstGeom prst="straightConnector1">
              <a:avLst/>
            </a:prstGeom>
            <a:ln w="10935">
              <a:solidFill>
                <a:schemeClr val="tx2">
                  <a:lumMod val="75000"/>
                </a:schemeClr>
              </a:solidFill>
              <a:prstDash val="dash"/>
              <a:tailEnd type="triangle" w="med" len="med"/>
            </a:ln>
            <a:effectLst/>
          </p:spPr>
          <p:style>
            <a:lnRef idx="1">
              <a:schemeClr val="accent1"/>
            </a:lnRef>
            <a:fillRef idx="0">
              <a:schemeClr val="accent1"/>
            </a:fillRef>
            <a:effectRef idx="0">
              <a:schemeClr val="accent1"/>
            </a:effectRef>
            <a:fontRef idx="minor">
              <a:schemeClr val="tx1"/>
            </a:fontRef>
          </p:style>
        </p:cxnSp>
        <p:cxnSp>
          <p:nvCxnSpPr>
            <p:cNvPr id="142" name="Straight Arrow Connector 80"/>
            <p:cNvCxnSpPr/>
            <p:nvPr/>
          </p:nvCxnSpPr>
          <p:spPr>
            <a:xfrm flipV="1">
              <a:off x="5402126" y="3765838"/>
              <a:ext cx="511469" cy="869099"/>
            </a:xfrm>
            <a:prstGeom prst="straightConnector1">
              <a:avLst/>
            </a:prstGeom>
            <a:ln w="10935">
              <a:solidFill>
                <a:schemeClr val="tx2">
                  <a:lumMod val="75000"/>
                </a:schemeClr>
              </a:solidFill>
              <a:prstDash val="dash"/>
              <a:tailEnd type="triangle" w="med" len="med"/>
            </a:ln>
            <a:effectLst/>
          </p:spPr>
          <p:style>
            <a:lnRef idx="1">
              <a:schemeClr val="accent1"/>
            </a:lnRef>
            <a:fillRef idx="0">
              <a:schemeClr val="accent1"/>
            </a:fillRef>
            <a:effectRef idx="0">
              <a:schemeClr val="accent1"/>
            </a:effectRef>
            <a:fontRef idx="minor">
              <a:schemeClr val="tx1"/>
            </a:fontRef>
          </p:style>
        </p:cxnSp>
        <p:sp>
          <p:nvSpPr>
            <p:cNvPr id="143" name="文本框 142"/>
            <p:cNvSpPr txBox="1"/>
            <p:nvPr>
              <p:custDataLst>
                <p:tags r:id="rId7"/>
              </p:custDataLst>
            </p:nvPr>
          </p:nvSpPr>
          <p:spPr>
            <a:xfrm>
              <a:off x="5779781" y="4087266"/>
              <a:ext cx="668492" cy="667605"/>
            </a:xfrm>
            <a:prstGeom prst="rect">
              <a:avLst/>
            </a:prstGeom>
            <a:noFill/>
            <a:effectLst/>
          </p:spPr>
          <p:txBody>
            <a:bodyPr wrap="none" lIns="94476" tIns="47237" rIns="94476" bIns="47237">
              <a:spAutoFit/>
            </a:bodyPr>
            <a:lstStyle/>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专业</a:t>
              </a:r>
              <a:endParaRPr lang="en-US" altLang="zh-CN"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素养</a:t>
              </a:r>
            </a:p>
          </p:txBody>
        </p:sp>
        <p:sp>
          <p:nvSpPr>
            <p:cNvPr id="144" name="文本框 143"/>
            <p:cNvSpPr txBox="1"/>
            <p:nvPr>
              <p:custDataLst>
                <p:tags r:id="rId8"/>
              </p:custDataLst>
            </p:nvPr>
          </p:nvSpPr>
          <p:spPr>
            <a:xfrm>
              <a:off x="4921924" y="5282020"/>
              <a:ext cx="907339" cy="667605"/>
            </a:xfrm>
            <a:prstGeom prst="rect">
              <a:avLst/>
            </a:prstGeom>
            <a:noFill/>
            <a:effectLst/>
          </p:spPr>
          <p:txBody>
            <a:bodyPr wrap="none" lIns="94476" tIns="47237" rIns="94476" bIns="47237">
              <a:spAutoFit/>
            </a:bodyPr>
            <a:lstStyle/>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合作</a:t>
              </a:r>
              <a:endParaRPr lang="en-US" altLang="zh-CN"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不紧密</a:t>
              </a:r>
            </a:p>
          </p:txBody>
        </p:sp>
        <p:sp>
          <p:nvSpPr>
            <p:cNvPr id="145" name="文本框 144"/>
            <p:cNvSpPr txBox="1"/>
            <p:nvPr>
              <p:custDataLst>
                <p:tags r:id="rId9"/>
              </p:custDataLst>
            </p:nvPr>
          </p:nvSpPr>
          <p:spPr>
            <a:xfrm>
              <a:off x="6379675" y="5282020"/>
              <a:ext cx="907339" cy="667605"/>
            </a:xfrm>
            <a:prstGeom prst="rect">
              <a:avLst/>
            </a:prstGeom>
            <a:noFill/>
            <a:effectLst/>
          </p:spPr>
          <p:txBody>
            <a:bodyPr wrap="none" lIns="94476" tIns="47237" rIns="94476" bIns="47237">
              <a:spAutoFit/>
            </a:bodyPr>
            <a:lstStyle/>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资源</a:t>
              </a:r>
              <a:endParaRPr lang="en-US" altLang="zh-CN"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不充足</a:t>
              </a:r>
            </a:p>
          </p:txBody>
        </p:sp>
        <p:sp>
          <p:nvSpPr>
            <p:cNvPr id="169" name="文本框 168"/>
            <p:cNvSpPr txBox="1"/>
            <p:nvPr/>
          </p:nvSpPr>
          <p:spPr>
            <a:xfrm flipH="1">
              <a:off x="7349991" y="4470766"/>
              <a:ext cx="465374" cy="492443"/>
            </a:xfrm>
            <a:prstGeom prst="rect">
              <a:avLst/>
            </a:prstGeom>
            <a:noFill/>
          </p:spPr>
          <p:txBody>
            <a:bodyPr wrap="square" lIns="0" tIns="0" rIns="0" bIns="0" rtlCol="0">
              <a:spAutoFit/>
            </a:bodyPr>
            <a:lstStyle/>
            <a:p>
              <a:pPr algn="dist" defTabSz="914400">
                <a:defRPr/>
              </a:pPr>
              <a:r>
                <a:rPr lang="zh-CN" altLang="en-US" sz="1600" b="1">
                  <a:solidFill>
                    <a:schemeClr val="accent2"/>
                  </a:solidFill>
                  <a:latin typeface="思源黑体 CN Bold" panose="020B0800000000000000" pitchFamily="34" charset="-122"/>
                  <a:ea typeface="思源黑体 CN Bold" panose="020B0800000000000000" pitchFamily="34" charset="-122"/>
                  <a:cs typeface="+mn-ea"/>
                  <a:sym typeface="+mn-lt"/>
                </a:rPr>
                <a:t>实践指导</a:t>
              </a:r>
              <a:endParaRPr lang="zh-CN" altLang="en-US" sz="1600" b="1" dirty="0">
                <a:solidFill>
                  <a:schemeClr val="accent2"/>
                </a:solidFill>
                <a:latin typeface="思源黑体 CN Bold" panose="020B0800000000000000" pitchFamily="34" charset="-122"/>
                <a:ea typeface="思源黑体 CN Bold" panose="020B0800000000000000" pitchFamily="34" charset="-122"/>
                <a:cs typeface="+mn-ea"/>
                <a:sym typeface="+mn-lt"/>
              </a:endParaRPr>
            </a:p>
          </p:txBody>
        </p:sp>
        <p:sp>
          <p:nvSpPr>
            <p:cNvPr id="175" name="椭圆 174"/>
            <p:cNvSpPr/>
            <p:nvPr/>
          </p:nvSpPr>
          <p:spPr>
            <a:xfrm>
              <a:off x="5275117" y="3395665"/>
              <a:ext cx="473472" cy="473472"/>
            </a:xfrm>
            <a:prstGeom prst="ellipse">
              <a:avLst/>
            </a:prstGeom>
            <a:solidFill>
              <a:schemeClr val="bg1"/>
            </a:solidFill>
            <a:ln w="5112">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73609" tIns="36805" rIns="73609" bIns="36805" rtlCol="0" anchor="ctr"/>
            <a:lstStyle/>
            <a:p>
              <a:pPr algn="ctr"/>
              <a:r>
                <a:rPr lang="zh-CN" altLang="en-US" sz="1380" b="0" i="0">
                  <a:solidFill>
                    <a:schemeClr val="accent2"/>
                  </a:solidFill>
                  <a:effectLst/>
                  <a:latin typeface="思源黑体 CN Bold" panose="020B0800000000000000" pitchFamily="34" charset="-122"/>
                  <a:ea typeface="思源黑体 CN Bold" panose="020B0800000000000000" pitchFamily="34" charset="-122"/>
                </a:rPr>
                <a:t>反馈</a:t>
              </a:r>
              <a:endParaRPr lang="zh-CN" altLang="en-US" sz="1380" dirty="0">
                <a:solidFill>
                  <a:schemeClr val="accent2"/>
                </a:solidFill>
                <a:latin typeface="思源黑体 CN Bold" panose="020B0800000000000000" pitchFamily="34" charset="-122"/>
                <a:ea typeface="思源黑体 CN Bold" panose="020B0800000000000000" pitchFamily="34" charset="-122"/>
              </a:endParaRPr>
            </a:p>
          </p:txBody>
        </p:sp>
        <p:sp>
          <p:nvSpPr>
            <p:cNvPr id="232" name="椭圆 231"/>
            <p:cNvSpPr/>
            <p:nvPr/>
          </p:nvSpPr>
          <p:spPr>
            <a:xfrm>
              <a:off x="4758653" y="3689992"/>
              <a:ext cx="473472" cy="473472"/>
            </a:xfrm>
            <a:prstGeom prst="ellipse">
              <a:avLst/>
            </a:prstGeom>
            <a:solidFill>
              <a:schemeClr val="bg1"/>
            </a:solidFill>
            <a:ln w="5112">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73609" tIns="36805" rIns="73609" bIns="36805" rtlCol="0" anchor="ctr"/>
            <a:lstStyle/>
            <a:p>
              <a:pPr algn="ctr"/>
              <a:r>
                <a:rPr lang="zh-CN" altLang="en-US" sz="1380" dirty="0">
                  <a:solidFill>
                    <a:schemeClr val="accent2"/>
                  </a:solidFill>
                  <a:latin typeface="思源黑体 CN Bold" panose="020B0800000000000000" pitchFamily="34" charset="-122"/>
                  <a:ea typeface="思源黑体 CN Bold" panose="020B0800000000000000" pitchFamily="34" charset="-122"/>
                </a:rPr>
                <a:t>评价</a:t>
              </a:r>
            </a:p>
          </p:txBody>
        </p:sp>
        <p:sp>
          <p:nvSpPr>
            <p:cNvPr id="233" name="椭圆 232"/>
            <p:cNvSpPr/>
            <p:nvPr/>
          </p:nvSpPr>
          <p:spPr>
            <a:xfrm>
              <a:off x="6443412" y="3395665"/>
              <a:ext cx="473472" cy="473472"/>
            </a:xfrm>
            <a:prstGeom prst="ellipse">
              <a:avLst/>
            </a:prstGeom>
            <a:solidFill>
              <a:schemeClr val="bg1"/>
            </a:solidFill>
            <a:ln w="5112">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73609" tIns="36805" rIns="73609" bIns="36805" rtlCol="0" anchor="ctr"/>
            <a:lstStyle/>
            <a:p>
              <a:pPr algn="ctr"/>
              <a:r>
                <a:rPr lang="zh-CN" altLang="en-US" sz="1380" dirty="0">
                  <a:solidFill>
                    <a:schemeClr val="accent2"/>
                  </a:solidFill>
                  <a:latin typeface="思源黑体 CN Bold" panose="020B0800000000000000" pitchFamily="34" charset="-122"/>
                  <a:ea typeface="思源黑体 CN Bold" panose="020B0800000000000000" pitchFamily="34" charset="-122"/>
                </a:rPr>
                <a:t>教学</a:t>
              </a:r>
            </a:p>
          </p:txBody>
        </p:sp>
        <p:sp>
          <p:nvSpPr>
            <p:cNvPr id="234" name="椭圆 233"/>
            <p:cNvSpPr/>
            <p:nvPr/>
          </p:nvSpPr>
          <p:spPr>
            <a:xfrm>
              <a:off x="6959876" y="3689992"/>
              <a:ext cx="473472" cy="473472"/>
            </a:xfrm>
            <a:prstGeom prst="ellipse">
              <a:avLst/>
            </a:prstGeom>
            <a:solidFill>
              <a:schemeClr val="bg1"/>
            </a:solidFill>
            <a:ln w="5112">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73609" tIns="36805" rIns="73609" bIns="36805" rtlCol="0" anchor="ctr"/>
            <a:lstStyle/>
            <a:p>
              <a:pPr algn="ctr"/>
              <a:r>
                <a:rPr lang="zh-CN" altLang="en-US" sz="1380" dirty="0">
                  <a:solidFill>
                    <a:schemeClr val="accent2"/>
                  </a:solidFill>
                  <a:latin typeface="思源黑体 CN Bold" panose="020B0800000000000000" pitchFamily="34" charset="-122"/>
                  <a:ea typeface="思源黑体 CN Bold" panose="020B0800000000000000" pitchFamily="34" charset="-122"/>
                </a:rPr>
                <a:t>策略</a:t>
              </a:r>
            </a:p>
          </p:txBody>
        </p:sp>
        <p:sp>
          <p:nvSpPr>
            <p:cNvPr id="237" name="箭头: 虚尾 236"/>
            <p:cNvSpPr/>
            <p:nvPr/>
          </p:nvSpPr>
          <p:spPr>
            <a:xfrm rot="5400000">
              <a:off x="5951961" y="3087370"/>
              <a:ext cx="288078" cy="267898"/>
            </a:xfrm>
            <a:prstGeom prst="stripedRightArrow">
              <a:avLst/>
            </a:prstGeom>
            <a:gradFill flip="none" rotWithShape="1">
              <a:gsLst>
                <a:gs pos="0">
                  <a:schemeClr val="bg1">
                    <a:alpha val="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文本框 97"/>
            <p:cNvSpPr txBox="1"/>
            <p:nvPr>
              <p:custDataLst>
                <p:tags r:id="rId10"/>
              </p:custDataLst>
            </p:nvPr>
          </p:nvSpPr>
          <p:spPr>
            <a:xfrm>
              <a:off x="5763671" y="4952775"/>
              <a:ext cx="668492" cy="667605"/>
            </a:xfrm>
            <a:prstGeom prst="rect">
              <a:avLst/>
            </a:prstGeom>
            <a:noFill/>
            <a:effectLst/>
          </p:spPr>
          <p:txBody>
            <a:bodyPr wrap="none" lIns="94476" tIns="47237" rIns="94476" bIns="47237">
              <a:spAutoFit/>
            </a:bodyPr>
            <a:lstStyle/>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教学</a:t>
              </a:r>
              <a:endParaRPr lang="en-US" altLang="zh-CN"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方法</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out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outVertic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randombar(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p:cTn id="28" dur="500" fill="hold"/>
                                        <p:tgtEl>
                                          <p:spTgt spid="9"/>
                                        </p:tgtEl>
                                        <p:attrNameLst>
                                          <p:attrName>ppt_x</p:attrName>
                                        </p:attrNameLst>
                                      </p:cBhvr>
                                      <p:tavLst>
                                        <p:tav tm="0">
                                          <p:val>
                                            <p:strVal val="#ppt_x"/>
                                          </p:val>
                                        </p:tav>
                                        <p:tav tm="100000">
                                          <p:val>
                                            <p:strVal val="#ppt_x"/>
                                          </p:val>
                                        </p:tav>
                                      </p:tavLst>
                                    </p:anim>
                                    <p:anim calcmode="lin" valueType="num">
                                      <p:cBhvr>
                                        <p:cTn id="29"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42"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arn(outHorizontal)">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12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教学成效</a:t>
            </a:r>
          </a:p>
        </p:txBody>
      </p:sp>
      <p:cxnSp>
        <p:nvCxnSpPr>
          <p:cNvPr id="126" name="直接连接符 12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sp>
        <p:nvSpPr>
          <p:cNvPr id="62" name="Freeform 9"/>
          <p:cNvSpPr/>
          <p:nvPr/>
        </p:nvSpPr>
        <p:spPr bwMode="auto">
          <a:xfrm>
            <a:off x="4598577" y="5034258"/>
            <a:ext cx="2599688" cy="1201442"/>
          </a:xfrm>
          <a:custGeom>
            <a:avLst/>
            <a:gdLst>
              <a:gd name="T0" fmla="*/ 1638 w 1638"/>
              <a:gd name="T1" fmla="*/ 327 h 757"/>
              <a:gd name="T2" fmla="*/ 761 w 1638"/>
              <a:gd name="T3" fmla="*/ 757 h 757"/>
              <a:gd name="T4" fmla="*/ 0 w 1638"/>
              <a:gd name="T5" fmla="*/ 431 h 757"/>
              <a:gd name="T6" fmla="*/ 877 w 1638"/>
              <a:gd name="T7" fmla="*/ 0 h 757"/>
              <a:gd name="T8" fmla="*/ 1638 w 1638"/>
              <a:gd name="T9" fmla="*/ 327 h 757"/>
            </a:gdLst>
            <a:ahLst/>
            <a:cxnLst>
              <a:cxn ang="0">
                <a:pos x="T0" y="T1"/>
              </a:cxn>
              <a:cxn ang="0">
                <a:pos x="T2" y="T3"/>
              </a:cxn>
              <a:cxn ang="0">
                <a:pos x="T4" y="T5"/>
              </a:cxn>
              <a:cxn ang="0">
                <a:pos x="T6" y="T7"/>
              </a:cxn>
              <a:cxn ang="0">
                <a:pos x="T8" y="T9"/>
              </a:cxn>
            </a:cxnLst>
            <a:rect l="0" t="0" r="r" b="b"/>
            <a:pathLst>
              <a:path w="1638" h="757">
                <a:moveTo>
                  <a:pt x="1638" y="327"/>
                </a:moveTo>
                <a:lnTo>
                  <a:pt x="761" y="757"/>
                </a:lnTo>
                <a:lnTo>
                  <a:pt x="0" y="431"/>
                </a:lnTo>
                <a:lnTo>
                  <a:pt x="877" y="0"/>
                </a:lnTo>
                <a:lnTo>
                  <a:pt x="1638" y="327"/>
                </a:lnTo>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63" name="Freeform 11"/>
          <p:cNvSpPr/>
          <p:nvPr/>
        </p:nvSpPr>
        <p:spPr bwMode="auto">
          <a:xfrm>
            <a:off x="4598577" y="4972361"/>
            <a:ext cx="2599688" cy="1118912"/>
          </a:xfrm>
          <a:custGeom>
            <a:avLst/>
            <a:gdLst>
              <a:gd name="T0" fmla="*/ 1638 w 1638"/>
              <a:gd name="T1" fmla="*/ 327 h 705"/>
              <a:gd name="T2" fmla="*/ 761 w 1638"/>
              <a:gd name="T3" fmla="*/ 705 h 705"/>
              <a:gd name="T4" fmla="*/ 0 w 1638"/>
              <a:gd name="T5" fmla="*/ 379 h 705"/>
              <a:gd name="T6" fmla="*/ 877 w 1638"/>
              <a:gd name="T7" fmla="*/ 0 h 705"/>
              <a:gd name="T8" fmla="*/ 1638 w 1638"/>
              <a:gd name="T9" fmla="*/ 327 h 705"/>
            </a:gdLst>
            <a:ahLst/>
            <a:cxnLst>
              <a:cxn ang="0">
                <a:pos x="T0" y="T1"/>
              </a:cxn>
              <a:cxn ang="0">
                <a:pos x="T2" y="T3"/>
              </a:cxn>
              <a:cxn ang="0">
                <a:pos x="T4" y="T5"/>
              </a:cxn>
              <a:cxn ang="0">
                <a:pos x="T6" y="T7"/>
              </a:cxn>
              <a:cxn ang="0">
                <a:pos x="T8" y="T9"/>
              </a:cxn>
            </a:cxnLst>
            <a:rect l="0" t="0" r="r" b="b"/>
            <a:pathLst>
              <a:path w="1638" h="705">
                <a:moveTo>
                  <a:pt x="1638" y="327"/>
                </a:moveTo>
                <a:lnTo>
                  <a:pt x="761" y="705"/>
                </a:lnTo>
                <a:lnTo>
                  <a:pt x="0" y="379"/>
                </a:lnTo>
                <a:lnTo>
                  <a:pt x="877" y="0"/>
                </a:lnTo>
                <a:lnTo>
                  <a:pt x="1638" y="327"/>
                </a:lnTo>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65" name="Freeform 12"/>
          <p:cNvSpPr/>
          <p:nvPr/>
        </p:nvSpPr>
        <p:spPr bwMode="auto">
          <a:xfrm>
            <a:off x="4598577" y="5571848"/>
            <a:ext cx="1207791" cy="661825"/>
          </a:xfrm>
          <a:custGeom>
            <a:avLst/>
            <a:gdLst>
              <a:gd name="T0" fmla="*/ 761 w 761"/>
              <a:gd name="T1" fmla="*/ 417 h 417"/>
              <a:gd name="T2" fmla="*/ 0 w 761"/>
              <a:gd name="T3" fmla="*/ 91 h 417"/>
              <a:gd name="T4" fmla="*/ 0 w 761"/>
              <a:gd name="T5" fmla="*/ 0 h 417"/>
              <a:gd name="T6" fmla="*/ 761 w 761"/>
              <a:gd name="T7" fmla="*/ 326 h 417"/>
              <a:gd name="T8" fmla="*/ 761 w 761"/>
              <a:gd name="T9" fmla="*/ 417 h 417"/>
            </a:gdLst>
            <a:ahLst/>
            <a:cxnLst>
              <a:cxn ang="0">
                <a:pos x="T0" y="T1"/>
              </a:cxn>
              <a:cxn ang="0">
                <a:pos x="T2" y="T3"/>
              </a:cxn>
              <a:cxn ang="0">
                <a:pos x="T4" y="T5"/>
              </a:cxn>
              <a:cxn ang="0">
                <a:pos x="T6" y="T7"/>
              </a:cxn>
              <a:cxn ang="0">
                <a:pos x="T8" y="T9"/>
              </a:cxn>
            </a:cxnLst>
            <a:rect l="0" t="0" r="r" b="b"/>
            <a:pathLst>
              <a:path w="761" h="417">
                <a:moveTo>
                  <a:pt x="761" y="417"/>
                </a:moveTo>
                <a:lnTo>
                  <a:pt x="0" y="91"/>
                </a:lnTo>
                <a:lnTo>
                  <a:pt x="0" y="0"/>
                </a:lnTo>
                <a:lnTo>
                  <a:pt x="761" y="326"/>
                </a:lnTo>
                <a:lnTo>
                  <a:pt x="761" y="417"/>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grpSp>
        <p:nvGrpSpPr>
          <p:cNvPr id="6" name="组合 5"/>
          <p:cNvGrpSpPr/>
          <p:nvPr/>
        </p:nvGrpSpPr>
        <p:grpSpPr>
          <a:xfrm>
            <a:off x="4598577" y="3290375"/>
            <a:ext cx="6921390" cy="2945325"/>
            <a:chOff x="4598577" y="3290375"/>
            <a:chExt cx="6921390" cy="2945325"/>
          </a:xfrm>
        </p:grpSpPr>
        <p:sp>
          <p:nvSpPr>
            <p:cNvPr id="64" name="Freeform 10"/>
            <p:cNvSpPr/>
            <p:nvPr/>
          </p:nvSpPr>
          <p:spPr bwMode="auto">
            <a:xfrm>
              <a:off x="4598577" y="4972361"/>
              <a:ext cx="2599688" cy="1118912"/>
            </a:xfrm>
            <a:custGeom>
              <a:avLst/>
              <a:gdLst>
                <a:gd name="T0" fmla="*/ 1638 w 1638"/>
                <a:gd name="T1" fmla="*/ 327 h 705"/>
                <a:gd name="T2" fmla="*/ 761 w 1638"/>
                <a:gd name="T3" fmla="*/ 705 h 705"/>
                <a:gd name="T4" fmla="*/ 0 w 1638"/>
                <a:gd name="T5" fmla="*/ 379 h 705"/>
                <a:gd name="T6" fmla="*/ 877 w 1638"/>
                <a:gd name="T7" fmla="*/ 0 h 705"/>
                <a:gd name="T8" fmla="*/ 1638 w 1638"/>
                <a:gd name="T9" fmla="*/ 327 h 705"/>
              </a:gdLst>
              <a:ahLst/>
              <a:cxnLst>
                <a:cxn ang="0">
                  <a:pos x="T0" y="T1"/>
                </a:cxn>
                <a:cxn ang="0">
                  <a:pos x="T2" y="T3"/>
                </a:cxn>
                <a:cxn ang="0">
                  <a:pos x="T4" y="T5"/>
                </a:cxn>
                <a:cxn ang="0">
                  <a:pos x="T6" y="T7"/>
                </a:cxn>
                <a:cxn ang="0">
                  <a:pos x="T8" y="T9"/>
                </a:cxn>
              </a:cxnLst>
              <a:rect l="0" t="0" r="r" b="b"/>
              <a:pathLst>
                <a:path w="1638" h="705">
                  <a:moveTo>
                    <a:pt x="1638" y="327"/>
                  </a:moveTo>
                  <a:lnTo>
                    <a:pt x="761" y="705"/>
                  </a:lnTo>
                  <a:lnTo>
                    <a:pt x="0" y="379"/>
                  </a:lnTo>
                  <a:lnTo>
                    <a:pt x="877" y="0"/>
                  </a:lnTo>
                  <a:lnTo>
                    <a:pt x="1638" y="327"/>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66" name="任意多边形: 形状 65"/>
            <p:cNvSpPr/>
            <p:nvPr/>
          </p:nvSpPr>
          <p:spPr bwMode="auto">
            <a:xfrm>
              <a:off x="5806369" y="4848567"/>
              <a:ext cx="1391895" cy="1387133"/>
            </a:xfrm>
            <a:custGeom>
              <a:avLst/>
              <a:gdLst>
                <a:gd name="connsiteX0" fmla="*/ 1634543 w 1634543"/>
                <a:gd name="connsiteY0" fmla="*/ 0 h 1628951"/>
                <a:gd name="connsiteX1" fmla="*/ 1634543 w 1634543"/>
                <a:gd name="connsiteY1" fmla="*/ 754834 h 1628951"/>
                <a:gd name="connsiteX2" fmla="*/ 1634543 w 1634543"/>
                <a:gd name="connsiteY2" fmla="*/ 754835 h 1628951"/>
                <a:gd name="connsiteX3" fmla="*/ 1634543 w 1634543"/>
                <a:gd name="connsiteY3" fmla="*/ 948668 h 1628951"/>
                <a:gd name="connsiteX4" fmla="*/ 0 w 1634543"/>
                <a:gd name="connsiteY4" fmla="*/ 1628951 h 1628951"/>
                <a:gd name="connsiteX5" fmla="*/ 0 w 1634543"/>
                <a:gd name="connsiteY5" fmla="*/ 1459347 h 1628951"/>
                <a:gd name="connsiteX6" fmla="*/ 0 w 1634543"/>
                <a:gd name="connsiteY6" fmla="*/ 1459346 h 1628951"/>
                <a:gd name="connsiteX7" fmla="*/ 0 w 1634543"/>
                <a:gd name="connsiteY7" fmla="*/ 704513 h 1628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4543" h="1628951">
                  <a:moveTo>
                    <a:pt x="1634543" y="0"/>
                  </a:moveTo>
                  <a:lnTo>
                    <a:pt x="1634543" y="754834"/>
                  </a:lnTo>
                  <a:lnTo>
                    <a:pt x="1634543" y="754835"/>
                  </a:lnTo>
                  <a:lnTo>
                    <a:pt x="1634543" y="948668"/>
                  </a:lnTo>
                  <a:lnTo>
                    <a:pt x="0" y="1628951"/>
                  </a:lnTo>
                  <a:lnTo>
                    <a:pt x="0" y="1459347"/>
                  </a:lnTo>
                  <a:lnTo>
                    <a:pt x="0" y="1459346"/>
                  </a:lnTo>
                  <a:lnTo>
                    <a:pt x="0" y="704513"/>
                  </a:lnTo>
                  <a:close/>
                </a:path>
              </a:pathLst>
            </a:custGeom>
            <a:solidFill>
              <a:schemeClr val="accent5">
                <a:lumMod val="75000"/>
              </a:schemeClr>
            </a:solidFill>
            <a:ln>
              <a:noFill/>
            </a:ln>
            <a:effectLst/>
          </p:spPr>
          <p:txBody>
            <a:bodyPr vert="horz" wrap="square" lIns="91440" tIns="45720" rIns="91440" bIns="45720" numCol="1" anchor="t" anchorCtr="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67" name="TextBox 58"/>
            <p:cNvSpPr txBox="1"/>
            <p:nvPr/>
          </p:nvSpPr>
          <p:spPr>
            <a:xfrm rot="21309048">
              <a:off x="4799814" y="5271768"/>
              <a:ext cx="608808" cy="591332"/>
            </a:xfrm>
            <a:prstGeom prst="rect">
              <a:avLst/>
            </a:prstGeom>
            <a:noFill/>
            <a:effectLst/>
          </p:spPr>
          <p:txBody>
            <a:bodyPr wrap="square" lIns="0" tIns="0" rIns="0" bIns="0" rtlCol="0">
              <a:spAutoFit/>
              <a:scene3d>
                <a:camera prst="isometricBottomDown"/>
                <a:lightRig rig="threePt" dir="t"/>
              </a:scene3d>
            </a:bodyPr>
            <a:lstStyle/>
            <a:p>
              <a:pPr marL="0" marR="0" lvl="0" indent="0" algn="r" defTabSz="457200" rtl="0" eaLnBrk="1" fontAlgn="base" latinLnBrk="0" hangingPunct="1">
                <a:lnSpc>
                  <a:spcPct val="130000"/>
                </a:lnSpc>
                <a:spcBef>
                  <a:spcPts val="1000"/>
                </a:spcBef>
                <a:spcAft>
                  <a:spcPts val="0"/>
                </a:spcAft>
                <a:buClrTx/>
                <a:buSzTx/>
                <a:buFontTx/>
                <a:buNone/>
                <a:defRPr/>
              </a:pPr>
              <a:r>
                <a:rPr kumimoji="0" lang="en-US" sz="32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rPr>
                <a:t>04</a:t>
              </a:r>
              <a:endParaRPr kumimoji="0" lang="en-US" sz="16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endParaRPr>
            </a:p>
          </p:txBody>
        </p:sp>
        <p:sp>
          <p:nvSpPr>
            <p:cNvPr id="68" name="Freeform 16"/>
            <p:cNvSpPr/>
            <p:nvPr/>
          </p:nvSpPr>
          <p:spPr bwMode="auto">
            <a:xfrm>
              <a:off x="5744471" y="4745404"/>
              <a:ext cx="2785379" cy="1201442"/>
            </a:xfrm>
            <a:custGeom>
              <a:avLst/>
              <a:gdLst>
                <a:gd name="T0" fmla="*/ 1755 w 1755"/>
                <a:gd name="T1" fmla="*/ 378 h 757"/>
                <a:gd name="T2" fmla="*/ 878 w 1755"/>
                <a:gd name="T3" fmla="*/ 757 h 757"/>
                <a:gd name="T4" fmla="*/ 0 w 1755"/>
                <a:gd name="T5" fmla="*/ 378 h 757"/>
                <a:gd name="T6" fmla="*/ 878 w 1755"/>
                <a:gd name="T7" fmla="*/ 0 h 757"/>
                <a:gd name="T8" fmla="*/ 1755 w 1755"/>
                <a:gd name="T9" fmla="*/ 378 h 757"/>
              </a:gdLst>
              <a:ahLst/>
              <a:cxnLst>
                <a:cxn ang="0">
                  <a:pos x="T0" y="T1"/>
                </a:cxn>
                <a:cxn ang="0">
                  <a:pos x="T2" y="T3"/>
                </a:cxn>
                <a:cxn ang="0">
                  <a:pos x="T4" y="T5"/>
                </a:cxn>
                <a:cxn ang="0">
                  <a:pos x="T6" y="T7"/>
                </a:cxn>
                <a:cxn ang="0">
                  <a:pos x="T8" y="T9"/>
                </a:cxn>
              </a:cxnLst>
              <a:rect l="0" t="0" r="r" b="b"/>
              <a:pathLst>
                <a:path w="1755" h="757">
                  <a:moveTo>
                    <a:pt x="1755" y="378"/>
                  </a:moveTo>
                  <a:lnTo>
                    <a:pt x="878" y="757"/>
                  </a:lnTo>
                  <a:lnTo>
                    <a:pt x="0" y="378"/>
                  </a:lnTo>
                  <a:lnTo>
                    <a:pt x="878" y="0"/>
                  </a:lnTo>
                  <a:lnTo>
                    <a:pt x="1755" y="378"/>
                  </a:lnTo>
                  <a:close/>
                </a:path>
              </a:pathLst>
            </a:cu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69" name="Freeform 17"/>
            <p:cNvSpPr/>
            <p:nvPr/>
          </p:nvSpPr>
          <p:spPr bwMode="auto">
            <a:xfrm>
              <a:off x="5744471" y="5341276"/>
              <a:ext cx="1393483" cy="745941"/>
            </a:xfrm>
            <a:custGeom>
              <a:avLst/>
              <a:gdLst>
                <a:gd name="T0" fmla="*/ 878 w 878"/>
                <a:gd name="T1" fmla="*/ 470 h 470"/>
                <a:gd name="T2" fmla="*/ 0 w 878"/>
                <a:gd name="T3" fmla="*/ 105 h 470"/>
                <a:gd name="T4" fmla="*/ 0 w 878"/>
                <a:gd name="T5" fmla="*/ 0 h 470"/>
                <a:gd name="T6" fmla="*/ 878 w 878"/>
                <a:gd name="T7" fmla="*/ 379 h 470"/>
                <a:gd name="T8" fmla="*/ 878 w 878"/>
                <a:gd name="T9" fmla="*/ 470 h 470"/>
              </a:gdLst>
              <a:ahLst/>
              <a:cxnLst>
                <a:cxn ang="0">
                  <a:pos x="T0" y="T1"/>
                </a:cxn>
                <a:cxn ang="0">
                  <a:pos x="T2" y="T3"/>
                </a:cxn>
                <a:cxn ang="0">
                  <a:pos x="T4" y="T5"/>
                </a:cxn>
                <a:cxn ang="0">
                  <a:pos x="T6" y="T7"/>
                </a:cxn>
                <a:cxn ang="0">
                  <a:pos x="T8" y="T9"/>
                </a:cxn>
              </a:cxnLst>
              <a:rect l="0" t="0" r="r" b="b"/>
              <a:pathLst>
                <a:path w="878" h="470">
                  <a:moveTo>
                    <a:pt x="878" y="470"/>
                  </a:moveTo>
                  <a:lnTo>
                    <a:pt x="0" y="105"/>
                  </a:lnTo>
                  <a:lnTo>
                    <a:pt x="0" y="0"/>
                  </a:lnTo>
                  <a:lnTo>
                    <a:pt x="878" y="379"/>
                  </a:lnTo>
                  <a:lnTo>
                    <a:pt x="878" y="47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70" name="任意多边形: 形状 69"/>
            <p:cNvSpPr/>
            <p:nvPr/>
          </p:nvSpPr>
          <p:spPr bwMode="auto">
            <a:xfrm>
              <a:off x="7137954" y="4704138"/>
              <a:ext cx="1391895" cy="1387134"/>
            </a:xfrm>
            <a:custGeom>
              <a:avLst/>
              <a:gdLst>
                <a:gd name="connsiteX0" fmla="*/ 1634543 w 1634543"/>
                <a:gd name="connsiteY0" fmla="*/ 0 h 1628952"/>
                <a:gd name="connsiteX1" fmla="*/ 1634543 w 1634543"/>
                <a:gd name="connsiteY1" fmla="*/ 752971 h 1628952"/>
                <a:gd name="connsiteX2" fmla="*/ 1634543 w 1634543"/>
                <a:gd name="connsiteY2" fmla="*/ 948669 h 1628952"/>
                <a:gd name="connsiteX3" fmla="*/ 0 w 1634543"/>
                <a:gd name="connsiteY3" fmla="*/ 1628952 h 1628952"/>
                <a:gd name="connsiteX4" fmla="*/ 0 w 1634543"/>
                <a:gd name="connsiteY4" fmla="*/ 1459347 h 1628952"/>
                <a:gd name="connsiteX5" fmla="*/ 0 w 1634543"/>
                <a:gd name="connsiteY5" fmla="*/ 704513 h 1628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4543" h="1628952">
                  <a:moveTo>
                    <a:pt x="1634543" y="0"/>
                  </a:moveTo>
                  <a:lnTo>
                    <a:pt x="1634543" y="752971"/>
                  </a:lnTo>
                  <a:lnTo>
                    <a:pt x="1634543" y="948669"/>
                  </a:lnTo>
                  <a:lnTo>
                    <a:pt x="0" y="1628952"/>
                  </a:lnTo>
                  <a:lnTo>
                    <a:pt x="0" y="1459347"/>
                  </a:lnTo>
                  <a:lnTo>
                    <a:pt x="0" y="704513"/>
                  </a:lnTo>
                  <a:close/>
                </a:path>
              </a:pathLst>
            </a:custGeom>
            <a:solidFill>
              <a:schemeClr val="accent4">
                <a:lumMod val="75000"/>
              </a:schemeClr>
            </a:solidFill>
            <a:ln>
              <a:noFill/>
            </a:ln>
            <a:effectLst/>
          </p:spPr>
          <p:txBody>
            <a:bodyPr vert="horz" wrap="square" lIns="91440" tIns="45720" rIns="91440" bIns="45720" numCol="1" anchor="t" anchorCtr="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71" name="Freeform 22"/>
            <p:cNvSpPr/>
            <p:nvPr/>
          </p:nvSpPr>
          <p:spPr bwMode="auto">
            <a:xfrm>
              <a:off x="7076058" y="4620023"/>
              <a:ext cx="2764747" cy="1180811"/>
            </a:xfrm>
            <a:custGeom>
              <a:avLst/>
              <a:gdLst>
                <a:gd name="T0" fmla="*/ 1742 w 1742"/>
                <a:gd name="T1" fmla="*/ 379 h 744"/>
                <a:gd name="T2" fmla="*/ 864 w 1742"/>
                <a:gd name="T3" fmla="*/ 744 h 744"/>
                <a:gd name="T4" fmla="*/ 0 w 1742"/>
                <a:gd name="T5" fmla="*/ 366 h 744"/>
                <a:gd name="T6" fmla="*/ 877 w 1742"/>
                <a:gd name="T7" fmla="*/ 0 h 744"/>
                <a:gd name="T8" fmla="*/ 1742 w 1742"/>
                <a:gd name="T9" fmla="*/ 379 h 744"/>
              </a:gdLst>
              <a:ahLst/>
              <a:cxnLst>
                <a:cxn ang="0">
                  <a:pos x="T0" y="T1"/>
                </a:cxn>
                <a:cxn ang="0">
                  <a:pos x="T2" y="T3"/>
                </a:cxn>
                <a:cxn ang="0">
                  <a:pos x="T4" y="T5"/>
                </a:cxn>
                <a:cxn ang="0">
                  <a:pos x="T6" y="T7"/>
                </a:cxn>
                <a:cxn ang="0">
                  <a:pos x="T8" y="T9"/>
                </a:cxn>
              </a:cxnLst>
              <a:rect l="0" t="0" r="r" b="b"/>
              <a:pathLst>
                <a:path w="1742" h="744">
                  <a:moveTo>
                    <a:pt x="1742" y="379"/>
                  </a:moveTo>
                  <a:lnTo>
                    <a:pt x="864" y="744"/>
                  </a:lnTo>
                  <a:lnTo>
                    <a:pt x="0" y="366"/>
                  </a:lnTo>
                  <a:lnTo>
                    <a:pt x="877" y="0"/>
                  </a:lnTo>
                  <a:lnTo>
                    <a:pt x="1742" y="379"/>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72" name="任意多边形: 形状 71"/>
            <p:cNvSpPr/>
            <p:nvPr/>
          </p:nvSpPr>
          <p:spPr bwMode="auto">
            <a:xfrm>
              <a:off x="8447322" y="4558125"/>
              <a:ext cx="1393483" cy="1409354"/>
            </a:xfrm>
            <a:custGeom>
              <a:avLst/>
              <a:gdLst>
                <a:gd name="connsiteX0" fmla="*/ 1636407 w 1636407"/>
                <a:gd name="connsiteY0" fmla="*/ 0 h 1655045"/>
                <a:gd name="connsiteX1" fmla="*/ 1636407 w 1636407"/>
                <a:gd name="connsiteY1" fmla="*/ 779064 h 1655045"/>
                <a:gd name="connsiteX2" fmla="*/ 1636407 w 1636407"/>
                <a:gd name="connsiteY2" fmla="*/ 948669 h 1655045"/>
                <a:gd name="connsiteX3" fmla="*/ 0 w 1636407"/>
                <a:gd name="connsiteY3" fmla="*/ 1655045 h 1655045"/>
                <a:gd name="connsiteX4" fmla="*/ 0 w 1636407"/>
                <a:gd name="connsiteY4" fmla="*/ 1459347 h 1655045"/>
                <a:gd name="connsiteX5" fmla="*/ 0 w 1636407"/>
                <a:gd name="connsiteY5" fmla="*/ 706376 h 165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6407" h="1655045">
                  <a:moveTo>
                    <a:pt x="1636407" y="0"/>
                  </a:moveTo>
                  <a:lnTo>
                    <a:pt x="1636407" y="779064"/>
                  </a:lnTo>
                  <a:lnTo>
                    <a:pt x="1636407" y="948669"/>
                  </a:lnTo>
                  <a:lnTo>
                    <a:pt x="0" y="1655045"/>
                  </a:lnTo>
                  <a:lnTo>
                    <a:pt x="0" y="1459347"/>
                  </a:lnTo>
                  <a:lnTo>
                    <a:pt x="0" y="706376"/>
                  </a:lnTo>
                  <a:close/>
                </a:path>
              </a:pathLst>
            </a:custGeom>
            <a:solidFill>
              <a:schemeClr val="accent2">
                <a:lumMod val="75000"/>
              </a:schemeClr>
            </a:solidFill>
            <a:ln>
              <a:noFill/>
            </a:ln>
            <a:effectLst/>
          </p:spPr>
          <p:txBody>
            <a:bodyPr vert="horz" wrap="square" lIns="91440" tIns="45720" rIns="91440" bIns="45720" numCol="1" anchor="t" anchorCtr="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73" name="Freeform 31"/>
            <p:cNvSpPr/>
            <p:nvPr/>
          </p:nvSpPr>
          <p:spPr bwMode="auto">
            <a:xfrm>
              <a:off x="8387011" y="5219509"/>
              <a:ext cx="60311" cy="579295"/>
            </a:xfrm>
            <a:custGeom>
              <a:avLst/>
              <a:gdLst>
                <a:gd name="T0" fmla="*/ 38 w 38"/>
                <a:gd name="T1" fmla="*/ 365 h 365"/>
                <a:gd name="T2" fmla="*/ 0 w 38"/>
                <a:gd name="T3" fmla="*/ 352 h 365"/>
                <a:gd name="T4" fmla="*/ 0 w 38"/>
                <a:gd name="T5" fmla="*/ 0 h 365"/>
                <a:gd name="T6" fmla="*/ 38 w 38"/>
                <a:gd name="T7" fmla="*/ 13 h 365"/>
                <a:gd name="T8" fmla="*/ 38 w 38"/>
                <a:gd name="T9" fmla="*/ 365 h 365"/>
              </a:gdLst>
              <a:ahLst/>
              <a:cxnLst>
                <a:cxn ang="0">
                  <a:pos x="T0" y="T1"/>
                </a:cxn>
                <a:cxn ang="0">
                  <a:pos x="T2" y="T3"/>
                </a:cxn>
                <a:cxn ang="0">
                  <a:pos x="T4" y="T5"/>
                </a:cxn>
                <a:cxn ang="0">
                  <a:pos x="T6" y="T7"/>
                </a:cxn>
                <a:cxn ang="0">
                  <a:pos x="T8" y="T9"/>
                </a:cxn>
              </a:cxnLst>
              <a:rect l="0" t="0" r="r" b="b"/>
              <a:pathLst>
                <a:path w="38" h="365">
                  <a:moveTo>
                    <a:pt x="38" y="365"/>
                  </a:moveTo>
                  <a:lnTo>
                    <a:pt x="0" y="352"/>
                  </a:lnTo>
                  <a:lnTo>
                    <a:pt x="0" y="0"/>
                  </a:lnTo>
                  <a:lnTo>
                    <a:pt x="38" y="13"/>
                  </a:lnTo>
                  <a:lnTo>
                    <a:pt x="38" y="365"/>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74" name="Freeform 28"/>
            <p:cNvSpPr/>
            <p:nvPr/>
          </p:nvSpPr>
          <p:spPr bwMode="auto">
            <a:xfrm>
              <a:off x="8387011" y="4475596"/>
              <a:ext cx="2785379" cy="1180811"/>
            </a:xfrm>
            <a:custGeom>
              <a:avLst/>
              <a:gdLst>
                <a:gd name="T0" fmla="*/ 1755 w 1755"/>
                <a:gd name="T1" fmla="*/ 379 h 744"/>
                <a:gd name="T2" fmla="*/ 877 w 1755"/>
                <a:gd name="T3" fmla="*/ 744 h 744"/>
                <a:gd name="T4" fmla="*/ 0 w 1755"/>
                <a:gd name="T5" fmla="*/ 365 h 744"/>
                <a:gd name="T6" fmla="*/ 877 w 1755"/>
                <a:gd name="T7" fmla="*/ 0 h 744"/>
                <a:gd name="T8" fmla="*/ 1755 w 1755"/>
                <a:gd name="T9" fmla="*/ 379 h 744"/>
              </a:gdLst>
              <a:ahLst/>
              <a:cxnLst>
                <a:cxn ang="0">
                  <a:pos x="T0" y="T1"/>
                </a:cxn>
                <a:cxn ang="0">
                  <a:pos x="T2" y="T3"/>
                </a:cxn>
                <a:cxn ang="0">
                  <a:pos x="T4" y="T5"/>
                </a:cxn>
                <a:cxn ang="0">
                  <a:pos x="T6" y="T7"/>
                </a:cxn>
                <a:cxn ang="0">
                  <a:pos x="T8" y="T9"/>
                </a:cxn>
              </a:cxnLst>
              <a:rect l="0" t="0" r="r" b="b"/>
              <a:pathLst>
                <a:path w="1755" h="744">
                  <a:moveTo>
                    <a:pt x="1755" y="379"/>
                  </a:moveTo>
                  <a:lnTo>
                    <a:pt x="877" y="744"/>
                  </a:lnTo>
                  <a:lnTo>
                    <a:pt x="0" y="365"/>
                  </a:lnTo>
                  <a:lnTo>
                    <a:pt x="877" y="0"/>
                  </a:lnTo>
                  <a:lnTo>
                    <a:pt x="1755" y="379"/>
                  </a:lnTo>
                  <a:close/>
                </a:path>
              </a:pathLst>
            </a:custGeom>
            <a:solidFill>
              <a:schemeClr val="accent2"/>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75" name="Freeform 33"/>
            <p:cNvSpPr/>
            <p:nvPr/>
          </p:nvSpPr>
          <p:spPr bwMode="auto">
            <a:xfrm>
              <a:off x="9717010" y="4558125"/>
              <a:ext cx="61896" cy="1098280"/>
            </a:xfrm>
            <a:custGeom>
              <a:avLst/>
              <a:gdLst>
                <a:gd name="T0" fmla="*/ 39 w 39"/>
                <a:gd name="T1" fmla="*/ 692 h 692"/>
                <a:gd name="T2" fmla="*/ 0 w 39"/>
                <a:gd name="T3" fmla="*/ 679 h 692"/>
                <a:gd name="T4" fmla="*/ 0 w 39"/>
                <a:gd name="T5" fmla="*/ 0 h 692"/>
                <a:gd name="T6" fmla="*/ 39 w 39"/>
                <a:gd name="T7" fmla="*/ 26 h 692"/>
                <a:gd name="T8" fmla="*/ 39 w 39"/>
                <a:gd name="T9" fmla="*/ 692 h 692"/>
              </a:gdLst>
              <a:ahLst/>
              <a:cxnLst>
                <a:cxn ang="0">
                  <a:pos x="T0" y="T1"/>
                </a:cxn>
                <a:cxn ang="0">
                  <a:pos x="T2" y="T3"/>
                </a:cxn>
                <a:cxn ang="0">
                  <a:pos x="T4" y="T5"/>
                </a:cxn>
                <a:cxn ang="0">
                  <a:pos x="T6" y="T7"/>
                </a:cxn>
                <a:cxn ang="0">
                  <a:pos x="T8" y="T9"/>
                </a:cxn>
              </a:cxnLst>
              <a:rect l="0" t="0" r="r" b="b"/>
              <a:pathLst>
                <a:path w="39" h="692">
                  <a:moveTo>
                    <a:pt x="39" y="692"/>
                  </a:moveTo>
                  <a:lnTo>
                    <a:pt x="0" y="679"/>
                  </a:lnTo>
                  <a:lnTo>
                    <a:pt x="0" y="0"/>
                  </a:lnTo>
                  <a:lnTo>
                    <a:pt x="39" y="26"/>
                  </a:lnTo>
                  <a:lnTo>
                    <a:pt x="39" y="692"/>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76" name="Freeform 35"/>
            <p:cNvSpPr/>
            <p:nvPr/>
          </p:nvSpPr>
          <p:spPr bwMode="auto">
            <a:xfrm>
              <a:off x="9310239" y="3290375"/>
              <a:ext cx="1168113" cy="1491885"/>
            </a:xfrm>
            <a:custGeom>
              <a:avLst/>
              <a:gdLst>
                <a:gd name="T0" fmla="*/ 39 w 736"/>
                <a:gd name="T1" fmla="*/ 940 h 940"/>
                <a:gd name="T2" fmla="*/ 0 w 736"/>
                <a:gd name="T3" fmla="*/ 927 h 940"/>
                <a:gd name="T4" fmla="*/ 697 w 736"/>
                <a:gd name="T5" fmla="*/ 0 h 940"/>
                <a:gd name="T6" fmla="*/ 736 w 736"/>
                <a:gd name="T7" fmla="*/ 13 h 940"/>
                <a:gd name="T8" fmla="*/ 39 w 736"/>
                <a:gd name="T9" fmla="*/ 940 h 940"/>
              </a:gdLst>
              <a:ahLst/>
              <a:cxnLst>
                <a:cxn ang="0">
                  <a:pos x="T0" y="T1"/>
                </a:cxn>
                <a:cxn ang="0">
                  <a:pos x="T2" y="T3"/>
                </a:cxn>
                <a:cxn ang="0">
                  <a:pos x="T4" y="T5"/>
                </a:cxn>
                <a:cxn ang="0">
                  <a:pos x="T6" y="T7"/>
                </a:cxn>
                <a:cxn ang="0">
                  <a:pos x="T8" y="T9"/>
                </a:cxn>
              </a:cxnLst>
              <a:rect l="0" t="0" r="r" b="b"/>
              <a:pathLst>
                <a:path w="736" h="940">
                  <a:moveTo>
                    <a:pt x="39" y="940"/>
                  </a:moveTo>
                  <a:lnTo>
                    <a:pt x="0" y="927"/>
                  </a:lnTo>
                  <a:lnTo>
                    <a:pt x="697" y="0"/>
                  </a:lnTo>
                  <a:lnTo>
                    <a:pt x="736" y="13"/>
                  </a:lnTo>
                  <a:lnTo>
                    <a:pt x="39" y="940"/>
                  </a:lnTo>
                  <a:close/>
                </a:path>
              </a:pathLst>
            </a:custGeom>
            <a:solidFill>
              <a:schemeClr val="bg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77" name="Freeform 36"/>
            <p:cNvSpPr/>
            <p:nvPr/>
          </p:nvSpPr>
          <p:spPr bwMode="auto">
            <a:xfrm>
              <a:off x="10413751" y="3290375"/>
              <a:ext cx="1106216" cy="580882"/>
            </a:xfrm>
            <a:custGeom>
              <a:avLst/>
              <a:gdLst>
                <a:gd name="T0" fmla="*/ 39 w 697"/>
                <a:gd name="T1" fmla="*/ 13 h 366"/>
                <a:gd name="T2" fmla="*/ 0 w 697"/>
                <a:gd name="T3" fmla="*/ 0 h 366"/>
                <a:gd name="T4" fmla="*/ 658 w 697"/>
                <a:gd name="T5" fmla="*/ 352 h 366"/>
                <a:gd name="T6" fmla="*/ 697 w 697"/>
                <a:gd name="T7" fmla="*/ 366 h 366"/>
                <a:gd name="T8" fmla="*/ 39 w 697"/>
                <a:gd name="T9" fmla="*/ 13 h 366"/>
              </a:gdLst>
              <a:ahLst/>
              <a:cxnLst>
                <a:cxn ang="0">
                  <a:pos x="T0" y="T1"/>
                </a:cxn>
                <a:cxn ang="0">
                  <a:pos x="T2" y="T3"/>
                </a:cxn>
                <a:cxn ang="0">
                  <a:pos x="T4" y="T5"/>
                </a:cxn>
                <a:cxn ang="0">
                  <a:pos x="T6" y="T7"/>
                </a:cxn>
                <a:cxn ang="0">
                  <a:pos x="T8" y="T9"/>
                </a:cxn>
              </a:cxnLst>
              <a:rect l="0" t="0" r="r" b="b"/>
              <a:pathLst>
                <a:path w="697" h="366">
                  <a:moveTo>
                    <a:pt x="39" y="13"/>
                  </a:moveTo>
                  <a:lnTo>
                    <a:pt x="0" y="0"/>
                  </a:lnTo>
                  <a:lnTo>
                    <a:pt x="658" y="352"/>
                  </a:lnTo>
                  <a:lnTo>
                    <a:pt x="697" y="366"/>
                  </a:lnTo>
                  <a:lnTo>
                    <a:pt x="39" y="13"/>
                  </a:lnTo>
                  <a:close/>
                </a:path>
              </a:pathLst>
            </a:custGeom>
            <a:solidFill>
              <a:schemeClr val="accent1">
                <a:lumMod val="60000"/>
                <a:lumOff val="40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78" name="TextBox 60"/>
            <p:cNvSpPr txBox="1"/>
            <p:nvPr/>
          </p:nvSpPr>
          <p:spPr>
            <a:xfrm rot="21309048">
              <a:off x="8420046" y="4747721"/>
              <a:ext cx="759091" cy="591332"/>
            </a:xfrm>
            <a:prstGeom prst="rect">
              <a:avLst/>
            </a:prstGeom>
            <a:noFill/>
            <a:effectLst/>
          </p:spPr>
          <p:txBody>
            <a:bodyPr wrap="square" lIns="0" tIns="0" rIns="0" bIns="0" rtlCol="0">
              <a:spAutoFit/>
              <a:scene3d>
                <a:camera prst="isometricBottomDown"/>
                <a:lightRig rig="threePt" dir="t"/>
              </a:scene3d>
            </a:bodyPr>
            <a:lstStyle/>
            <a:p>
              <a:pPr marL="0" marR="0" lvl="0" indent="0" algn="r" defTabSz="457200" rtl="0" eaLnBrk="1" fontAlgn="base" latinLnBrk="0" hangingPunct="1">
                <a:lnSpc>
                  <a:spcPct val="130000"/>
                </a:lnSpc>
                <a:spcBef>
                  <a:spcPts val="1000"/>
                </a:spcBef>
                <a:spcAft>
                  <a:spcPts val="0"/>
                </a:spcAft>
                <a:buClrTx/>
                <a:buSzTx/>
                <a:buFontTx/>
                <a:buNone/>
                <a:defRPr/>
              </a:pPr>
              <a:r>
                <a:rPr kumimoji="0" lang="en-US" sz="3200" b="0" i="0" u="none" strike="noStrike" kern="1200" cap="none" spc="0" normalizeH="0" baseline="0" noProof="0">
                  <a:ln>
                    <a:noFill/>
                  </a:ln>
                  <a:solidFill>
                    <a:srgbClr val="FFFFFF"/>
                  </a:solidFill>
                  <a:effectLst/>
                  <a:uLnTx/>
                  <a:uFillTx/>
                  <a:latin typeface="OPPOSans H" panose="00020600040101010101" charset="-122"/>
                  <a:ea typeface="OPPOSans H" panose="00020600040101010101" charset="-122"/>
                  <a:cs typeface="+mn-cs"/>
                </a:rPr>
                <a:t>01</a:t>
              </a:r>
              <a:endParaRPr kumimoji="0" lang="en-US" sz="16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endParaRPr>
            </a:p>
          </p:txBody>
        </p:sp>
        <p:sp>
          <p:nvSpPr>
            <p:cNvPr id="79" name="TextBox 61"/>
            <p:cNvSpPr txBox="1"/>
            <p:nvPr/>
          </p:nvSpPr>
          <p:spPr>
            <a:xfrm rot="21309048">
              <a:off x="7271162" y="4888751"/>
              <a:ext cx="608808" cy="591332"/>
            </a:xfrm>
            <a:prstGeom prst="rect">
              <a:avLst/>
            </a:prstGeom>
            <a:noFill/>
            <a:effectLst/>
          </p:spPr>
          <p:txBody>
            <a:bodyPr wrap="square" lIns="0" tIns="0" rIns="0" bIns="0" rtlCol="0">
              <a:spAutoFit/>
              <a:scene3d>
                <a:camera prst="isometricBottomDown"/>
                <a:lightRig rig="threePt" dir="t"/>
              </a:scene3d>
            </a:bodyPr>
            <a:lstStyle/>
            <a:p>
              <a:pPr marL="0" marR="0" lvl="0" indent="0" algn="r" defTabSz="457200" rtl="0" eaLnBrk="1" fontAlgn="base" latinLnBrk="0" hangingPunct="1">
                <a:lnSpc>
                  <a:spcPct val="130000"/>
                </a:lnSpc>
                <a:spcBef>
                  <a:spcPts val="1000"/>
                </a:spcBef>
                <a:spcAft>
                  <a:spcPts val="0"/>
                </a:spcAft>
                <a:buClrTx/>
                <a:buSzTx/>
                <a:buFontTx/>
                <a:buNone/>
                <a:defRPr/>
              </a:pPr>
              <a:r>
                <a:rPr kumimoji="0" lang="en-US" sz="32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rPr>
                <a:t>02</a:t>
              </a:r>
              <a:endParaRPr kumimoji="0" lang="en-US" sz="16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endParaRPr>
            </a:p>
          </p:txBody>
        </p:sp>
        <p:sp>
          <p:nvSpPr>
            <p:cNvPr id="80" name="TextBox 62"/>
            <p:cNvSpPr txBox="1"/>
            <p:nvPr/>
          </p:nvSpPr>
          <p:spPr>
            <a:xfrm rot="21309048">
              <a:off x="5763868" y="5042423"/>
              <a:ext cx="759091" cy="591332"/>
            </a:xfrm>
            <a:prstGeom prst="rect">
              <a:avLst/>
            </a:prstGeom>
            <a:noFill/>
            <a:effectLst/>
          </p:spPr>
          <p:txBody>
            <a:bodyPr wrap="square" lIns="0" tIns="0" rIns="0" bIns="0" rtlCol="0">
              <a:spAutoFit/>
              <a:scene3d>
                <a:camera prst="isometricBottomDown"/>
                <a:lightRig rig="threePt" dir="t"/>
              </a:scene3d>
            </a:bodyPr>
            <a:lstStyle/>
            <a:p>
              <a:pPr marL="0" marR="0" lvl="0" indent="0" algn="r" defTabSz="457200" rtl="0" eaLnBrk="1" fontAlgn="base" latinLnBrk="0" hangingPunct="1">
                <a:lnSpc>
                  <a:spcPct val="130000"/>
                </a:lnSpc>
                <a:spcBef>
                  <a:spcPts val="1000"/>
                </a:spcBef>
                <a:spcAft>
                  <a:spcPts val="0"/>
                </a:spcAft>
                <a:buClrTx/>
                <a:buSzTx/>
                <a:buFontTx/>
                <a:buNone/>
                <a:defRPr/>
              </a:pPr>
              <a:r>
                <a:rPr kumimoji="0" lang="en-US" sz="32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rPr>
                <a:t>03</a:t>
              </a:r>
              <a:endParaRPr kumimoji="0" lang="en-US" sz="16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endParaRPr>
            </a:p>
          </p:txBody>
        </p:sp>
        <p:sp>
          <p:nvSpPr>
            <p:cNvPr id="81" name="Freeform 19"/>
            <p:cNvSpPr/>
            <p:nvPr/>
          </p:nvSpPr>
          <p:spPr bwMode="auto">
            <a:xfrm>
              <a:off x="5744471" y="5491345"/>
              <a:ext cx="61896" cy="599928"/>
            </a:xfrm>
            <a:custGeom>
              <a:avLst/>
              <a:gdLst>
                <a:gd name="T0" fmla="*/ 39 w 39"/>
                <a:gd name="T1" fmla="*/ 378 h 378"/>
                <a:gd name="T2" fmla="*/ 0 w 39"/>
                <a:gd name="T3" fmla="*/ 365 h 378"/>
                <a:gd name="T4" fmla="*/ 0 w 39"/>
                <a:gd name="T5" fmla="*/ 0 h 378"/>
                <a:gd name="T6" fmla="*/ 39 w 39"/>
                <a:gd name="T7" fmla="*/ 26 h 378"/>
                <a:gd name="T8" fmla="*/ 39 w 39"/>
                <a:gd name="T9" fmla="*/ 378 h 378"/>
              </a:gdLst>
              <a:ahLst/>
              <a:cxnLst>
                <a:cxn ang="0">
                  <a:pos x="T0" y="T1"/>
                </a:cxn>
                <a:cxn ang="0">
                  <a:pos x="T2" y="T3"/>
                </a:cxn>
                <a:cxn ang="0">
                  <a:pos x="T4" y="T5"/>
                </a:cxn>
                <a:cxn ang="0">
                  <a:pos x="T6" y="T7"/>
                </a:cxn>
                <a:cxn ang="0">
                  <a:pos x="T8" y="T9"/>
                </a:cxn>
              </a:cxnLst>
              <a:rect l="0" t="0" r="r" b="b"/>
              <a:pathLst>
                <a:path w="39" h="378">
                  <a:moveTo>
                    <a:pt x="39" y="378"/>
                  </a:moveTo>
                  <a:lnTo>
                    <a:pt x="0" y="365"/>
                  </a:lnTo>
                  <a:lnTo>
                    <a:pt x="0" y="0"/>
                  </a:lnTo>
                  <a:lnTo>
                    <a:pt x="39" y="26"/>
                  </a:lnTo>
                  <a:lnTo>
                    <a:pt x="39" y="378"/>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82" name="Freeform 25"/>
            <p:cNvSpPr/>
            <p:nvPr/>
          </p:nvSpPr>
          <p:spPr bwMode="auto">
            <a:xfrm>
              <a:off x="7076058" y="5363937"/>
              <a:ext cx="61896" cy="580882"/>
            </a:xfrm>
            <a:custGeom>
              <a:avLst/>
              <a:gdLst>
                <a:gd name="T0" fmla="*/ 39 w 39"/>
                <a:gd name="T1" fmla="*/ 366 h 366"/>
                <a:gd name="T2" fmla="*/ 0 w 39"/>
                <a:gd name="T3" fmla="*/ 353 h 366"/>
                <a:gd name="T4" fmla="*/ 0 w 39"/>
                <a:gd name="T5" fmla="*/ 0 h 366"/>
                <a:gd name="T6" fmla="*/ 39 w 39"/>
                <a:gd name="T7" fmla="*/ 13 h 366"/>
                <a:gd name="T8" fmla="*/ 39 w 39"/>
                <a:gd name="T9" fmla="*/ 366 h 366"/>
              </a:gdLst>
              <a:ahLst/>
              <a:cxnLst>
                <a:cxn ang="0">
                  <a:pos x="T0" y="T1"/>
                </a:cxn>
                <a:cxn ang="0">
                  <a:pos x="T2" y="T3"/>
                </a:cxn>
                <a:cxn ang="0">
                  <a:pos x="T4" y="T5"/>
                </a:cxn>
                <a:cxn ang="0">
                  <a:pos x="T6" y="T7"/>
                </a:cxn>
                <a:cxn ang="0">
                  <a:pos x="T8" y="T9"/>
                </a:cxn>
              </a:cxnLst>
              <a:rect l="0" t="0" r="r" b="b"/>
              <a:pathLst>
                <a:path w="39" h="366">
                  <a:moveTo>
                    <a:pt x="39" y="366"/>
                  </a:moveTo>
                  <a:lnTo>
                    <a:pt x="0" y="353"/>
                  </a:lnTo>
                  <a:lnTo>
                    <a:pt x="0" y="0"/>
                  </a:lnTo>
                  <a:lnTo>
                    <a:pt x="39" y="13"/>
                  </a:lnTo>
                  <a:lnTo>
                    <a:pt x="39" y="366"/>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83" name="Freeform 23"/>
            <p:cNvSpPr/>
            <p:nvPr/>
          </p:nvSpPr>
          <p:spPr bwMode="auto">
            <a:xfrm>
              <a:off x="7076058" y="5198877"/>
              <a:ext cx="1371263" cy="766573"/>
            </a:xfrm>
            <a:custGeom>
              <a:avLst/>
              <a:gdLst>
                <a:gd name="T0" fmla="*/ 864 w 864"/>
                <a:gd name="T1" fmla="*/ 483 h 483"/>
                <a:gd name="T2" fmla="*/ 0 w 864"/>
                <a:gd name="T3" fmla="*/ 104 h 483"/>
                <a:gd name="T4" fmla="*/ 0 w 864"/>
                <a:gd name="T5" fmla="*/ 0 h 483"/>
                <a:gd name="T6" fmla="*/ 864 w 864"/>
                <a:gd name="T7" fmla="*/ 378 h 483"/>
                <a:gd name="T8" fmla="*/ 864 w 864"/>
                <a:gd name="T9" fmla="*/ 483 h 483"/>
              </a:gdLst>
              <a:ahLst/>
              <a:cxnLst>
                <a:cxn ang="0">
                  <a:pos x="T0" y="T1"/>
                </a:cxn>
                <a:cxn ang="0">
                  <a:pos x="T2" y="T3"/>
                </a:cxn>
                <a:cxn ang="0">
                  <a:pos x="T4" y="T5"/>
                </a:cxn>
                <a:cxn ang="0">
                  <a:pos x="T6" y="T7"/>
                </a:cxn>
                <a:cxn ang="0">
                  <a:pos x="T8" y="T9"/>
                </a:cxn>
              </a:cxnLst>
              <a:rect l="0" t="0" r="r" b="b"/>
              <a:pathLst>
                <a:path w="864" h="483">
                  <a:moveTo>
                    <a:pt x="864" y="483"/>
                  </a:moveTo>
                  <a:lnTo>
                    <a:pt x="0" y="104"/>
                  </a:lnTo>
                  <a:lnTo>
                    <a:pt x="0" y="0"/>
                  </a:lnTo>
                  <a:lnTo>
                    <a:pt x="864" y="378"/>
                  </a:lnTo>
                  <a:lnTo>
                    <a:pt x="864" y="483"/>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84" name="Freeform 29"/>
            <p:cNvSpPr/>
            <p:nvPr/>
          </p:nvSpPr>
          <p:spPr bwMode="auto">
            <a:xfrm>
              <a:off x="8387011" y="5054890"/>
              <a:ext cx="1391895" cy="766573"/>
            </a:xfrm>
            <a:custGeom>
              <a:avLst/>
              <a:gdLst>
                <a:gd name="T0" fmla="*/ 877 w 877"/>
                <a:gd name="T1" fmla="*/ 483 h 483"/>
                <a:gd name="T2" fmla="*/ 0 w 877"/>
                <a:gd name="T3" fmla="*/ 105 h 483"/>
                <a:gd name="T4" fmla="*/ 0 w 877"/>
                <a:gd name="T5" fmla="*/ 0 h 483"/>
                <a:gd name="T6" fmla="*/ 877 w 877"/>
                <a:gd name="T7" fmla="*/ 379 h 483"/>
                <a:gd name="T8" fmla="*/ 877 w 877"/>
                <a:gd name="T9" fmla="*/ 483 h 483"/>
              </a:gdLst>
              <a:ahLst/>
              <a:cxnLst>
                <a:cxn ang="0">
                  <a:pos x="T0" y="T1"/>
                </a:cxn>
                <a:cxn ang="0">
                  <a:pos x="T2" y="T3"/>
                </a:cxn>
                <a:cxn ang="0">
                  <a:pos x="T4" y="T5"/>
                </a:cxn>
                <a:cxn ang="0">
                  <a:pos x="T6" y="T7"/>
                </a:cxn>
                <a:cxn ang="0">
                  <a:pos x="T8" y="T9"/>
                </a:cxn>
              </a:cxnLst>
              <a:rect l="0" t="0" r="r" b="b"/>
              <a:pathLst>
                <a:path w="877" h="483">
                  <a:moveTo>
                    <a:pt x="877" y="483"/>
                  </a:moveTo>
                  <a:lnTo>
                    <a:pt x="0" y="105"/>
                  </a:lnTo>
                  <a:lnTo>
                    <a:pt x="0" y="0"/>
                  </a:lnTo>
                  <a:lnTo>
                    <a:pt x="877" y="379"/>
                  </a:lnTo>
                  <a:lnTo>
                    <a:pt x="877" y="483"/>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85" name="任意多边形: 形状 84"/>
            <p:cNvSpPr/>
            <p:nvPr/>
          </p:nvSpPr>
          <p:spPr bwMode="auto">
            <a:xfrm>
              <a:off x="9369432" y="3311006"/>
              <a:ext cx="2150535" cy="2510458"/>
            </a:xfrm>
            <a:custGeom>
              <a:avLst/>
              <a:gdLst>
                <a:gd name="connsiteX0" fmla="*/ 2117265 w 2525435"/>
                <a:gd name="connsiteY0" fmla="*/ 2073988 h 2948105"/>
                <a:gd name="connsiteX1" fmla="*/ 2117265 w 2525435"/>
                <a:gd name="connsiteY1" fmla="*/ 2243593 h 2948105"/>
                <a:gd name="connsiteX2" fmla="*/ 480858 w 2525435"/>
                <a:gd name="connsiteY2" fmla="*/ 2948105 h 2948105"/>
                <a:gd name="connsiteX3" fmla="*/ 480858 w 2525435"/>
                <a:gd name="connsiteY3" fmla="*/ 2754271 h 2948105"/>
                <a:gd name="connsiteX4" fmla="*/ 1299061 w 2525435"/>
                <a:gd name="connsiteY4" fmla="*/ 0 h 2948105"/>
                <a:gd name="connsiteX5" fmla="*/ 2525435 w 2525435"/>
                <a:gd name="connsiteY5" fmla="*/ 657918 h 2948105"/>
                <a:gd name="connsiteX6" fmla="*/ 2117265 w 2525435"/>
                <a:gd name="connsiteY6" fmla="*/ 830825 h 2948105"/>
                <a:gd name="connsiteX7" fmla="*/ 2117265 w 2525435"/>
                <a:gd name="connsiteY7" fmla="*/ 2073987 h 2948105"/>
                <a:gd name="connsiteX8" fmla="*/ 480858 w 2525435"/>
                <a:gd name="connsiteY8" fmla="*/ 2754270 h 2948105"/>
                <a:gd name="connsiteX9" fmla="*/ 480858 w 2525435"/>
                <a:gd name="connsiteY9" fmla="*/ 1524034 h 2948105"/>
                <a:gd name="connsiteX10" fmla="*/ 0 w 2525435"/>
                <a:gd name="connsiteY10" fmla="*/ 1727733 h 2948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5435" h="2948105">
                  <a:moveTo>
                    <a:pt x="2117265" y="2073988"/>
                  </a:moveTo>
                  <a:lnTo>
                    <a:pt x="2117265" y="2243593"/>
                  </a:lnTo>
                  <a:lnTo>
                    <a:pt x="480858" y="2948105"/>
                  </a:lnTo>
                  <a:lnTo>
                    <a:pt x="480858" y="2754271"/>
                  </a:lnTo>
                  <a:close/>
                  <a:moveTo>
                    <a:pt x="1299061" y="0"/>
                  </a:moveTo>
                  <a:lnTo>
                    <a:pt x="2525435" y="657918"/>
                  </a:lnTo>
                  <a:lnTo>
                    <a:pt x="2117265" y="830825"/>
                  </a:lnTo>
                  <a:lnTo>
                    <a:pt x="2117265" y="2073987"/>
                  </a:lnTo>
                  <a:lnTo>
                    <a:pt x="480858" y="2754270"/>
                  </a:lnTo>
                  <a:lnTo>
                    <a:pt x="480858" y="1524034"/>
                  </a:lnTo>
                  <a:lnTo>
                    <a:pt x="0" y="1727733"/>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grpSp>
      <p:grpSp>
        <p:nvGrpSpPr>
          <p:cNvPr id="7" name="组合 6"/>
          <p:cNvGrpSpPr/>
          <p:nvPr/>
        </p:nvGrpSpPr>
        <p:grpSpPr>
          <a:xfrm>
            <a:off x="672034" y="1540967"/>
            <a:ext cx="8413898" cy="3323108"/>
            <a:chOff x="672034" y="1540967"/>
            <a:chExt cx="8413898" cy="3323108"/>
          </a:xfrm>
        </p:grpSpPr>
        <p:sp>
          <p:nvSpPr>
            <p:cNvPr id="57" name="矩形: 圆角 103"/>
            <p:cNvSpPr/>
            <p:nvPr/>
          </p:nvSpPr>
          <p:spPr>
            <a:xfrm rot="5400000">
              <a:off x="4193646" y="-1980645"/>
              <a:ext cx="953287" cy="7996511"/>
            </a:xfrm>
            <a:prstGeom prst="roundRect">
              <a:avLst>
                <a:gd name="adj" fmla="val 9616"/>
              </a:avLst>
            </a:prstGeom>
            <a:solidFill>
              <a:schemeClr val="bg1"/>
            </a:solidFill>
            <a:ln w="3175">
              <a:gradFill>
                <a:gsLst>
                  <a:gs pos="0">
                    <a:schemeClr val="accent2"/>
                  </a:gs>
                  <a:gs pos="93000">
                    <a:schemeClr val="accent2">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prstClr val="black">
                    <a:lumMod val="75000"/>
                    <a:lumOff val="25000"/>
                  </a:prstClr>
                </a:solidFill>
                <a:latin typeface="思源黑体 CN Bold" panose="020B0800000000000000" pitchFamily="34" charset="-122"/>
                <a:ea typeface="思源黑体 CN Bold" panose="020B0800000000000000" pitchFamily="34" charset="-122"/>
                <a:cs typeface="+mn-ea"/>
              </a:endParaRPr>
            </a:p>
          </p:txBody>
        </p:sp>
        <p:sp>
          <p:nvSpPr>
            <p:cNvPr id="86" name="文本框 85"/>
            <p:cNvSpPr txBox="1"/>
            <p:nvPr/>
          </p:nvSpPr>
          <p:spPr>
            <a:xfrm>
              <a:off x="915225" y="2001772"/>
              <a:ext cx="3589444" cy="591509"/>
            </a:xfrm>
            <a:prstGeom prst="rect">
              <a:avLst/>
            </a:prstGeom>
            <a:noFill/>
          </p:spPr>
          <p:txBody>
            <a:bodyPr wrap="square" rtlCol="0">
              <a:spAutoFit/>
            </a:bodyPr>
            <a:lstStyle/>
            <a:p>
              <a:pPr marL="171450" marR="0" lvl="0" indent="-171450" algn="l" defTabSz="914400" rtl="0" eaLnBrk="1" fontAlgn="auto" latinLnBrk="0" hangingPunct="1">
                <a:lnSpc>
                  <a:spcPct val="120000"/>
                </a:lnSpc>
                <a:spcBef>
                  <a:spcPts val="0"/>
                </a:spcBef>
                <a:spcAft>
                  <a:spcPts val="0"/>
                </a:spcAft>
                <a:buClr>
                  <a:schemeClr val="accent2"/>
                </a:buClr>
                <a:buSzTx/>
                <a:buFont typeface="Arial" panose="020B0604020202020204" pitchFamily="34" charset="0"/>
                <a:buChar char="•"/>
                <a:defRPr/>
              </a:pPr>
              <a:r>
                <a:rPr kumimoji="0" lang="zh-CN" altLang="en-US" sz="1400" b="0" i="0" u="none" strike="noStrike" kern="1200" cap="none" spc="0" normalizeH="0" baseline="0" noProof="0" dirty="0">
                  <a:ln>
                    <a:noFill/>
                  </a:ln>
                  <a:effectLst/>
                  <a:uLnTx/>
                  <a:uFillTx/>
                  <a:latin typeface="+mn-ea"/>
                  <a:cs typeface="+mn-cs"/>
                </a:rPr>
                <a:t>教学过程中建立了动态反馈机制，通过定期评价和反馈，及时调整教学内容和方法</a:t>
              </a:r>
              <a:endParaRPr kumimoji="0" lang="en-US" altLang="zh-CN" sz="1400" b="0" i="0" u="none" strike="noStrike" kern="1200" cap="none" spc="0" normalizeH="0" baseline="0" noProof="0" dirty="0">
                <a:ln>
                  <a:noFill/>
                </a:ln>
                <a:effectLst/>
                <a:uLnTx/>
                <a:uFillTx/>
                <a:latin typeface="+mn-ea"/>
                <a:cs typeface="+mn-cs"/>
              </a:endParaRPr>
            </a:p>
          </p:txBody>
        </p:sp>
        <p:sp>
          <p:nvSpPr>
            <p:cNvPr id="87" name="文本框 86"/>
            <p:cNvSpPr txBox="1"/>
            <p:nvPr/>
          </p:nvSpPr>
          <p:spPr>
            <a:xfrm>
              <a:off x="915225" y="1626705"/>
              <a:ext cx="2492990"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chemeClr val="accent2"/>
                  </a:solidFill>
                  <a:effectLst/>
                  <a:uLnTx/>
                  <a:uFillTx/>
                  <a:latin typeface="+mn-ea"/>
                  <a:cs typeface="+mn-cs"/>
                </a:rPr>
                <a:t>动态反馈机制的建立</a:t>
              </a:r>
              <a:endParaRPr kumimoji="0" lang="zh-CN" altLang="en-US" sz="2000" b="0" i="0" u="none" strike="noStrike" kern="1200" cap="none" spc="0" normalizeH="0" baseline="0" noProof="0" dirty="0">
                <a:ln>
                  <a:noFill/>
                </a:ln>
                <a:solidFill>
                  <a:schemeClr val="accent2"/>
                </a:solidFill>
                <a:effectLst/>
                <a:uLnTx/>
                <a:uFillTx/>
                <a:latin typeface="+mn-ea"/>
                <a:cs typeface="+mn-cs"/>
              </a:endParaRPr>
            </a:p>
          </p:txBody>
        </p:sp>
        <p:sp>
          <p:nvSpPr>
            <p:cNvPr id="98" name="文本框 97"/>
            <p:cNvSpPr txBox="1"/>
            <p:nvPr/>
          </p:nvSpPr>
          <p:spPr>
            <a:xfrm>
              <a:off x="4763550" y="2001772"/>
              <a:ext cx="3820150" cy="591509"/>
            </a:xfrm>
            <a:prstGeom prst="rect">
              <a:avLst/>
            </a:prstGeom>
            <a:noFill/>
          </p:spPr>
          <p:txBody>
            <a:bodyPr wrap="square" rtlCol="0">
              <a:spAutoFit/>
            </a:bodyPr>
            <a:lstStyle/>
            <a:p>
              <a:pPr marL="171450" marR="0" lvl="0" indent="-171450" algn="l" defTabSz="914400" rtl="0" eaLnBrk="1" fontAlgn="auto" latinLnBrk="0" hangingPunct="1">
                <a:lnSpc>
                  <a:spcPct val="120000"/>
                </a:lnSpc>
                <a:spcBef>
                  <a:spcPts val="0"/>
                </a:spcBef>
                <a:spcAft>
                  <a:spcPts val="0"/>
                </a:spcAft>
                <a:buClr>
                  <a:schemeClr val="accent2"/>
                </a:buClr>
                <a:buSzTx/>
                <a:buFont typeface="Arial" panose="020B0604020202020204" pitchFamily="34" charset="0"/>
                <a:buChar char="•"/>
                <a:defRPr/>
              </a:pPr>
              <a:r>
                <a:rPr kumimoji="0" lang="zh-CN" altLang="en-US" sz="1400" b="0" i="0" u="none" strike="noStrike" kern="1200" cap="none" spc="0" normalizeH="0" baseline="0" noProof="0" dirty="0">
                  <a:ln>
                    <a:noFill/>
                  </a:ln>
                  <a:effectLst/>
                  <a:uLnTx/>
                  <a:uFillTx/>
                  <a:latin typeface="+mn-ea"/>
                  <a:cs typeface="+mn-cs"/>
                </a:rPr>
                <a:t>根据学生在</a:t>
              </a:r>
              <a:r>
                <a:rPr kumimoji="0" lang="zh-CN" altLang="en-US" sz="1400" b="0" i="0" u="none" strike="noStrike" kern="1200" cap="none" spc="0" normalizeH="0" baseline="0" noProof="0" dirty="0">
                  <a:ln>
                    <a:noFill/>
                  </a:ln>
                  <a:solidFill>
                    <a:srgbClr val="C00000"/>
                  </a:solidFill>
                  <a:effectLst/>
                  <a:uLnTx/>
                  <a:uFillTx/>
                  <a:latin typeface="+mn-ea"/>
                  <a:cs typeface="+mn-cs"/>
                </a:rPr>
                <a:t>认知、情感、行为</a:t>
              </a:r>
              <a:r>
                <a:rPr kumimoji="0" lang="zh-CN" altLang="en-US" sz="1400" b="0" i="0" u="none" strike="noStrike" kern="1200" cap="none" spc="0" normalizeH="0" baseline="0" noProof="0" dirty="0">
                  <a:ln>
                    <a:noFill/>
                  </a:ln>
                  <a:effectLst/>
                  <a:uLnTx/>
                  <a:uFillTx/>
                  <a:latin typeface="+mn-ea"/>
                  <a:cs typeface="+mn-cs"/>
                </a:rPr>
                <a:t>三个维度的表现，教师能够及时发现教学中的不足</a:t>
              </a:r>
              <a:endParaRPr kumimoji="0" lang="en-US" altLang="zh-CN" sz="1400" b="0" i="0" u="none" strike="noStrike" kern="1200" cap="none" spc="0" normalizeH="0" baseline="0" noProof="0" dirty="0">
                <a:ln>
                  <a:noFill/>
                </a:ln>
                <a:effectLst/>
                <a:uLnTx/>
                <a:uFillTx/>
                <a:latin typeface="+mn-ea"/>
                <a:cs typeface="+mn-cs"/>
              </a:endParaRPr>
            </a:p>
          </p:txBody>
        </p:sp>
        <p:grpSp>
          <p:nvGrpSpPr>
            <p:cNvPr id="108" name="组合 107"/>
            <p:cNvGrpSpPr/>
            <p:nvPr/>
          </p:nvGrpSpPr>
          <p:grpSpPr>
            <a:xfrm>
              <a:off x="8685333" y="1716226"/>
              <a:ext cx="400599" cy="3147849"/>
              <a:chOff x="3773805" y="4890135"/>
              <a:chExt cx="1826895" cy="516255"/>
            </a:xfrm>
          </p:grpSpPr>
          <p:cxnSp>
            <p:nvCxnSpPr>
              <p:cNvPr id="109" name="直接连接符 108"/>
              <p:cNvCxnSpPr/>
              <p:nvPr/>
            </p:nvCxnSpPr>
            <p:spPr>
              <a:xfrm>
                <a:off x="3773805" y="4890135"/>
                <a:ext cx="1826895" cy="0"/>
              </a:xfrm>
              <a:prstGeom prst="line">
                <a:avLst/>
              </a:prstGeom>
              <a:noFill/>
              <a:ln w="12700" cap="rnd">
                <a:solidFill>
                  <a:schemeClr val="accent2"/>
                </a:solidFill>
                <a:prstDash val="dash"/>
              </a:ln>
              <a:effectLst/>
              <a:extLst>
                <a:ext uri="{909E8E84-426E-40DD-AFC4-6F175D3DCCD1}">
                  <a14:hiddenFill xmlns:a14="http://schemas.microsoft.com/office/drawing/2010/main">
                    <a:solidFill>
                      <a:srgbClr val="FFFFFF"/>
                    </a:solidFill>
                  </a14:hiddenFill>
                </a:ext>
              </a:extLst>
            </p:spPr>
          </p:cxnSp>
          <p:cxnSp>
            <p:nvCxnSpPr>
              <p:cNvPr id="110" name="直接连接符 109"/>
              <p:cNvCxnSpPr/>
              <p:nvPr/>
            </p:nvCxnSpPr>
            <p:spPr>
              <a:xfrm>
                <a:off x="5600700" y="4890135"/>
                <a:ext cx="0" cy="516255"/>
              </a:xfrm>
              <a:prstGeom prst="line">
                <a:avLst/>
              </a:prstGeom>
              <a:noFill/>
              <a:ln w="12700" cap="rnd">
                <a:solidFill>
                  <a:schemeClr val="accent2"/>
                </a:solidFill>
                <a:prstDash val="dash"/>
              </a:ln>
              <a:effectLst/>
              <a:extLst>
                <a:ext uri="{909E8E84-426E-40DD-AFC4-6F175D3DCCD1}">
                  <a14:hiddenFill xmlns:a14="http://schemas.microsoft.com/office/drawing/2010/main">
                    <a:solidFill>
                      <a:srgbClr val="FFFFFF"/>
                    </a:solidFill>
                  </a14:hiddenFill>
                </a:ext>
              </a:extLst>
            </p:spPr>
          </p:cxnSp>
        </p:grpSp>
        <p:sp>
          <p:nvSpPr>
            <p:cNvPr id="111" name="椭圆 110"/>
            <p:cNvSpPr/>
            <p:nvPr/>
          </p:nvSpPr>
          <p:spPr>
            <a:xfrm>
              <a:off x="8630037" y="1681489"/>
              <a:ext cx="77018" cy="77016"/>
            </a:xfrm>
            <a:prstGeom prst="ellipse">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latin typeface="Roboto Regular"/>
                <a:ea typeface="思源黑体 CN Regular" panose="020B0500000000000000" charset="-122"/>
                <a:cs typeface="+mn-cs"/>
              </a:endParaRPr>
            </a:p>
          </p:txBody>
        </p:sp>
      </p:grpSp>
      <p:grpSp>
        <p:nvGrpSpPr>
          <p:cNvPr id="8" name="组合 7"/>
          <p:cNvGrpSpPr/>
          <p:nvPr/>
        </p:nvGrpSpPr>
        <p:grpSpPr>
          <a:xfrm>
            <a:off x="672034" y="2686405"/>
            <a:ext cx="7282960" cy="2366457"/>
            <a:chOff x="672034" y="2686405"/>
            <a:chExt cx="7282960" cy="2366457"/>
          </a:xfrm>
        </p:grpSpPr>
        <p:grpSp>
          <p:nvGrpSpPr>
            <p:cNvPr id="104" name="组合 103"/>
            <p:cNvGrpSpPr/>
            <p:nvPr/>
          </p:nvGrpSpPr>
          <p:grpSpPr>
            <a:xfrm>
              <a:off x="7554395" y="2851039"/>
              <a:ext cx="400599" cy="2201823"/>
              <a:chOff x="3773805" y="4890135"/>
              <a:chExt cx="1826895" cy="516255"/>
            </a:xfrm>
          </p:grpSpPr>
          <p:cxnSp>
            <p:nvCxnSpPr>
              <p:cNvPr id="105" name="直接连接符 104"/>
              <p:cNvCxnSpPr/>
              <p:nvPr/>
            </p:nvCxnSpPr>
            <p:spPr>
              <a:xfrm>
                <a:off x="3773805" y="4890135"/>
                <a:ext cx="1826895" cy="0"/>
              </a:xfrm>
              <a:prstGeom prst="line">
                <a:avLst/>
              </a:prstGeom>
              <a:noFill/>
              <a:ln w="12700" cap="rnd">
                <a:solidFill>
                  <a:schemeClr val="accent4"/>
                </a:solidFill>
                <a:prstDash val="dash"/>
              </a:ln>
              <a:effectLst/>
              <a:extLst>
                <a:ext uri="{909E8E84-426E-40DD-AFC4-6F175D3DCCD1}">
                  <a14:hiddenFill xmlns:a14="http://schemas.microsoft.com/office/drawing/2010/main">
                    <a:solidFill>
                      <a:srgbClr val="FFFFFF"/>
                    </a:solidFill>
                  </a14:hiddenFill>
                </a:ext>
              </a:extLst>
            </p:spPr>
          </p:cxnSp>
          <p:cxnSp>
            <p:nvCxnSpPr>
              <p:cNvPr id="106" name="直接连接符 105"/>
              <p:cNvCxnSpPr/>
              <p:nvPr/>
            </p:nvCxnSpPr>
            <p:spPr>
              <a:xfrm>
                <a:off x="5600700" y="4890135"/>
                <a:ext cx="0" cy="516255"/>
              </a:xfrm>
              <a:prstGeom prst="line">
                <a:avLst/>
              </a:prstGeom>
              <a:noFill/>
              <a:ln w="12700" cap="rnd">
                <a:solidFill>
                  <a:schemeClr val="accent4"/>
                </a:solidFill>
                <a:prstDash val="dash"/>
              </a:ln>
              <a:effectLst/>
              <a:extLst>
                <a:ext uri="{909E8E84-426E-40DD-AFC4-6F175D3DCCD1}">
                  <a14:hiddenFill xmlns:a14="http://schemas.microsoft.com/office/drawing/2010/main">
                    <a:solidFill>
                      <a:srgbClr val="FFFFFF"/>
                    </a:solidFill>
                  </a14:hiddenFill>
                </a:ext>
              </a:extLst>
            </p:spPr>
          </p:cxnSp>
        </p:grpSp>
        <p:sp>
          <p:nvSpPr>
            <p:cNvPr id="58" name="矩形: 圆角 103"/>
            <p:cNvSpPr/>
            <p:nvPr/>
          </p:nvSpPr>
          <p:spPr>
            <a:xfrm rot="5400000">
              <a:off x="3624264" y="-265825"/>
              <a:ext cx="953287" cy="6857747"/>
            </a:xfrm>
            <a:prstGeom prst="roundRect">
              <a:avLst>
                <a:gd name="adj" fmla="val 9616"/>
              </a:avLst>
            </a:prstGeom>
            <a:solidFill>
              <a:schemeClr val="bg1"/>
            </a:solidFill>
            <a:ln w="3175">
              <a:gradFill>
                <a:gsLst>
                  <a:gs pos="0">
                    <a:schemeClr val="accent4"/>
                  </a:gs>
                  <a:gs pos="93000">
                    <a:schemeClr val="accent4">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prstClr val="black">
                    <a:lumMod val="75000"/>
                    <a:lumOff val="25000"/>
                  </a:prstClr>
                </a:solidFill>
                <a:latin typeface="思源黑体 CN Bold" panose="020B0800000000000000" pitchFamily="34" charset="-122"/>
                <a:ea typeface="思源黑体 CN Bold" panose="020B0800000000000000" pitchFamily="34" charset="-122"/>
                <a:cs typeface="+mn-ea"/>
              </a:endParaRPr>
            </a:p>
          </p:txBody>
        </p:sp>
        <p:sp>
          <p:nvSpPr>
            <p:cNvPr id="107" name="椭圆 106"/>
            <p:cNvSpPr/>
            <p:nvPr/>
          </p:nvSpPr>
          <p:spPr>
            <a:xfrm>
              <a:off x="7499099" y="2816302"/>
              <a:ext cx="77018" cy="77016"/>
            </a:xfrm>
            <a:prstGeom prst="ellipse">
              <a:avLst/>
            </a:prstGeom>
            <a:solidFill>
              <a:schemeClr val="bg1"/>
            </a:solid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latin typeface="Roboto Regular"/>
                <a:ea typeface="思源黑体 CN Regular" panose="020B0500000000000000" charset="-122"/>
                <a:cs typeface="+mn-cs"/>
              </a:endParaRPr>
            </a:p>
          </p:txBody>
        </p:sp>
        <p:sp>
          <p:nvSpPr>
            <p:cNvPr id="88" name="文本框 87"/>
            <p:cNvSpPr txBox="1"/>
            <p:nvPr/>
          </p:nvSpPr>
          <p:spPr>
            <a:xfrm>
              <a:off x="915225" y="3156667"/>
              <a:ext cx="3589444" cy="591509"/>
            </a:xfrm>
            <a:prstGeom prst="rect">
              <a:avLst/>
            </a:prstGeom>
            <a:noFill/>
          </p:spPr>
          <p:txBody>
            <a:bodyPr wrap="square" rtlCol="0">
              <a:spAutoFit/>
            </a:bodyPr>
            <a:lstStyle/>
            <a:p>
              <a:pPr marL="171450" marR="0" lvl="0" indent="-171450" algn="l" defTabSz="914400" rtl="0" eaLnBrk="1" fontAlgn="auto" latinLnBrk="0" hangingPunct="1">
                <a:lnSpc>
                  <a:spcPct val="120000"/>
                </a:lnSpc>
                <a:spcBef>
                  <a:spcPts val="0"/>
                </a:spcBef>
                <a:spcAft>
                  <a:spcPts val="0"/>
                </a:spcAft>
                <a:buClr>
                  <a:schemeClr val="accent4"/>
                </a:buClr>
                <a:buSzTx/>
                <a:buFont typeface="Arial" panose="020B0604020202020204" pitchFamily="34" charset="0"/>
                <a:buChar char="•"/>
                <a:defRPr/>
              </a:pPr>
              <a:r>
                <a:rPr kumimoji="0" lang="zh-CN" altLang="en-US" sz="1400" b="0" i="0" u="none" strike="noStrike" kern="1200" cap="none" spc="0" normalizeH="0" baseline="0" noProof="0" dirty="0">
                  <a:ln>
                    <a:noFill/>
                  </a:ln>
                  <a:effectLst/>
                  <a:uLnTx/>
                  <a:uFillTx/>
                  <a:latin typeface="+mn-ea"/>
                  <a:cs typeface="+mn-cs"/>
                </a:rPr>
                <a:t>通过</a:t>
              </a:r>
              <a:r>
                <a:rPr kumimoji="0" lang="zh-CN" altLang="en-US" sz="1400" b="0" i="0" u="none" strike="noStrike" kern="1200" cap="none" spc="0" normalizeH="0" baseline="0" noProof="0" dirty="0">
                  <a:ln>
                    <a:noFill/>
                  </a:ln>
                  <a:solidFill>
                    <a:srgbClr val="C00000"/>
                  </a:solidFill>
                  <a:effectLst/>
                  <a:uLnTx/>
                  <a:uFillTx/>
                  <a:latin typeface="+mn-ea"/>
                  <a:cs typeface="+mn-cs"/>
                </a:rPr>
                <a:t>“实践</a:t>
              </a:r>
              <a:r>
                <a:rPr kumimoji="0" lang="en-US" altLang="zh-CN" sz="1400" b="0" i="0" u="none" strike="noStrike" kern="1200" cap="none" spc="0" normalizeH="0" baseline="0" noProof="0" dirty="0">
                  <a:ln>
                    <a:noFill/>
                  </a:ln>
                  <a:solidFill>
                    <a:srgbClr val="C00000"/>
                  </a:solidFill>
                  <a:effectLst/>
                  <a:uLnTx/>
                  <a:uFillTx/>
                  <a:latin typeface="+mn-ea"/>
                  <a:cs typeface="+mn-cs"/>
                </a:rPr>
                <a:t>—</a:t>
              </a:r>
              <a:r>
                <a:rPr kumimoji="0" lang="zh-CN" altLang="en-US" sz="1400" b="0" i="0" u="none" strike="noStrike" kern="1200" cap="none" spc="0" normalizeH="0" baseline="0" noProof="0" dirty="0">
                  <a:ln>
                    <a:noFill/>
                  </a:ln>
                  <a:solidFill>
                    <a:srgbClr val="C00000"/>
                  </a:solidFill>
                  <a:effectLst/>
                  <a:uLnTx/>
                  <a:uFillTx/>
                  <a:latin typeface="+mn-ea"/>
                  <a:cs typeface="+mn-cs"/>
                </a:rPr>
                <a:t>评估</a:t>
              </a:r>
              <a:r>
                <a:rPr kumimoji="0" lang="en-US" altLang="zh-CN" sz="1400" b="0" i="0" u="none" strike="noStrike" kern="1200" cap="none" spc="0" normalizeH="0" baseline="0" noProof="0" dirty="0">
                  <a:ln>
                    <a:noFill/>
                  </a:ln>
                  <a:solidFill>
                    <a:srgbClr val="C00000"/>
                  </a:solidFill>
                  <a:effectLst/>
                  <a:uLnTx/>
                  <a:uFillTx/>
                  <a:latin typeface="+mn-ea"/>
                  <a:cs typeface="+mn-cs"/>
                </a:rPr>
                <a:t>—</a:t>
              </a:r>
              <a:r>
                <a:rPr kumimoji="0" lang="zh-CN" altLang="en-US" sz="1400" b="0" i="0" u="none" strike="noStrike" kern="1200" cap="none" spc="0" normalizeH="0" baseline="0" noProof="0" dirty="0">
                  <a:ln>
                    <a:noFill/>
                  </a:ln>
                  <a:solidFill>
                    <a:srgbClr val="C00000"/>
                  </a:solidFill>
                  <a:effectLst/>
                  <a:uLnTx/>
                  <a:uFillTx/>
                  <a:latin typeface="+mn-ea"/>
                  <a:cs typeface="+mn-cs"/>
                </a:rPr>
                <a:t>改进</a:t>
              </a:r>
              <a:r>
                <a:rPr kumimoji="0" lang="en-US" altLang="zh-CN" sz="1400" b="0" i="0" u="none" strike="noStrike" kern="1200" cap="none" spc="0" normalizeH="0" baseline="0" noProof="0" dirty="0">
                  <a:ln>
                    <a:noFill/>
                  </a:ln>
                  <a:solidFill>
                    <a:srgbClr val="C00000"/>
                  </a:solidFill>
                  <a:effectLst/>
                  <a:uLnTx/>
                  <a:uFillTx/>
                  <a:latin typeface="+mn-ea"/>
                  <a:cs typeface="+mn-cs"/>
                </a:rPr>
                <a:t>—</a:t>
              </a:r>
              <a:r>
                <a:rPr kumimoji="0" lang="zh-CN" altLang="en-US" sz="1400" b="0" i="0" u="none" strike="noStrike" kern="1200" cap="none" spc="0" normalizeH="0" baseline="0" noProof="0" dirty="0">
                  <a:ln>
                    <a:noFill/>
                  </a:ln>
                  <a:solidFill>
                    <a:srgbClr val="C00000"/>
                  </a:solidFill>
                  <a:effectLst/>
                  <a:uLnTx/>
                  <a:uFillTx/>
                  <a:latin typeface="+mn-ea"/>
                  <a:cs typeface="+mn-cs"/>
                </a:rPr>
                <a:t>再实践”</a:t>
              </a:r>
              <a:r>
                <a:rPr kumimoji="0" lang="zh-CN" altLang="en-US" sz="1400" b="0" i="0" u="none" strike="noStrike" kern="1200" cap="none" spc="0" normalizeH="0" baseline="0" noProof="0" dirty="0">
                  <a:ln>
                    <a:noFill/>
                  </a:ln>
                  <a:effectLst/>
                  <a:uLnTx/>
                  <a:uFillTx/>
                  <a:latin typeface="+mn-ea"/>
                  <a:cs typeface="+mn-cs"/>
                </a:rPr>
                <a:t>的循环，教学过程不断优化</a:t>
              </a:r>
              <a:endParaRPr kumimoji="0" lang="en-US" altLang="zh-CN" sz="1400" b="0" i="0" u="none" strike="noStrike" kern="1200" cap="none" spc="0" normalizeH="0" baseline="0" noProof="0" dirty="0">
                <a:ln>
                  <a:noFill/>
                </a:ln>
                <a:effectLst/>
                <a:uLnTx/>
                <a:uFillTx/>
                <a:latin typeface="+mn-ea"/>
                <a:cs typeface="+mn-cs"/>
              </a:endParaRPr>
            </a:p>
          </p:txBody>
        </p:sp>
        <p:sp>
          <p:nvSpPr>
            <p:cNvPr id="89" name="文本框 88"/>
            <p:cNvSpPr txBox="1"/>
            <p:nvPr/>
          </p:nvSpPr>
          <p:spPr>
            <a:xfrm>
              <a:off x="915225" y="2781600"/>
              <a:ext cx="1723549"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chemeClr val="accent4"/>
                  </a:solidFill>
                  <a:effectLst/>
                  <a:uLnTx/>
                  <a:uFillTx/>
                  <a:latin typeface="+mn-ea"/>
                  <a:cs typeface="+mn-cs"/>
                </a:rPr>
                <a:t>形成良性循环</a:t>
              </a:r>
              <a:endParaRPr kumimoji="0" lang="zh-CN" altLang="en-US" sz="2000" b="0" i="0" u="none" strike="noStrike" kern="1200" cap="none" spc="0" normalizeH="0" baseline="0" noProof="0" dirty="0">
                <a:ln>
                  <a:noFill/>
                </a:ln>
                <a:solidFill>
                  <a:schemeClr val="accent4"/>
                </a:solidFill>
                <a:effectLst/>
                <a:uLnTx/>
                <a:uFillTx/>
                <a:latin typeface="+mn-ea"/>
                <a:cs typeface="+mn-cs"/>
              </a:endParaRPr>
            </a:p>
          </p:txBody>
        </p:sp>
        <p:sp>
          <p:nvSpPr>
            <p:cNvPr id="90" name="文本框 89"/>
            <p:cNvSpPr txBox="1"/>
            <p:nvPr/>
          </p:nvSpPr>
          <p:spPr>
            <a:xfrm>
              <a:off x="4763551" y="3156667"/>
              <a:ext cx="2497406" cy="591509"/>
            </a:xfrm>
            <a:prstGeom prst="rect">
              <a:avLst/>
            </a:prstGeom>
            <a:noFill/>
          </p:spPr>
          <p:txBody>
            <a:bodyPr wrap="square" rtlCol="0">
              <a:spAutoFit/>
            </a:bodyPr>
            <a:lstStyle/>
            <a:p>
              <a:pPr marL="171450" marR="0" lvl="0" indent="-171450" algn="l" defTabSz="914400" rtl="0" eaLnBrk="1" fontAlgn="auto" latinLnBrk="0" hangingPunct="1">
                <a:lnSpc>
                  <a:spcPct val="120000"/>
                </a:lnSpc>
                <a:spcBef>
                  <a:spcPts val="0"/>
                </a:spcBef>
                <a:spcAft>
                  <a:spcPts val="0"/>
                </a:spcAft>
                <a:buClr>
                  <a:schemeClr val="accent4"/>
                </a:buClr>
                <a:buSzTx/>
                <a:buFont typeface="Arial" panose="020B0604020202020204" pitchFamily="34" charset="0"/>
                <a:buChar char="•"/>
                <a:defRPr/>
              </a:pPr>
              <a:r>
                <a:rPr kumimoji="0" lang="zh-CN" altLang="en-US" sz="1400" b="0" i="0" u="none" strike="noStrike" kern="1200" cap="none" spc="0" normalizeH="0" baseline="0" noProof="0" dirty="0">
                  <a:ln>
                    <a:noFill/>
                  </a:ln>
                  <a:effectLst/>
                  <a:uLnTx/>
                  <a:uFillTx/>
                  <a:latin typeface="+mn-ea"/>
                  <a:cs typeface="+mn-cs"/>
                </a:rPr>
                <a:t>调整实践活动的设计和组织方式，增强实践活动针对性</a:t>
              </a:r>
              <a:endParaRPr kumimoji="0" lang="en-US" altLang="zh-CN" sz="1400" b="0" i="0" u="none" strike="noStrike" kern="1200" cap="none" spc="0" normalizeH="0" baseline="0" noProof="0" dirty="0">
                <a:ln>
                  <a:noFill/>
                </a:ln>
                <a:effectLst/>
                <a:uLnTx/>
                <a:uFillTx/>
                <a:latin typeface="+mn-ea"/>
                <a:cs typeface="+mn-cs"/>
              </a:endParaRPr>
            </a:p>
          </p:txBody>
        </p:sp>
      </p:grpSp>
      <p:grpSp>
        <p:nvGrpSpPr>
          <p:cNvPr id="9" name="组合 8"/>
          <p:cNvGrpSpPr/>
          <p:nvPr/>
        </p:nvGrpSpPr>
        <p:grpSpPr>
          <a:xfrm>
            <a:off x="672034" y="3831843"/>
            <a:ext cx="6237365" cy="1365006"/>
            <a:chOff x="672034" y="3831843"/>
            <a:chExt cx="6237365" cy="1365006"/>
          </a:xfrm>
        </p:grpSpPr>
        <p:grpSp>
          <p:nvGrpSpPr>
            <p:cNvPr id="100" name="组合 99"/>
            <p:cNvGrpSpPr/>
            <p:nvPr/>
          </p:nvGrpSpPr>
          <p:grpSpPr>
            <a:xfrm>
              <a:off x="6508800" y="3985853"/>
              <a:ext cx="400599" cy="1210996"/>
              <a:chOff x="3773805" y="4890135"/>
              <a:chExt cx="1826895" cy="516255"/>
            </a:xfrm>
          </p:grpSpPr>
          <p:cxnSp>
            <p:nvCxnSpPr>
              <p:cNvPr id="101" name="直接连接符 100"/>
              <p:cNvCxnSpPr/>
              <p:nvPr/>
            </p:nvCxnSpPr>
            <p:spPr>
              <a:xfrm>
                <a:off x="3773805" y="4890135"/>
                <a:ext cx="1826895" cy="0"/>
              </a:xfrm>
              <a:prstGeom prst="line">
                <a:avLst/>
              </a:prstGeom>
              <a:noFill/>
              <a:ln w="12700" cap="rnd">
                <a:solidFill>
                  <a:schemeClr val="accent5"/>
                </a:solidFill>
                <a:prstDash val="dash"/>
              </a:ln>
              <a:effectLst/>
              <a:extLst>
                <a:ext uri="{909E8E84-426E-40DD-AFC4-6F175D3DCCD1}">
                  <a14:hiddenFill xmlns:a14="http://schemas.microsoft.com/office/drawing/2010/main">
                    <a:solidFill>
                      <a:srgbClr val="FFFFFF"/>
                    </a:solidFill>
                  </a14:hiddenFill>
                </a:ext>
              </a:extLst>
            </p:spPr>
          </p:cxnSp>
          <p:cxnSp>
            <p:nvCxnSpPr>
              <p:cNvPr id="102" name="直接连接符 101"/>
              <p:cNvCxnSpPr/>
              <p:nvPr/>
            </p:nvCxnSpPr>
            <p:spPr>
              <a:xfrm>
                <a:off x="5600700" y="4890135"/>
                <a:ext cx="0" cy="516255"/>
              </a:xfrm>
              <a:prstGeom prst="line">
                <a:avLst/>
              </a:prstGeom>
              <a:noFill/>
              <a:ln w="12700" cap="rnd">
                <a:solidFill>
                  <a:schemeClr val="accent5"/>
                </a:solidFill>
                <a:prstDash val="dash"/>
              </a:ln>
              <a:effectLst/>
              <a:extLst>
                <a:ext uri="{909E8E84-426E-40DD-AFC4-6F175D3DCCD1}">
                  <a14:hiddenFill xmlns:a14="http://schemas.microsoft.com/office/drawing/2010/main">
                    <a:solidFill>
                      <a:srgbClr val="FFFFFF"/>
                    </a:solidFill>
                  </a14:hiddenFill>
                </a:ext>
              </a:extLst>
            </p:spPr>
          </p:cxnSp>
        </p:grpSp>
        <p:sp>
          <p:nvSpPr>
            <p:cNvPr id="59" name="矩形: 圆角 103"/>
            <p:cNvSpPr/>
            <p:nvPr/>
          </p:nvSpPr>
          <p:spPr>
            <a:xfrm rot="5400000">
              <a:off x="3102081" y="1401796"/>
              <a:ext cx="953287" cy="5813381"/>
            </a:xfrm>
            <a:prstGeom prst="roundRect">
              <a:avLst>
                <a:gd name="adj" fmla="val 9616"/>
              </a:avLst>
            </a:prstGeom>
            <a:solidFill>
              <a:schemeClr val="bg1"/>
            </a:solidFill>
            <a:ln w="3175">
              <a:gradFill>
                <a:gsLst>
                  <a:gs pos="0">
                    <a:schemeClr val="accent5"/>
                  </a:gs>
                  <a:gs pos="93000">
                    <a:schemeClr val="accent5">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prstClr val="black">
                    <a:lumMod val="75000"/>
                    <a:lumOff val="25000"/>
                  </a:prstClr>
                </a:solidFill>
                <a:latin typeface="思源黑体 CN Bold" panose="020B0800000000000000" pitchFamily="34" charset="-122"/>
                <a:ea typeface="思源黑体 CN Bold" panose="020B0800000000000000" pitchFamily="34" charset="-122"/>
                <a:cs typeface="+mn-ea"/>
              </a:endParaRPr>
            </a:p>
          </p:txBody>
        </p:sp>
        <p:sp>
          <p:nvSpPr>
            <p:cNvPr id="103" name="椭圆 102"/>
            <p:cNvSpPr/>
            <p:nvPr/>
          </p:nvSpPr>
          <p:spPr>
            <a:xfrm>
              <a:off x="6453504" y="3951115"/>
              <a:ext cx="77018" cy="77016"/>
            </a:xfrm>
            <a:prstGeom prst="ellipse">
              <a:avLst/>
            </a:prstGeom>
            <a:solidFill>
              <a:schemeClr val="bg1"/>
            </a:solid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latin typeface="Roboto Regular"/>
                <a:ea typeface="思源黑体 CN Regular" panose="020B0500000000000000" charset="-122"/>
                <a:cs typeface="+mn-cs"/>
              </a:endParaRPr>
            </a:p>
          </p:txBody>
        </p:sp>
        <p:sp>
          <p:nvSpPr>
            <p:cNvPr id="91" name="文本框 90"/>
            <p:cNvSpPr txBox="1"/>
            <p:nvPr/>
          </p:nvSpPr>
          <p:spPr>
            <a:xfrm>
              <a:off x="915225" y="4298255"/>
              <a:ext cx="5466795" cy="591509"/>
            </a:xfrm>
            <a:prstGeom prst="rect">
              <a:avLst/>
            </a:prstGeom>
            <a:noFill/>
          </p:spPr>
          <p:txBody>
            <a:bodyPr wrap="square" rtlCol="0">
              <a:spAutoFit/>
            </a:bodyPr>
            <a:lstStyle/>
            <a:p>
              <a:pPr marL="171450" marR="0" lvl="0" indent="-171450" algn="l" defTabSz="914400" rtl="0" eaLnBrk="1" fontAlgn="auto" latinLnBrk="0" hangingPunct="1">
                <a:lnSpc>
                  <a:spcPct val="120000"/>
                </a:lnSpc>
                <a:spcBef>
                  <a:spcPts val="0"/>
                </a:spcBef>
                <a:spcAft>
                  <a:spcPts val="0"/>
                </a:spcAft>
                <a:buClr>
                  <a:schemeClr val="accent5"/>
                </a:buClr>
                <a:buSzTx/>
                <a:buFont typeface="Arial" panose="020B0604020202020204" pitchFamily="34" charset="0"/>
                <a:buChar char="•"/>
                <a:defRPr/>
              </a:pPr>
              <a:r>
                <a:rPr kumimoji="0" lang="zh-CN" altLang="en-US" sz="1400" b="0" i="0" u="none" strike="noStrike" kern="1200" cap="none" spc="0" normalizeH="0" baseline="0" noProof="0" dirty="0">
                  <a:ln>
                    <a:noFill/>
                  </a:ln>
                  <a:effectLst/>
                  <a:uLnTx/>
                  <a:uFillTx/>
                  <a:latin typeface="+mn-ea"/>
                  <a:cs typeface="+mn-cs"/>
                </a:rPr>
                <a:t>学生对</a:t>
              </a:r>
              <a:r>
                <a:rPr kumimoji="0" lang="zh-CN" altLang="en-US" sz="1400" b="0" i="0" u="none" strike="noStrike" kern="1200" cap="none" spc="0" normalizeH="0" baseline="0" noProof="0" dirty="0">
                  <a:ln>
                    <a:noFill/>
                  </a:ln>
                  <a:solidFill>
                    <a:srgbClr val="C00000"/>
                  </a:solidFill>
                  <a:effectLst/>
                  <a:uLnTx/>
                  <a:uFillTx/>
                  <a:latin typeface="+mn-ea"/>
                  <a:cs typeface="+mn-cs"/>
                </a:rPr>
                <a:t>“三爱统一”</a:t>
              </a:r>
              <a:r>
                <a:rPr kumimoji="0" lang="zh-CN" altLang="en-US" sz="1400" b="0" i="0" u="none" strike="noStrike" kern="1200" cap="none" spc="0" normalizeH="0" baseline="0" noProof="0" dirty="0">
                  <a:ln>
                    <a:noFill/>
                  </a:ln>
                  <a:effectLst/>
                  <a:uLnTx/>
                  <a:uFillTx/>
                  <a:latin typeface="+mn-ea"/>
                  <a:cs typeface="+mn-cs"/>
                </a:rPr>
                <a:t>的内涵和意义有了更深刻的理解，能够清晰地阐述马克思主义理论如何为新时代爱国主义教育提供理论支持</a:t>
              </a:r>
              <a:endParaRPr kumimoji="0" lang="en-US" altLang="zh-CN" sz="1400" b="0" i="0" u="none" strike="noStrike" kern="1200" cap="none" spc="0" normalizeH="0" baseline="0" noProof="0" dirty="0">
                <a:ln>
                  <a:noFill/>
                </a:ln>
                <a:effectLst/>
                <a:uLnTx/>
                <a:uFillTx/>
                <a:latin typeface="+mn-ea"/>
                <a:cs typeface="+mn-cs"/>
              </a:endParaRPr>
            </a:p>
          </p:txBody>
        </p:sp>
        <p:sp>
          <p:nvSpPr>
            <p:cNvPr id="92" name="文本框 91"/>
            <p:cNvSpPr txBox="1"/>
            <p:nvPr/>
          </p:nvSpPr>
          <p:spPr>
            <a:xfrm>
              <a:off x="915225" y="3923188"/>
              <a:ext cx="1980029"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5"/>
                  </a:solidFill>
                  <a:effectLst/>
                  <a:uLnTx/>
                  <a:uFillTx/>
                  <a:latin typeface="+mn-ea"/>
                  <a:cs typeface="+mn-cs"/>
                </a:rPr>
                <a:t>系统的理论教学</a:t>
              </a:r>
            </a:p>
          </p:txBody>
        </p:sp>
      </p:grpSp>
      <p:grpSp>
        <p:nvGrpSpPr>
          <p:cNvPr id="10" name="组合 9"/>
          <p:cNvGrpSpPr/>
          <p:nvPr/>
        </p:nvGrpSpPr>
        <p:grpSpPr>
          <a:xfrm>
            <a:off x="672035" y="4977280"/>
            <a:ext cx="4788650" cy="1093944"/>
            <a:chOff x="672035" y="4977280"/>
            <a:chExt cx="4788650" cy="1093944"/>
          </a:xfrm>
        </p:grpSpPr>
        <p:grpSp>
          <p:nvGrpSpPr>
            <p:cNvPr id="94" name="组合 93"/>
            <p:cNvGrpSpPr/>
            <p:nvPr/>
          </p:nvGrpSpPr>
          <p:grpSpPr>
            <a:xfrm>
              <a:off x="4132228" y="5135666"/>
              <a:ext cx="1328457" cy="233003"/>
              <a:chOff x="3773805" y="4890135"/>
              <a:chExt cx="1826895" cy="516255"/>
            </a:xfrm>
          </p:grpSpPr>
          <p:cxnSp>
            <p:nvCxnSpPr>
              <p:cNvPr id="95" name="直接连接符 94"/>
              <p:cNvCxnSpPr/>
              <p:nvPr/>
            </p:nvCxnSpPr>
            <p:spPr>
              <a:xfrm>
                <a:off x="3773805" y="4890135"/>
                <a:ext cx="1826895" cy="0"/>
              </a:xfrm>
              <a:prstGeom prst="line">
                <a:avLst/>
              </a:prstGeom>
              <a:noFill/>
              <a:ln w="12700" cap="rnd">
                <a:solidFill>
                  <a:schemeClr val="accent1"/>
                </a:solidFill>
                <a:prstDash val="dash"/>
              </a:ln>
              <a:effectLst/>
              <a:extLst>
                <a:ext uri="{909E8E84-426E-40DD-AFC4-6F175D3DCCD1}">
                  <a14:hiddenFill xmlns:a14="http://schemas.microsoft.com/office/drawing/2010/main">
                    <a:solidFill>
                      <a:srgbClr val="FFFFFF"/>
                    </a:solidFill>
                  </a14:hiddenFill>
                </a:ext>
              </a:extLst>
            </p:spPr>
          </p:cxnSp>
          <p:cxnSp>
            <p:nvCxnSpPr>
              <p:cNvPr id="96" name="直接连接符 95"/>
              <p:cNvCxnSpPr/>
              <p:nvPr/>
            </p:nvCxnSpPr>
            <p:spPr>
              <a:xfrm>
                <a:off x="5600700" y="4890135"/>
                <a:ext cx="0" cy="516255"/>
              </a:xfrm>
              <a:prstGeom prst="line">
                <a:avLst/>
              </a:prstGeom>
              <a:noFill/>
              <a:ln w="12700" cap="rnd">
                <a:solidFill>
                  <a:schemeClr val="accent1"/>
                </a:solidFill>
                <a:prstDash val="dash"/>
              </a:ln>
              <a:effectLst/>
              <a:extLst>
                <a:ext uri="{909E8E84-426E-40DD-AFC4-6F175D3DCCD1}">
                  <a14:hiddenFill xmlns:a14="http://schemas.microsoft.com/office/drawing/2010/main">
                    <a:solidFill>
                      <a:srgbClr val="FFFFFF"/>
                    </a:solidFill>
                  </a14:hiddenFill>
                </a:ext>
              </a:extLst>
            </p:spPr>
          </p:cxnSp>
        </p:grpSp>
        <p:sp>
          <p:nvSpPr>
            <p:cNvPr id="60" name="矩形: 圆角 103"/>
            <p:cNvSpPr/>
            <p:nvPr/>
          </p:nvSpPr>
          <p:spPr>
            <a:xfrm rot="5400000">
              <a:off x="1920788" y="3728527"/>
              <a:ext cx="953287" cy="3450794"/>
            </a:xfrm>
            <a:prstGeom prst="roundRect">
              <a:avLst>
                <a:gd name="adj" fmla="val 9616"/>
              </a:avLst>
            </a:prstGeom>
            <a:solidFill>
              <a:schemeClr val="bg1"/>
            </a:solidFill>
            <a:ln w="3175">
              <a:gradFill>
                <a:gsLst>
                  <a:gs pos="0">
                    <a:schemeClr val="accent1"/>
                  </a:gs>
                  <a:gs pos="93000">
                    <a:schemeClr val="accent1">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prstClr val="black">
                    <a:lumMod val="75000"/>
                    <a:lumOff val="25000"/>
                  </a:prstClr>
                </a:solidFill>
                <a:latin typeface="思源黑体 CN Bold" panose="020B0800000000000000" pitchFamily="34" charset="-122"/>
                <a:ea typeface="思源黑体 CN Bold" panose="020B0800000000000000" pitchFamily="34" charset="-122"/>
                <a:cs typeface="+mn-ea"/>
              </a:endParaRPr>
            </a:p>
          </p:txBody>
        </p:sp>
        <p:sp>
          <p:nvSpPr>
            <p:cNvPr id="97" name="椭圆 96"/>
            <p:cNvSpPr/>
            <p:nvPr/>
          </p:nvSpPr>
          <p:spPr>
            <a:xfrm>
              <a:off x="4076932" y="5100928"/>
              <a:ext cx="77018" cy="77016"/>
            </a:xfrm>
            <a:prstGeom prst="ellips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latin typeface="Roboto Regular"/>
                <a:ea typeface="思源黑体 CN Regular" panose="020B0500000000000000" charset="-122"/>
                <a:cs typeface="+mn-cs"/>
              </a:endParaRPr>
            </a:p>
          </p:txBody>
        </p:sp>
        <p:sp>
          <p:nvSpPr>
            <p:cNvPr id="93" name="文本框 92"/>
            <p:cNvSpPr txBox="1"/>
            <p:nvPr/>
          </p:nvSpPr>
          <p:spPr>
            <a:xfrm>
              <a:off x="915225" y="5479715"/>
              <a:ext cx="3103954" cy="591509"/>
            </a:xfrm>
            <a:prstGeom prst="rect">
              <a:avLst/>
            </a:prstGeom>
            <a:noFill/>
          </p:spPr>
          <p:txBody>
            <a:bodyPr wrap="square" rtlCol="0">
              <a:spAutoFit/>
            </a:bodyPr>
            <a:lstStyle/>
            <a:p>
              <a:pPr marL="171450" marR="0" lvl="0" indent="-17145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defRPr/>
              </a:pPr>
              <a:r>
                <a:rPr kumimoji="0" lang="zh-CN" altLang="en-US" sz="1400" b="0" i="0" u="none" strike="noStrike" kern="1200" cap="none" spc="0" normalizeH="0" baseline="0" noProof="0" dirty="0">
                  <a:ln>
                    <a:noFill/>
                  </a:ln>
                  <a:effectLst/>
                  <a:uLnTx/>
                  <a:uFillTx/>
                  <a:latin typeface="+mn-ea"/>
                  <a:cs typeface="+mn-cs"/>
                </a:rPr>
                <a:t>学生积极参与爱国主义主题实践活动，如志愿服务、社区服务等</a:t>
              </a:r>
              <a:endParaRPr kumimoji="0" lang="en-US" altLang="zh-CN" sz="1400" b="0" i="0" u="none" strike="noStrike" kern="1200" cap="none" spc="0" normalizeH="0" baseline="0" noProof="0" dirty="0">
                <a:ln>
                  <a:noFill/>
                </a:ln>
                <a:effectLst/>
                <a:uLnTx/>
                <a:uFillTx/>
                <a:latin typeface="+mn-ea"/>
                <a:cs typeface="+mn-cs"/>
              </a:endParaRPr>
            </a:p>
          </p:txBody>
        </p:sp>
        <p:sp>
          <p:nvSpPr>
            <p:cNvPr id="99" name="文本框 98"/>
            <p:cNvSpPr txBox="1"/>
            <p:nvPr/>
          </p:nvSpPr>
          <p:spPr>
            <a:xfrm>
              <a:off x="915225" y="5104648"/>
              <a:ext cx="1723549"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n-ea"/>
                  <a:cs typeface="+mn-cs"/>
                </a:rPr>
                <a:t>实际行动转化</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953321" y="330200"/>
            <a:ext cx="6285358" cy="6197600"/>
            <a:chOff x="2953321" y="330200"/>
            <a:chExt cx="6285358" cy="6197600"/>
          </a:xfrm>
        </p:grpSpPr>
        <p:sp>
          <p:nvSpPr>
            <p:cNvPr id="6" name="椭圆 5"/>
            <p:cNvSpPr/>
            <p:nvPr/>
          </p:nvSpPr>
          <p:spPr>
            <a:xfrm>
              <a:off x="2997200" y="330200"/>
              <a:ext cx="6197600" cy="6197600"/>
            </a:xfrm>
            <a:prstGeom prst="ellipse">
              <a:avLst/>
            </a:prstGeom>
            <a:solidFill>
              <a:schemeClr val="bg1">
                <a:alpha val="19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a:off x="2953321" y="368300"/>
              <a:ext cx="6285358" cy="5092700"/>
            </a:xfrm>
            <a:prstGeom prst="triangl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5346919" y="1593850"/>
              <a:ext cx="1509713"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575037" y="2846387"/>
              <a:ext cx="3053477"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807262" y="4098925"/>
              <a:ext cx="4589026" cy="0"/>
            </a:xfrm>
            <a:prstGeom prst="line">
              <a:avLst/>
            </a:prstGeom>
            <a:ln w="9525"/>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3541598" y="4198562"/>
              <a:ext cx="5108806" cy="1154426"/>
              <a:chOff x="3541598" y="4198562"/>
              <a:chExt cx="5108806" cy="1154426"/>
            </a:xfrm>
          </p:grpSpPr>
          <p:sp>
            <p:nvSpPr>
              <p:cNvPr id="21" name="矩形: 圆角 20"/>
              <p:cNvSpPr/>
              <p:nvPr/>
            </p:nvSpPr>
            <p:spPr>
              <a:xfrm>
                <a:off x="4464050" y="4198562"/>
                <a:ext cx="3263900" cy="444752"/>
              </a:xfrm>
              <a:prstGeom prst="roundRect">
                <a:avLst>
                  <a:gd name="adj" fmla="val 50000"/>
                </a:avLst>
              </a:prstGeom>
              <a:solidFill>
                <a:schemeClr val="accent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阿里巴巴普惠体 2.0 45 Light" panose="00020600040101010101" pitchFamily="18" charset="-122"/>
                  </a:rPr>
                  <a:t>实施路径与策略研究</a:t>
                </a:r>
              </a:p>
            </p:txBody>
          </p:sp>
          <p:grpSp>
            <p:nvGrpSpPr>
              <p:cNvPr id="25" name="组合 24"/>
              <p:cNvGrpSpPr/>
              <p:nvPr/>
            </p:nvGrpSpPr>
            <p:grpSpPr>
              <a:xfrm>
                <a:off x="3541598" y="4751326"/>
                <a:ext cx="5108806" cy="601662"/>
                <a:chOff x="3519682" y="4751326"/>
                <a:chExt cx="5108806" cy="601662"/>
              </a:xfrm>
            </p:grpSpPr>
            <p:sp>
              <p:nvSpPr>
                <p:cNvPr id="22" name="矩形 21"/>
                <p:cNvSpPr/>
                <p:nvPr/>
              </p:nvSpPr>
              <p:spPr>
                <a:xfrm>
                  <a:off x="3519682" y="4751326"/>
                  <a:ext cx="1417322" cy="601662"/>
                </a:xfrm>
                <a:prstGeom prst="rect">
                  <a:avLst/>
                </a:prstGeom>
                <a:solidFill>
                  <a:schemeClr val="accent1">
                    <a:lumMod val="20000"/>
                    <a:lumOff val="80000"/>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accent1"/>
                      </a:solidFill>
                      <a:latin typeface="思源黑体 CN Medium" panose="020B0600000000000000" pitchFamily="34" charset="-122"/>
                      <a:ea typeface="思源黑体 CN Medium" panose="020B0600000000000000" pitchFamily="34" charset="-122"/>
                    </a:rPr>
                    <a:t>高中思政课议题式教学原则</a:t>
                  </a:r>
                </a:p>
              </p:txBody>
            </p:sp>
            <p:sp>
              <p:nvSpPr>
                <p:cNvPr id="23" name="矩形 22"/>
                <p:cNvSpPr/>
                <p:nvPr/>
              </p:nvSpPr>
              <p:spPr>
                <a:xfrm>
                  <a:off x="5365424" y="4751326"/>
                  <a:ext cx="1417322" cy="601662"/>
                </a:xfrm>
                <a:prstGeom prst="rect">
                  <a:avLst/>
                </a:prstGeom>
                <a:solidFill>
                  <a:schemeClr val="accent1">
                    <a:lumMod val="20000"/>
                    <a:lumOff val="80000"/>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accent1"/>
                      </a:solidFill>
                      <a:latin typeface="思源黑体 CN Medium" panose="020B0600000000000000" pitchFamily="34" charset="-122"/>
                      <a:ea typeface="思源黑体 CN Medium" panose="020B0600000000000000" pitchFamily="34" charset="-122"/>
                      <a:cs typeface="阿里巴巴普惠体" panose="00020600040101010101" pitchFamily="18" charset="-122"/>
                    </a:rPr>
                    <a:t>生活化议题引导学生合作</a:t>
                  </a:r>
                  <a:endParaRPr lang="zh-CN" altLang="en-US" sz="1600">
                    <a:solidFill>
                      <a:schemeClr val="accent1"/>
                    </a:solidFill>
                    <a:latin typeface="思源黑体 CN Medium" panose="020B0600000000000000" pitchFamily="34" charset="-122"/>
                    <a:ea typeface="思源黑体 CN Medium" panose="020B0600000000000000" pitchFamily="34" charset="-122"/>
                  </a:endParaRPr>
                </a:p>
              </p:txBody>
            </p:sp>
            <p:sp>
              <p:nvSpPr>
                <p:cNvPr id="24" name="矩形 23"/>
                <p:cNvSpPr/>
                <p:nvPr/>
              </p:nvSpPr>
              <p:spPr>
                <a:xfrm>
                  <a:off x="7211166" y="4751326"/>
                  <a:ext cx="1417322" cy="601662"/>
                </a:xfrm>
                <a:prstGeom prst="rect">
                  <a:avLst/>
                </a:prstGeom>
                <a:solidFill>
                  <a:schemeClr val="accent1">
                    <a:lumMod val="20000"/>
                    <a:lumOff val="80000"/>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accent1"/>
                      </a:solidFill>
                      <a:latin typeface="思源黑体 CN Medium" panose="020B0600000000000000" pitchFamily="34" charset="-122"/>
                      <a:ea typeface="思源黑体 CN Medium" panose="020B0600000000000000" pitchFamily="34" charset="-122"/>
                    </a:rPr>
                    <a:t>设计综合性实践项目</a:t>
                  </a:r>
                </a:p>
              </p:txBody>
            </p:sp>
          </p:grpSp>
        </p:grpSp>
        <p:grpSp>
          <p:nvGrpSpPr>
            <p:cNvPr id="36" name="组合 35"/>
            <p:cNvGrpSpPr/>
            <p:nvPr/>
          </p:nvGrpSpPr>
          <p:grpSpPr>
            <a:xfrm>
              <a:off x="4469625" y="3007168"/>
              <a:ext cx="3252750" cy="927708"/>
              <a:chOff x="4457336" y="3002277"/>
              <a:chExt cx="3301952" cy="941740"/>
            </a:xfrm>
          </p:grpSpPr>
          <p:sp>
            <p:nvSpPr>
              <p:cNvPr id="33" name="矩形: 圆角 32"/>
              <p:cNvSpPr/>
              <p:nvPr/>
            </p:nvSpPr>
            <p:spPr>
              <a:xfrm>
                <a:off x="4457336" y="3002277"/>
                <a:ext cx="932004" cy="941736"/>
              </a:xfrm>
              <a:prstGeom prst="roundRect">
                <a:avLst>
                  <a:gd name="adj" fmla="val 50000"/>
                </a:avLst>
              </a:prstGeom>
              <a:solidFill>
                <a:schemeClr val="accent2"/>
              </a:solidFill>
              <a:ln w="0">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核心素养</a:t>
                </a:r>
                <a:endParaRPr lang="zh-CN" altLang="en-US"/>
              </a:p>
            </p:txBody>
          </p:sp>
          <p:sp>
            <p:nvSpPr>
              <p:cNvPr id="35" name="矩形: 圆角 34"/>
              <p:cNvSpPr/>
              <p:nvPr/>
            </p:nvSpPr>
            <p:spPr>
              <a:xfrm>
                <a:off x="6827284" y="3002281"/>
                <a:ext cx="932004" cy="941736"/>
              </a:xfrm>
              <a:prstGeom prst="roundRect">
                <a:avLst>
                  <a:gd name="adj" fmla="val 50000"/>
                </a:avLst>
              </a:prstGeom>
              <a:solidFill>
                <a:schemeClr val="accent2"/>
              </a:solidFill>
              <a:ln w="0">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意识强化</a:t>
                </a:r>
                <a:endParaRPr lang="zh-CN" altLang="en-US"/>
              </a:p>
            </p:txBody>
          </p:sp>
        </p:grpSp>
        <p:sp>
          <p:nvSpPr>
            <p:cNvPr id="41" name="文本框 40"/>
            <p:cNvSpPr txBox="1"/>
            <p:nvPr/>
          </p:nvSpPr>
          <p:spPr>
            <a:xfrm>
              <a:off x="5672481" y="848499"/>
              <a:ext cx="847039" cy="707886"/>
            </a:xfrm>
            <a:prstGeom prst="rect">
              <a:avLst/>
            </a:prstGeom>
            <a:noFill/>
          </p:spPr>
          <p:txBody>
            <a:bodyPr wrap="square">
              <a:spAutoFit/>
            </a:bodyPr>
            <a:lstStyle/>
            <a:p>
              <a:pPr algn="ctr"/>
              <a:r>
                <a:rPr lang="zh-CN" altLang="en-US" sz="2000">
                  <a:solidFill>
                    <a:srgbClr val="C00000"/>
                  </a:solidFill>
                  <a:latin typeface="思源黑体 CN Bold" panose="020B0800000000000000" pitchFamily="34" charset="-122"/>
                  <a:ea typeface="思源黑体 CN Bold" panose="020B0800000000000000" pitchFamily="34" charset="-122"/>
                </a:rPr>
                <a:t>教师发展</a:t>
              </a:r>
              <a:endParaRPr lang="zh-CN" altLang="en-US" sz="2000" dirty="0">
                <a:solidFill>
                  <a:srgbClr val="C00000"/>
                </a:solidFill>
                <a:latin typeface="思源黑体 CN Bold" panose="020B0800000000000000" pitchFamily="34" charset="-122"/>
                <a:ea typeface="思源黑体 CN Bold" panose="020B0800000000000000" pitchFamily="34" charset="-122"/>
              </a:endParaRPr>
            </a:p>
          </p:txBody>
        </p:sp>
        <p:grpSp>
          <p:nvGrpSpPr>
            <p:cNvPr id="44" name="组合 43"/>
            <p:cNvGrpSpPr/>
            <p:nvPr/>
          </p:nvGrpSpPr>
          <p:grpSpPr>
            <a:xfrm>
              <a:off x="4943475" y="1779587"/>
              <a:ext cx="2305050" cy="996798"/>
              <a:chOff x="4943475" y="1779587"/>
              <a:chExt cx="2305050" cy="996798"/>
            </a:xfrm>
          </p:grpSpPr>
          <p:sp>
            <p:nvSpPr>
              <p:cNvPr id="42" name="矩形: 圆角 41"/>
              <p:cNvSpPr/>
              <p:nvPr/>
            </p:nvSpPr>
            <p:spPr>
              <a:xfrm>
                <a:off x="5306786" y="1779587"/>
                <a:ext cx="1578427" cy="359598"/>
              </a:xfrm>
              <a:prstGeom prst="roundRect">
                <a:avLst>
                  <a:gd name="adj" fmla="val 50000"/>
                </a:avLst>
              </a:prstGeom>
              <a:solidFill>
                <a:schemeClr val="accent2"/>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latin typeface="梦源黑体 CN W20" panose="020B0200000000000000" pitchFamily="34" charset="-122"/>
                    <a:ea typeface="梦源黑体 CN W20" panose="020B0200000000000000" pitchFamily="34" charset="-122"/>
                    <a:cs typeface="阿里巴巴普惠体 2.0 45 Light" panose="00020600040101010101" pitchFamily="18" charset="-122"/>
                  </a:rPr>
                  <a:t>教学资源</a:t>
                </a:r>
                <a:endParaRPr lang="zh-CN" altLang="en-US" sz="1800">
                  <a:solidFill>
                    <a:schemeClr val="bg1"/>
                  </a:solidFill>
                  <a:latin typeface="梦源黑体 CN W20" panose="020B0200000000000000" pitchFamily="34" charset="-122"/>
                  <a:ea typeface="梦源黑体 CN W20" panose="020B0200000000000000" pitchFamily="34" charset="-122"/>
                  <a:cs typeface="阿里巴巴普惠体 2.0 45 Light" panose="00020600040101010101" pitchFamily="18" charset="-122"/>
                </a:endParaRPr>
              </a:p>
            </p:txBody>
          </p:sp>
          <p:sp>
            <p:nvSpPr>
              <p:cNvPr id="43" name="文本框 42"/>
              <p:cNvSpPr txBox="1"/>
              <p:nvPr/>
            </p:nvSpPr>
            <p:spPr>
              <a:xfrm>
                <a:off x="4943475" y="2191610"/>
                <a:ext cx="2305050" cy="584775"/>
              </a:xfrm>
              <a:prstGeom prst="rect">
                <a:avLst/>
              </a:prstGeom>
              <a:noFill/>
            </p:spPr>
            <p:txBody>
              <a:bodyPr wrap="square">
                <a:spAutoFit/>
              </a:bodyPr>
              <a:lstStyle/>
              <a:p>
                <a:pPr algn="ctr"/>
                <a:r>
                  <a:rPr lang="zh-CN" altLang="en-US" sz="1600">
                    <a:latin typeface="思源黑体 CN Medium" panose="020B0600000000000000" pitchFamily="34" charset="-122"/>
                    <a:ea typeface="思源黑体 CN Medium" panose="020B0600000000000000" pitchFamily="34" charset="-122"/>
                    <a:cs typeface="阿里巴巴普惠体" panose="00020600040101010101" pitchFamily="18" charset="-122"/>
                  </a:rPr>
                  <a:t>结合教材的序列化议题和社会热点议题</a:t>
                </a:r>
              </a:p>
            </p:txBody>
          </p:sp>
        </p:grpSp>
        <p:sp>
          <p:nvSpPr>
            <p:cNvPr id="45" name="箭头: 右 44"/>
            <p:cNvSpPr/>
            <p:nvPr/>
          </p:nvSpPr>
          <p:spPr>
            <a:xfrm>
              <a:off x="4958919" y="4905375"/>
              <a:ext cx="384541" cy="293564"/>
            </a:xfrm>
            <a:prstGeom prst="rightArrow">
              <a:avLst>
                <a:gd name="adj1" fmla="val 58483"/>
                <a:gd name="adj2" fmla="val 51010"/>
              </a:avLst>
            </a:prstGeom>
            <a:gradFill flip="none" rotWithShape="1">
              <a:gsLst>
                <a:gs pos="0">
                  <a:schemeClr val="accent1">
                    <a:alpha val="48000"/>
                  </a:schemeClr>
                </a:gs>
                <a:gs pos="100000">
                  <a:schemeClr val="accent2">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ontserrat" panose="00000500000000000000"/>
                <a:ea typeface="思源黑体 CN Normal" panose="020B0400000000000000" charset="-122"/>
                <a:cs typeface="+mn-cs"/>
              </a:endParaRPr>
            </a:p>
          </p:txBody>
        </p:sp>
        <p:sp>
          <p:nvSpPr>
            <p:cNvPr id="46" name="箭头: 右 45"/>
            <p:cNvSpPr/>
            <p:nvPr/>
          </p:nvSpPr>
          <p:spPr>
            <a:xfrm>
              <a:off x="6804259" y="4905375"/>
              <a:ext cx="384944" cy="293564"/>
            </a:xfrm>
            <a:prstGeom prst="rightArrow">
              <a:avLst>
                <a:gd name="adj1" fmla="val 58483"/>
                <a:gd name="adj2" fmla="val 51010"/>
              </a:avLst>
            </a:prstGeom>
            <a:gradFill flip="none" rotWithShape="1">
              <a:gsLst>
                <a:gs pos="0">
                  <a:schemeClr val="accent1">
                    <a:alpha val="48000"/>
                  </a:schemeClr>
                </a:gs>
                <a:gs pos="100000">
                  <a:schemeClr val="accent2">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ontserrat" panose="00000500000000000000"/>
                <a:ea typeface="思源黑体 CN Normal" panose="020B0400000000000000" charset="-122"/>
                <a:cs typeface="+mn-cs"/>
              </a:endParaRPr>
            </a:p>
          </p:txBody>
        </p:sp>
        <p:sp>
          <p:nvSpPr>
            <p:cNvPr id="57" name="椭圆 56"/>
            <p:cNvSpPr/>
            <p:nvPr/>
          </p:nvSpPr>
          <p:spPr>
            <a:xfrm>
              <a:off x="4610100" y="5560636"/>
              <a:ext cx="2971800" cy="793878"/>
            </a:xfrm>
            <a:prstGeom prst="ellipse">
              <a:avLst/>
            </a:prstGeom>
            <a:solidFill>
              <a:schemeClr val="accent4"/>
            </a:solidFill>
            <a:ln>
              <a:noFill/>
            </a:ln>
            <a:effectLst>
              <a:outerShdw blurRad="50800" dist="38100" dir="5400000" algn="t"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0000"/>
                </a:lnSpc>
              </a:pPr>
              <a:r>
                <a:rPr lang="zh-CN" altLang="en-US">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结合社会热点开发可变议题</a:t>
              </a:r>
            </a:p>
          </p:txBody>
        </p:sp>
        <p:grpSp>
          <p:nvGrpSpPr>
            <p:cNvPr id="86" name="组合 85"/>
            <p:cNvGrpSpPr/>
            <p:nvPr/>
          </p:nvGrpSpPr>
          <p:grpSpPr>
            <a:xfrm>
              <a:off x="5346887" y="2872422"/>
              <a:ext cx="1498226" cy="1109028"/>
              <a:chOff x="9434385" y="3223209"/>
              <a:chExt cx="1498226" cy="1109028"/>
            </a:xfrm>
          </p:grpSpPr>
          <p:sp>
            <p:nvSpPr>
              <p:cNvPr id="84" name="任意多边形: 形状 83"/>
              <p:cNvSpPr/>
              <p:nvPr/>
            </p:nvSpPr>
            <p:spPr>
              <a:xfrm>
                <a:off x="9434385" y="3223209"/>
                <a:ext cx="1498226" cy="1109028"/>
              </a:xfrm>
              <a:custGeom>
                <a:avLst/>
                <a:gdLst>
                  <a:gd name="connsiteX0" fmla="*/ 10822 w 1763424"/>
                  <a:gd name="connsiteY0" fmla="*/ 1432177 h 1542036"/>
                  <a:gd name="connsiteX1" fmla="*/ 818830 w 1763424"/>
                  <a:gd name="connsiteY1" fmla="*/ 39061 h 1542036"/>
                  <a:gd name="connsiteX2" fmla="*/ 946266 w 1763424"/>
                  <a:gd name="connsiteY2" fmla="*/ 39061 h 1542036"/>
                  <a:gd name="connsiteX3" fmla="*/ 1754273 w 1763424"/>
                  <a:gd name="connsiteY3" fmla="*/ 1432177 h 1542036"/>
                  <a:gd name="connsiteX4" fmla="*/ 1690991 w 1763424"/>
                  <a:gd name="connsiteY4" fmla="*/ 1542036 h 1542036"/>
                  <a:gd name="connsiteX5" fmla="*/ 74104 w 1763424"/>
                  <a:gd name="connsiteY5" fmla="*/ 1542036 h 1542036"/>
                  <a:gd name="connsiteX6" fmla="*/ 10822 w 1763424"/>
                  <a:gd name="connsiteY6" fmla="*/ 1432177 h 1542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3424" h="1542036">
                    <a:moveTo>
                      <a:pt x="10822" y="1432177"/>
                    </a:moveTo>
                    <a:lnTo>
                      <a:pt x="818830" y="39061"/>
                    </a:lnTo>
                    <a:cubicBezTo>
                      <a:pt x="818830" y="39061"/>
                      <a:pt x="882548" y="-48826"/>
                      <a:pt x="946266" y="39061"/>
                    </a:cubicBezTo>
                    <a:lnTo>
                      <a:pt x="1754273" y="1432177"/>
                    </a:lnTo>
                    <a:cubicBezTo>
                      <a:pt x="1754273" y="1432177"/>
                      <a:pt x="1798919" y="1531050"/>
                      <a:pt x="1690991" y="1542036"/>
                    </a:cubicBezTo>
                    <a:lnTo>
                      <a:pt x="74104" y="1542036"/>
                    </a:lnTo>
                    <a:cubicBezTo>
                      <a:pt x="74104" y="1542036"/>
                      <a:pt x="-33824" y="1531050"/>
                      <a:pt x="10822" y="1432177"/>
                    </a:cubicBezTo>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5" name="文本框 84"/>
              <p:cNvSpPr txBox="1"/>
              <p:nvPr/>
            </p:nvSpPr>
            <p:spPr>
              <a:xfrm>
                <a:off x="9834685" y="3577027"/>
                <a:ext cx="697627" cy="707886"/>
              </a:xfrm>
              <a:prstGeom prst="rect">
                <a:avLst/>
              </a:prstGeom>
              <a:noFill/>
            </p:spPr>
            <p:txBody>
              <a:bodyPr wrap="none">
                <a:spAutoFit/>
              </a:bodyPr>
              <a:lstStyle/>
              <a:p>
                <a:pPr algn="ctr"/>
                <a:r>
                  <a:rPr lang="zh-CN" altLang="en-US" sz="2000" b="1">
                    <a:solidFill>
                      <a:schemeClr val="bg1"/>
                    </a:solidFill>
                    <a:effectLst/>
                    <a:latin typeface="思源黑体 CN Heavy" panose="020B0A00000000000000" pitchFamily="34" charset="-122"/>
                    <a:ea typeface="思源黑体 CN Heavy" panose="020B0A00000000000000" pitchFamily="34" charset="-122"/>
                    <a:sym typeface="微软雅黑" panose="020B0503020204020204" pitchFamily="34" charset="-122"/>
                  </a:rPr>
                  <a:t>素养</a:t>
                </a:r>
                <a:endParaRPr lang="en-US" altLang="zh-CN" sz="2000" b="1">
                  <a:solidFill>
                    <a:schemeClr val="bg1"/>
                  </a:solidFill>
                  <a:effectLst/>
                  <a:latin typeface="思源黑体 CN Heavy" panose="020B0A00000000000000" pitchFamily="34" charset="-122"/>
                  <a:ea typeface="思源黑体 CN Heavy" panose="020B0A00000000000000" pitchFamily="34" charset="-122"/>
                  <a:sym typeface="微软雅黑" panose="020B0503020204020204" pitchFamily="34" charset="-122"/>
                </a:endParaRPr>
              </a:p>
              <a:p>
                <a:pPr algn="ctr"/>
                <a:r>
                  <a:rPr lang="zh-CN" altLang="en-US" sz="2000" b="1">
                    <a:solidFill>
                      <a:schemeClr val="bg1"/>
                    </a:solidFill>
                    <a:effectLst/>
                    <a:latin typeface="思源黑体 CN Heavy" panose="020B0A00000000000000" pitchFamily="34" charset="-122"/>
                    <a:ea typeface="思源黑体 CN Heavy" panose="020B0A00000000000000" pitchFamily="34" charset="-122"/>
                    <a:sym typeface="微软雅黑" panose="020B0503020204020204" pitchFamily="34" charset="-122"/>
                  </a:rPr>
                  <a:t>培育</a:t>
                </a:r>
              </a:p>
            </p:txBody>
          </p:sp>
        </p:grpSp>
        <p:grpSp>
          <p:nvGrpSpPr>
            <p:cNvPr id="143" name="组合 142"/>
            <p:cNvGrpSpPr/>
            <p:nvPr/>
          </p:nvGrpSpPr>
          <p:grpSpPr>
            <a:xfrm>
              <a:off x="4261553" y="1764626"/>
              <a:ext cx="3668895" cy="1698202"/>
              <a:chOff x="4259752" y="1764626"/>
              <a:chExt cx="3668895" cy="1698202"/>
            </a:xfrm>
          </p:grpSpPr>
          <p:sp>
            <p:nvSpPr>
              <p:cNvPr id="141" name="文本框 140"/>
              <p:cNvSpPr txBox="1"/>
              <p:nvPr/>
            </p:nvSpPr>
            <p:spPr>
              <a:xfrm rot="18107995" flipH="1">
                <a:off x="3595317" y="2429061"/>
                <a:ext cx="1698202" cy="369332"/>
              </a:xfrm>
              <a:prstGeom prst="rect">
                <a:avLst/>
              </a:prstGeom>
              <a:noFill/>
            </p:spPr>
            <p:txBody>
              <a:bodyPr wrap="square">
                <a:spAutoFit/>
              </a:bodyPr>
              <a:lstStyle/>
              <a:p>
                <a:pPr algn="ctr"/>
                <a:r>
                  <a:rPr lang="zh-CN" altLang="en-US">
                    <a:latin typeface="思源黑体 CN Bold" panose="020B0800000000000000" pitchFamily="34" charset="-122"/>
                    <a:ea typeface="思源黑体 CN Bold" panose="020B0800000000000000" pitchFamily="34" charset="-122"/>
                  </a:rPr>
                  <a:t>课程课程课程</a:t>
                </a:r>
              </a:p>
            </p:txBody>
          </p:sp>
          <p:sp>
            <p:nvSpPr>
              <p:cNvPr id="142" name="文本框 141"/>
              <p:cNvSpPr txBox="1"/>
              <p:nvPr/>
            </p:nvSpPr>
            <p:spPr>
              <a:xfrm rot="3492005">
                <a:off x="6894880" y="2429061"/>
                <a:ext cx="1698202" cy="369332"/>
              </a:xfrm>
              <a:prstGeom prst="rect">
                <a:avLst/>
              </a:prstGeom>
              <a:noFill/>
            </p:spPr>
            <p:txBody>
              <a:bodyPr wrap="square">
                <a:spAutoFit/>
              </a:bodyPr>
              <a:lstStyle/>
              <a:p>
                <a:pPr algn="ctr"/>
                <a:r>
                  <a:rPr lang="zh-CN" altLang="en-US">
                    <a:latin typeface="思源黑体 CN Bold" panose="020B0800000000000000" pitchFamily="34" charset="-122"/>
                    <a:ea typeface="思源黑体 CN Bold" panose="020B0800000000000000" pitchFamily="34" charset="-122"/>
                  </a:rPr>
                  <a:t>课程课程课程</a:t>
                </a:r>
              </a:p>
            </p:txBody>
          </p:sp>
        </p:grpSp>
      </p:grpSp>
      <p:grpSp>
        <p:nvGrpSpPr>
          <p:cNvPr id="138" name="组合 137"/>
          <p:cNvGrpSpPr/>
          <p:nvPr/>
        </p:nvGrpSpPr>
        <p:grpSpPr>
          <a:xfrm>
            <a:off x="492679" y="3275052"/>
            <a:ext cx="11093177" cy="400110"/>
            <a:chOff x="492679" y="3213819"/>
            <a:chExt cx="11093177" cy="400110"/>
          </a:xfrm>
        </p:grpSpPr>
        <p:grpSp>
          <p:nvGrpSpPr>
            <p:cNvPr id="136" name="组合 135"/>
            <p:cNvGrpSpPr/>
            <p:nvPr/>
          </p:nvGrpSpPr>
          <p:grpSpPr>
            <a:xfrm>
              <a:off x="492679" y="3213819"/>
              <a:ext cx="11093177" cy="400110"/>
              <a:chOff x="492679" y="3424651"/>
              <a:chExt cx="11093177" cy="400110"/>
            </a:xfrm>
          </p:grpSpPr>
          <p:sp>
            <p:nvSpPr>
              <p:cNvPr id="134" name="文本框 133"/>
              <p:cNvSpPr txBox="1"/>
              <p:nvPr/>
            </p:nvSpPr>
            <p:spPr>
              <a:xfrm>
                <a:off x="9866470" y="3424651"/>
                <a:ext cx="1719386" cy="400110"/>
              </a:xfrm>
              <a:prstGeom prst="rect">
                <a:avLst/>
              </a:prstGeom>
              <a:solidFill>
                <a:schemeClr val="accent1"/>
              </a:solidFill>
            </p:spPr>
            <p:txBody>
              <a:bodyPr wrap="square" anchor="ctr">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情境优化要点</a:t>
                </a:r>
                <a:endParaRPr lang="zh-CN" altLang="en-US" sz="20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sp>
            <p:nvSpPr>
              <p:cNvPr id="135" name="文本框 134"/>
              <p:cNvSpPr txBox="1"/>
              <p:nvPr/>
            </p:nvSpPr>
            <p:spPr>
              <a:xfrm>
                <a:off x="492679" y="3424651"/>
                <a:ext cx="1740789" cy="400110"/>
              </a:xfrm>
              <a:prstGeom prst="rect">
                <a:avLst/>
              </a:prstGeom>
              <a:solidFill>
                <a:schemeClr val="accent1"/>
              </a:solidFill>
            </p:spPr>
            <p:txBody>
              <a:bodyPr wrap="square" anchor="ctr">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情境驱动思维</a:t>
                </a:r>
                <a:endParaRPr lang="zh-CN" altLang="en-US" sz="20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grpSp>
        <p:sp>
          <p:nvSpPr>
            <p:cNvPr id="137" name="箭头: 左 136"/>
            <p:cNvSpPr/>
            <p:nvPr/>
          </p:nvSpPr>
          <p:spPr>
            <a:xfrm flipH="1" flipV="1">
              <a:off x="2233469" y="3279170"/>
              <a:ext cx="1695594" cy="293936"/>
            </a:xfrm>
            <a:prstGeom prst="leftArrow">
              <a:avLst>
                <a:gd name="adj1" fmla="val 39331"/>
                <a:gd name="adj2" fmla="val 50000"/>
              </a:avLst>
            </a:prstGeom>
            <a:gradFill flip="none" rotWithShape="1">
              <a:gsLst>
                <a:gs pos="0">
                  <a:schemeClr val="accent3"/>
                </a:gs>
                <a:gs pos="100000">
                  <a:schemeClr val="accent3">
                    <a:lumMod val="60000"/>
                    <a:lumOff val="40000"/>
                    <a:alpha val="2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39" name="箭头: 左 138"/>
            <p:cNvSpPr/>
            <p:nvPr/>
          </p:nvSpPr>
          <p:spPr>
            <a:xfrm flipV="1">
              <a:off x="8207465" y="3279170"/>
              <a:ext cx="1695594" cy="293936"/>
            </a:xfrm>
            <a:prstGeom prst="leftArrow">
              <a:avLst>
                <a:gd name="adj1" fmla="val 39331"/>
                <a:gd name="adj2" fmla="val 50000"/>
              </a:avLst>
            </a:prstGeom>
            <a:gradFill flip="none" rotWithShape="1">
              <a:gsLst>
                <a:gs pos="0">
                  <a:schemeClr val="accent3"/>
                </a:gs>
                <a:gs pos="100000">
                  <a:schemeClr val="accent3">
                    <a:lumMod val="60000"/>
                    <a:lumOff val="40000"/>
                    <a:alpha val="2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grpSp>
        <p:nvGrpSpPr>
          <p:cNvPr id="8" name="组合 7"/>
          <p:cNvGrpSpPr/>
          <p:nvPr/>
        </p:nvGrpSpPr>
        <p:grpSpPr>
          <a:xfrm>
            <a:off x="479425" y="1202442"/>
            <a:ext cx="11273282" cy="1107407"/>
            <a:chOff x="479425" y="1202442"/>
            <a:chExt cx="11273282" cy="1107407"/>
          </a:xfrm>
        </p:grpSpPr>
        <p:grpSp>
          <p:nvGrpSpPr>
            <p:cNvPr id="80" name="组合 79"/>
            <p:cNvGrpSpPr/>
            <p:nvPr/>
          </p:nvGrpSpPr>
          <p:grpSpPr>
            <a:xfrm>
              <a:off x="3863523" y="1202442"/>
              <a:ext cx="4532764" cy="577146"/>
              <a:chOff x="3863523" y="1202442"/>
              <a:chExt cx="4532764" cy="577146"/>
            </a:xfrm>
          </p:grpSpPr>
          <p:cxnSp>
            <p:nvCxnSpPr>
              <p:cNvPr id="75" name="连接符: 肘形 74"/>
              <p:cNvCxnSpPr/>
              <p:nvPr/>
            </p:nvCxnSpPr>
            <p:spPr>
              <a:xfrm flipV="1">
                <a:off x="3863523" y="1202442"/>
                <a:ext cx="1578427" cy="577145"/>
              </a:xfrm>
              <a:prstGeom prst="bentConnector3">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79" name="连接符: 肘形 78"/>
              <p:cNvCxnSpPr/>
              <p:nvPr/>
            </p:nvCxnSpPr>
            <p:spPr>
              <a:xfrm rot="10800000">
                <a:off x="6786563" y="1202443"/>
                <a:ext cx="1609724" cy="577145"/>
              </a:xfrm>
              <a:prstGeom prst="bentConnector3">
                <a:avLst/>
              </a:prstGeom>
              <a:ln w="22225">
                <a:tailEnd type="triangle"/>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479425" y="1238566"/>
              <a:ext cx="11273282" cy="1071283"/>
              <a:chOff x="479425" y="1238566"/>
              <a:chExt cx="11273282" cy="1071283"/>
            </a:xfrm>
          </p:grpSpPr>
          <p:grpSp>
            <p:nvGrpSpPr>
              <p:cNvPr id="133" name="组合 132"/>
              <p:cNvGrpSpPr/>
              <p:nvPr/>
            </p:nvGrpSpPr>
            <p:grpSpPr>
              <a:xfrm>
                <a:off x="479425" y="1238566"/>
                <a:ext cx="11273282" cy="1071283"/>
                <a:chOff x="479425" y="1238566"/>
                <a:chExt cx="11273282" cy="1071283"/>
              </a:xfrm>
            </p:grpSpPr>
            <p:sp>
              <p:nvSpPr>
                <p:cNvPr id="117" name="椭圆 116"/>
                <p:cNvSpPr/>
                <p:nvPr/>
              </p:nvSpPr>
              <p:spPr>
                <a:xfrm>
                  <a:off x="2959854" y="1269515"/>
                  <a:ext cx="1009387" cy="1009387"/>
                </a:xfrm>
                <a:prstGeom prst="ellipse">
                  <a:avLst/>
                </a:prstGeom>
                <a:solidFill>
                  <a:schemeClr val="accent2"/>
                </a:solidFill>
                <a:ln>
                  <a:noFill/>
                </a:ln>
                <a:effectLst>
                  <a:outerShdw blurRad="50800" dist="38100" dir="5400000" algn="t"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0000"/>
                    </a:lnSpc>
                  </a:pPr>
                  <a:r>
                    <a:rPr lang="zh-CN" altLang="en-US" sz="20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教学思路</a:t>
                  </a:r>
                  <a:endParaRPr lang="zh-CN" altLang="en-US" sz="16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nvGrpSpPr>
                <p:cNvPr id="120" name="组合 119"/>
                <p:cNvGrpSpPr/>
                <p:nvPr/>
              </p:nvGrpSpPr>
              <p:grpSpPr>
                <a:xfrm>
                  <a:off x="479425" y="1238566"/>
                  <a:ext cx="2430017" cy="1071283"/>
                  <a:chOff x="479425" y="1238566"/>
                  <a:chExt cx="2430017" cy="1071283"/>
                </a:xfrm>
              </p:grpSpPr>
              <p:grpSp>
                <p:nvGrpSpPr>
                  <p:cNvPr id="68" name="组合 67"/>
                  <p:cNvGrpSpPr/>
                  <p:nvPr/>
                </p:nvGrpSpPr>
                <p:grpSpPr>
                  <a:xfrm>
                    <a:off x="479425" y="1238566"/>
                    <a:ext cx="2430017" cy="1071283"/>
                    <a:chOff x="8396287" y="1456756"/>
                    <a:chExt cx="2430017" cy="1071283"/>
                  </a:xfrm>
                </p:grpSpPr>
                <p:sp>
                  <p:nvSpPr>
                    <p:cNvPr id="69" name="矩形: 圆角 68"/>
                    <p:cNvSpPr/>
                    <p:nvPr/>
                  </p:nvSpPr>
                  <p:spPr>
                    <a:xfrm>
                      <a:off x="8396287" y="1456756"/>
                      <a:ext cx="2430017" cy="499875"/>
                    </a:xfrm>
                    <a:prstGeom prst="roundRect">
                      <a:avLst>
                        <a:gd name="adj" fmla="val 5062"/>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zh-CN" altLang="en-US" sz="1800">
                        <a:solidFill>
                          <a:schemeClr val="tx1"/>
                        </a:solidFill>
                        <a:latin typeface="梦源黑体 CN W20" panose="020B0200000000000000" pitchFamily="34" charset="-122"/>
                        <a:ea typeface="梦源黑体 CN W20" panose="020B0200000000000000" pitchFamily="34" charset="-122"/>
                        <a:cs typeface="阿里巴巴普惠体 2.0 45 Light" panose="00020600040101010101" pitchFamily="18" charset="-122"/>
                      </a:endParaRPr>
                    </a:p>
                  </p:txBody>
                </p:sp>
                <p:sp>
                  <p:nvSpPr>
                    <p:cNvPr id="70" name="矩形: 圆角 69"/>
                    <p:cNvSpPr/>
                    <p:nvPr/>
                  </p:nvSpPr>
                  <p:spPr>
                    <a:xfrm>
                      <a:off x="8396287" y="2028164"/>
                      <a:ext cx="2430017" cy="499875"/>
                    </a:xfrm>
                    <a:prstGeom prst="roundRect">
                      <a:avLst>
                        <a:gd name="adj" fmla="val 5062"/>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800">
                        <a:solidFill>
                          <a:schemeClr val="tx1"/>
                        </a:solidFill>
                        <a:latin typeface="梦源黑体 CN W20" panose="020B0200000000000000" pitchFamily="34" charset="-122"/>
                        <a:ea typeface="梦源黑体 CN W20" panose="020B0200000000000000" pitchFamily="34" charset="-122"/>
                        <a:cs typeface="阿里巴巴普惠体 2.0 45 Light" panose="00020600040101010101" pitchFamily="18" charset="-122"/>
                      </a:endParaRPr>
                    </a:p>
                  </p:txBody>
                </p:sp>
              </p:grpSp>
              <p:sp>
                <p:nvSpPr>
                  <p:cNvPr id="119" name="文本框 118"/>
                  <p:cNvSpPr txBox="1"/>
                  <p:nvPr/>
                </p:nvSpPr>
                <p:spPr>
                  <a:xfrm>
                    <a:off x="492680" y="1876919"/>
                    <a:ext cx="2416762" cy="369332"/>
                  </a:xfrm>
                  <a:prstGeom prst="rect">
                    <a:avLst/>
                  </a:prstGeom>
                  <a:noFill/>
                </p:spPr>
                <p:txBody>
                  <a:bodyPr wrap="square">
                    <a:spAutoFit/>
                  </a:bodyPr>
                  <a:lstStyle/>
                  <a:p>
                    <a:pPr algn="ctr"/>
                    <a:r>
                      <a:rPr lang="zh-CN" altLang="en-US">
                        <a:latin typeface="思源黑体 CN Medium" panose="020B0600000000000000" pitchFamily="34" charset="-122"/>
                        <a:ea typeface="思源黑体 CN Medium" panose="020B0600000000000000" pitchFamily="34" charset="-122"/>
                        <a:cs typeface="阿里巴巴普惠体 2.0 45 Light" panose="00020600040101010101" pitchFamily="18" charset="-122"/>
                      </a:rPr>
                      <a:t>命制特点及评价方式</a:t>
                    </a:r>
                  </a:p>
                </p:txBody>
              </p:sp>
            </p:grpSp>
            <p:grpSp>
              <p:nvGrpSpPr>
                <p:cNvPr id="132" name="组合 131"/>
                <p:cNvGrpSpPr/>
                <p:nvPr/>
              </p:nvGrpSpPr>
              <p:grpSpPr>
                <a:xfrm flipH="1">
                  <a:off x="8262891" y="1238566"/>
                  <a:ext cx="3489816" cy="1071283"/>
                  <a:chOff x="7651259" y="1238566"/>
                  <a:chExt cx="3489816" cy="1071283"/>
                </a:xfrm>
              </p:grpSpPr>
              <p:sp>
                <p:nvSpPr>
                  <p:cNvPr id="126" name="椭圆 125"/>
                  <p:cNvSpPr/>
                  <p:nvPr/>
                </p:nvSpPr>
                <p:spPr>
                  <a:xfrm>
                    <a:off x="10131688" y="1269515"/>
                    <a:ext cx="1009387" cy="1009387"/>
                  </a:xfrm>
                  <a:prstGeom prst="ellipse">
                    <a:avLst/>
                  </a:prstGeom>
                  <a:solidFill>
                    <a:schemeClr val="accent2"/>
                  </a:solidFill>
                  <a:ln>
                    <a:noFill/>
                  </a:ln>
                  <a:effectLst>
                    <a:outerShdw blurRad="50800" dist="38100" dir="5400000" algn="t"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0000"/>
                      </a:lnSpc>
                    </a:pPr>
                    <a:r>
                      <a:rPr lang="zh-CN" altLang="en-US" sz="20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方法理论</a:t>
                    </a:r>
                    <a:endParaRPr lang="zh-CN" altLang="en-US" sz="16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nvGrpSpPr>
                  <p:cNvPr id="127" name="组合 126"/>
                  <p:cNvGrpSpPr/>
                  <p:nvPr/>
                </p:nvGrpSpPr>
                <p:grpSpPr>
                  <a:xfrm>
                    <a:off x="7651259" y="1238566"/>
                    <a:ext cx="2430017" cy="1071283"/>
                    <a:chOff x="479425" y="1238566"/>
                    <a:chExt cx="2430017" cy="1071283"/>
                  </a:xfrm>
                </p:grpSpPr>
                <p:grpSp>
                  <p:nvGrpSpPr>
                    <p:cNvPr id="128" name="组合 127"/>
                    <p:cNvGrpSpPr/>
                    <p:nvPr/>
                  </p:nvGrpSpPr>
                  <p:grpSpPr>
                    <a:xfrm>
                      <a:off x="479425" y="1238566"/>
                      <a:ext cx="2430017" cy="1071283"/>
                      <a:chOff x="8396287" y="1456756"/>
                      <a:chExt cx="2430017" cy="1071283"/>
                    </a:xfrm>
                  </p:grpSpPr>
                  <p:sp>
                    <p:nvSpPr>
                      <p:cNvPr id="130" name="矩形: 圆角 129"/>
                      <p:cNvSpPr/>
                      <p:nvPr/>
                    </p:nvSpPr>
                    <p:spPr>
                      <a:xfrm>
                        <a:off x="8396287" y="1456756"/>
                        <a:ext cx="2430017" cy="499875"/>
                      </a:xfrm>
                      <a:prstGeom prst="roundRect">
                        <a:avLst>
                          <a:gd name="adj" fmla="val 5062"/>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800">
                            <a:solidFill>
                              <a:schemeClr val="tx1"/>
                            </a:solidFill>
                            <a:latin typeface="思源黑体 CN Medium" panose="020B0600000000000000" pitchFamily="34" charset="-122"/>
                            <a:ea typeface="思源黑体 CN Medium" panose="020B0600000000000000" pitchFamily="34" charset="-122"/>
                            <a:cs typeface="阿里巴巴普惠体 2.0 45 Light" panose="00020600040101010101" pitchFamily="18" charset="-122"/>
                          </a:rPr>
                          <a:t>教师提供政策方向</a:t>
                        </a:r>
                      </a:p>
                    </p:txBody>
                  </p:sp>
                  <p:sp>
                    <p:nvSpPr>
                      <p:cNvPr id="131" name="矩形: 圆角 130"/>
                      <p:cNvSpPr/>
                      <p:nvPr/>
                    </p:nvSpPr>
                    <p:spPr>
                      <a:xfrm>
                        <a:off x="8396287" y="2028164"/>
                        <a:ext cx="2430017" cy="499875"/>
                      </a:xfrm>
                      <a:prstGeom prst="roundRect">
                        <a:avLst>
                          <a:gd name="adj" fmla="val 5062"/>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800">
                          <a:solidFill>
                            <a:schemeClr val="tx1"/>
                          </a:solidFill>
                          <a:latin typeface="梦源黑体 CN W20" panose="020B0200000000000000" pitchFamily="34" charset="-122"/>
                          <a:ea typeface="梦源黑体 CN W20" panose="020B0200000000000000" pitchFamily="34" charset="-122"/>
                          <a:cs typeface="阿里巴巴普惠体 2.0 45 Light" panose="00020600040101010101" pitchFamily="18" charset="-122"/>
                        </a:endParaRPr>
                      </a:p>
                    </p:txBody>
                  </p:sp>
                </p:grpSp>
                <p:sp>
                  <p:nvSpPr>
                    <p:cNvPr id="129" name="文本框 128"/>
                    <p:cNvSpPr txBox="1"/>
                    <p:nvPr/>
                  </p:nvSpPr>
                  <p:spPr>
                    <a:xfrm>
                      <a:off x="492680" y="1876919"/>
                      <a:ext cx="2416762" cy="369332"/>
                    </a:xfrm>
                    <a:prstGeom prst="rect">
                      <a:avLst/>
                    </a:prstGeom>
                    <a:noFill/>
                  </p:spPr>
                  <p:txBody>
                    <a:bodyPr wrap="square">
                      <a:spAutoFit/>
                    </a:bodyPr>
                    <a:lstStyle/>
                    <a:p>
                      <a:r>
                        <a:rPr lang="zh-CN" altLang="en-US">
                          <a:latin typeface="思源黑体 CN Medium" panose="020B0600000000000000" pitchFamily="34" charset="-122"/>
                          <a:ea typeface="思源黑体 CN Medium" panose="020B0600000000000000" pitchFamily="34" charset="-122"/>
                          <a:cs typeface="阿里巴巴普惠体 2.0 45 Light" panose="00020600040101010101" pitchFamily="18" charset="-122"/>
                        </a:rPr>
                        <a:t>开发经典议题案例库</a:t>
                      </a:r>
                    </a:p>
                  </p:txBody>
                </p:sp>
              </p:grpSp>
            </p:grpSp>
          </p:grpSp>
          <p:sp>
            <p:nvSpPr>
              <p:cNvPr id="3" name="文本框 2"/>
              <p:cNvSpPr txBox="1"/>
              <p:nvPr/>
            </p:nvSpPr>
            <p:spPr>
              <a:xfrm>
                <a:off x="479425" y="1319226"/>
                <a:ext cx="2430017" cy="338554"/>
              </a:xfrm>
              <a:prstGeom prst="rect">
                <a:avLst/>
              </a:prstGeom>
              <a:noFill/>
            </p:spPr>
            <p:txBody>
              <a:bodyPr wrap="square">
                <a:spAutoFit/>
              </a:bodyPr>
              <a:lstStyle/>
              <a:p>
                <a:pPr algn="ctr"/>
                <a:r>
                  <a:rPr lang="zh-CN" altLang="en-US" sz="1600">
                    <a:solidFill>
                      <a:schemeClr val="accent1"/>
                    </a:solidFill>
                    <a:latin typeface="思源黑体 CN Medium" panose="020B0600000000000000" pitchFamily="34" charset="-122"/>
                    <a:ea typeface="思源黑体 CN Medium" panose="020B0600000000000000" pitchFamily="34" charset="-122"/>
                  </a:rPr>
                  <a:t>通过研究议题内容指向</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8"/>
                                        </p:tgtEl>
                                        <p:attrNameLst>
                                          <p:attrName>style.visibility</p:attrName>
                                        </p:attrNameLst>
                                      </p:cBhvr>
                                      <p:to>
                                        <p:strVal val="visible"/>
                                      </p:to>
                                    </p:set>
                                    <p:animEffect transition="in" filter="fade">
                                      <p:cBhvr>
                                        <p:cTn id="17"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组合 68"/>
          <p:cNvGrpSpPr/>
          <p:nvPr/>
        </p:nvGrpSpPr>
        <p:grpSpPr>
          <a:xfrm>
            <a:off x="485624" y="368299"/>
            <a:ext cx="11246529" cy="6197777"/>
            <a:chOff x="485624" y="368299"/>
            <a:chExt cx="11246529" cy="6197777"/>
          </a:xfrm>
        </p:grpSpPr>
        <p:grpSp>
          <p:nvGrpSpPr>
            <p:cNvPr id="41" name="组合 40"/>
            <p:cNvGrpSpPr/>
            <p:nvPr/>
          </p:nvGrpSpPr>
          <p:grpSpPr>
            <a:xfrm flipV="1">
              <a:off x="3448012" y="5189965"/>
              <a:ext cx="5295976" cy="1376111"/>
              <a:chOff x="3448012" y="368299"/>
              <a:chExt cx="5295976" cy="1376111"/>
            </a:xfrm>
          </p:grpSpPr>
          <p:sp>
            <p:nvSpPr>
              <p:cNvPr id="42" name="等腰三角形 41"/>
              <p:cNvSpPr/>
              <p:nvPr/>
            </p:nvSpPr>
            <p:spPr>
              <a:xfrm flipV="1">
                <a:off x="3448012" y="368299"/>
                <a:ext cx="5295976" cy="1376111"/>
              </a:xfrm>
              <a:prstGeom prst="triangle">
                <a:avLst/>
              </a:prstGeom>
              <a:gradFill>
                <a:gsLst>
                  <a:gs pos="77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grpSp>
            <p:nvGrpSpPr>
              <p:cNvPr id="43" name="组合 42"/>
              <p:cNvGrpSpPr/>
              <p:nvPr/>
            </p:nvGrpSpPr>
            <p:grpSpPr>
              <a:xfrm>
                <a:off x="4727643" y="371033"/>
                <a:ext cx="2736714" cy="753904"/>
                <a:chOff x="4727643" y="371033"/>
                <a:chExt cx="2736714" cy="753904"/>
              </a:xfrm>
            </p:grpSpPr>
            <p:sp>
              <p:nvSpPr>
                <p:cNvPr id="44" name="矩形: 圆角 43"/>
                <p:cNvSpPr/>
                <p:nvPr/>
              </p:nvSpPr>
              <p:spPr>
                <a:xfrm flipH="1">
                  <a:off x="4740869" y="537819"/>
                  <a:ext cx="2710263" cy="587118"/>
                </a:xfrm>
                <a:prstGeom prst="roundRect">
                  <a:avLst>
                    <a:gd name="adj" fmla="val 3851"/>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45" name="矩形: 圆角 21"/>
                <p:cNvSpPr/>
                <p:nvPr>
                  <p:custDataLst>
                    <p:tags r:id="rId4"/>
                  </p:custDataLst>
                </p:nvPr>
              </p:nvSpPr>
              <p:spPr>
                <a:xfrm flipV="1">
                  <a:off x="5438463" y="371033"/>
                  <a:ext cx="1315074" cy="333096"/>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发展</a:t>
                  </a:r>
                  <a:endParaRPr lang="zh-CN" altLang="en-US" sz="1600"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46" name="文本框 45"/>
                <p:cNvSpPr txBox="1"/>
                <p:nvPr/>
              </p:nvSpPr>
              <p:spPr>
                <a:xfrm flipV="1">
                  <a:off x="4727643" y="730391"/>
                  <a:ext cx="2736714" cy="369332"/>
                </a:xfrm>
                <a:prstGeom prst="rect">
                  <a:avLst/>
                </a:prstGeom>
                <a:noFill/>
              </p:spPr>
              <p:txBody>
                <a:bodyPr wrap="square">
                  <a:spAutoFit/>
                </a:bodyPr>
                <a:lstStyle/>
                <a:p>
                  <a:pPr algn="ctr"/>
                  <a:r>
                    <a:rPr lang="zh-CN" altLang="en-US">
                      <a:latin typeface="思源黑体 CN Medium" panose="020B0600000000000000" pitchFamily="34" charset="-122"/>
                      <a:ea typeface="思源黑体 CN Medium" panose="020B0600000000000000" pitchFamily="34" charset="-122"/>
                    </a:rPr>
                    <a:t>区域推进保障体系</a:t>
                  </a:r>
                </a:p>
              </p:txBody>
            </p:sp>
          </p:grpSp>
        </p:grpSp>
        <p:grpSp>
          <p:nvGrpSpPr>
            <p:cNvPr id="40" name="组合 39"/>
            <p:cNvGrpSpPr/>
            <p:nvPr/>
          </p:nvGrpSpPr>
          <p:grpSpPr>
            <a:xfrm>
              <a:off x="3448012" y="368299"/>
              <a:ext cx="5295976" cy="1376111"/>
              <a:chOff x="3448012" y="368299"/>
              <a:chExt cx="5295976" cy="1376111"/>
            </a:xfrm>
          </p:grpSpPr>
          <p:sp>
            <p:nvSpPr>
              <p:cNvPr id="27" name="等腰三角形 26"/>
              <p:cNvSpPr/>
              <p:nvPr/>
            </p:nvSpPr>
            <p:spPr>
              <a:xfrm flipV="1">
                <a:off x="3448012" y="368299"/>
                <a:ext cx="5295976" cy="1376111"/>
              </a:xfrm>
              <a:prstGeom prst="triangle">
                <a:avLst/>
              </a:prstGeom>
              <a:gradFill>
                <a:gsLst>
                  <a:gs pos="73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grpSp>
            <p:nvGrpSpPr>
              <p:cNvPr id="32" name="组合 31"/>
              <p:cNvGrpSpPr/>
              <p:nvPr/>
            </p:nvGrpSpPr>
            <p:grpSpPr>
              <a:xfrm>
                <a:off x="4740867" y="371033"/>
                <a:ext cx="2710266" cy="753904"/>
                <a:chOff x="4740867" y="371033"/>
                <a:chExt cx="2710266" cy="753904"/>
              </a:xfrm>
            </p:grpSpPr>
            <p:sp>
              <p:nvSpPr>
                <p:cNvPr id="29" name="矩形: 圆角 28"/>
                <p:cNvSpPr/>
                <p:nvPr/>
              </p:nvSpPr>
              <p:spPr>
                <a:xfrm flipH="1">
                  <a:off x="4740869" y="537819"/>
                  <a:ext cx="2710263" cy="587118"/>
                </a:xfrm>
                <a:prstGeom prst="roundRect">
                  <a:avLst>
                    <a:gd name="adj" fmla="val 3851"/>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28" name="矩形: 圆角 21"/>
                <p:cNvSpPr/>
                <p:nvPr>
                  <p:custDataLst>
                    <p:tags r:id="rId3"/>
                  </p:custDataLst>
                </p:nvPr>
              </p:nvSpPr>
              <p:spPr>
                <a:xfrm>
                  <a:off x="5438463" y="371033"/>
                  <a:ext cx="1315074" cy="333096"/>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三阶推进</a:t>
                  </a:r>
                  <a:endParaRPr lang="zh-CN" altLang="en-US" sz="1600"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31" name="文本框 30"/>
                <p:cNvSpPr txBox="1"/>
                <p:nvPr/>
              </p:nvSpPr>
              <p:spPr>
                <a:xfrm>
                  <a:off x="4740867" y="730391"/>
                  <a:ext cx="2710266" cy="369332"/>
                </a:xfrm>
                <a:prstGeom prst="rect">
                  <a:avLst/>
                </a:prstGeom>
                <a:noFill/>
              </p:spPr>
              <p:txBody>
                <a:bodyPr wrap="square">
                  <a:spAutoFit/>
                </a:bodyPr>
                <a:lstStyle/>
                <a:p>
                  <a:pPr algn="ctr"/>
                  <a:r>
                    <a:rPr lang="zh-CN" altLang="en-US">
                      <a:latin typeface="思源黑体 CN Medium" panose="020B0600000000000000" pitchFamily="34" charset="-122"/>
                      <a:ea typeface="思源黑体 CN Medium" panose="020B0600000000000000" pitchFamily="34" charset="-122"/>
                    </a:rPr>
                    <a:t>课前收集全球化企业案例</a:t>
                  </a:r>
                </a:p>
              </p:txBody>
            </p:sp>
          </p:grpSp>
        </p:grpSp>
        <p:grpSp>
          <p:nvGrpSpPr>
            <p:cNvPr id="104" name="组合 103"/>
            <p:cNvGrpSpPr/>
            <p:nvPr/>
          </p:nvGrpSpPr>
          <p:grpSpPr>
            <a:xfrm>
              <a:off x="1942868" y="786223"/>
              <a:ext cx="8303871" cy="5349526"/>
              <a:chOff x="1942868" y="786223"/>
              <a:chExt cx="8303871" cy="5349526"/>
            </a:xfrm>
          </p:grpSpPr>
          <p:sp>
            <p:nvSpPr>
              <p:cNvPr id="65" name="等腰三角形 64"/>
              <p:cNvSpPr/>
              <p:nvPr/>
            </p:nvSpPr>
            <p:spPr>
              <a:xfrm rot="16200000" flipV="1">
                <a:off x="157963" y="2571128"/>
                <a:ext cx="5295976" cy="1726166"/>
              </a:xfrm>
              <a:prstGeom prst="triangle">
                <a:avLst/>
              </a:prstGeom>
              <a:gradFill>
                <a:gsLst>
                  <a:gs pos="100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66" name="等腰三角形 65"/>
              <p:cNvSpPr/>
              <p:nvPr/>
            </p:nvSpPr>
            <p:spPr>
              <a:xfrm rot="5400000" flipH="1" flipV="1">
                <a:off x="6732669" y="2621679"/>
                <a:ext cx="5304372" cy="1723768"/>
              </a:xfrm>
              <a:prstGeom prst="triangle">
                <a:avLst/>
              </a:prstGeom>
              <a:gradFill>
                <a:gsLst>
                  <a:gs pos="100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87" name="组合 86"/>
            <p:cNvGrpSpPr/>
            <p:nvPr/>
          </p:nvGrpSpPr>
          <p:grpSpPr>
            <a:xfrm>
              <a:off x="485624" y="3007123"/>
              <a:ext cx="11246529" cy="843754"/>
              <a:chOff x="485624" y="3007123"/>
              <a:chExt cx="11246529" cy="843754"/>
            </a:xfrm>
          </p:grpSpPr>
          <p:grpSp>
            <p:nvGrpSpPr>
              <p:cNvPr id="81" name="组合 80"/>
              <p:cNvGrpSpPr/>
              <p:nvPr/>
            </p:nvGrpSpPr>
            <p:grpSpPr>
              <a:xfrm>
                <a:off x="8817677" y="3007123"/>
                <a:ext cx="2914476" cy="843754"/>
                <a:chOff x="8817677" y="3007123"/>
                <a:chExt cx="2914476" cy="843754"/>
              </a:xfrm>
            </p:grpSpPr>
            <p:sp>
              <p:nvSpPr>
                <p:cNvPr id="73" name="矩形 72"/>
                <p:cNvSpPr/>
                <p:nvPr/>
              </p:nvSpPr>
              <p:spPr>
                <a:xfrm>
                  <a:off x="8817677" y="3007123"/>
                  <a:ext cx="2914476" cy="843754"/>
                </a:xfrm>
                <a:prstGeom prst="rect">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latin typeface="思源黑体 CN Bold" panose="020B0800000000000000" pitchFamily="34" charset="-122"/>
                    <a:ea typeface="思源黑体 CN Bold" panose="020B0800000000000000" pitchFamily="34" charset="-122"/>
                  </a:endParaRPr>
                </a:p>
              </p:txBody>
            </p:sp>
            <p:grpSp>
              <p:nvGrpSpPr>
                <p:cNvPr id="80" name="组合 79"/>
                <p:cNvGrpSpPr/>
                <p:nvPr/>
              </p:nvGrpSpPr>
              <p:grpSpPr>
                <a:xfrm>
                  <a:off x="8886838" y="3070805"/>
                  <a:ext cx="2789337" cy="710832"/>
                  <a:chOff x="8886838" y="3070805"/>
                  <a:chExt cx="2789337" cy="710832"/>
                </a:xfrm>
              </p:grpSpPr>
              <p:sp>
                <p:nvSpPr>
                  <p:cNvPr id="75" name="圆角矩形 27+"/>
                  <p:cNvSpPr/>
                  <p:nvPr>
                    <p:custDataLst>
                      <p:tags r:id="rId2"/>
                    </p:custDataLst>
                  </p:nvPr>
                </p:nvSpPr>
                <p:spPr>
                  <a:xfrm>
                    <a:off x="8886838" y="3070805"/>
                    <a:ext cx="768338" cy="710832"/>
                  </a:xfrm>
                  <a:prstGeom prst="roundRect">
                    <a:avLst>
                      <a:gd name="adj" fmla="val 277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79" name="文本框 78"/>
                  <p:cNvSpPr txBox="1"/>
                  <p:nvPr/>
                </p:nvSpPr>
                <p:spPr>
                  <a:xfrm>
                    <a:off x="9655177" y="3085989"/>
                    <a:ext cx="2020998" cy="686022"/>
                  </a:xfrm>
                  <a:prstGeom prst="rect">
                    <a:avLst/>
                  </a:prstGeom>
                  <a:noFill/>
                </p:spPr>
                <p:txBody>
                  <a:bodyPr wrap="square">
                    <a:spAutoFit/>
                  </a:bodyPr>
                  <a:lstStyle/>
                  <a:p>
                    <a:pPr>
                      <a:lnSpc>
                        <a:spcPct val="110000"/>
                      </a:lnSpc>
                    </a:pPr>
                    <a:r>
                      <a:rPr lang="zh-CN" altLang="en-US">
                        <a:latin typeface="思源黑体 CN Medium" panose="020B0600000000000000" pitchFamily="34" charset="-122"/>
                        <a:ea typeface="思源黑体 CN Medium" panose="020B0600000000000000" pitchFamily="34" charset="-122"/>
                      </a:rPr>
                      <a:t>农村校侧重本土化议题评价增加维度</a:t>
                    </a:r>
                  </a:p>
                </p:txBody>
              </p:sp>
            </p:grpSp>
          </p:grpSp>
          <p:grpSp>
            <p:nvGrpSpPr>
              <p:cNvPr id="82" name="组合 81"/>
              <p:cNvGrpSpPr/>
              <p:nvPr/>
            </p:nvGrpSpPr>
            <p:grpSpPr>
              <a:xfrm flipH="1">
                <a:off x="485624" y="3007123"/>
                <a:ext cx="2914476" cy="843754"/>
                <a:chOff x="8817677" y="3007123"/>
                <a:chExt cx="2914476" cy="843754"/>
              </a:xfrm>
            </p:grpSpPr>
            <p:sp>
              <p:nvSpPr>
                <p:cNvPr id="83" name="矩形 82"/>
                <p:cNvSpPr/>
                <p:nvPr/>
              </p:nvSpPr>
              <p:spPr>
                <a:xfrm>
                  <a:off x="8817677" y="3007123"/>
                  <a:ext cx="2914476" cy="843754"/>
                </a:xfrm>
                <a:prstGeom prst="rect">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latin typeface="思源黑体 CN Bold" panose="020B0800000000000000" pitchFamily="34" charset="-122"/>
                    <a:ea typeface="思源黑体 CN Bold" panose="020B0800000000000000" pitchFamily="34" charset="-122"/>
                  </a:endParaRPr>
                </a:p>
              </p:txBody>
            </p:sp>
            <p:grpSp>
              <p:nvGrpSpPr>
                <p:cNvPr id="84" name="组合 83"/>
                <p:cNvGrpSpPr/>
                <p:nvPr/>
              </p:nvGrpSpPr>
              <p:grpSpPr>
                <a:xfrm>
                  <a:off x="8886838" y="3070805"/>
                  <a:ext cx="2789337" cy="710832"/>
                  <a:chOff x="8886838" y="3070805"/>
                  <a:chExt cx="2789337" cy="710832"/>
                </a:xfrm>
              </p:grpSpPr>
              <p:sp>
                <p:nvSpPr>
                  <p:cNvPr id="85" name="圆角矩形 27+"/>
                  <p:cNvSpPr/>
                  <p:nvPr>
                    <p:custDataLst>
                      <p:tags r:id="rId1"/>
                    </p:custDataLst>
                  </p:nvPr>
                </p:nvSpPr>
                <p:spPr>
                  <a:xfrm>
                    <a:off x="8886838" y="3070805"/>
                    <a:ext cx="768338" cy="710832"/>
                  </a:xfrm>
                  <a:prstGeom prst="roundRect">
                    <a:avLst>
                      <a:gd name="adj" fmla="val 277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86" name="文本框 85"/>
                  <p:cNvSpPr txBox="1"/>
                  <p:nvPr/>
                </p:nvSpPr>
                <p:spPr>
                  <a:xfrm>
                    <a:off x="9655177" y="3085989"/>
                    <a:ext cx="2020998" cy="686022"/>
                  </a:xfrm>
                  <a:prstGeom prst="rect">
                    <a:avLst/>
                  </a:prstGeom>
                  <a:noFill/>
                </p:spPr>
                <p:txBody>
                  <a:bodyPr wrap="square">
                    <a:spAutoFit/>
                  </a:bodyPr>
                  <a:lstStyle/>
                  <a:p>
                    <a:pPr algn="r">
                      <a:lnSpc>
                        <a:spcPct val="110000"/>
                      </a:lnSpc>
                    </a:pPr>
                    <a:r>
                      <a:rPr lang="zh-CN" altLang="en-US">
                        <a:latin typeface="思源黑体 CN Medium" panose="020B0600000000000000" pitchFamily="34" charset="-122"/>
                        <a:ea typeface="思源黑体 CN Medium" panose="020B0600000000000000" pitchFamily="34" charset="-122"/>
                      </a:rPr>
                      <a:t>针对四大核心素养设计行为指标</a:t>
                    </a:r>
                  </a:p>
                </p:txBody>
              </p:sp>
            </p:grpSp>
          </p:grpSp>
        </p:grpSp>
        <p:sp>
          <p:nvSpPr>
            <p:cNvPr id="89" name="文本框 88"/>
            <p:cNvSpPr txBox="1"/>
            <p:nvPr/>
          </p:nvSpPr>
          <p:spPr>
            <a:xfrm>
              <a:off x="2562600" y="3103055"/>
              <a:ext cx="768339" cy="646331"/>
            </a:xfrm>
            <a:prstGeom prst="rect">
              <a:avLst/>
            </a:prstGeom>
            <a:noFill/>
          </p:spPr>
          <p:txBody>
            <a:bodyPr wrap="square">
              <a:spAutoFit/>
            </a:bodyPr>
            <a:lstStyle/>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多维评价</a:t>
              </a:r>
              <a:endParaRPr lang="zh-CN" altLang="en-US" dirty="0">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90" name="文本框 89"/>
            <p:cNvSpPr txBox="1"/>
            <p:nvPr/>
          </p:nvSpPr>
          <p:spPr>
            <a:xfrm>
              <a:off x="8886837" y="3103055"/>
              <a:ext cx="768339" cy="646331"/>
            </a:xfrm>
            <a:prstGeom prst="rect">
              <a:avLst/>
            </a:prstGeom>
            <a:noFill/>
          </p:spPr>
          <p:txBody>
            <a:bodyPr wrap="square">
              <a:spAutoFit/>
            </a:bodyPr>
            <a:lstStyle/>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动态反馈</a:t>
              </a:r>
              <a:endParaRPr lang="zh-CN" altLang="en-US" dirty="0">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grpSp>
          <p:nvGrpSpPr>
            <p:cNvPr id="105" name="组合 104"/>
            <p:cNvGrpSpPr/>
            <p:nvPr/>
          </p:nvGrpSpPr>
          <p:grpSpPr>
            <a:xfrm>
              <a:off x="1942869" y="776814"/>
              <a:ext cx="8303868" cy="5304372"/>
              <a:chOff x="1942869" y="831377"/>
              <a:chExt cx="8303868" cy="5304372"/>
            </a:xfrm>
          </p:grpSpPr>
          <p:grpSp>
            <p:nvGrpSpPr>
              <p:cNvPr id="100" name="组合 99"/>
              <p:cNvGrpSpPr/>
              <p:nvPr/>
            </p:nvGrpSpPr>
            <p:grpSpPr>
              <a:xfrm>
                <a:off x="1942869" y="831377"/>
                <a:ext cx="8303868" cy="1954067"/>
                <a:chOff x="1942869" y="831377"/>
                <a:chExt cx="8303868" cy="1954067"/>
              </a:xfrm>
            </p:grpSpPr>
            <p:cxnSp>
              <p:nvCxnSpPr>
                <p:cNvPr id="94" name="连接符: 肘形 93"/>
                <p:cNvCxnSpPr>
                  <a:stCxn id="29" idx="3"/>
                </p:cNvCxnSpPr>
                <p:nvPr/>
              </p:nvCxnSpPr>
              <p:spPr>
                <a:xfrm rot="10800000" flipV="1">
                  <a:off x="1942869" y="831377"/>
                  <a:ext cx="2798001" cy="1954067"/>
                </a:xfrm>
                <a:prstGeom prst="bentConnector3">
                  <a:avLst>
                    <a:gd name="adj1" fmla="val 10004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p:nvPr/>
              </p:nvCxnSpPr>
              <p:spPr>
                <a:xfrm rot="10800000" flipH="1" flipV="1">
                  <a:off x="7448736" y="831377"/>
                  <a:ext cx="2798001" cy="1954067"/>
                </a:xfrm>
                <a:prstGeom prst="bentConnector3">
                  <a:avLst>
                    <a:gd name="adj1" fmla="val 100042"/>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101" name="组合 100"/>
              <p:cNvGrpSpPr/>
              <p:nvPr/>
            </p:nvGrpSpPr>
            <p:grpSpPr>
              <a:xfrm flipV="1">
                <a:off x="1942869" y="4181682"/>
                <a:ext cx="8303868" cy="1954067"/>
                <a:chOff x="1942869" y="831377"/>
                <a:chExt cx="8303868" cy="1954067"/>
              </a:xfrm>
            </p:grpSpPr>
            <p:cxnSp>
              <p:nvCxnSpPr>
                <p:cNvPr id="102" name="连接符: 肘形 101"/>
                <p:cNvCxnSpPr/>
                <p:nvPr/>
              </p:nvCxnSpPr>
              <p:spPr>
                <a:xfrm rot="10800000" flipV="1">
                  <a:off x="1942869" y="831377"/>
                  <a:ext cx="2798001" cy="1954067"/>
                </a:xfrm>
                <a:prstGeom prst="bentConnector3">
                  <a:avLst>
                    <a:gd name="adj1" fmla="val 10004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3" name="连接符: 肘形 102"/>
                <p:cNvCxnSpPr/>
                <p:nvPr/>
              </p:nvCxnSpPr>
              <p:spPr>
                <a:xfrm rot="10800000" flipH="1" flipV="1">
                  <a:off x="7448736" y="831377"/>
                  <a:ext cx="2798001" cy="1954067"/>
                </a:xfrm>
                <a:prstGeom prst="bentConnector3">
                  <a:avLst>
                    <a:gd name="adj1" fmla="val 100042"/>
                  </a:avLst>
                </a:prstGeom>
                <a:ln w="12700">
                  <a:tailEnd type="triangle"/>
                </a:ln>
              </p:spPr>
              <p:style>
                <a:lnRef idx="1">
                  <a:schemeClr val="accent1"/>
                </a:lnRef>
                <a:fillRef idx="0">
                  <a:schemeClr val="accent1"/>
                </a:fillRef>
                <a:effectRef idx="0">
                  <a:schemeClr val="accent1"/>
                </a:effectRef>
                <a:fontRef idx="minor">
                  <a:schemeClr val="tx1"/>
                </a:fontRef>
              </p:style>
            </p:cxnSp>
          </p:grpSp>
        </p:grpSp>
        <p:grpSp>
          <p:nvGrpSpPr>
            <p:cNvPr id="110" name="组合 109"/>
            <p:cNvGrpSpPr/>
            <p:nvPr/>
          </p:nvGrpSpPr>
          <p:grpSpPr>
            <a:xfrm>
              <a:off x="1809700" y="753431"/>
              <a:ext cx="8740888" cy="522966"/>
              <a:chOff x="1809700" y="764376"/>
              <a:chExt cx="8740888" cy="522966"/>
            </a:xfrm>
          </p:grpSpPr>
          <p:sp>
            <p:nvSpPr>
              <p:cNvPr id="106" name="矩形 105"/>
              <p:cNvSpPr/>
              <p:nvPr/>
            </p:nvSpPr>
            <p:spPr>
              <a:xfrm>
                <a:off x="8148726" y="764376"/>
                <a:ext cx="2401862" cy="522966"/>
              </a:xfrm>
              <a:prstGeom prst="rect">
                <a:avLst/>
              </a:prstGeom>
              <a:noFill/>
              <a:ln w="12700" cap="flat" cmpd="sng" algn="ctr">
                <a:noFill/>
                <a:prstDash val="solid"/>
                <a:miter lim="800000"/>
              </a:ln>
              <a:effectLst/>
            </p:spPr>
            <p:txBody>
              <a:bodyPr rtlCol="0" anchor="ctr"/>
              <a:lstStyle/>
              <a:p>
                <a:pPr algn="ctr">
                  <a:defRPr/>
                </a:pPr>
                <a:r>
                  <a:rPr lang="zh-CN" altLang="en-US" sz="1600" kern="0">
                    <a:latin typeface="思源黑体 CN Bold" panose="020B0800000000000000" pitchFamily="34" charset="-122"/>
                    <a:ea typeface="思源黑体 CN Bold" panose="020B0800000000000000" pitchFamily="34" charset="-122"/>
                    <a:cs typeface="+mn-ea"/>
                    <a:sym typeface="+mn-lt"/>
                  </a:rPr>
                  <a:t>教学质量评估模型</a:t>
                </a:r>
                <a:endParaRPr lang="zh-CN" altLang="en-US" sz="1600" kern="0" dirty="0">
                  <a:latin typeface="思源黑体 CN Bold" panose="020B0800000000000000" pitchFamily="34" charset="-122"/>
                  <a:ea typeface="思源黑体 CN Bold" panose="020B0800000000000000" pitchFamily="34" charset="-122"/>
                  <a:cs typeface="+mn-ea"/>
                  <a:sym typeface="+mn-lt"/>
                </a:endParaRPr>
              </a:p>
            </p:txBody>
          </p:sp>
          <p:sp>
            <p:nvSpPr>
              <p:cNvPr id="107" name="矩形 106"/>
              <p:cNvSpPr/>
              <p:nvPr/>
            </p:nvSpPr>
            <p:spPr>
              <a:xfrm>
                <a:off x="1809700" y="764376"/>
                <a:ext cx="2401862" cy="522966"/>
              </a:xfrm>
              <a:prstGeom prst="rect">
                <a:avLst/>
              </a:prstGeom>
              <a:noFill/>
              <a:ln w="12700" cap="flat" cmpd="sng" algn="ctr">
                <a:noFill/>
                <a:prstDash val="solid"/>
                <a:miter lim="800000"/>
              </a:ln>
              <a:effectLst/>
            </p:spPr>
            <p:txBody>
              <a:bodyPr rtlCol="0" anchor="ctr"/>
              <a:lstStyle/>
              <a:p>
                <a:pPr algn="ctr">
                  <a:defRPr/>
                </a:pPr>
                <a:r>
                  <a:rPr lang="zh-CN" altLang="en-US" sz="1600" kern="0">
                    <a:latin typeface="思源黑体 CN Bold" panose="020B0800000000000000" pitchFamily="34" charset="-122"/>
                    <a:ea typeface="思源黑体 CN Bold" panose="020B0800000000000000" pitchFamily="34" charset="-122"/>
                    <a:cs typeface="+mn-ea"/>
                    <a:sym typeface="+mn-lt"/>
                  </a:rPr>
                  <a:t>教学质量评估模型</a:t>
                </a:r>
                <a:endParaRPr lang="zh-CN" altLang="en-US" sz="1600" kern="0" dirty="0">
                  <a:latin typeface="思源黑体 CN Bold" panose="020B0800000000000000" pitchFamily="34" charset="-122"/>
                  <a:ea typeface="思源黑体 CN Bold" panose="020B0800000000000000" pitchFamily="34" charset="-122"/>
                  <a:cs typeface="+mn-ea"/>
                  <a:sym typeface="+mn-lt"/>
                </a:endParaRPr>
              </a:p>
            </p:txBody>
          </p:sp>
        </p:grpSp>
        <p:grpSp>
          <p:nvGrpSpPr>
            <p:cNvPr id="4" name="组合 3"/>
            <p:cNvGrpSpPr/>
            <p:nvPr/>
          </p:nvGrpSpPr>
          <p:grpSpPr>
            <a:xfrm>
              <a:off x="1970624" y="5706777"/>
              <a:ext cx="8250753" cy="360648"/>
              <a:chOff x="1929567" y="5706777"/>
              <a:chExt cx="8250753" cy="360648"/>
            </a:xfrm>
          </p:grpSpPr>
          <p:sp>
            <p:nvSpPr>
              <p:cNvPr id="2" name="矩形 1"/>
              <p:cNvSpPr/>
              <p:nvPr/>
            </p:nvSpPr>
            <p:spPr>
              <a:xfrm>
                <a:off x="8109700" y="5722620"/>
                <a:ext cx="2070620" cy="328962"/>
              </a:xfrm>
              <a:prstGeom prst="rect">
                <a:avLst/>
              </a:prstGeom>
              <a:noFill/>
              <a:ln w="12700" cap="flat" cmpd="sng" algn="ctr">
                <a:noFill/>
                <a:prstDash val="solid"/>
                <a:miter lim="800000"/>
              </a:ln>
              <a:effectLst/>
            </p:spPr>
            <p:txBody>
              <a:bodyPr rtlCol="0" anchor="ctr"/>
              <a:lstStyle/>
              <a:p>
                <a:pPr algn="ctr">
                  <a:defRPr/>
                </a:pPr>
                <a:r>
                  <a:rPr lang="zh-CN" altLang="en-US" sz="1600" kern="0">
                    <a:latin typeface="思源黑体 CN Bold" panose="020B0800000000000000" pitchFamily="34" charset="-122"/>
                    <a:ea typeface="思源黑体 CN Bold" panose="020B0800000000000000" pitchFamily="34" charset="-122"/>
                    <a:cs typeface="+mn-ea"/>
                    <a:sym typeface="+mn-lt"/>
                  </a:rPr>
                  <a:t>辩论引导等专项培训</a:t>
                </a:r>
                <a:endParaRPr lang="zh-CN" altLang="en-US" sz="1600" kern="0" dirty="0">
                  <a:latin typeface="思源黑体 CN Bold" panose="020B0800000000000000" pitchFamily="34" charset="-122"/>
                  <a:ea typeface="思源黑体 CN Bold" panose="020B0800000000000000" pitchFamily="34" charset="-122"/>
                  <a:cs typeface="+mn-ea"/>
                  <a:sym typeface="+mn-lt"/>
                </a:endParaRPr>
              </a:p>
            </p:txBody>
          </p:sp>
          <p:sp>
            <p:nvSpPr>
              <p:cNvPr id="3" name="矩形 2"/>
              <p:cNvSpPr/>
              <p:nvPr/>
            </p:nvSpPr>
            <p:spPr>
              <a:xfrm>
                <a:off x="1929567" y="5706777"/>
                <a:ext cx="2304296" cy="360648"/>
              </a:xfrm>
              <a:prstGeom prst="rect">
                <a:avLst/>
              </a:prstGeom>
              <a:noFill/>
              <a:ln w="12700" cap="flat" cmpd="sng" algn="ctr">
                <a:noFill/>
                <a:prstDash val="solid"/>
                <a:miter lim="800000"/>
              </a:ln>
              <a:effectLst/>
            </p:spPr>
            <p:txBody>
              <a:bodyPr rtlCol="0" anchor="ctr"/>
              <a:lstStyle/>
              <a:p>
                <a:pPr algn="ctr">
                  <a:defRPr/>
                </a:pPr>
                <a:r>
                  <a:rPr lang="zh-CN" altLang="en-US" sz="1600" kern="0">
                    <a:latin typeface="思源黑体 CN Bold" panose="020B0800000000000000" pitchFamily="34" charset="-122"/>
                    <a:ea typeface="思源黑体 CN Bold" panose="020B0800000000000000" pitchFamily="34" charset="-122"/>
                    <a:cs typeface="+mn-ea"/>
                    <a:sym typeface="+mn-lt"/>
                  </a:rPr>
                  <a:t>农村教师提供本土案例</a:t>
                </a:r>
              </a:p>
            </p:txBody>
          </p:sp>
        </p:grpSp>
      </p:grpSp>
      <p:grpSp>
        <p:nvGrpSpPr>
          <p:cNvPr id="33" name="组合 32"/>
          <p:cNvGrpSpPr/>
          <p:nvPr/>
        </p:nvGrpSpPr>
        <p:grpSpPr>
          <a:xfrm>
            <a:off x="3541488" y="1205481"/>
            <a:ext cx="5109026" cy="4447038"/>
            <a:chOff x="3541488" y="1205481"/>
            <a:chExt cx="5109026" cy="4447038"/>
          </a:xfrm>
        </p:grpSpPr>
        <p:grpSp>
          <p:nvGrpSpPr>
            <p:cNvPr id="26" name="组合 25"/>
            <p:cNvGrpSpPr/>
            <p:nvPr/>
          </p:nvGrpSpPr>
          <p:grpSpPr>
            <a:xfrm>
              <a:off x="3541488" y="1205481"/>
              <a:ext cx="5109026" cy="4447038"/>
              <a:chOff x="3139891" y="855920"/>
              <a:chExt cx="5912220" cy="5146160"/>
            </a:xfrm>
          </p:grpSpPr>
          <p:sp>
            <p:nvSpPr>
              <p:cNvPr id="6" name="矩形 5"/>
              <p:cNvSpPr/>
              <p:nvPr/>
            </p:nvSpPr>
            <p:spPr>
              <a:xfrm>
                <a:off x="4026338" y="1457832"/>
                <a:ext cx="4139325" cy="3942336"/>
              </a:xfrm>
              <a:prstGeom prst="rect">
                <a:avLst/>
              </a:prstGeom>
              <a:solidFill>
                <a:schemeClr val="accent2">
                  <a:lumMod val="20000"/>
                  <a:lumOff val="80000"/>
                  <a:alpha val="20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279218" y="1201020"/>
                <a:ext cx="1772893" cy="513624"/>
              </a:xfrm>
              <a:prstGeom prst="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策略要点</a:t>
                </a:r>
                <a:endParaRPr lang="zh-CN" altLang="en-US" sz="20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8" name="矩形 7"/>
              <p:cNvSpPr/>
              <p:nvPr/>
            </p:nvSpPr>
            <p:spPr>
              <a:xfrm>
                <a:off x="3139891" y="1201020"/>
                <a:ext cx="1772893" cy="513624"/>
              </a:xfrm>
              <a:prstGeom prst="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案例举证</a:t>
                </a:r>
                <a:endParaRPr lang="zh-CN" altLang="en-US" sz="20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9" name="矩形 8"/>
              <p:cNvSpPr/>
              <p:nvPr/>
            </p:nvSpPr>
            <p:spPr>
              <a:xfrm>
                <a:off x="7279218" y="5143356"/>
                <a:ext cx="1772893" cy="513624"/>
              </a:xfrm>
              <a:prstGeom prst="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服务学习</a:t>
                </a:r>
              </a:p>
            </p:txBody>
          </p:sp>
          <p:sp>
            <p:nvSpPr>
              <p:cNvPr id="10" name="矩形 9"/>
              <p:cNvSpPr/>
              <p:nvPr/>
            </p:nvSpPr>
            <p:spPr>
              <a:xfrm>
                <a:off x="3139891" y="5143356"/>
                <a:ext cx="1772893" cy="513624"/>
              </a:xfrm>
              <a:prstGeom prst="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实践项目</a:t>
                </a:r>
                <a:endParaRPr lang="zh-CN" altLang="en-US" sz="20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grpSp>
            <p:nvGrpSpPr>
              <p:cNvPr id="11" name="组合 10"/>
              <p:cNvGrpSpPr/>
              <p:nvPr/>
            </p:nvGrpSpPr>
            <p:grpSpPr>
              <a:xfrm>
                <a:off x="5252817" y="2575560"/>
                <a:ext cx="1683596" cy="1706880"/>
                <a:chOff x="5350280" y="3054339"/>
                <a:chExt cx="1488670" cy="1509258"/>
              </a:xfrm>
            </p:grpSpPr>
            <p:sp>
              <p:nvSpPr>
                <p:cNvPr id="12" name="椭圆 11"/>
                <p:cNvSpPr/>
                <p:nvPr/>
              </p:nvSpPr>
              <p:spPr>
                <a:xfrm>
                  <a:off x="5350280" y="3054339"/>
                  <a:ext cx="1488670" cy="1509258"/>
                </a:xfrm>
                <a:prstGeom prst="ellipse">
                  <a:avLst/>
                </a:prstGeom>
                <a:solidFill>
                  <a:schemeClr val="accent1"/>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文本框 12"/>
                <p:cNvSpPr txBox="1"/>
                <p:nvPr/>
              </p:nvSpPr>
              <p:spPr>
                <a:xfrm>
                  <a:off x="5510602" y="3320834"/>
                  <a:ext cx="1168026" cy="976270"/>
                </a:xfrm>
                <a:prstGeom prst="rect">
                  <a:avLst/>
                </a:prstGeom>
                <a:noFill/>
              </p:spPr>
              <p:txBody>
                <a:bodyPr wrap="square" anchor="ctr">
                  <a:spAutoFit/>
                </a:bodyPr>
                <a:lstStyle/>
                <a:p>
                  <a:pPr algn="ctr"/>
                  <a:r>
                    <a:rPr lang="zh-CN" altLang="en-US" sz="2800">
                      <a:solidFill>
                        <a:schemeClr val="bg1"/>
                      </a:solidFill>
                      <a:latin typeface="思源黑体 CN Bold" panose="020B0800000000000000" pitchFamily="34" charset="-122"/>
                      <a:ea typeface="思源黑体 CN Bold" panose="020B0800000000000000" pitchFamily="34" charset="-122"/>
                    </a:rPr>
                    <a:t>协同参与</a:t>
                  </a:r>
                </a:p>
              </p:txBody>
            </p:sp>
          </p:grpSp>
          <p:grpSp>
            <p:nvGrpSpPr>
              <p:cNvPr id="14" name="组合 13"/>
              <p:cNvGrpSpPr/>
              <p:nvPr/>
            </p:nvGrpSpPr>
            <p:grpSpPr>
              <a:xfrm>
                <a:off x="5500914" y="855920"/>
                <a:ext cx="1187402" cy="1203824"/>
                <a:chOff x="5350280" y="3054339"/>
                <a:chExt cx="1488670" cy="1509258"/>
              </a:xfrm>
            </p:grpSpPr>
            <p:sp>
              <p:nvSpPr>
                <p:cNvPr id="15" name="椭圆 14"/>
                <p:cNvSpPr/>
                <p:nvPr/>
              </p:nvSpPr>
              <p:spPr>
                <a:xfrm>
                  <a:off x="5350280" y="3054339"/>
                  <a:ext cx="1488670" cy="1509258"/>
                </a:xfrm>
                <a:prstGeom prst="ellipse">
                  <a:avLst/>
                </a:prstGeom>
                <a:solidFill>
                  <a:schemeClr val="accent3"/>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文本框 15"/>
                <p:cNvSpPr txBox="1"/>
                <p:nvPr/>
              </p:nvSpPr>
              <p:spPr>
                <a:xfrm>
                  <a:off x="5510603" y="3206155"/>
                  <a:ext cx="1168026" cy="1205625"/>
                </a:xfrm>
                <a:prstGeom prst="rect">
                  <a:avLst/>
                </a:prstGeom>
                <a:noFill/>
              </p:spPr>
              <p:txBody>
                <a:bodyPr wrap="square" anchor="ctr">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课堂教学</a:t>
                  </a:r>
                </a:p>
              </p:txBody>
            </p:sp>
          </p:grpSp>
          <p:grpSp>
            <p:nvGrpSpPr>
              <p:cNvPr id="17" name="组合 16"/>
              <p:cNvGrpSpPr/>
              <p:nvPr/>
            </p:nvGrpSpPr>
            <p:grpSpPr>
              <a:xfrm>
                <a:off x="3432637" y="2827088"/>
                <a:ext cx="1187402" cy="1203824"/>
                <a:chOff x="5350280" y="3054339"/>
                <a:chExt cx="1488670" cy="1509258"/>
              </a:xfrm>
            </p:grpSpPr>
            <p:sp>
              <p:nvSpPr>
                <p:cNvPr id="18" name="椭圆 17"/>
                <p:cNvSpPr/>
                <p:nvPr/>
              </p:nvSpPr>
              <p:spPr>
                <a:xfrm>
                  <a:off x="5350280" y="3054339"/>
                  <a:ext cx="1488670" cy="1509258"/>
                </a:xfrm>
                <a:prstGeom prst="ellipse">
                  <a:avLst/>
                </a:prstGeom>
                <a:solidFill>
                  <a:schemeClr val="accent3"/>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文本框 18"/>
                <p:cNvSpPr txBox="1"/>
                <p:nvPr/>
              </p:nvSpPr>
              <p:spPr>
                <a:xfrm>
                  <a:off x="5510603" y="3206155"/>
                  <a:ext cx="1168026" cy="1205625"/>
                </a:xfrm>
                <a:prstGeom prst="rect">
                  <a:avLst/>
                </a:prstGeom>
                <a:noFill/>
              </p:spPr>
              <p:txBody>
                <a:bodyPr wrap="square" anchor="ctr">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机制创新</a:t>
                  </a:r>
                </a:p>
              </p:txBody>
            </p:sp>
          </p:grpSp>
          <p:grpSp>
            <p:nvGrpSpPr>
              <p:cNvPr id="20" name="组合 19"/>
              <p:cNvGrpSpPr/>
              <p:nvPr/>
            </p:nvGrpSpPr>
            <p:grpSpPr>
              <a:xfrm>
                <a:off x="7569191" y="2827088"/>
                <a:ext cx="1187402" cy="1203824"/>
                <a:chOff x="5350280" y="3054339"/>
                <a:chExt cx="1488670" cy="1509258"/>
              </a:xfrm>
            </p:grpSpPr>
            <p:sp>
              <p:nvSpPr>
                <p:cNvPr id="21" name="椭圆 20"/>
                <p:cNvSpPr/>
                <p:nvPr/>
              </p:nvSpPr>
              <p:spPr>
                <a:xfrm>
                  <a:off x="5350280" y="3054339"/>
                  <a:ext cx="1488670" cy="1509258"/>
                </a:xfrm>
                <a:prstGeom prst="ellipse">
                  <a:avLst/>
                </a:prstGeom>
                <a:solidFill>
                  <a:schemeClr val="accent3"/>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文本框 21"/>
                <p:cNvSpPr txBox="1"/>
                <p:nvPr/>
              </p:nvSpPr>
              <p:spPr>
                <a:xfrm>
                  <a:off x="5510603" y="3288050"/>
                  <a:ext cx="1168026" cy="1041836"/>
                </a:xfrm>
                <a:prstGeom prst="rect">
                  <a:avLst/>
                </a:prstGeom>
                <a:noFill/>
              </p:spPr>
              <p:txBody>
                <a:bodyPr wrap="square" anchor="ctr">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理论</a:t>
                  </a:r>
                  <a:endParaRPr lang="en-US" altLang="zh-CN" sz="2400">
                    <a:solidFill>
                      <a:schemeClr val="bg1"/>
                    </a:solidFill>
                    <a:latin typeface="思源黑体 CN Bold" panose="020B0800000000000000" pitchFamily="34" charset="-122"/>
                    <a:ea typeface="思源黑体 CN Bold" panose="020B0800000000000000" pitchFamily="34" charset="-122"/>
                  </a:endParaRPr>
                </a:p>
                <a:p>
                  <a:pPr algn="ctr"/>
                  <a:r>
                    <a:rPr lang="zh-CN" altLang="en-US" sz="2400">
                      <a:solidFill>
                        <a:schemeClr val="bg1"/>
                      </a:solidFill>
                      <a:latin typeface="思源黑体 CN Bold" panose="020B0800000000000000" pitchFamily="34" charset="-122"/>
                      <a:ea typeface="思源黑体 CN Bold" panose="020B0800000000000000" pitchFamily="34" charset="-122"/>
                    </a:rPr>
                    <a:t>讲解</a:t>
                  </a:r>
                </a:p>
              </p:txBody>
            </p:sp>
          </p:grpSp>
          <p:grpSp>
            <p:nvGrpSpPr>
              <p:cNvPr id="23" name="组合 22"/>
              <p:cNvGrpSpPr/>
              <p:nvPr/>
            </p:nvGrpSpPr>
            <p:grpSpPr>
              <a:xfrm>
                <a:off x="5500535" y="4798256"/>
                <a:ext cx="1187402" cy="1203824"/>
                <a:chOff x="5350280" y="3054339"/>
                <a:chExt cx="1488670" cy="1509258"/>
              </a:xfrm>
            </p:grpSpPr>
            <p:sp>
              <p:nvSpPr>
                <p:cNvPr id="24" name="椭圆 23"/>
                <p:cNvSpPr/>
                <p:nvPr/>
              </p:nvSpPr>
              <p:spPr>
                <a:xfrm>
                  <a:off x="5350280" y="3054339"/>
                  <a:ext cx="1488670" cy="1509258"/>
                </a:xfrm>
                <a:prstGeom prst="ellipse">
                  <a:avLst/>
                </a:prstGeom>
                <a:solidFill>
                  <a:schemeClr val="accent3"/>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5" name="文本框 24"/>
                <p:cNvSpPr txBox="1"/>
                <p:nvPr/>
              </p:nvSpPr>
              <p:spPr>
                <a:xfrm>
                  <a:off x="5510603" y="3206155"/>
                  <a:ext cx="1168026" cy="1205625"/>
                </a:xfrm>
                <a:prstGeom prst="rect">
                  <a:avLst/>
                </a:prstGeom>
                <a:noFill/>
              </p:spPr>
              <p:txBody>
                <a:bodyPr wrap="square" anchor="ctr">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角色转型</a:t>
                  </a:r>
                </a:p>
              </p:txBody>
            </p:sp>
          </p:grpSp>
        </p:grpSp>
        <p:grpSp>
          <p:nvGrpSpPr>
            <p:cNvPr id="62" name="组合 61"/>
            <p:cNvGrpSpPr/>
            <p:nvPr/>
          </p:nvGrpSpPr>
          <p:grpSpPr>
            <a:xfrm>
              <a:off x="4892891" y="2390775"/>
              <a:ext cx="2347106" cy="2076448"/>
              <a:chOff x="4921250" y="2390775"/>
              <a:chExt cx="2347106" cy="2076448"/>
            </a:xfrm>
          </p:grpSpPr>
          <p:grpSp>
            <p:nvGrpSpPr>
              <p:cNvPr id="59" name="组合 58"/>
              <p:cNvGrpSpPr/>
              <p:nvPr/>
            </p:nvGrpSpPr>
            <p:grpSpPr>
              <a:xfrm rot="5400000">
                <a:off x="5057777" y="3406139"/>
                <a:ext cx="2076448" cy="45720"/>
                <a:chOff x="4921250" y="3428999"/>
                <a:chExt cx="2347106" cy="0"/>
              </a:xfrm>
            </p:grpSpPr>
            <p:cxnSp>
              <p:nvCxnSpPr>
                <p:cNvPr id="60" name="直接箭头连接符 59"/>
                <p:cNvCxnSpPr/>
                <p:nvPr/>
              </p:nvCxnSpPr>
              <p:spPr>
                <a:xfrm flipH="1">
                  <a:off x="4921250" y="3428999"/>
                  <a:ext cx="44611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6822240" y="3428999"/>
                  <a:ext cx="44611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4921250" y="3428999"/>
                <a:ext cx="2347106" cy="0"/>
                <a:chOff x="4921250" y="3428999"/>
                <a:chExt cx="2347106" cy="0"/>
              </a:xfrm>
            </p:grpSpPr>
            <p:cxnSp>
              <p:nvCxnSpPr>
                <p:cNvPr id="56" name="直接箭头连接符 55"/>
                <p:cNvCxnSpPr/>
                <p:nvPr/>
              </p:nvCxnSpPr>
              <p:spPr>
                <a:xfrm flipH="1">
                  <a:off x="4921250" y="3428999"/>
                  <a:ext cx="44611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6822240" y="3428999"/>
                  <a:ext cx="44611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grpSp>
          <p:nvGrpSpPr>
            <p:cNvPr id="51" name="组合 50"/>
            <p:cNvGrpSpPr/>
            <p:nvPr/>
          </p:nvGrpSpPr>
          <p:grpSpPr>
            <a:xfrm>
              <a:off x="4484432" y="4155757"/>
              <a:ext cx="3220089" cy="383576"/>
              <a:chOff x="4484432" y="4155757"/>
              <a:chExt cx="3220089" cy="383576"/>
            </a:xfrm>
          </p:grpSpPr>
          <p:sp>
            <p:nvSpPr>
              <p:cNvPr id="47" name="箭头: V 形 46"/>
              <p:cNvSpPr/>
              <p:nvPr/>
            </p:nvSpPr>
            <p:spPr>
              <a:xfrm rot="8150977" flipV="1">
                <a:off x="4484432" y="4155757"/>
                <a:ext cx="1149486" cy="383576"/>
              </a:xfrm>
              <a:prstGeom prst="chevron">
                <a:avLst>
                  <a:gd name="adj" fmla="val 52555"/>
                </a:avLst>
              </a:prstGeom>
              <a:solidFill>
                <a:schemeClr val="bg1"/>
              </a:solid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i="0">
                    <a:solidFill>
                      <a:schemeClr val="tx1"/>
                    </a:solidFill>
                    <a:effectLst/>
                    <a:latin typeface="微软雅黑" panose="020B0503020204020204" pitchFamily="34" charset="-122"/>
                    <a:ea typeface="微软雅黑" panose="020B0503020204020204" pitchFamily="34" charset="-122"/>
                  </a:rPr>
                  <a:t>创新</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50" name="箭头: V 形 49"/>
              <p:cNvSpPr/>
              <p:nvPr/>
            </p:nvSpPr>
            <p:spPr>
              <a:xfrm rot="13449023" flipH="1" flipV="1">
                <a:off x="6555035" y="4155757"/>
                <a:ext cx="1149486" cy="383576"/>
              </a:xfrm>
              <a:prstGeom prst="chevron">
                <a:avLst>
                  <a:gd name="adj" fmla="val 52555"/>
                </a:avLst>
              </a:prstGeom>
              <a:solidFill>
                <a:schemeClr val="bg1"/>
              </a:solid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i="0">
                    <a:solidFill>
                      <a:schemeClr val="tx1"/>
                    </a:solidFill>
                    <a:effectLst/>
                    <a:latin typeface="微软雅黑" panose="020B0503020204020204" pitchFamily="34" charset="-122"/>
                    <a:ea typeface="微软雅黑" panose="020B0503020204020204" pitchFamily="34" charset="-122"/>
                  </a:rPr>
                  <a:t>实施</a:t>
                </a:r>
                <a:endParaRPr lang="zh-CN" altLang="en-US" sz="2000">
                  <a:solidFill>
                    <a:schemeClr val="tx1"/>
                  </a:solidFill>
                  <a:latin typeface="微软雅黑" panose="020B0503020204020204" pitchFamily="34" charset="-122"/>
                  <a:ea typeface="微软雅黑" panose="020B0503020204020204" pitchFamily="34" charset="-122"/>
                </a:endParaRPr>
              </a:p>
            </p:txBody>
          </p:sp>
        </p:grpSp>
        <p:grpSp>
          <p:nvGrpSpPr>
            <p:cNvPr id="52" name="组合 51"/>
            <p:cNvGrpSpPr/>
            <p:nvPr/>
          </p:nvGrpSpPr>
          <p:grpSpPr>
            <a:xfrm>
              <a:off x="4484432" y="2278396"/>
              <a:ext cx="3220089" cy="383576"/>
              <a:chOff x="4484432" y="4155757"/>
              <a:chExt cx="3220089" cy="383576"/>
            </a:xfrm>
          </p:grpSpPr>
          <p:sp>
            <p:nvSpPr>
              <p:cNvPr id="53" name="箭头: V 形 52"/>
              <p:cNvSpPr/>
              <p:nvPr/>
            </p:nvSpPr>
            <p:spPr>
              <a:xfrm rot="2496067" flipH="1">
                <a:off x="4484432" y="4155757"/>
                <a:ext cx="1149486" cy="383576"/>
              </a:xfrm>
              <a:prstGeom prst="chevron">
                <a:avLst>
                  <a:gd name="adj" fmla="val 52555"/>
                </a:avLst>
              </a:prstGeom>
              <a:solidFill>
                <a:schemeClr val="bg1"/>
              </a:solid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i="0">
                    <a:solidFill>
                      <a:schemeClr val="tx1"/>
                    </a:solidFill>
                    <a:effectLst/>
                    <a:latin typeface="微软雅黑" panose="020B0503020204020204" pitchFamily="34" charset="-122"/>
                    <a:ea typeface="微软雅黑" panose="020B0503020204020204" pitchFamily="34" charset="-122"/>
                  </a:rPr>
                  <a:t>推进</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54" name="箭头: V 形 53"/>
              <p:cNvSpPr/>
              <p:nvPr/>
            </p:nvSpPr>
            <p:spPr>
              <a:xfrm rot="19155665">
                <a:off x="6555035" y="4155757"/>
                <a:ext cx="1149486" cy="383576"/>
              </a:xfrm>
              <a:prstGeom prst="chevron">
                <a:avLst>
                  <a:gd name="adj" fmla="val 52555"/>
                </a:avLst>
              </a:prstGeom>
              <a:solidFill>
                <a:schemeClr val="bg1"/>
              </a:solid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i="0">
                    <a:solidFill>
                      <a:schemeClr val="tx1"/>
                    </a:solidFill>
                    <a:effectLst/>
                    <a:latin typeface="微软雅黑" panose="020B0503020204020204" pitchFamily="34" charset="-122"/>
                    <a:ea typeface="微软雅黑" panose="020B0503020204020204" pitchFamily="34" charset="-122"/>
                  </a:rPr>
                  <a:t>创设</a:t>
                </a:r>
                <a:endParaRPr lang="zh-CN" altLang="en-US" sz="2000">
                  <a:solidFill>
                    <a:schemeClr val="tx1"/>
                  </a:solidFill>
                  <a:latin typeface="微软雅黑" panose="020B0503020204020204" pitchFamily="34" charset="-122"/>
                  <a:ea typeface="微软雅黑" panose="020B0503020204020204" pitchFamily="3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arn(outVertic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barn(inVertical)">
                                      <p:cBhvr>
                                        <p:cTn id="12"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44340" y="458325"/>
            <a:ext cx="9094266" cy="4795968"/>
            <a:chOff x="1544340" y="458325"/>
            <a:chExt cx="9094266" cy="4795968"/>
          </a:xfrm>
        </p:grpSpPr>
        <p:sp>
          <p:nvSpPr>
            <p:cNvPr id="5" name="椭圆 4"/>
            <p:cNvSpPr/>
            <p:nvPr/>
          </p:nvSpPr>
          <p:spPr>
            <a:xfrm>
              <a:off x="1544340" y="458325"/>
              <a:ext cx="9094266" cy="4795968"/>
            </a:xfrm>
            <a:prstGeom prst="ellipse">
              <a:avLst/>
            </a:prstGeom>
            <a:solidFill>
              <a:schemeClr val="accent1">
                <a:lumMod val="20000"/>
                <a:lumOff val="80000"/>
                <a:alpha val="33000"/>
              </a:schemeClr>
            </a:solidFill>
            <a:ln w="6350">
              <a:solidFill>
                <a:schemeClr val="accent1"/>
              </a:solidFill>
            </a:ln>
            <a:effectLst/>
            <a:scene3d>
              <a:camera prst="orthographicFront"/>
              <a:lightRig rig="contrasting" dir="t">
                <a:rot lat="0" lon="0" rev="0"/>
              </a:lightRig>
            </a:scene3d>
            <a:sp3d prstMaterial="plastic"/>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16" name="组合 15"/>
            <p:cNvGrpSpPr/>
            <p:nvPr/>
          </p:nvGrpSpPr>
          <p:grpSpPr>
            <a:xfrm>
              <a:off x="3432654" y="1170249"/>
              <a:ext cx="5327298" cy="159181"/>
              <a:chOff x="3441012" y="1749427"/>
              <a:chExt cx="5389332" cy="218944"/>
            </a:xfrm>
            <a:solidFill>
              <a:schemeClr val="accent3"/>
            </a:solidFill>
          </p:grpSpPr>
          <p:grpSp>
            <p:nvGrpSpPr>
              <p:cNvPr id="18" name="组合 17"/>
              <p:cNvGrpSpPr/>
              <p:nvPr/>
            </p:nvGrpSpPr>
            <p:grpSpPr>
              <a:xfrm rot="1386942">
                <a:off x="7081431" y="1749427"/>
                <a:ext cx="1748913" cy="218944"/>
                <a:chOff x="-4417397" y="-3669438"/>
                <a:chExt cx="3444720" cy="605641"/>
              </a:xfrm>
              <a:grpFill/>
            </p:grpSpPr>
            <p:sp>
              <p:nvSpPr>
                <p:cNvPr id="22" name="矩形 64"/>
                <p:cNvSpPr/>
                <p:nvPr/>
              </p:nvSpPr>
              <p:spPr>
                <a:xfrm>
                  <a:off x="-4417397" y="-3669438"/>
                  <a:ext cx="3164654" cy="426353"/>
                </a:xfrm>
                <a:custGeom>
                  <a:avLst/>
                  <a:gdLst>
                    <a:gd name="connsiteX0" fmla="*/ 0 w 3094626"/>
                    <a:gd name="connsiteY0" fmla="*/ 0 h 195943"/>
                    <a:gd name="connsiteX1" fmla="*/ 3094626 w 3094626"/>
                    <a:gd name="connsiteY1" fmla="*/ 0 h 195943"/>
                    <a:gd name="connsiteX2" fmla="*/ 3094626 w 3094626"/>
                    <a:gd name="connsiteY2" fmla="*/ 195943 h 195943"/>
                    <a:gd name="connsiteX3" fmla="*/ 0 w 3094626"/>
                    <a:gd name="connsiteY3" fmla="*/ 195943 h 195943"/>
                    <a:gd name="connsiteX4" fmla="*/ 0 w 3094626"/>
                    <a:gd name="connsiteY4" fmla="*/ 0 h 195943"/>
                    <a:gd name="connsiteX0-1" fmla="*/ 0 w 3094626"/>
                    <a:gd name="connsiteY0-2" fmla="*/ 80387 h 195943"/>
                    <a:gd name="connsiteX1-3" fmla="*/ 3094626 w 3094626"/>
                    <a:gd name="connsiteY1-4" fmla="*/ 0 h 195943"/>
                    <a:gd name="connsiteX2-5" fmla="*/ 3094626 w 3094626"/>
                    <a:gd name="connsiteY2-6" fmla="*/ 195943 h 195943"/>
                    <a:gd name="connsiteX3-7" fmla="*/ 0 w 3094626"/>
                    <a:gd name="connsiteY3-8" fmla="*/ 195943 h 195943"/>
                    <a:gd name="connsiteX4-9" fmla="*/ 0 w 3094626"/>
                    <a:gd name="connsiteY4-10" fmla="*/ 80387 h 195943"/>
                    <a:gd name="connsiteX0-11" fmla="*/ 0 w 3094626"/>
                    <a:gd name="connsiteY0-12" fmla="*/ 80387 h 195943"/>
                    <a:gd name="connsiteX1-13" fmla="*/ 3094626 w 3094626"/>
                    <a:gd name="connsiteY1-14" fmla="*/ 0 h 195943"/>
                    <a:gd name="connsiteX2-15" fmla="*/ 3094626 w 3094626"/>
                    <a:gd name="connsiteY2-16" fmla="*/ 195943 h 195943"/>
                    <a:gd name="connsiteX3-17" fmla="*/ 0 w 3094626"/>
                    <a:gd name="connsiteY3-18" fmla="*/ 145701 h 195943"/>
                    <a:gd name="connsiteX4-19" fmla="*/ 0 w 3094626"/>
                    <a:gd name="connsiteY4-20" fmla="*/ 80387 h 195943"/>
                    <a:gd name="connsiteX0-21" fmla="*/ 10048 w 3094626"/>
                    <a:gd name="connsiteY0-22" fmla="*/ 50241 h 195943"/>
                    <a:gd name="connsiteX1-23" fmla="*/ 3094626 w 3094626"/>
                    <a:gd name="connsiteY1-24" fmla="*/ 0 h 195943"/>
                    <a:gd name="connsiteX2-25" fmla="*/ 3094626 w 3094626"/>
                    <a:gd name="connsiteY2-26" fmla="*/ 195943 h 195943"/>
                    <a:gd name="connsiteX3-27" fmla="*/ 0 w 3094626"/>
                    <a:gd name="connsiteY3-28" fmla="*/ 145701 h 195943"/>
                    <a:gd name="connsiteX4-29" fmla="*/ 10048 w 3094626"/>
                    <a:gd name="connsiteY4-30" fmla="*/ 50241 h 195943"/>
                    <a:gd name="connsiteX0-31" fmla="*/ 10048 w 3094626"/>
                    <a:gd name="connsiteY0-32" fmla="*/ 50241 h 195943"/>
                    <a:gd name="connsiteX1-33" fmla="*/ 3094626 w 3094626"/>
                    <a:gd name="connsiteY1-34" fmla="*/ 0 h 195943"/>
                    <a:gd name="connsiteX2-35" fmla="*/ 3094626 w 3094626"/>
                    <a:gd name="connsiteY2-36" fmla="*/ 195943 h 195943"/>
                    <a:gd name="connsiteX3-37" fmla="*/ 0 w 3094626"/>
                    <a:gd name="connsiteY3-38" fmla="*/ 95459 h 195943"/>
                    <a:gd name="connsiteX4-39" fmla="*/ 10048 w 3094626"/>
                    <a:gd name="connsiteY4-40" fmla="*/ 50241 h 195943"/>
                    <a:gd name="connsiteX0-41" fmla="*/ 10048 w 3094626"/>
                    <a:gd name="connsiteY0-42" fmla="*/ 111572 h 257274"/>
                    <a:gd name="connsiteX1-43" fmla="*/ 3094626 w 3094626"/>
                    <a:gd name="connsiteY1-44" fmla="*/ 61331 h 257274"/>
                    <a:gd name="connsiteX2-45" fmla="*/ 3094626 w 3094626"/>
                    <a:gd name="connsiteY2-46" fmla="*/ 257274 h 257274"/>
                    <a:gd name="connsiteX3-47" fmla="*/ 0 w 3094626"/>
                    <a:gd name="connsiteY3-48" fmla="*/ 156790 h 257274"/>
                    <a:gd name="connsiteX4-49" fmla="*/ 10048 w 3094626"/>
                    <a:gd name="connsiteY4-50" fmla="*/ 111572 h 257274"/>
                    <a:gd name="connsiteX0-51" fmla="*/ 10048 w 3094626"/>
                    <a:gd name="connsiteY0-52" fmla="*/ 176360 h 322062"/>
                    <a:gd name="connsiteX1-53" fmla="*/ 3094626 w 3094626"/>
                    <a:gd name="connsiteY1-54" fmla="*/ 126119 h 322062"/>
                    <a:gd name="connsiteX2-55" fmla="*/ 3094626 w 3094626"/>
                    <a:gd name="connsiteY2-56" fmla="*/ 322062 h 322062"/>
                    <a:gd name="connsiteX3-57" fmla="*/ 0 w 3094626"/>
                    <a:gd name="connsiteY3-58" fmla="*/ 221578 h 322062"/>
                    <a:gd name="connsiteX4-59" fmla="*/ 10048 w 3094626"/>
                    <a:gd name="connsiteY4-60" fmla="*/ 176360 h 322062"/>
                    <a:gd name="connsiteX0-61" fmla="*/ 10048 w 3094626"/>
                    <a:gd name="connsiteY0-62" fmla="*/ 176360 h 322062"/>
                    <a:gd name="connsiteX1-63" fmla="*/ 3094626 w 3094626"/>
                    <a:gd name="connsiteY1-64" fmla="*/ 126119 h 322062"/>
                    <a:gd name="connsiteX2-65" fmla="*/ 3094626 w 3094626"/>
                    <a:gd name="connsiteY2-66" fmla="*/ 322062 h 322062"/>
                    <a:gd name="connsiteX3-67" fmla="*/ 0 w 3094626"/>
                    <a:gd name="connsiteY3-68" fmla="*/ 221578 h 322062"/>
                    <a:gd name="connsiteX4-69" fmla="*/ 10048 w 3094626"/>
                    <a:gd name="connsiteY4-70" fmla="*/ 176360 h 322062"/>
                    <a:gd name="connsiteX0-71" fmla="*/ 10048 w 3094626"/>
                    <a:gd name="connsiteY0-72" fmla="*/ 176360 h 322062"/>
                    <a:gd name="connsiteX1-73" fmla="*/ 3094626 w 3094626"/>
                    <a:gd name="connsiteY1-74" fmla="*/ 126119 h 322062"/>
                    <a:gd name="connsiteX2-75" fmla="*/ 3094626 w 3094626"/>
                    <a:gd name="connsiteY2-76" fmla="*/ 322062 h 322062"/>
                    <a:gd name="connsiteX3-77" fmla="*/ 0 w 3094626"/>
                    <a:gd name="connsiteY3-78" fmla="*/ 221578 h 322062"/>
                    <a:gd name="connsiteX4-79" fmla="*/ 10048 w 3094626"/>
                    <a:gd name="connsiteY4-80" fmla="*/ 176360 h 322062"/>
                    <a:gd name="connsiteX0-81" fmla="*/ 10048 w 3094626"/>
                    <a:gd name="connsiteY0-82" fmla="*/ 176360 h 312013"/>
                    <a:gd name="connsiteX1-83" fmla="*/ 3094626 w 3094626"/>
                    <a:gd name="connsiteY1-84" fmla="*/ 126119 h 312013"/>
                    <a:gd name="connsiteX2-85" fmla="*/ 3034336 w 3094626"/>
                    <a:gd name="connsiteY2-86" fmla="*/ 312013 h 312013"/>
                    <a:gd name="connsiteX3-87" fmla="*/ 0 w 3094626"/>
                    <a:gd name="connsiteY3-88" fmla="*/ 221578 h 312013"/>
                    <a:gd name="connsiteX4-89" fmla="*/ 10048 w 3094626"/>
                    <a:gd name="connsiteY4-90" fmla="*/ 176360 h 312013"/>
                    <a:gd name="connsiteX0-91" fmla="*/ 10048 w 3094626"/>
                    <a:gd name="connsiteY0-92" fmla="*/ 176360 h 312013"/>
                    <a:gd name="connsiteX1-93" fmla="*/ 3094626 w 3094626"/>
                    <a:gd name="connsiteY1-94" fmla="*/ 126119 h 312013"/>
                    <a:gd name="connsiteX2-95" fmla="*/ 3064481 w 3094626"/>
                    <a:gd name="connsiteY2-96" fmla="*/ 312013 h 312013"/>
                    <a:gd name="connsiteX3-97" fmla="*/ 0 w 3094626"/>
                    <a:gd name="connsiteY3-98" fmla="*/ 221578 h 312013"/>
                    <a:gd name="connsiteX4-99" fmla="*/ 10048 w 3094626"/>
                    <a:gd name="connsiteY4-100" fmla="*/ 176360 h 312013"/>
                    <a:gd name="connsiteX0-101" fmla="*/ 10048 w 3104674"/>
                    <a:gd name="connsiteY0-102" fmla="*/ 193598 h 329251"/>
                    <a:gd name="connsiteX1-103" fmla="*/ 3104674 w 3104674"/>
                    <a:gd name="connsiteY1-104" fmla="*/ 113212 h 329251"/>
                    <a:gd name="connsiteX2-105" fmla="*/ 3064481 w 3104674"/>
                    <a:gd name="connsiteY2-106" fmla="*/ 329251 h 329251"/>
                    <a:gd name="connsiteX3-107" fmla="*/ 0 w 3104674"/>
                    <a:gd name="connsiteY3-108" fmla="*/ 238816 h 329251"/>
                    <a:gd name="connsiteX4-109" fmla="*/ 10048 w 3104674"/>
                    <a:gd name="connsiteY4-110" fmla="*/ 193598 h 329251"/>
                    <a:gd name="connsiteX0-111" fmla="*/ 95429 w 3190055"/>
                    <a:gd name="connsiteY0-112" fmla="*/ 193598 h 329251"/>
                    <a:gd name="connsiteX1-113" fmla="*/ 3190055 w 3190055"/>
                    <a:gd name="connsiteY1-114" fmla="*/ 113212 h 329251"/>
                    <a:gd name="connsiteX2-115" fmla="*/ 3149862 w 3190055"/>
                    <a:gd name="connsiteY2-116" fmla="*/ 329251 h 329251"/>
                    <a:gd name="connsiteX3-117" fmla="*/ 0 w 3190055"/>
                    <a:gd name="connsiteY3-118" fmla="*/ 249833 h 329251"/>
                    <a:gd name="connsiteX4-119" fmla="*/ 95429 w 3190055"/>
                    <a:gd name="connsiteY4-120" fmla="*/ 193598 h 329251"/>
                    <a:gd name="connsiteX0-121" fmla="*/ 120216 w 3190055"/>
                    <a:gd name="connsiteY0-122" fmla="*/ 193598 h 329251"/>
                    <a:gd name="connsiteX1-123" fmla="*/ 3190055 w 3190055"/>
                    <a:gd name="connsiteY1-124" fmla="*/ 113212 h 329251"/>
                    <a:gd name="connsiteX2-125" fmla="*/ 3149862 w 3190055"/>
                    <a:gd name="connsiteY2-126" fmla="*/ 329251 h 329251"/>
                    <a:gd name="connsiteX3-127" fmla="*/ 0 w 3190055"/>
                    <a:gd name="connsiteY3-128" fmla="*/ 249833 h 329251"/>
                    <a:gd name="connsiteX4-129" fmla="*/ 120216 w 3190055"/>
                    <a:gd name="connsiteY4-130" fmla="*/ 193598 h 329251"/>
                    <a:gd name="connsiteX0-131" fmla="*/ 120216 w 3190055"/>
                    <a:gd name="connsiteY0-132" fmla="*/ 193598 h 329251"/>
                    <a:gd name="connsiteX1-133" fmla="*/ 3190055 w 3190055"/>
                    <a:gd name="connsiteY1-134" fmla="*/ 113212 h 329251"/>
                    <a:gd name="connsiteX2-135" fmla="*/ 3149862 w 3190055"/>
                    <a:gd name="connsiteY2-136" fmla="*/ 329251 h 329251"/>
                    <a:gd name="connsiteX3-137" fmla="*/ 0 w 3190055"/>
                    <a:gd name="connsiteY3-138" fmla="*/ 249833 h 329251"/>
                    <a:gd name="connsiteX4-139" fmla="*/ 120216 w 3190055"/>
                    <a:gd name="connsiteY4-140" fmla="*/ 193598 h 329251"/>
                    <a:gd name="connsiteX0-141" fmla="*/ 120216 w 3190055"/>
                    <a:gd name="connsiteY0-142" fmla="*/ 193598 h 329251"/>
                    <a:gd name="connsiteX1-143" fmla="*/ 3190055 w 3190055"/>
                    <a:gd name="connsiteY1-144" fmla="*/ 113212 h 329251"/>
                    <a:gd name="connsiteX2-145" fmla="*/ 3149862 w 3190055"/>
                    <a:gd name="connsiteY2-146" fmla="*/ 329251 h 329251"/>
                    <a:gd name="connsiteX3-147" fmla="*/ 0 w 3190055"/>
                    <a:gd name="connsiteY3-148" fmla="*/ 249833 h 329251"/>
                    <a:gd name="connsiteX4-149" fmla="*/ 120216 w 3190055"/>
                    <a:gd name="connsiteY4-150" fmla="*/ 193598 h 329251"/>
                    <a:gd name="connsiteX0-151" fmla="*/ 120216 w 3190055"/>
                    <a:gd name="connsiteY0-152" fmla="*/ 193598 h 329251"/>
                    <a:gd name="connsiteX1-153" fmla="*/ 3190055 w 3190055"/>
                    <a:gd name="connsiteY1-154" fmla="*/ 113212 h 329251"/>
                    <a:gd name="connsiteX2-155" fmla="*/ 3149862 w 3190055"/>
                    <a:gd name="connsiteY2-156" fmla="*/ 329251 h 329251"/>
                    <a:gd name="connsiteX3-157" fmla="*/ 0 w 3190055"/>
                    <a:gd name="connsiteY3-158" fmla="*/ 249833 h 329251"/>
                    <a:gd name="connsiteX4-159" fmla="*/ 120216 w 3190055"/>
                    <a:gd name="connsiteY4-160" fmla="*/ 193598 h 329251"/>
                    <a:gd name="connsiteX0-161" fmla="*/ 120216 w 3190055"/>
                    <a:gd name="connsiteY0-162" fmla="*/ 193598 h 351285"/>
                    <a:gd name="connsiteX1-163" fmla="*/ 3190055 w 3190055"/>
                    <a:gd name="connsiteY1-164" fmla="*/ 113212 h 351285"/>
                    <a:gd name="connsiteX2-165" fmla="*/ 3133337 w 3190055"/>
                    <a:gd name="connsiteY2-166" fmla="*/ 351285 h 351285"/>
                    <a:gd name="connsiteX3-167" fmla="*/ 0 w 3190055"/>
                    <a:gd name="connsiteY3-168" fmla="*/ 249833 h 351285"/>
                    <a:gd name="connsiteX4-169" fmla="*/ 120216 w 3190055"/>
                    <a:gd name="connsiteY4-170" fmla="*/ 193598 h 351285"/>
                    <a:gd name="connsiteX0-171" fmla="*/ 120216 w 3190055"/>
                    <a:gd name="connsiteY0-172" fmla="*/ 193598 h 351285"/>
                    <a:gd name="connsiteX1-173" fmla="*/ 3190055 w 3190055"/>
                    <a:gd name="connsiteY1-174" fmla="*/ 113212 h 351285"/>
                    <a:gd name="connsiteX2-175" fmla="*/ 3133337 w 3190055"/>
                    <a:gd name="connsiteY2-176" fmla="*/ 351285 h 351285"/>
                    <a:gd name="connsiteX3-177" fmla="*/ 0 w 3190055"/>
                    <a:gd name="connsiteY3-178" fmla="*/ 249833 h 351285"/>
                    <a:gd name="connsiteX4-179" fmla="*/ 120216 w 3190055"/>
                    <a:gd name="connsiteY4-180" fmla="*/ 193598 h 351285"/>
                    <a:gd name="connsiteX0-181" fmla="*/ 120216 w 3190055"/>
                    <a:gd name="connsiteY0-182" fmla="*/ 193598 h 337514"/>
                    <a:gd name="connsiteX1-183" fmla="*/ 3190055 w 3190055"/>
                    <a:gd name="connsiteY1-184" fmla="*/ 113212 h 337514"/>
                    <a:gd name="connsiteX2-185" fmla="*/ 3136092 w 3190055"/>
                    <a:gd name="connsiteY2-186" fmla="*/ 337514 h 337514"/>
                    <a:gd name="connsiteX3-187" fmla="*/ 0 w 3190055"/>
                    <a:gd name="connsiteY3-188" fmla="*/ 249833 h 337514"/>
                    <a:gd name="connsiteX4-189" fmla="*/ 120216 w 3190055"/>
                    <a:gd name="connsiteY4-190" fmla="*/ 193598 h 337514"/>
                    <a:gd name="connsiteX0-191" fmla="*/ 120216 w 3190055"/>
                    <a:gd name="connsiteY0-192" fmla="*/ 193598 h 337514"/>
                    <a:gd name="connsiteX1-193" fmla="*/ 3190055 w 3190055"/>
                    <a:gd name="connsiteY1-194" fmla="*/ 113212 h 337514"/>
                    <a:gd name="connsiteX2-195" fmla="*/ 3136092 w 3190055"/>
                    <a:gd name="connsiteY2-196" fmla="*/ 337514 h 337514"/>
                    <a:gd name="connsiteX3-197" fmla="*/ 0 w 3190055"/>
                    <a:gd name="connsiteY3-198" fmla="*/ 249833 h 337514"/>
                    <a:gd name="connsiteX4-199" fmla="*/ 120216 w 3190055"/>
                    <a:gd name="connsiteY4-200" fmla="*/ 193598 h 337514"/>
                    <a:gd name="connsiteX0-201" fmla="*/ 120216 w 3190055"/>
                    <a:gd name="connsiteY0-202" fmla="*/ 193598 h 337514"/>
                    <a:gd name="connsiteX1-203" fmla="*/ 3190055 w 3190055"/>
                    <a:gd name="connsiteY1-204" fmla="*/ 113212 h 337514"/>
                    <a:gd name="connsiteX2-205" fmla="*/ 3136092 w 3190055"/>
                    <a:gd name="connsiteY2-206" fmla="*/ 337514 h 337514"/>
                    <a:gd name="connsiteX3-207" fmla="*/ 0 w 3190055"/>
                    <a:gd name="connsiteY3-208" fmla="*/ 249833 h 337514"/>
                    <a:gd name="connsiteX4-209" fmla="*/ 120216 w 3190055"/>
                    <a:gd name="connsiteY4-210" fmla="*/ 193598 h 337514"/>
                    <a:gd name="connsiteX0-211" fmla="*/ 120216 w 3190055"/>
                    <a:gd name="connsiteY0-212" fmla="*/ 193598 h 354039"/>
                    <a:gd name="connsiteX1-213" fmla="*/ 3190055 w 3190055"/>
                    <a:gd name="connsiteY1-214" fmla="*/ 113212 h 354039"/>
                    <a:gd name="connsiteX2-215" fmla="*/ 3133338 w 3190055"/>
                    <a:gd name="connsiteY2-216" fmla="*/ 354039 h 354039"/>
                    <a:gd name="connsiteX3-217" fmla="*/ 0 w 3190055"/>
                    <a:gd name="connsiteY3-218" fmla="*/ 249833 h 354039"/>
                    <a:gd name="connsiteX4-219" fmla="*/ 120216 w 3190055"/>
                    <a:gd name="connsiteY4-220" fmla="*/ 193598 h 354039"/>
                    <a:gd name="connsiteX0-221" fmla="*/ 120216 w 3195563"/>
                    <a:gd name="connsiteY0-222" fmla="*/ 214366 h 374807"/>
                    <a:gd name="connsiteX1-223" fmla="*/ 3195563 w 3195563"/>
                    <a:gd name="connsiteY1-224" fmla="*/ 100930 h 374807"/>
                    <a:gd name="connsiteX2-225" fmla="*/ 3133338 w 3195563"/>
                    <a:gd name="connsiteY2-226" fmla="*/ 374807 h 374807"/>
                    <a:gd name="connsiteX3-227" fmla="*/ 0 w 3195563"/>
                    <a:gd name="connsiteY3-228" fmla="*/ 270601 h 374807"/>
                    <a:gd name="connsiteX4-229" fmla="*/ 120216 w 3195563"/>
                    <a:gd name="connsiteY4-230" fmla="*/ 214366 h 374807"/>
                    <a:gd name="connsiteX0-231" fmla="*/ 120216 w 3195563"/>
                    <a:gd name="connsiteY0-232" fmla="*/ 225150 h 385591"/>
                    <a:gd name="connsiteX1-233" fmla="*/ 3195563 w 3195563"/>
                    <a:gd name="connsiteY1-234" fmla="*/ 111714 h 385591"/>
                    <a:gd name="connsiteX2-235" fmla="*/ 3133338 w 3195563"/>
                    <a:gd name="connsiteY2-236" fmla="*/ 385591 h 385591"/>
                    <a:gd name="connsiteX3-237" fmla="*/ 0 w 3195563"/>
                    <a:gd name="connsiteY3-238" fmla="*/ 281385 h 385591"/>
                    <a:gd name="connsiteX4-239" fmla="*/ 120216 w 3195563"/>
                    <a:gd name="connsiteY4-240" fmla="*/ 225150 h 385591"/>
                    <a:gd name="connsiteX0-241" fmla="*/ 120216 w 3195563"/>
                    <a:gd name="connsiteY0-242" fmla="*/ 225150 h 385591"/>
                    <a:gd name="connsiteX1-243" fmla="*/ 3195563 w 3195563"/>
                    <a:gd name="connsiteY1-244" fmla="*/ 111714 h 385591"/>
                    <a:gd name="connsiteX2-245" fmla="*/ 3133338 w 3195563"/>
                    <a:gd name="connsiteY2-246" fmla="*/ 385591 h 385591"/>
                    <a:gd name="connsiteX3-247" fmla="*/ 0 w 3195563"/>
                    <a:gd name="connsiteY3-248" fmla="*/ 281385 h 385591"/>
                    <a:gd name="connsiteX4-249" fmla="*/ 120216 w 3195563"/>
                    <a:gd name="connsiteY4-250" fmla="*/ 225150 h 385591"/>
                    <a:gd name="connsiteX0-251" fmla="*/ 120216 w 3170681"/>
                    <a:gd name="connsiteY0-252" fmla="*/ 210835 h 371276"/>
                    <a:gd name="connsiteX1-253" fmla="*/ 3170681 w 3170681"/>
                    <a:gd name="connsiteY1-254" fmla="*/ 119479 h 371276"/>
                    <a:gd name="connsiteX2-255" fmla="*/ 3133338 w 3170681"/>
                    <a:gd name="connsiteY2-256" fmla="*/ 371276 h 371276"/>
                    <a:gd name="connsiteX3-257" fmla="*/ 0 w 3170681"/>
                    <a:gd name="connsiteY3-258" fmla="*/ 267070 h 371276"/>
                    <a:gd name="connsiteX4-259" fmla="*/ 120216 w 3170681"/>
                    <a:gd name="connsiteY4-260" fmla="*/ 210835 h 371276"/>
                    <a:gd name="connsiteX0-261" fmla="*/ 120216 w 3170681"/>
                    <a:gd name="connsiteY0-262" fmla="*/ 234595 h 395036"/>
                    <a:gd name="connsiteX1-263" fmla="*/ 3170681 w 3170681"/>
                    <a:gd name="connsiteY1-264" fmla="*/ 143239 h 395036"/>
                    <a:gd name="connsiteX2-265" fmla="*/ 3133338 w 3170681"/>
                    <a:gd name="connsiteY2-266" fmla="*/ 395036 h 395036"/>
                    <a:gd name="connsiteX3-267" fmla="*/ 0 w 3170681"/>
                    <a:gd name="connsiteY3-268" fmla="*/ 290830 h 395036"/>
                    <a:gd name="connsiteX4-269" fmla="*/ 120216 w 3170681"/>
                    <a:gd name="connsiteY4-270" fmla="*/ 234595 h 395036"/>
                    <a:gd name="connsiteX0-271" fmla="*/ 120216 w 3170681"/>
                    <a:gd name="connsiteY0-272" fmla="*/ 234595 h 395036"/>
                    <a:gd name="connsiteX1-273" fmla="*/ 3170681 w 3170681"/>
                    <a:gd name="connsiteY1-274" fmla="*/ 143239 h 395036"/>
                    <a:gd name="connsiteX2-275" fmla="*/ 3133338 w 3170681"/>
                    <a:gd name="connsiteY2-276" fmla="*/ 395036 h 395036"/>
                    <a:gd name="connsiteX3-277" fmla="*/ 0 w 3170681"/>
                    <a:gd name="connsiteY3-278" fmla="*/ 290830 h 395036"/>
                    <a:gd name="connsiteX4-279" fmla="*/ 120216 w 3170681"/>
                    <a:gd name="connsiteY4-280" fmla="*/ 234595 h 395036"/>
                    <a:gd name="connsiteX0-281" fmla="*/ 120216 w 3170681"/>
                    <a:gd name="connsiteY0-282" fmla="*/ 279041 h 439482"/>
                    <a:gd name="connsiteX1-283" fmla="*/ 3170681 w 3170681"/>
                    <a:gd name="connsiteY1-284" fmla="*/ 187685 h 439482"/>
                    <a:gd name="connsiteX2-285" fmla="*/ 3133338 w 3170681"/>
                    <a:gd name="connsiteY2-286" fmla="*/ 439482 h 439482"/>
                    <a:gd name="connsiteX3-287" fmla="*/ 0 w 3170681"/>
                    <a:gd name="connsiteY3-288" fmla="*/ 335276 h 439482"/>
                    <a:gd name="connsiteX4-289" fmla="*/ 120216 w 3170681"/>
                    <a:gd name="connsiteY4-290" fmla="*/ 279041 h 439482"/>
                    <a:gd name="connsiteX0-291" fmla="*/ 120216 w 3170681"/>
                    <a:gd name="connsiteY0-292" fmla="*/ 312223 h 472664"/>
                    <a:gd name="connsiteX1-293" fmla="*/ 3170681 w 3170681"/>
                    <a:gd name="connsiteY1-294" fmla="*/ 220867 h 472664"/>
                    <a:gd name="connsiteX2-295" fmla="*/ 3133338 w 3170681"/>
                    <a:gd name="connsiteY2-296" fmla="*/ 472664 h 472664"/>
                    <a:gd name="connsiteX3-297" fmla="*/ 0 w 3170681"/>
                    <a:gd name="connsiteY3-298" fmla="*/ 368458 h 472664"/>
                    <a:gd name="connsiteX4-299" fmla="*/ 120216 w 3170681"/>
                    <a:gd name="connsiteY4-300" fmla="*/ 312223 h 472664"/>
                    <a:gd name="connsiteX0-301" fmla="*/ 120216 w 3170681"/>
                    <a:gd name="connsiteY0-302" fmla="*/ 312223 h 472664"/>
                    <a:gd name="connsiteX1-303" fmla="*/ 3170681 w 3170681"/>
                    <a:gd name="connsiteY1-304" fmla="*/ 220867 h 472664"/>
                    <a:gd name="connsiteX2-305" fmla="*/ 3133338 w 3170681"/>
                    <a:gd name="connsiteY2-306" fmla="*/ 472664 h 472664"/>
                    <a:gd name="connsiteX3-307" fmla="*/ 0 w 3170681"/>
                    <a:gd name="connsiteY3-308" fmla="*/ 368458 h 472664"/>
                    <a:gd name="connsiteX4-309" fmla="*/ 120216 w 3170681"/>
                    <a:gd name="connsiteY4-310" fmla="*/ 312223 h 472664"/>
                    <a:gd name="connsiteX0-311" fmla="*/ 120216 w 3170681"/>
                    <a:gd name="connsiteY0-312" fmla="*/ 312223 h 472664"/>
                    <a:gd name="connsiteX1-313" fmla="*/ 3170681 w 3170681"/>
                    <a:gd name="connsiteY1-314" fmla="*/ 220867 h 472664"/>
                    <a:gd name="connsiteX2-315" fmla="*/ 3133338 w 3170681"/>
                    <a:gd name="connsiteY2-316" fmla="*/ 472664 h 472664"/>
                    <a:gd name="connsiteX3-317" fmla="*/ 0 w 3170681"/>
                    <a:gd name="connsiteY3-318" fmla="*/ 368458 h 472664"/>
                    <a:gd name="connsiteX4-319" fmla="*/ 120216 w 3170681"/>
                    <a:gd name="connsiteY4-320" fmla="*/ 312223 h 472664"/>
                    <a:gd name="connsiteX0-321" fmla="*/ 120216 w 3170681"/>
                    <a:gd name="connsiteY0-322" fmla="*/ 312223 h 523910"/>
                    <a:gd name="connsiteX1-323" fmla="*/ 3170681 w 3170681"/>
                    <a:gd name="connsiteY1-324" fmla="*/ 220867 h 523910"/>
                    <a:gd name="connsiteX2-325" fmla="*/ 3117841 w 3170681"/>
                    <a:gd name="connsiteY2-326" fmla="*/ 523910 h 523910"/>
                    <a:gd name="connsiteX3-327" fmla="*/ 0 w 3170681"/>
                    <a:gd name="connsiteY3-328" fmla="*/ 368458 h 523910"/>
                    <a:gd name="connsiteX4-329" fmla="*/ 120216 w 3170681"/>
                    <a:gd name="connsiteY4-330" fmla="*/ 312223 h 523910"/>
                    <a:gd name="connsiteX0-331" fmla="*/ 120216 w 3164653"/>
                    <a:gd name="connsiteY0-332" fmla="*/ 327095 h 538782"/>
                    <a:gd name="connsiteX1-333" fmla="*/ 3164653 w 3164653"/>
                    <a:gd name="connsiteY1-334" fmla="*/ 210678 h 538782"/>
                    <a:gd name="connsiteX2-335" fmla="*/ 3117841 w 3164653"/>
                    <a:gd name="connsiteY2-336" fmla="*/ 538782 h 538782"/>
                    <a:gd name="connsiteX3-337" fmla="*/ 0 w 3164653"/>
                    <a:gd name="connsiteY3-338" fmla="*/ 383330 h 538782"/>
                    <a:gd name="connsiteX4-339" fmla="*/ 120216 w 3164653"/>
                    <a:gd name="connsiteY4-340" fmla="*/ 327095 h 53878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164653" h="538782">
                      <a:moveTo>
                        <a:pt x="120216" y="327095"/>
                      </a:moveTo>
                      <a:cubicBezTo>
                        <a:pt x="1208810" y="-39025"/>
                        <a:pt x="2229241" y="-125699"/>
                        <a:pt x="3164653" y="210678"/>
                      </a:cubicBezTo>
                      <a:lnTo>
                        <a:pt x="3117841" y="538782"/>
                      </a:lnTo>
                      <a:cubicBezTo>
                        <a:pt x="2620016" y="211295"/>
                        <a:pt x="1148817" y="-14579"/>
                        <a:pt x="0" y="383330"/>
                      </a:cubicBezTo>
                      <a:cubicBezTo>
                        <a:pt x="40072" y="364585"/>
                        <a:pt x="58110" y="348594"/>
                        <a:pt x="120216" y="32709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23" name="等腰三角形 22"/>
                <p:cNvSpPr/>
                <p:nvPr/>
              </p:nvSpPr>
              <p:spPr>
                <a:xfrm rot="6159150">
                  <a:off x="-1436011" y="-3527131"/>
                  <a:ext cx="550966" cy="375702"/>
                </a:xfrm>
                <a:prstGeom prst="triangle">
                  <a:avLst>
                    <a:gd name="adj" fmla="val 5663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grpSp>
            <p:nvGrpSpPr>
              <p:cNvPr id="19" name="组合 18"/>
              <p:cNvGrpSpPr/>
              <p:nvPr/>
            </p:nvGrpSpPr>
            <p:grpSpPr>
              <a:xfrm rot="20213058" flipH="1">
                <a:off x="3441012" y="1749427"/>
                <a:ext cx="1748913" cy="218944"/>
                <a:chOff x="-4417397" y="-3669438"/>
                <a:chExt cx="3444720" cy="605641"/>
              </a:xfrm>
              <a:grpFill/>
            </p:grpSpPr>
            <p:sp>
              <p:nvSpPr>
                <p:cNvPr id="20" name="矩形 64"/>
                <p:cNvSpPr/>
                <p:nvPr/>
              </p:nvSpPr>
              <p:spPr>
                <a:xfrm>
                  <a:off x="-4417397" y="-3669438"/>
                  <a:ext cx="3164654" cy="426353"/>
                </a:xfrm>
                <a:custGeom>
                  <a:avLst/>
                  <a:gdLst>
                    <a:gd name="connsiteX0" fmla="*/ 0 w 3094626"/>
                    <a:gd name="connsiteY0" fmla="*/ 0 h 195943"/>
                    <a:gd name="connsiteX1" fmla="*/ 3094626 w 3094626"/>
                    <a:gd name="connsiteY1" fmla="*/ 0 h 195943"/>
                    <a:gd name="connsiteX2" fmla="*/ 3094626 w 3094626"/>
                    <a:gd name="connsiteY2" fmla="*/ 195943 h 195943"/>
                    <a:gd name="connsiteX3" fmla="*/ 0 w 3094626"/>
                    <a:gd name="connsiteY3" fmla="*/ 195943 h 195943"/>
                    <a:gd name="connsiteX4" fmla="*/ 0 w 3094626"/>
                    <a:gd name="connsiteY4" fmla="*/ 0 h 195943"/>
                    <a:gd name="connsiteX0-1" fmla="*/ 0 w 3094626"/>
                    <a:gd name="connsiteY0-2" fmla="*/ 80387 h 195943"/>
                    <a:gd name="connsiteX1-3" fmla="*/ 3094626 w 3094626"/>
                    <a:gd name="connsiteY1-4" fmla="*/ 0 h 195943"/>
                    <a:gd name="connsiteX2-5" fmla="*/ 3094626 w 3094626"/>
                    <a:gd name="connsiteY2-6" fmla="*/ 195943 h 195943"/>
                    <a:gd name="connsiteX3-7" fmla="*/ 0 w 3094626"/>
                    <a:gd name="connsiteY3-8" fmla="*/ 195943 h 195943"/>
                    <a:gd name="connsiteX4-9" fmla="*/ 0 w 3094626"/>
                    <a:gd name="connsiteY4-10" fmla="*/ 80387 h 195943"/>
                    <a:gd name="connsiteX0-11" fmla="*/ 0 w 3094626"/>
                    <a:gd name="connsiteY0-12" fmla="*/ 80387 h 195943"/>
                    <a:gd name="connsiteX1-13" fmla="*/ 3094626 w 3094626"/>
                    <a:gd name="connsiteY1-14" fmla="*/ 0 h 195943"/>
                    <a:gd name="connsiteX2-15" fmla="*/ 3094626 w 3094626"/>
                    <a:gd name="connsiteY2-16" fmla="*/ 195943 h 195943"/>
                    <a:gd name="connsiteX3-17" fmla="*/ 0 w 3094626"/>
                    <a:gd name="connsiteY3-18" fmla="*/ 145701 h 195943"/>
                    <a:gd name="connsiteX4-19" fmla="*/ 0 w 3094626"/>
                    <a:gd name="connsiteY4-20" fmla="*/ 80387 h 195943"/>
                    <a:gd name="connsiteX0-21" fmla="*/ 10048 w 3094626"/>
                    <a:gd name="connsiteY0-22" fmla="*/ 50241 h 195943"/>
                    <a:gd name="connsiteX1-23" fmla="*/ 3094626 w 3094626"/>
                    <a:gd name="connsiteY1-24" fmla="*/ 0 h 195943"/>
                    <a:gd name="connsiteX2-25" fmla="*/ 3094626 w 3094626"/>
                    <a:gd name="connsiteY2-26" fmla="*/ 195943 h 195943"/>
                    <a:gd name="connsiteX3-27" fmla="*/ 0 w 3094626"/>
                    <a:gd name="connsiteY3-28" fmla="*/ 145701 h 195943"/>
                    <a:gd name="connsiteX4-29" fmla="*/ 10048 w 3094626"/>
                    <a:gd name="connsiteY4-30" fmla="*/ 50241 h 195943"/>
                    <a:gd name="connsiteX0-31" fmla="*/ 10048 w 3094626"/>
                    <a:gd name="connsiteY0-32" fmla="*/ 50241 h 195943"/>
                    <a:gd name="connsiteX1-33" fmla="*/ 3094626 w 3094626"/>
                    <a:gd name="connsiteY1-34" fmla="*/ 0 h 195943"/>
                    <a:gd name="connsiteX2-35" fmla="*/ 3094626 w 3094626"/>
                    <a:gd name="connsiteY2-36" fmla="*/ 195943 h 195943"/>
                    <a:gd name="connsiteX3-37" fmla="*/ 0 w 3094626"/>
                    <a:gd name="connsiteY3-38" fmla="*/ 95459 h 195943"/>
                    <a:gd name="connsiteX4-39" fmla="*/ 10048 w 3094626"/>
                    <a:gd name="connsiteY4-40" fmla="*/ 50241 h 195943"/>
                    <a:gd name="connsiteX0-41" fmla="*/ 10048 w 3094626"/>
                    <a:gd name="connsiteY0-42" fmla="*/ 111572 h 257274"/>
                    <a:gd name="connsiteX1-43" fmla="*/ 3094626 w 3094626"/>
                    <a:gd name="connsiteY1-44" fmla="*/ 61331 h 257274"/>
                    <a:gd name="connsiteX2-45" fmla="*/ 3094626 w 3094626"/>
                    <a:gd name="connsiteY2-46" fmla="*/ 257274 h 257274"/>
                    <a:gd name="connsiteX3-47" fmla="*/ 0 w 3094626"/>
                    <a:gd name="connsiteY3-48" fmla="*/ 156790 h 257274"/>
                    <a:gd name="connsiteX4-49" fmla="*/ 10048 w 3094626"/>
                    <a:gd name="connsiteY4-50" fmla="*/ 111572 h 257274"/>
                    <a:gd name="connsiteX0-51" fmla="*/ 10048 w 3094626"/>
                    <a:gd name="connsiteY0-52" fmla="*/ 176360 h 322062"/>
                    <a:gd name="connsiteX1-53" fmla="*/ 3094626 w 3094626"/>
                    <a:gd name="connsiteY1-54" fmla="*/ 126119 h 322062"/>
                    <a:gd name="connsiteX2-55" fmla="*/ 3094626 w 3094626"/>
                    <a:gd name="connsiteY2-56" fmla="*/ 322062 h 322062"/>
                    <a:gd name="connsiteX3-57" fmla="*/ 0 w 3094626"/>
                    <a:gd name="connsiteY3-58" fmla="*/ 221578 h 322062"/>
                    <a:gd name="connsiteX4-59" fmla="*/ 10048 w 3094626"/>
                    <a:gd name="connsiteY4-60" fmla="*/ 176360 h 322062"/>
                    <a:gd name="connsiteX0-61" fmla="*/ 10048 w 3094626"/>
                    <a:gd name="connsiteY0-62" fmla="*/ 176360 h 322062"/>
                    <a:gd name="connsiteX1-63" fmla="*/ 3094626 w 3094626"/>
                    <a:gd name="connsiteY1-64" fmla="*/ 126119 h 322062"/>
                    <a:gd name="connsiteX2-65" fmla="*/ 3094626 w 3094626"/>
                    <a:gd name="connsiteY2-66" fmla="*/ 322062 h 322062"/>
                    <a:gd name="connsiteX3-67" fmla="*/ 0 w 3094626"/>
                    <a:gd name="connsiteY3-68" fmla="*/ 221578 h 322062"/>
                    <a:gd name="connsiteX4-69" fmla="*/ 10048 w 3094626"/>
                    <a:gd name="connsiteY4-70" fmla="*/ 176360 h 322062"/>
                    <a:gd name="connsiteX0-71" fmla="*/ 10048 w 3094626"/>
                    <a:gd name="connsiteY0-72" fmla="*/ 176360 h 322062"/>
                    <a:gd name="connsiteX1-73" fmla="*/ 3094626 w 3094626"/>
                    <a:gd name="connsiteY1-74" fmla="*/ 126119 h 322062"/>
                    <a:gd name="connsiteX2-75" fmla="*/ 3094626 w 3094626"/>
                    <a:gd name="connsiteY2-76" fmla="*/ 322062 h 322062"/>
                    <a:gd name="connsiteX3-77" fmla="*/ 0 w 3094626"/>
                    <a:gd name="connsiteY3-78" fmla="*/ 221578 h 322062"/>
                    <a:gd name="connsiteX4-79" fmla="*/ 10048 w 3094626"/>
                    <a:gd name="connsiteY4-80" fmla="*/ 176360 h 322062"/>
                    <a:gd name="connsiteX0-81" fmla="*/ 10048 w 3094626"/>
                    <a:gd name="connsiteY0-82" fmla="*/ 176360 h 312013"/>
                    <a:gd name="connsiteX1-83" fmla="*/ 3094626 w 3094626"/>
                    <a:gd name="connsiteY1-84" fmla="*/ 126119 h 312013"/>
                    <a:gd name="connsiteX2-85" fmla="*/ 3034336 w 3094626"/>
                    <a:gd name="connsiteY2-86" fmla="*/ 312013 h 312013"/>
                    <a:gd name="connsiteX3-87" fmla="*/ 0 w 3094626"/>
                    <a:gd name="connsiteY3-88" fmla="*/ 221578 h 312013"/>
                    <a:gd name="connsiteX4-89" fmla="*/ 10048 w 3094626"/>
                    <a:gd name="connsiteY4-90" fmla="*/ 176360 h 312013"/>
                    <a:gd name="connsiteX0-91" fmla="*/ 10048 w 3094626"/>
                    <a:gd name="connsiteY0-92" fmla="*/ 176360 h 312013"/>
                    <a:gd name="connsiteX1-93" fmla="*/ 3094626 w 3094626"/>
                    <a:gd name="connsiteY1-94" fmla="*/ 126119 h 312013"/>
                    <a:gd name="connsiteX2-95" fmla="*/ 3064481 w 3094626"/>
                    <a:gd name="connsiteY2-96" fmla="*/ 312013 h 312013"/>
                    <a:gd name="connsiteX3-97" fmla="*/ 0 w 3094626"/>
                    <a:gd name="connsiteY3-98" fmla="*/ 221578 h 312013"/>
                    <a:gd name="connsiteX4-99" fmla="*/ 10048 w 3094626"/>
                    <a:gd name="connsiteY4-100" fmla="*/ 176360 h 312013"/>
                    <a:gd name="connsiteX0-101" fmla="*/ 10048 w 3104674"/>
                    <a:gd name="connsiteY0-102" fmla="*/ 193598 h 329251"/>
                    <a:gd name="connsiteX1-103" fmla="*/ 3104674 w 3104674"/>
                    <a:gd name="connsiteY1-104" fmla="*/ 113212 h 329251"/>
                    <a:gd name="connsiteX2-105" fmla="*/ 3064481 w 3104674"/>
                    <a:gd name="connsiteY2-106" fmla="*/ 329251 h 329251"/>
                    <a:gd name="connsiteX3-107" fmla="*/ 0 w 3104674"/>
                    <a:gd name="connsiteY3-108" fmla="*/ 238816 h 329251"/>
                    <a:gd name="connsiteX4-109" fmla="*/ 10048 w 3104674"/>
                    <a:gd name="connsiteY4-110" fmla="*/ 193598 h 329251"/>
                    <a:gd name="connsiteX0-111" fmla="*/ 95429 w 3190055"/>
                    <a:gd name="connsiteY0-112" fmla="*/ 193598 h 329251"/>
                    <a:gd name="connsiteX1-113" fmla="*/ 3190055 w 3190055"/>
                    <a:gd name="connsiteY1-114" fmla="*/ 113212 h 329251"/>
                    <a:gd name="connsiteX2-115" fmla="*/ 3149862 w 3190055"/>
                    <a:gd name="connsiteY2-116" fmla="*/ 329251 h 329251"/>
                    <a:gd name="connsiteX3-117" fmla="*/ 0 w 3190055"/>
                    <a:gd name="connsiteY3-118" fmla="*/ 249833 h 329251"/>
                    <a:gd name="connsiteX4-119" fmla="*/ 95429 w 3190055"/>
                    <a:gd name="connsiteY4-120" fmla="*/ 193598 h 329251"/>
                    <a:gd name="connsiteX0-121" fmla="*/ 120216 w 3190055"/>
                    <a:gd name="connsiteY0-122" fmla="*/ 193598 h 329251"/>
                    <a:gd name="connsiteX1-123" fmla="*/ 3190055 w 3190055"/>
                    <a:gd name="connsiteY1-124" fmla="*/ 113212 h 329251"/>
                    <a:gd name="connsiteX2-125" fmla="*/ 3149862 w 3190055"/>
                    <a:gd name="connsiteY2-126" fmla="*/ 329251 h 329251"/>
                    <a:gd name="connsiteX3-127" fmla="*/ 0 w 3190055"/>
                    <a:gd name="connsiteY3-128" fmla="*/ 249833 h 329251"/>
                    <a:gd name="connsiteX4-129" fmla="*/ 120216 w 3190055"/>
                    <a:gd name="connsiteY4-130" fmla="*/ 193598 h 329251"/>
                    <a:gd name="connsiteX0-131" fmla="*/ 120216 w 3190055"/>
                    <a:gd name="connsiteY0-132" fmla="*/ 193598 h 329251"/>
                    <a:gd name="connsiteX1-133" fmla="*/ 3190055 w 3190055"/>
                    <a:gd name="connsiteY1-134" fmla="*/ 113212 h 329251"/>
                    <a:gd name="connsiteX2-135" fmla="*/ 3149862 w 3190055"/>
                    <a:gd name="connsiteY2-136" fmla="*/ 329251 h 329251"/>
                    <a:gd name="connsiteX3-137" fmla="*/ 0 w 3190055"/>
                    <a:gd name="connsiteY3-138" fmla="*/ 249833 h 329251"/>
                    <a:gd name="connsiteX4-139" fmla="*/ 120216 w 3190055"/>
                    <a:gd name="connsiteY4-140" fmla="*/ 193598 h 329251"/>
                    <a:gd name="connsiteX0-141" fmla="*/ 120216 w 3190055"/>
                    <a:gd name="connsiteY0-142" fmla="*/ 193598 h 329251"/>
                    <a:gd name="connsiteX1-143" fmla="*/ 3190055 w 3190055"/>
                    <a:gd name="connsiteY1-144" fmla="*/ 113212 h 329251"/>
                    <a:gd name="connsiteX2-145" fmla="*/ 3149862 w 3190055"/>
                    <a:gd name="connsiteY2-146" fmla="*/ 329251 h 329251"/>
                    <a:gd name="connsiteX3-147" fmla="*/ 0 w 3190055"/>
                    <a:gd name="connsiteY3-148" fmla="*/ 249833 h 329251"/>
                    <a:gd name="connsiteX4-149" fmla="*/ 120216 w 3190055"/>
                    <a:gd name="connsiteY4-150" fmla="*/ 193598 h 329251"/>
                    <a:gd name="connsiteX0-151" fmla="*/ 120216 w 3190055"/>
                    <a:gd name="connsiteY0-152" fmla="*/ 193598 h 329251"/>
                    <a:gd name="connsiteX1-153" fmla="*/ 3190055 w 3190055"/>
                    <a:gd name="connsiteY1-154" fmla="*/ 113212 h 329251"/>
                    <a:gd name="connsiteX2-155" fmla="*/ 3149862 w 3190055"/>
                    <a:gd name="connsiteY2-156" fmla="*/ 329251 h 329251"/>
                    <a:gd name="connsiteX3-157" fmla="*/ 0 w 3190055"/>
                    <a:gd name="connsiteY3-158" fmla="*/ 249833 h 329251"/>
                    <a:gd name="connsiteX4-159" fmla="*/ 120216 w 3190055"/>
                    <a:gd name="connsiteY4-160" fmla="*/ 193598 h 329251"/>
                    <a:gd name="connsiteX0-161" fmla="*/ 120216 w 3190055"/>
                    <a:gd name="connsiteY0-162" fmla="*/ 193598 h 351285"/>
                    <a:gd name="connsiteX1-163" fmla="*/ 3190055 w 3190055"/>
                    <a:gd name="connsiteY1-164" fmla="*/ 113212 h 351285"/>
                    <a:gd name="connsiteX2-165" fmla="*/ 3133337 w 3190055"/>
                    <a:gd name="connsiteY2-166" fmla="*/ 351285 h 351285"/>
                    <a:gd name="connsiteX3-167" fmla="*/ 0 w 3190055"/>
                    <a:gd name="connsiteY3-168" fmla="*/ 249833 h 351285"/>
                    <a:gd name="connsiteX4-169" fmla="*/ 120216 w 3190055"/>
                    <a:gd name="connsiteY4-170" fmla="*/ 193598 h 351285"/>
                    <a:gd name="connsiteX0-171" fmla="*/ 120216 w 3190055"/>
                    <a:gd name="connsiteY0-172" fmla="*/ 193598 h 351285"/>
                    <a:gd name="connsiteX1-173" fmla="*/ 3190055 w 3190055"/>
                    <a:gd name="connsiteY1-174" fmla="*/ 113212 h 351285"/>
                    <a:gd name="connsiteX2-175" fmla="*/ 3133337 w 3190055"/>
                    <a:gd name="connsiteY2-176" fmla="*/ 351285 h 351285"/>
                    <a:gd name="connsiteX3-177" fmla="*/ 0 w 3190055"/>
                    <a:gd name="connsiteY3-178" fmla="*/ 249833 h 351285"/>
                    <a:gd name="connsiteX4-179" fmla="*/ 120216 w 3190055"/>
                    <a:gd name="connsiteY4-180" fmla="*/ 193598 h 351285"/>
                    <a:gd name="connsiteX0-181" fmla="*/ 120216 w 3190055"/>
                    <a:gd name="connsiteY0-182" fmla="*/ 193598 h 337514"/>
                    <a:gd name="connsiteX1-183" fmla="*/ 3190055 w 3190055"/>
                    <a:gd name="connsiteY1-184" fmla="*/ 113212 h 337514"/>
                    <a:gd name="connsiteX2-185" fmla="*/ 3136092 w 3190055"/>
                    <a:gd name="connsiteY2-186" fmla="*/ 337514 h 337514"/>
                    <a:gd name="connsiteX3-187" fmla="*/ 0 w 3190055"/>
                    <a:gd name="connsiteY3-188" fmla="*/ 249833 h 337514"/>
                    <a:gd name="connsiteX4-189" fmla="*/ 120216 w 3190055"/>
                    <a:gd name="connsiteY4-190" fmla="*/ 193598 h 337514"/>
                    <a:gd name="connsiteX0-191" fmla="*/ 120216 w 3190055"/>
                    <a:gd name="connsiteY0-192" fmla="*/ 193598 h 337514"/>
                    <a:gd name="connsiteX1-193" fmla="*/ 3190055 w 3190055"/>
                    <a:gd name="connsiteY1-194" fmla="*/ 113212 h 337514"/>
                    <a:gd name="connsiteX2-195" fmla="*/ 3136092 w 3190055"/>
                    <a:gd name="connsiteY2-196" fmla="*/ 337514 h 337514"/>
                    <a:gd name="connsiteX3-197" fmla="*/ 0 w 3190055"/>
                    <a:gd name="connsiteY3-198" fmla="*/ 249833 h 337514"/>
                    <a:gd name="connsiteX4-199" fmla="*/ 120216 w 3190055"/>
                    <a:gd name="connsiteY4-200" fmla="*/ 193598 h 337514"/>
                    <a:gd name="connsiteX0-201" fmla="*/ 120216 w 3190055"/>
                    <a:gd name="connsiteY0-202" fmla="*/ 193598 h 337514"/>
                    <a:gd name="connsiteX1-203" fmla="*/ 3190055 w 3190055"/>
                    <a:gd name="connsiteY1-204" fmla="*/ 113212 h 337514"/>
                    <a:gd name="connsiteX2-205" fmla="*/ 3136092 w 3190055"/>
                    <a:gd name="connsiteY2-206" fmla="*/ 337514 h 337514"/>
                    <a:gd name="connsiteX3-207" fmla="*/ 0 w 3190055"/>
                    <a:gd name="connsiteY3-208" fmla="*/ 249833 h 337514"/>
                    <a:gd name="connsiteX4-209" fmla="*/ 120216 w 3190055"/>
                    <a:gd name="connsiteY4-210" fmla="*/ 193598 h 337514"/>
                    <a:gd name="connsiteX0-211" fmla="*/ 120216 w 3190055"/>
                    <a:gd name="connsiteY0-212" fmla="*/ 193598 h 354039"/>
                    <a:gd name="connsiteX1-213" fmla="*/ 3190055 w 3190055"/>
                    <a:gd name="connsiteY1-214" fmla="*/ 113212 h 354039"/>
                    <a:gd name="connsiteX2-215" fmla="*/ 3133338 w 3190055"/>
                    <a:gd name="connsiteY2-216" fmla="*/ 354039 h 354039"/>
                    <a:gd name="connsiteX3-217" fmla="*/ 0 w 3190055"/>
                    <a:gd name="connsiteY3-218" fmla="*/ 249833 h 354039"/>
                    <a:gd name="connsiteX4-219" fmla="*/ 120216 w 3190055"/>
                    <a:gd name="connsiteY4-220" fmla="*/ 193598 h 354039"/>
                    <a:gd name="connsiteX0-221" fmla="*/ 120216 w 3195563"/>
                    <a:gd name="connsiteY0-222" fmla="*/ 214366 h 374807"/>
                    <a:gd name="connsiteX1-223" fmla="*/ 3195563 w 3195563"/>
                    <a:gd name="connsiteY1-224" fmla="*/ 100930 h 374807"/>
                    <a:gd name="connsiteX2-225" fmla="*/ 3133338 w 3195563"/>
                    <a:gd name="connsiteY2-226" fmla="*/ 374807 h 374807"/>
                    <a:gd name="connsiteX3-227" fmla="*/ 0 w 3195563"/>
                    <a:gd name="connsiteY3-228" fmla="*/ 270601 h 374807"/>
                    <a:gd name="connsiteX4-229" fmla="*/ 120216 w 3195563"/>
                    <a:gd name="connsiteY4-230" fmla="*/ 214366 h 374807"/>
                    <a:gd name="connsiteX0-231" fmla="*/ 120216 w 3195563"/>
                    <a:gd name="connsiteY0-232" fmla="*/ 225150 h 385591"/>
                    <a:gd name="connsiteX1-233" fmla="*/ 3195563 w 3195563"/>
                    <a:gd name="connsiteY1-234" fmla="*/ 111714 h 385591"/>
                    <a:gd name="connsiteX2-235" fmla="*/ 3133338 w 3195563"/>
                    <a:gd name="connsiteY2-236" fmla="*/ 385591 h 385591"/>
                    <a:gd name="connsiteX3-237" fmla="*/ 0 w 3195563"/>
                    <a:gd name="connsiteY3-238" fmla="*/ 281385 h 385591"/>
                    <a:gd name="connsiteX4-239" fmla="*/ 120216 w 3195563"/>
                    <a:gd name="connsiteY4-240" fmla="*/ 225150 h 385591"/>
                    <a:gd name="connsiteX0-241" fmla="*/ 120216 w 3195563"/>
                    <a:gd name="connsiteY0-242" fmla="*/ 225150 h 385591"/>
                    <a:gd name="connsiteX1-243" fmla="*/ 3195563 w 3195563"/>
                    <a:gd name="connsiteY1-244" fmla="*/ 111714 h 385591"/>
                    <a:gd name="connsiteX2-245" fmla="*/ 3133338 w 3195563"/>
                    <a:gd name="connsiteY2-246" fmla="*/ 385591 h 385591"/>
                    <a:gd name="connsiteX3-247" fmla="*/ 0 w 3195563"/>
                    <a:gd name="connsiteY3-248" fmla="*/ 281385 h 385591"/>
                    <a:gd name="connsiteX4-249" fmla="*/ 120216 w 3195563"/>
                    <a:gd name="connsiteY4-250" fmla="*/ 225150 h 385591"/>
                    <a:gd name="connsiteX0-251" fmla="*/ 120216 w 3170681"/>
                    <a:gd name="connsiteY0-252" fmla="*/ 210835 h 371276"/>
                    <a:gd name="connsiteX1-253" fmla="*/ 3170681 w 3170681"/>
                    <a:gd name="connsiteY1-254" fmla="*/ 119479 h 371276"/>
                    <a:gd name="connsiteX2-255" fmla="*/ 3133338 w 3170681"/>
                    <a:gd name="connsiteY2-256" fmla="*/ 371276 h 371276"/>
                    <a:gd name="connsiteX3-257" fmla="*/ 0 w 3170681"/>
                    <a:gd name="connsiteY3-258" fmla="*/ 267070 h 371276"/>
                    <a:gd name="connsiteX4-259" fmla="*/ 120216 w 3170681"/>
                    <a:gd name="connsiteY4-260" fmla="*/ 210835 h 371276"/>
                    <a:gd name="connsiteX0-261" fmla="*/ 120216 w 3170681"/>
                    <a:gd name="connsiteY0-262" fmla="*/ 234595 h 395036"/>
                    <a:gd name="connsiteX1-263" fmla="*/ 3170681 w 3170681"/>
                    <a:gd name="connsiteY1-264" fmla="*/ 143239 h 395036"/>
                    <a:gd name="connsiteX2-265" fmla="*/ 3133338 w 3170681"/>
                    <a:gd name="connsiteY2-266" fmla="*/ 395036 h 395036"/>
                    <a:gd name="connsiteX3-267" fmla="*/ 0 w 3170681"/>
                    <a:gd name="connsiteY3-268" fmla="*/ 290830 h 395036"/>
                    <a:gd name="connsiteX4-269" fmla="*/ 120216 w 3170681"/>
                    <a:gd name="connsiteY4-270" fmla="*/ 234595 h 395036"/>
                    <a:gd name="connsiteX0-271" fmla="*/ 120216 w 3170681"/>
                    <a:gd name="connsiteY0-272" fmla="*/ 234595 h 395036"/>
                    <a:gd name="connsiteX1-273" fmla="*/ 3170681 w 3170681"/>
                    <a:gd name="connsiteY1-274" fmla="*/ 143239 h 395036"/>
                    <a:gd name="connsiteX2-275" fmla="*/ 3133338 w 3170681"/>
                    <a:gd name="connsiteY2-276" fmla="*/ 395036 h 395036"/>
                    <a:gd name="connsiteX3-277" fmla="*/ 0 w 3170681"/>
                    <a:gd name="connsiteY3-278" fmla="*/ 290830 h 395036"/>
                    <a:gd name="connsiteX4-279" fmla="*/ 120216 w 3170681"/>
                    <a:gd name="connsiteY4-280" fmla="*/ 234595 h 395036"/>
                    <a:gd name="connsiteX0-281" fmla="*/ 120216 w 3170681"/>
                    <a:gd name="connsiteY0-282" fmla="*/ 279041 h 439482"/>
                    <a:gd name="connsiteX1-283" fmla="*/ 3170681 w 3170681"/>
                    <a:gd name="connsiteY1-284" fmla="*/ 187685 h 439482"/>
                    <a:gd name="connsiteX2-285" fmla="*/ 3133338 w 3170681"/>
                    <a:gd name="connsiteY2-286" fmla="*/ 439482 h 439482"/>
                    <a:gd name="connsiteX3-287" fmla="*/ 0 w 3170681"/>
                    <a:gd name="connsiteY3-288" fmla="*/ 335276 h 439482"/>
                    <a:gd name="connsiteX4-289" fmla="*/ 120216 w 3170681"/>
                    <a:gd name="connsiteY4-290" fmla="*/ 279041 h 439482"/>
                    <a:gd name="connsiteX0-291" fmla="*/ 120216 w 3170681"/>
                    <a:gd name="connsiteY0-292" fmla="*/ 312223 h 472664"/>
                    <a:gd name="connsiteX1-293" fmla="*/ 3170681 w 3170681"/>
                    <a:gd name="connsiteY1-294" fmla="*/ 220867 h 472664"/>
                    <a:gd name="connsiteX2-295" fmla="*/ 3133338 w 3170681"/>
                    <a:gd name="connsiteY2-296" fmla="*/ 472664 h 472664"/>
                    <a:gd name="connsiteX3-297" fmla="*/ 0 w 3170681"/>
                    <a:gd name="connsiteY3-298" fmla="*/ 368458 h 472664"/>
                    <a:gd name="connsiteX4-299" fmla="*/ 120216 w 3170681"/>
                    <a:gd name="connsiteY4-300" fmla="*/ 312223 h 472664"/>
                    <a:gd name="connsiteX0-301" fmla="*/ 120216 w 3170681"/>
                    <a:gd name="connsiteY0-302" fmla="*/ 312223 h 472664"/>
                    <a:gd name="connsiteX1-303" fmla="*/ 3170681 w 3170681"/>
                    <a:gd name="connsiteY1-304" fmla="*/ 220867 h 472664"/>
                    <a:gd name="connsiteX2-305" fmla="*/ 3133338 w 3170681"/>
                    <a:gd name="connsiteY2-306" fmla="*/ 472664 h 472664"/>
                    <a:gd name="connsiteX3-307" fmla="*/ 0 w 3170681"/>
                    <a:gd name="connsiteY3-308" fmla="*/ 368458 h 472664"/>
                    <a:gd name="connsiteX4-309" fmla="*/ 120216 w 3170681"/>
                    <a:gd name="connsiteY4-310" fmla="*/ 312223 h 472664"/>
                    <a:gd name="connsiteX0-311" fmla="*/ 120216 w 3170681"/>
                    <a:gd name="connsiteY0-312" fmla="*/ 312223 h 472664"/>
                    <a:gd name="connsiteX1-313" fmla="*/ 3170681 w 3170681"/>
                    <a:gd name="connsiteY1-314" fmla="*/ 220867 h 472664"/>
                    <a:gd name="connsiteX2-315" fmla="*/ 3133338 w 3170681"/>
                    <a:gd name="connsiteY2-316" fmla="*/ 472664 h 472664"/>
                    <a:gd name="connsiteX3-317" fmla="*/ 0 w 3170681"/>
                    <a:gd name="connsiteY3-318" fmla="*/ 368458 h 472664"/>
                    <a:gd name="connsiteX4-319" fmla="*/ 120216 w 3170681"/>
                    <a:gd name="connsiteY4-320" fmla="*/ 312223 h 472664"/>
                    <a:gd name="connsiteX0-321" fmla="*/ 120216 w 3170681"/>
                    <a:gd name="connsiteY0-322" fmla="*/ 312223 h 523910"/>
                    <a:gd name="connsiteX1-323" fmla="*/ 3170681 w 3170681"/>
                    <a:gd name="connsiteY1-324" fmla="*/ 220867 h 523910"/>
                    <a:gd name="connsiteX2-325" fmla="*/ 3117841 w 3170681"/>
                    <a:gd name="connsiteY2-326" fmla="*/ 523910 h 523910"/>
                    <a:gd name="connsiteX3-327" fmla="*/ 0 w 3170681"/>
                    <a:gd name="connsiteY3-328" fmla="*/ 368458 h 523910"/>
                    <a:gd name="connsiteX4-329" fmla="*/ 120216 w 3170681"/>
                    <a:gd name="connsiteY4-330" fmla="*/ 312223 h 523910"/>
                    <a:gd name="connsiteX0-331" fmla="*/ 120216 w 3164653"/>
                    <a:gd name="connsiteY0-332" fmla="*/ 327095 h 538782"/>
                    <a:gd name="connsiteX1-333" fmla="*/ 3164653 w 3164653"/>
                    <a:gd name="connsiteY1-334" fmla="*/ 210678 h 538782"/>
                    <a:gd name="connsiteX2-335" fmla="*/ 3117841 w 3164653"/>
                    <a:gd name="connsiteY2-336" fmla="*/ 538782 h 538782"/>
                    <a:gd name="connsiteX3-337" fmla="*/ 0 w 3164653"/>
                    <a:gd name="connsiteY3-338" fmla="*/ 383330 h 538782"/>
                    <a:gd name="connsiteX4-339" fmla="*/ 120216 w 3164653"/>
                    <a:gd name="connsiteY4-340" fmla="*/ 327095 h 53878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164653" h="538782">
                      <a:moveTo>
                        <a:pt x="120216" y="327095"/>
                      </a:moveTo>
                      <a:cubicBezTo>
                        <a:pt x="1208810" y="-39025"/>
                        <a:pt x="2229241" y="-125699"/>
                        <a:pt x="3164653" y="210678"/>
                      </a:cubicBezTo>
                      <a:lnTo>
                        <a:pt x="3117841" y="538782"/>
                      </a:lnTo>
                      <a:cubicBezTo>
                        <a:pt x="2620016" y="211295"/>
                        <a:pt x="1148817" y="-14579"/>
                        <a:pt x="0" y="383330"/>
                      </a:cubicBezTo>
                      <a:cubicBezTo>
                        <a:pt x="40072" y="364585"/>
                        <a:pt x="58110" y="348594"/>
                        <a:pt x="120216" y="32709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21" name="等腰三角形 20"/>
                <p:cNvSpPr/>
                <p:nvPr/>
              </p:nvSpPr>
              <p:spPr>
                <a:xfrm rot="6159150">
                  <a:off x="-1436011" y="-3527131"/>
                  <a:ext cx="550966" cy="375702"/>
                </a:xfrm>
                <a:prstGeom prst="triangle">
                  <a:avLst>
                    <a:gd name="adj" fmla="val 5663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grpSp>
        <p:sp>
          <p:nvSpPr>
            <p:cNvPr id="17" name="文本框 16"/>
            <p:cNvSpPr txBox="1"/>
            <p:nvPr/>
          </p:nvSpPr>
          <p:spPr>
            <a:xfrm>
              <a:off x="4891684" y="952648"/>
              <a:ext cx="2372152" cy="191657"/>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cs typeface="思源黑体 CN Medium" panose="020B0600000000000000" pitchFamily="34" charset="-122"/>
                </a:rPr>
                <a:t>创新成效实证</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nvGrpSpPr>
            <p:cNvPr id="8" name="组合 7"/>
            <p:cNvGrpSpPr/>
            <p:nvPr/>
          </p:nvGrpSpPr>
          <p:grpSpPr>
            <a:xfrm flipV="1">
              <a:off x="3432654" y="4387033"/>
              <a:ext cx="5327298" cy="164425"/>
              <a:chOff x="3441012" y="1749427"/>
              <a:chExt cx="5389332" cy="218944"/>
            </a:xfrm>
            <a:solidFill>
              <a:schemeClr val="accent3"/>
            </a:solidFill>
          </p:grpSpPr>
          <p:grpSp>
            <p:nvGrpSpPr>
              <p:cNvPr id="10" name="组合 9"/>
              <p:cNvGrpSpPr/>
              <p:nvPr/>
            </p:nvGrpSpPr>
            <p:grpSpPr>
              <a:xfrm rot="1386942">
                <a:off x="7081431" y="1749427"/>
                <a:ext cx="1748913" cy="218944"/>
                <a:chOff x="-4417397" y="-3669438"/>
                <a:chExt cx="3444720" cy="605641"/>
              </a:xfrm>
              <a:grpFill/>
            </p:grpSpPr>
            <p:sp>
              <p:nvSpPr>
                <p:cNvPr id="14" name="矩形 64"/>
                <p:cNvSpPr/>
                <p:nvPr/>
              </p:nvSpPr>
              <p:spPr>
                <a:xfrm>
                  <a:off x="-4417397" y="-3669438"/>
                  <a:ext cx="3164654" cy="426353"/>
                </a:xfrm>
                <a:custGeom>
                  <a:avLst/>
                  <a:gdLst>
                    <a:gd name="connsiteX0" fmla="*/ 0 w 3094626"/>
                    <a:gd name="connsiteY0" fmla="*/ 0 h 195943"/>
                    <a:gd name="connsiteX1" fmla="*/ 3094626 w 3094626"/>
                    <a:gd name="connsiteY1" fmla="*/ 0 h 195943"/>
                    <a:gd name="connsiteX2" fmla="*/ 3094626 w 3094626"/>
                    <a:gd name="connsiteY2" fmla="*/ 195943 h 195943"/>
                    <a:gd name="connsiteX3" fmla="*/ 0 w 3094626"/>
                    <a:gd name="connsiteY3" fmla="*/ 195943 h 195943"/>
                    <a:gd name="connsiteX4" fmla="*/ 0 w 3094626"/>
                    <a:gd name="connsiteY4" fmla="*/ 0 h 195943"/>
                    <a:gd name="connsiteX0-1" fmla="*/ 0 w 3094626"/>
                    <a:gd name="connsiteY0-2" fmla="*/ 80387 h 195943"/>
                    <a:gd name="connsiteX1-3" fmla="*/ 3094626 w 3094626"/>
                    <a:gd name="connsiteY1-4" fmla="*/ 0 h 195943"/>
                    <a:gd name="connsiteX2-5" fmla="*/ 3094626 w 3094626"/>
                    <a:gd name="connsiteY2-6" fmla="*/ 195943 h 195943"/>
                    <a:gd name="connsiteX3-7" fmla="*/ 0 w 3094626"/>
                    <a:gd name="connsiteY3-8" fmla="*/ 195943 h 195943"/>
                    <a:gd name="connsiteX4-9" fmla="*/ 0 w 3094626"/>
                    <a:gd name="connsiteY4-10" fmla="*/ 80387 h 195943"/>
                    <a:gd name="connsiteX0-11" fmla="*/ 0 w 3094626"/>
                    <a:gd name="connsiteY0-12" fmla="*/ 80387 h 195943"/>
                    <a:gd name="connsiteX1-13" fmla="*/ 3094626 w 3094626"/>
                    <a:gd name="connsiteY1-14" fmla="*/ 0 h 195943"/>
                    <a:gd name="connsiteX2-15" fmla="*/ 3094626 w 3094626"/>
                    <a:gd name="connsiteY2-16" fmla="*/ 195943 h 195943"/>
                    <a:gd name="connsiteX3-17" fmla="*/ 0 w 3094626"/>
                    <a:gd name="connsiteY3-18" fmla="*/ 145701 h 195943"/>
                    <a:gd name="connsiteX4-19" fmla="*/ 0 w 3094626"/>
                    <a:gd name="connsiteY4-20" fmla="*/ 80387 h 195943"/>
                    <a:gd name="connsiteX0-21" fmla="*/ 10048 w 3094626"/>
                    <a:gd name="connsiteY0-22" fmla="*/ 50241 h 195943"/>
                    <a:gd name="connsiteX1-23" fmla="*/ 3094626 w 3094626"/>
                    <a:gd name="connsiteY1-24" fmla="*/ 0 h 195943"/>
                    <a:gd name="connsiteX2-25" fmla="*/ 3094626 w 3094626"/>
                    <a:gd name="connsiteY2-26" fmla="*/ 195943 h 195943"/>
                    <a:gd name="connsiteX3-27" fmla="*/ 0 w 3094626"/>
                    <a:gd name="connsiteY3-28" fmla="*/ 145701 h 195943"/>
                    <a:gd name="connsiteX4-29" fmla="*/ 10048 w 3094626"/>
                    <a:gd name="connsiteY4-30" fmla="*/ 50241 h 195943"/>
                    <a:gd name="connsiteX0-31" fmla="*/ 10048 w 3094626"/>
                    <a:gd name="connsiteY0-32" fmla="*/ 50241 h 195943"/>
                    <a:gd name="connsiteX1-33" fmla="*/ 3094626 w 3094626"/>
                    <a:gd name="connsiteY1-34" fmla="*/ 0 h 195943"/>
                    <a:gd name="connsiteX2-35" fmla="*/ 3094626 w 3094626"/>
                    <a:gd name="connsiteY2-36" fmla="*/ 195943 h 195943"/>
                    <a:gd name="connsiteX3-37" fmla="*/ 0 w 3094626"/>
                    <a:gd name="connsiteY3-38" fmla="*/ 95459 h 195943"/>
                    <a:gd name="connsiteX4-39" fmla="*/ 10048 w 3094626"/>
                    <a:gd name="connsiteY4-40" fmla="*/ 50241 h 195943"/>
                    <a:gd name="connsiteX0-41" fmla="*/ 10048 w 3094626"/>
                    <a:gd name="connsiteY0-42" fmla="*/ 111572 h 257274"/>
                    <a:gd name="connsiteX1-43" fmla="*/ 3094626 w 3094626"/>
                    <a:gd name="connsiteY1-44" fmla="*/ 61331 h 257274"/>
                    <a:gd name="connsiteX2-45" fmla="*/ 3094626 w 3094626"/>
                    <a:gd name="connsiteY2-46" fmla="*/ 257274 h 257274"/>
                    <a:gd name="connsiteX3-47" fmla="*/ 0 w 3094626"/>
                    <a:gd name="connsiteY3-48" fmla="*/ 156790 h 257274"/>
                    <a:gd name="connsiteX4-49" fmla="*/ 10048 w 3094626"/>
                    <a:gd name="connsiteY4-50" fmla="*/ 111572 h 257274"/>
                    <a:gd name="connsiteX0-51" fmla="*/ 10048 w 3094626"/>
                    <a:gd name="connsiteY0-52" fmla="*/ 176360 h 322062"/>
                    <a:gd name="connsiteX1-53" fmla="*/ 3094626 w 3094626"/>
                    <a:gd name="connsiteY1-54" fmla="*/ 126119 h 322062"/>
                    <a:gd name="connsiteX2-55" fmla="*/ 3094626 w 3094626"/>
                    <a:gd name="connsiteY2-56" fmla="*/ 322062 h 322062"/>
                    <a:gd name="connsiteX3-57" fmla="*/ 0 w 3094626"/>
                    <a:gd name="connsiteY3-58" fmla="*/ 221578 h 322062"/>
                    <a:gd name="connsiteX4-59" fmla="*/ 10048 w 3094626"/>
                    <a:gd name="connsiteY4-60" fmla="*/ 176360 h 322062"/>
                    <a:gd name="connsiteX0-61" fmla="*/ 10048 w 3094626"/>
                    <a:gd name="connsiteY0-62" fmla="*/ 176360 h 322062"/>
                    <a:gd name="connsiteX1-63" fmla="*/ 3094626 w 3094626"/>
                    <a:gd name="connsiteY1-64" fmla="*/ 126119 h 322062"/>
                    <a:gd name="connsiteX2-65" fmla="*/ 3094626 w 3094626"/>
                    <a:gd name="connsiteY2-66" fmla="*/ 322062 h 322062"/>
                    <a:gd name="connsiteX3-67" fmla="*/ 0 w 3094626"/>
                    <a:gd name="connsiteY3-68" fmla="*/ 221578 h 322062"/>
                    <a:gd name="connsiteX4-69" fmla="*/ 10048 w 3094626"/>
                    <a:gd name="connsiteY4-70" fmla="*/ 176360 h 322062"/>
                    <a:gd name="connsiteX0-71" fmla="*/ 10048 w 3094626"/>
                    <a:gd name="connsiteY0-72" fmla="*/ 176360 h 322062"/>
                    <a:gd name="connsiteX1-73" fmla="*/ 3094626 w 3094626"/>
                    <a:gd name="connsiteY1-74" fmla="*/ 126119 h 322062"/>
                    <a:gd name="connsiteX2-75" fmla="*/ 3094626 w 3094626"/>
                    <a:gd name="connsiteY2-76" fmla="*/ 322062 h 322062"/>
                    <a:gd name="connsiteX3-77" fmla="*/ 0 w 3094626"/>
                    <a:gd name="connsiteY3-78" fmla="*/ 221578 h 322062"/>
                    <a:gd name="connsiteX4-79" fmla="*/ 10048 w 3094626"/>
                    <a:gd name="connsiteY4-80" fmla="*/ 176360 h 322062"/>
                    <a:gd name="connsiteX0-81" fmla="*/ 10048 w 3094626"/>
                    <a:gd name="connsiteY0-82" fmla="*/ 176360 h 312013"/>
                    <a:gd name="connsiteX1-83" fmla="*/ 3094626 w 3094626"/>
                    <a:gd name="connsiteY1-84" fmla="*/ 126119 h 312013"/>
                    <a:gd name="connsiteX2-85" fmla="*/ 3034336 w 3094626"/>
                    <a:gd name="connsiteY2-86" fmla="*/ 312013 h 312013"/>
                    <a:gd name="connsiteX3-87" fmla="*/ 0 w 3094626"/>
                    <a:gd name="connsiteY3-88" fmla="*/ 221578 h 312013"/>
                    <a:gd name="connsiteX4-89" fmla="*/ 10048 w 3094626"/>
                    <a:gd name="connsiteY4-90" fmla="*/ 176360 h 312013"/>
                    <a:gd name="connsiteX0-91" fmla="*/ 10048 w 3094626"/>
                    <a:gd name="connsiteY0-92" fmla="*/ 176360 h 312013"/>
                    <a:gd name="connsiteX1-93" fmla="*/ 3094626 w 3094626"/>
                    <a:gd name="connsiteY1-94" fmla="*/ 126119 h 312013"/>
                    <a:gd name="connsiteX2-95" fmla="*/ 3064481 w 3094626"/>
                    <a:gd name="connsiteY2-96" fmla="*/ 312013 h 312013"/>
                    <a:gd name="connsiteX3-97" fmla="*/ 0 w 3094626"/>
                    <a:gd name="connsiteY3-98" fmla="*/ 221578 h 312013"/>
                    <a:gd name="connsiteX4-99" fmla="*/ 10048 w 3094626"/>
                    <a:gd name="connsiteY4-100" fmla="*/ 176360 h 312013"/>
                    <a:gd name="connsiteX0-101" fmla="*/ 10048 w 3104674"/>
                    <a:gd name="connsiteY0-102" fmla="*/ 193598 h 329251"/>
                    <a:gd name="connsiteX1-103" fmla="*/ 3104674 w 3104674"/>
                    <a:gd name="connsiteY1-104" fmla="*/ 113212 h 329251"/>
                    <a:gd name="connsiteX2-105" fmla="*/ 3064481 w 3104674"/>
                    <a:gd name="connsiteY2-106" fmla="*/ 329251 h 329251"/>
                    <a:gd name="connsiteX3-107" fmla="*/ 0 w 3104674"/>
                    <a:gd name="connsiteY3-108" fmla="*/ 238816 h 329251"/>
                    <a:gd name="connsiteX4-109" fmla="*/ 10048 w 3104674"/>
                    <a:gd name="connsiteY4-110" fmla="*/ 193598 h 329251"/>
                    <a:gd name="connsiteX0-111" fmla="*/ 95429 w 3190055"/>
                    <a:gd name="connsiteY0-112" fmla="*/ 193598 h 329251"/>
                    <a:gd name="connsiteX1-113" fmla="*/ 3190055 w 3190055"/>
                    <a:gd name="connsiteY1-114" fmla="*/ 113212 h 329251"/>
                    <a:gd name="connsiteX2-115" fmla="*/ 3149862 w 3190055"/>
                    <a:gd name="connsiteY2-116" fmla="*/ 329251 h 329251"/>
                    <a:gd name="connsiteX3-117" fmla="*/ 0 w 3190055"/>
                    <a:gd name="connsiteY3-118" fmla="*/ 249833 h 329251"/>
                    <a:gd name="connsiteX4-119" fmla="*/ 95429 w 3190055"/>
                    <a:gd name="connsiteY4-120" fmla="*/ 193598 h 329251"/>
                    <a:gd name="connsiteX0-121" fmla="*/ 120216 w 3190055"/>
                    <a:gd name="connsiteY0-122" fmla="*/ 193598 h 329251"/>
                    <a:gd name="connsiteX1-123" fmla="*/ 3190055 w 3190055"/>
                    <a:gd name="connsiteY1-124" fmla="*/ 113212 h 329251"/>
                    <a:gd name="connsiteX2-125" fmla="*/ 3149862 w 3190055"/>
                    <a:gd name="connsiteY2-126" fmla="*/ 329251 h 329251"/>
                    <a:gd name="connsiteX3-127" fmla="*/ 0 w 3190055"/>
                    <a:gd name="connsiteY3-128" fmla="*/ 249833 h 329251"/>
                    <a:gd name="connsiteX4-129" fmla="*/ 120216 w 3190055"/>
                    <a:gd name="connsiteY4-130" fmla="*/ 193598 h 329251"/>
                    <a:gd name="connsiteX0-131" fmla="*/ 120216 w 3190055"/>
                    <a:gd name="connsiteY0-132" fmla="*/ 193598 h 329251"/>
                    <a:gd name="connsiteX1-133" fmla="*/ 3190055 w 3190055"/>
                    <a:gd name="connsiteY1-134" fmla="*/ 113212 h 329251"/>
                    <a:gd name="connsiteX2-135" fmla="*/ 3149862 w 3190055"/>
                    <a:gd name="connsiteY2-136" fmla="*/ 329251 h 329251"/>
                    <a:gd name="connsiteX3-137" fmla="*/ 0 w 3190055"/>
                    <a:gd name="connsiteY3-138" fmla="*/ 249833 h 329251"/>
                    <a:gd name="connsiteX4-139" fmla="*/ 120216 w 3190055"/>
                    <a:gd name="connsiteY4-140" fmla="*/ 193598 h 329251"/>
                    <a:gd name="connsiteX0-141" fmla="*/ 120216 w 3190055"/>
                    <a:gd name="connsiteY0-142" fmla="*/ 193598 h 329251"/>
                    <a:gd name="connsiteX1-143" fmla="*/ 3190055 w 3190055"/>
                    <a:gd name="connsiteY1-144" fmla="*/ 113212 h 329251"/>
                    <a:gd name="connsiteX2-145" fmla="*/ 3149862 w 3190055"/>
                    <a:gd name="connsiteY2-146" fmla="*/ 329251 h 329251"/>
                    <a:gd name="connsiteX3-147" fmla="*/ 0 w 3190055"/>
                    <a:gd name="connsiteY3-148" fmla="*/ 249833 h 329251"/>
                    <a:gd name="connsiteX4-149" fmla="*/ 120216 w 3190055"/>
                    <a:gd name="connsiteY4-150" fmla="*/ 193598 h 329251"/>
                    <a:gd name="connsiteX0-151" fmla="*/ 120216 w 3190055"/>
                    <a:gd name="connsiteY0-152" fmla="*/ 193598 h 329251"/>
                    <a:gd name="connsiteX1-153" fmla="*/ 3190055 w 3190055"/>
                    <a:gd name="connsiteY1-154" fmla="*/ 113212 h 329251"/>
                    <a:gd name="connsiteX2-155" fmla="*/ 3149862 w 3190055"/>
                    <a:gd name="connsiteY2-156" fmla="*/ 329251 h 329251"/>
                    <a:gd name="connsiteX3-157" fmla="*/ 0 w 3190055"/>
                    <a:gd name="connsiteY3-158" fmla="*/ 249833 h 329251"/>
                    <a:gd name="connsiteX4-159" fmla="*/ 120216 w 3190055"/>
                    <a:gd name="connsiteY4-160" fmla="*/ 193598 h 329251"/>
                    <a:gd name="connsiteX0-161" fmla="*/ 120216 w 3190055"/>
                    <a:gd name="connsiteY0-162" fmla="*/ 193598 h 351285"/>
                    <a:gd name="connsiteX1-163" fmla="*/ 3190055 w 3190055"/>
                    <a:gd name="connsiteY1-164" fmla="*/ 113212 h 351285"/>
                    <a:gd name="connsiteX2-165" fmla="*/ 3133337 w 3190055"/>
                    <a:gd name="connsiteY2-166" fmla="*/ 351285 h 351285"/>
                    <a:gd name="connsiteX3-167" fmla="*/ 0 w 3190055"/>
                    <a:gd name="connsiteY3-168" fmla="*/ 249833 h 351285"/>
                    <a:gd name="connsiteX4-169" fmla="*/ 120216 w 3190055"/>
                    <a:gd name="connsiteY4-170" fmla="*/ 193598 h 351285"/>
                    <a:gd name="connsiteX0-171" fmla="*/ 120216 w 3190055"/>
                    <a:gd name="connsiteY0-172" fmla="*/ 193598 h 351285"/>
                    <a:gd name="connsiteX1-173" fmla="*/ 3190055 w 3190055"/>
                    <a:gd name="connsiteY1-174" fmla="*/ 113212 h 351285"/>
                    <a:gd name="connsiteX2-175" fmla="*/ 3133337 w 3190055"/>
                    <a:gd name="connsiteY2-176" fmla="*/ 351285 h 351285"/>
                    <a:gd name="connsiteX3-177" fmla="*/ 0 w 3190055"/>
                    <a:gd name="connsiteY3-178" fmla="*/ 249833 h 351285"/>
                    <a:gd name="connsiteX4-179" fmla="*/ 120216 w 3190055"/>
                    <a:gd name="connsiteY4-180" fmla="*/ 193598 h 351285"/>
                    <a:gd name="connsiteX0-181" fmla="*/ 120216 w 3190055"/>
                    <a:gd name="connsiteY0-182" fmla="*/ 193598 h 337514"/>
                    <a:gd name="connsiteX1-183" fmla="*/ 3190055 w 3190055"/>
                    <a:gd name="connsiteY1-184" fmla="*/ 113212 h 337514"/>
                    <a:gd name="connsiteX2-185" fmla="*/ 3136092 w 3190055"/>
                    <a:gd name="connsiteY2-186" fmla="*/ 337514 h 337514"/>
                    <a:gd name="connsiteX3-187" fmla="*/ 0 w 3190055"/>
                    <a:gd name="connsiteY3-188" fmla="*/ 249833 h 337514"/>
                    <a:gd name="connsiteX4-189" fmla="*/ 120216 w 3190055"/>
                    <a:gd name="connsiteY4-190" fmla="*/ 193598 h 337514"/>
                    <a:gd name="connsiteX0-191" fmla="*/ 120216 w 3190055"/>
                    <a:gd name="connsiteY0-192" fmla="*/ 193598 h 337514"/>
                    <a:gd name="connsiteX1-193" fmla="*/ 3190055 w 3190055"/>
                    <a:gd name="connsiteY1-194" fmla="*/ 113212 h 337514"/>
                    <a:gd name="connsiteX2-195" fmla="*/ 3136092 w 3190055"/>
                    <a:gd name="connsiteY2-196" fmla="*/ 337514 h 337514"/>
                    <a:gd name="connsiteX3-197" fmla="*/ 0 w 3190055"/>
                    <a:gd name="connsiteY3-198" fmla="*/ 249833 h 337514"/>
                    <a:gd name="connsiteX4-199" fmla="*/ 120216 w 3190055"/>
                    <a:gd name="connsiteY4-200" fmla="*/ 193598 h 337514"/>
                    <a:gd name="connsiteX0-201" fmla="*/ 120216 w 3190055"/>
                    <a:gd name="connsiteY0-202" fmla="*/ 193598 h 337514"/>
                    <a:gd name="connsiteX1-203" fmla="*/ 3190055 w 3190055"/>
                    <a:gd name="connsiteY1-204" fmla="*/ 113212 h 337514"/>
                    <a:gd name="connsiteX2-205" fmla="*/ 3136092 w 3190055"/>
                    <a:gd name="connsiteY2-206" fmla="*/ 337514 h 337514"/>
                    <a:gd name="connsiteX3-207" fmla="*/ 0 w 3190055"/>
                    <a:gd name="connsiteY3-208" fmla="*/ 249833 h 337514"/>
                    <a:gd name="connsiteX4-209" fmla="*/ 120216 w 3190055"/>
                    <a:gd name="connsiteY4-210" fmla="*/ 193598 h 337514"/>
                    <a:gd name="connsiteX0-211" fmla="*/ 120216 w 3190055"/>
                    <a:gd name="connsiteY0-212" fmla="*/ 193598 h 354039"/>
                    <a:gd name="connsiteX1-213" fmla="*/ 3190055 w 3190055"/>
                    <a:gd name="connsiteY1-214" fmla="*/ 113212 h 354039"/>
                    <a:gd name="connsiteX2-215" fmla="*/ 3133338 w 3190055"/>
                    <a:gd name="connsiteY2-216" fmla="*/ 354039 h 354039"/>
                    <a:gd name="connsiteX3-217" fmla="*/ 0 w 3190055"/>
                    <a:gd name="connsiteY3-218" fmla="*/ 249833 h 354039"/>
                    <a:gd name="connsiteX4-219" fmla="*/ 120216 w 3190055"/>
                    <a:gd name="connsiteY4-220" fmla="*/ 193598 h 354039"/>
                    <a:gd name="connsiteX0-221" fmla="*/ 120216 w 3195563"/>
                    <a:gd name="connsiteY0-222" fmla="*/ 214366 h 374807"/>
                    <a:gd name="connsiteX1-223" fmla="*/ 3195563 w 3195563"/>
                    <a:gd name="connsiteY1-224" fmla="*/ 100930 h 374807"/>
                    <a:gd name="connsiteX2-225" fmla="*/ 3133338 w 3195563"/>
                    <a:gd name="connsiteY2-226" fmla="*/ 374807 h 374807"/>
                    <a:gd name="connsiteX3-227" fmla="*/ 0 w 3195563"/>
                    <a:gd name="connsiteY3-228" fmla="*/ 270601 h 374807"/>
                    <a:gd name="connsiteX4-229" fmla="*/ 120216 w 3195563"/>
                    <a:gd name="connsiteY4-230" fmla="*/ 214366 h 374807"/>
                    <a:gd name="connsiteX0-231" fmla="*/ 120216 w 3195563"/>
                    <a:gd name="connsiteY0-232" fmla="*/ 225150 h 385591"/>
                    <a:gd name="connsiteX1-233" fmla="*/ 3195563 w 3195563"/>
                    <a:gd name="connsiteY1-234" fmla="*/ 111714 h 385591"/>
                    <a:gd name="connsiteX2-235" fmla="*/ 3133338 w 3195563"/>
                    <a:gd name="connsiteY2-236" fmla="*/ 385591 h 385591"/>
                    <a:gd name="connsiteX3-237" fmla="*/ 0 w 3195563"/>
                    <a:gd name="connsiteY3-238" fmla="*/ 281385 h 385591"/>
                    <a:gd name="connsiteX4-239" fmla="*/ 120216 w 3195563"/>
                    <a:gd name="connsiteY4-240" fmla="*/ 225150 h 385591"/>
                    <a:gd name="connsiteX0-241" fmla="*/ 120216 w 3195563"/>
                    <a:gd name="connsiteY0-242" fmla="*/ 225150 h 385591"/>
                    <a:gd name="connsiteX1-243" fmla="*/ 3195563 w 3195563"/>
                    <a:gd name="connsiteY1-244" fmla="*/ 111714 h 385591"/>
                    <a:gd name="connsiteX2-245" fmla="*/ 3133338 w 3195563"/>
                    <a:gd name="connsiteY2-246" fmla="*/ 385591 h 385591"/>
                    <a:gd name="connsiteX3-247" fmla="*/ 0 w 3195563"/>
                    <a:gd name="connsiteY3-248" fmla="*/ 281385 h 385591"/>
                    <a:gd name="connsiteX4-249" fmla="*/ 120216 w 3195563"/>
                    <a:gd name="connsiteY4-250" fmla="*/ 225150 h 385591"/>
                    <a:gd name="connsiteX0-251" fmla="*/ 120216 w 3170681"/>
                    <a:gd name="connsiteY0-252" fmla="*/ 210835 h 371276"/>
                    <a:gd name="connsiteX1-253" fmla="*/ 3170681 w 3170681"/>
                    <a:gd name="connsiteY1-254" fmla="*/ 119479 h 371276"/>
                    <a:gd name="connsiteX2-255" fmla="*/ 3133338 w 3170681"/>
                    <a:gd name="connsiteY2-256" fmla="*/ 371276 h 371276"/>
                    <a:gd name="connsiteX3-257" fmla="*/ 0 w 3170681"/>
                    <a:gd name="connsiteY3-258" fmla="*/ 267070 h 371276"/>
                    <a:gd name="connsiteX4-259" fmla="*/ 120216 w 3170681"/>
                    <a:gd name="connsiteY4-260" fmla="*/ 210835 h 371276"/>
                    <a:gd name="connsiteX0-261" fmla="*/ 120216 w 3170681"/>
                    <a:gd name="connsiteY0-262" fmla="*/ 234595 h 395036"/>
                    <a:gd name="connsiteX1-263" fmla="*/ 3170681 w 3170681"/>
                    <a:gd name="connsiteY1-264" fmla="*/ 143239 h 395036"/>
                    <a:gd name="connsiteX2-265" fmla="*/ 3133338 w 3170681"/>
                    <a:gd name="connsiteY2-266" fmla="*/ 395036 h 395036"/>
                    <a:gd name="connsiteX3-267" fmla="*/ 0 w 3170681"/>
                    <a:gd name="connsiteY3-268" fmla="*/ 290830 h 395036"/>
                    <a:gd name="connsiteX4-269" fmla="*/ 120216 w 3170681"/>
                    <a:gd name="connsiteY4-270" fmla="*/ 234595 h 395036"/>
                    <a:gd name="connsiteX0-271" fmla="*/ 120216 w 3170681"/>
                    <a:gd name="connsiteY0-272" fmla="*/ 234595 h 395036"/>
                    <a:gd name="connsiteX1-273" fmla="*/ 3170681 w 3170681"/>
                    <a:gd name="connsiteY1-274" fmla="*/ 143239 h 395036"/>
                    <a:gd name="connsiteX2-275" fmla="*/ 3133338 w 3170681"/>
                    <a:gd name="connsiteY2-276" fmla="*/ 395036 h 395036"/>
                    <a:gd name="connsiteX3-277" fmla="*/ 0 w 3170681"/>
                    <a:gd name="connsiteY3-278" fmla="*/ 290830 h 395036"/>
                    <a:gd name="connsiteX4-279" fmla="*/ 120216 w 3170681"/>
                    <a:gd name="connsiteY4-280" fmla="*/ 234595 h 395036"/>
                    <a:gd name="connsiteX0-281" fmla="*/ 120216 w 3170681"/>
                    <a:gd name="connsiteY0-282" fmla="*/ 279041 h 439482"/>
                    <a:gd name="connsiteX1-283" fmla="*/ 3170681 w 3170681"/>
                    <a:gd name="connsiteY1-284" fmla="*/ 187685 h 439482"/>
                    <a:gd name="connsiteX2-285" fmla="*/ 3133338 w 3170681"/>
                    <a:gd name="connsiteY2-286" fmla="*/ 439482 h 439482"/>
                    <a:gd name="connsiteX3-287" fmla="*/ 0 w 3170681"/>
                    <a:gd name="connsiteY3-288" fmla="*/ 335276 h 439482"/>
                    <a:gd name="connsiteX4-289" fmla="*/ 120216 w 3170681"/>
                    <a:gd name="connsiteY4-290" fmla="*/ 279041 h 439482"/>
                    <a:gd name="connsiteX0-291" fmla="*/ 120216 w 3170681"/>
                    <a:gd name="connsiteY0-292" fmla="*/ 312223 h 472664"/>
                    <a:gd name="connsiteX1-293" fmla="*/ 3170681 w 3170681"/>
                    <a:gd name="connsiteY1-294" fmla="*/ 220867 h 472664"/>
                    <a:gd name="connsiteX2-295" fmla="*/ 3133338 w 3170681"/>
                    <a:gd name="connsiteY2-296" fmla="*/ 472664 h 472664"/>
                    <a:gd name="connsiteX3-297" fmla="*/ 0 w 3170681"/>
                    <a:gd name="connsiteY3-298" fmla="*/ 368458 h 472664"/>
                    <a:gd name="connsiteX4-299" fmla="*/ 120216 w 3170681"/>
                    <a:gd name="connsiteY4-300" fmla="*/ 312223 h 472664"/>
                    <a:gd name="connsiteX0-301" fmla="*/ 120216 w 3170681"/>
                    <a:gd name="connsiteY0-302" fmla="*/ 312223 h 472664"/>
                    <a:gd name="connsiteX1-303" fmla="*/ 3170681 w 3170681"/>
                    <a:gd name="connsiteY1-304" fmla="*/ 220867 h 472664"/>
                    <a:gd name="connsiteX2-305" fmla="*/ 3133338 w 3170681"/>
                    <a:gd name="connsiteY2-306" fmla="*/ 472664 h 472664"/>
                    <a:gd name="connsiteX3-307" fmla="*/ 0 w 3170681"/>
                    <a:gd name="connsiteY3-308" fmla="*/ 368458 h 472664"/>
                    <a:gd name="connsiteX4-309" fmla="*/ 120216 w 3170681"/>
                    <a:gd name="connsiteY4-310" fmla="*/ 312223 h 472664"/>
                    <a:gd name="connsiteX0-311" fmla="*/ 120216 w 3170681"/>
                    <a:gd name="connsiteY0-312" fmla="*/ 312223 h 472664"/>
                    <a:gd name="connsiteX1-313" fmla="*/ 3170681 w 3170681"/>
                    <a:gd name="connsiteY1-314" fmla="*/ 220867 h 472664"/>
                    <a:gd name="connsiteX2-315" fmla="*/ 3133338 w 3170681"/>
                    <a:gd name="connsiteY2-316" fmla="*/ 472664 h 472664"/>
                    <a:gd name="connsiteX3-317" fmla="*/ 0 w 3170681"/>
                    <a:gd name="connsiteY3-318" fmla="*/ 368458 h 472664"/>
                    <a:gd name="connsiteX4-319" fmla="*/ 120216 w 3170681"/>
                    <a:gd name="connsiteY4-320" fmla="*/ 312223 h 472664"/>
                    <a:gd name="connsiteX0-321" fmla="*/ 120216 w 3170681"/>
                    <a:gd name="connsiteY0-322" fmla="*/ 312223 h 523910"/>
                    <a:gd name="connsiteX1-323" fmla="*/ 3170681 w 3170681"/>
                    <a:gd name="connsiteY1-324" fmla="*/ 220867 h 523910"/>
                    <a:gd name="connsiteX2-325" fmla="*/ 3117841 w 3170681"/>
                    <a:gd name="connsiteY2-326" fmla="*/ 523910 h 523910"/>
                    <a:gd name="connsiteX3-327" fmla="*/ 0 w 3170681"/>
                    <a:gd name="connsiteY3-328" fmla="*/ 368458 h 523910"/>
                    <a:gd name="connsiteX4-329" fmla="*/ 120216 w 3170681"/>
                    <a:gd name="connsiteY4-330" fmla="*/ 312223 h 523910"/>
                    <a:gd name="connsiteX0-331" fmla="*/ 120216 w 3164653"/>
                    <a:gd name="connsiteY0-332" fmla="*/ 327095 h 538782"/>
                    <a:gd name="connsiteX1-333" fmla="*/ 3164653 w 3164653"/>
                    <a:gd name="connsiteY1-334" fmla="*/ 210678 h 538782"/>
                    <a:gd name="connsiteX2-335" fmla="*/ 3117841 w 3164653"/>
                    <a:gd name="connsiteY2-336" fmla="*/ 538782 h 538782"/>
                    <a:gd name="connsiteX3-337" fmla="*/ 0 w 3164653"/>
                    <a:gd name="connsiteY3-338" fmla="*/ 383330 h 538782"/>
                    <a:gd name="connsiteX4-339" fmla="*/ 120216 w 3164653"/>
                    <a:gd name="connsiteY4-340" fmla="*/ 327095 h 53878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164653" h="538782">
                      <a:moveTo>
                        <a:pt x="120216" y="327095"/>
                      </a:moveTo>
                      <a:cubicBezTo>
                        <a:pt x="1208810" y="-39025"/>
                        <a:pt x="2229241" y="-125699"/>
                        <a:pt x="3164653" y="210678"/>
                      </a:cubicBezTo>
                      <a:lnTo>
                        <a:pt x="3117841" y="538782"/>
                      </a:lnTo>
                      <a:cubicBezTo>
                        <a:pt x="2620016" y="211295"/>
                        <a:pt x="1148817" y="-14579"/>
                        <a:pt x="0" y="383330"/>
                      </a:cubicBezTo>
                      <a:cubicBezTo>
                        <a:pt x="40072" y="364585"/>
                        <a:pt x="58110" y="348594"/>
                        <a:pt x="120216" y="32709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5" name="等腰三角形 14"/>
                <p:cNvSpPr/>
                <p:nvPr/>
              </p:nvSpPr>
              <p:spPr>
                <a:xfrm rot="6159150">
                  <a:off x="-1436011" y="-3527131"/>
                  <a:ext cx="550966" cy="375702"/>
                </a:xfrm>
                <a:prstGeom prst="triangle">
                  <a:avLst>
                    <a:gd name="adj" fmla="val 5663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grpSp>
            <p:nvGrpSpPr>
              <p:cNvPr id="11" name="组合 10"/>
              <p:cNvGrpSpPr/>
              <p:nvPr/>
            </p:nvGrpSpPr>
            <p:grpSpPr>
              <a:xfrm rot="20213058" flipH="1">
                <a:off x="3441012" y="1749427"/>
                <a:ext cx="1748913" cy="218944"/>
                <a:chOff x="-4417397" y="-3669438"/>
                <a:chExt cx="3444720" cy="605641"/>
              </a:xfrm>
              <a:grpFill/>
            </p:grpSpPr>
            <p:sp>
              <p:nvSpPr>
                <p:cNvPr id="12" name="矩形 64"/>
                <p:cNvSpPr/>
                <p:nvPr/>
              </p:nvSpPr>
              <p:spPr>
                <a:xfrm>
                  <a:off x="-4417397" y="-3669438"/>
                  <a:ext cx="3164654" cy="426353"/>
                </a:xfrm>
                <a:custGeom>
                  <a:avLst/>
                  <a:gdLst>
                    <a:gd name="connsiteX0" fmla="*/ 0 w 3094626"/>
                    <a:gd name="connsiteY0" fmla="*/ 0 h 195943"/>
                    <a:gd name="connsiteX1" fmla="*/ 3094626 w 3094626"/>
                    <a:gd name="connsiteY1" fmla="*/ 0 h 195943"/>
                    <a:gd name="connsiteX2" fmla="*/ 3094626 w 3094626"/>
                    <a:gd name="connsiteY2" fmla="*/ 195943 h 195943"/>
                    <a:gd name="connsiteX3" fmla="*/ 0 w 3094626"/>
                    <a:gd name="connsiteY3" fmla="*/ 195943 h 195943"/>
                    <a:gd name="connsiteX4" fmla="*/ 0 w 3094626"/>
                    <a:gd name="connsiteY4" fmla="*/ 0 h 195943"/>
                    <a:gd name="connsiteX0-1" fmla="*/ 0 w 3094626"/>
                    <a:gd name="connsiteY0-2" fmla="*/ 80387 h 195943"/>
                    <a:gd name="connsiteX1-3" fmla="*/ 3094626 w 3094626"/>
                    <a:gd name="connsiteY1-4" fmla="*/ 0 h 195943"/>
                    <a:gd name="connsiteX2-5" fmla="*/ 3094626 w 3094626"/>
                    <a:gd name="connsiteY2-6" fmla="*/ 195943 h 195943"/>
                    <a:gd name="connsiteX3-7" fmla="*/ 0 w 3094626"/>
                    <a:gd name="connsiteY3-8" fmla="*/ 195943 h 195943"/>
                    <a:gd name="connsiteX4-9" fmla="*/ 0 w 3094626"/>
                    <a:gd name="connsiteY4-10" fmla="*/ 80387 h 195943"/>
                    <a:gd name="connsiteX0-11" fmla="*/ 0 w 3094626"/>
                    <a:gd name="connsiteY0-12" fmla="*/ 80387 h 195943"/>
                    <a:gd name="connsiteX1-13" fmla="*/ 3094626 w 3094626"/>
                    <a:gd name="connsiteY1-14" fmla="*/ 0 h 195943"/>
                    <a:gd name="connsiteX2-15" fmla="*/ 3094626 w 3094626"/>
                    <a:gd name="connsiteY2-16" fmla="*/ 195943 h 195943"/>
                    <a:gd name="connsiteX3-17" fmla="*/ 0 w 3094626"/>
                    <a:gd name="connsiteY3-18" fmla="*/ 145701 h 195943"/>
                    <a:gd name="connsiteX4-19" fmla="*/ 0 w 3094626"/>
                    <a:gd name="connsiteY4-20" fmla="*/ 80387 h 195943"/>
                    <a:gd name="connsiteX0-21" fmla="*/ 10048 w 3094626"/>
                    <a:gd name="connsiteY0-22" fmla="*/ 50241 h 195943"/>
                    <a:gd name="connsiteX1-23" fmla="*/ 3094626 w 3094626"/>
                    <a:gd name="connsiteY1-24" fmla="*/ 0 h 195943"/>
                    <a:gd name="connsiteX2-25" fmla="*/ 3094626 w 3094626"/>
                    <a:gd name="connsiteY2-26" fmla="*/ 195943 h 195943"/>
                    <a:gd name="connsiteX3-27" fmla="*/ 0 w 3094626"/>
                    <a:gd name="connsiteY3-28" fmla="*/ 145701 h 195943"/>
                    <a:gd name="connsiteX4-29" fmla="*/ 10048 w 3094626"/>
                    <a:gd name="connsiteY4-30" fmla="*/ 50241 h 195943"/>
                    <a:gd name="connsiteX0-31" fmla="*/ 10048 w 3094626"/>
                    <a:gd name="connsiteY0-32" fmla="*/ 50241 h 195943"/>
                    <a:gd name="connsiteX1-33" fmla="*/ 3094626 w 3094626"/>
                    <a:gd name="connsiteY1-34" fmla="*/ 0 h 195943"/>
                    <a:gd name="connsiteX2-35" fmla="*/ 3094626 w 3094626"/>
                    <a:gd name="connsiteY2-36" fmla="*/ 195943 h 195943"/>
                    <a:gd name="connsiteX3-37" fmla="*/ 0 w 3094626"/>
                    <a:gd name="connsiteY3-38" fmla="*/ 95459 h 195943"/>
                    <a:gd name="connsiteX4-39" fmla="*/ 10048 w 3094626"/>
                    <a:gd name="connsiteY4-40" fmla="*/ 50241 h 195943"/>
                    <a:gd name="connsiteX0-41" fmla="*/ 10048 w 3094626"/>
                    <a:gd name="connsiteY0-42" fmla="*/ 111572 h 257274"/>
                    <a:gd name="connsiteX1-43" fmla="*/ 3094626 w 3094626"/>
                    <a:gd name="connsiteY1-44" fmla="*/ 61331 h 257274"/>
                    <a:gd name="connsiteX2-45" fmla="*/ 3094626 w 3094626"/>
                    <a:gd name="connsiteY2-46" fmla="*/ 257274 h 257274"/>
                    <a:gd name="connsiteX3-47" fmla="*/ 0 w 3094626"/>
                    <a:gd name="connsiteY3-48" fmla="*/ 156790 h 257274"/>
                    <a:gd name="connsiteX4-49" fmla="*/ 10048 w 3094626"/>
                    <a:gd name="connsiteY4-50" fmla="*/ 111572 h 257274"/>
                    <a:gd name="connsiteX0-51" fmla="*/ 10048 w 3094626"/>
                    <a:gd name="connsiteY0-52" fmla="*/ 176360 h 322062"/>
                    <a:gd name="connsiteX1-53" fmla="*/ 3094626 w 3094626"/>
                    <a:gd name="connsiteY1-54" fmla="*/ 126119 h 322062"/>
                    <a:gd name="connsiteX2-55" fmla="*/ 3094626 w 3094626"/>
                    <a:gd name="connsiteY2-56" fmla="*/ 322062 h 322062"/>
                    <a:gd name="connsiteX3-57" fmla="*/ 0 w 3094626"/>
                    <a:gd name="connsiteY3-58" fmla="*/ 221578 h 322062"/>
                    <a:gd name="connsiteX4-59" fmla="*/ 10048 w 3094626"/>
                    <a:gd name="connsiteY4-60" fmla="*/ 176360 h 322062"/>
                    <a:gd name="connsiteX0-61" fmla="*/ 10048 w 3094626"/>
                    <a:gd name="connsiteY0-62" fmla="*/ 176360 h 322062"/>
                    <a:gd name="connsiteX1-63" fmla="*/ 3094626 w 3094626"/>
                    <a:gd name="connsiteY1-64" fmla="*/ 126119 h 322062"/>
                    <a:gd name="connsiteX2-65" fmla="*/ 3094626 w 3094626"/>
                    <a:gd name="connsiteY2-66" fmla="*/ 322062 h 322062"/>
                    <a:gd name="connsiteX3-67" fmla="*/ 0 w 3094626"/>
                    <a:gd name="connsiteY3-68" fmla="*/ 221578 h 322062"/>
                    <a:gd name="connsiteX4-69" fmla="*/ 10048 w 3094626"/>
                    <a:gd name="connsiteY4-70" fmla="*/ 176360 h 322062"/>
                    <a:gd name="connsiteX0-71" fmla="*/ 10048 w 3094626"/>
                    <a:gd name="connsiteY0-72" fmla="*/ 176360 h 322062"/>
                    <a:gd name="connsiteX1-73" fmla="*/ 3094626 w 3094626"/>
                    <a:gd name="connsiteY1-74" fmla="*/ 126119 h 322062"/>
                    <a:gd name="connsiteX2-75" fmla="*/ 3094626 w 3094626"/>
                    <a:gd name="connsiteY2-76" fmla="*/ 322062 h 322062"/>
                    <a:gd name="connsiteX3-77" fmla="*/ 0 w 3094626"/>
                    <a:gd name="connsiteY3-78" fmla="*/ 221578 h 322062"/>
                    <a:gd name="connsiteX4-79" fmla="*/ 10048 w 3094626"/>
                    <a:gd name="connsiteY4-80" fmla="*/ 176360 h 322062"/>
                    <a:gd name="connsiteX0-81" fmla="*/ 10048 w 3094626"/>
                    <a:gd name="connsiteY0-82" fmla="*/ 176360 h 312013"/>
                    <a:gd name="connsiteX1-83" fmla="*/ 3094626 w 3094626"/>
                    <a:gd name="connsiteY1-84" fmla="*/ 126119 h 312013"/>
                    <a:gd name="connsiteX2-85" fmla="*/ 3034336 w 3094626"/>
                    <a:gd name="connsiteY2-86" fmla="*/ 312013 h 312013"/>
                    <a:gd name="connsiteX3-87" fmla="*/ 0 w 3094626"/>
                    <a:gd name="connsiteY3-88" fmla="*/ 221578 h 312013"/>
                    <a:gd name="connsiteX4-89" fmla="*/ 10048 w 3094626"/>
                    <a:gd name="connsiteY4-90" fmla="*/ 176360 h 312013"/>
                    <a:gd name="connsiteX0-91" fmla="*/ 10048 w 3094626"/>
                    <a:gd name="connsiteY0-92" fmla="*/ 176360 h 312013"/>
                    <a:gd name="connsiteX1-93" fmla="*/ 3094626 w 3094626"/>
                    <a:gd name="connsiteY1-94" fmla="*/ 126119 h 312013"/>
                    <a:gd name="connsiteX2-95" fmla="*/ 3064481 w 3094626"/>
                    <a:gd name="connsiteY2-96" fmla="*/ 312013 h 312013"/>
                    <a:gd name="connsiteX3-97" fmla="*/ 0 w 3094626"/>
                    <a:gd name="connsiteY3-98" fmla="*/ 221578 h 312013"/>
                    <a:gd name="connsiteX4-99" fmla="*/ 10048 w 3094626"/>
                    <a:gd name="connsiteY4-100" fmla="*/ 176360 h 312013"/>
                    <a:gd name="connsiteX0-101" fmla="*/ 10048 w 3104674"/>
                    <a:gd name="connsiteY0-102" fmla="*/ 193598 h 329251"/>
                    <a:gd name="connsiteX1-103" fmla="*/ 3104674 w 3104674"/>
                    <a:gd name="connsiteY1-104" fmla="*/ 113212 h 329251"/>
                    <a:gd name="connsiteX2-105" fmla="*/ 3064481 w 3104674"/>
                    <a:gd name="connsiteY2-106" fmla="*/ 329251 h 329251"/>
                    <a:gd name="connsiteX3-107" fmla="*/ 0 w 3104674"/>
                    <a:gd name="connsiteY3-108" fmla="*/ 238816 h 329251"/>
                    <a:gd name="connsiteX4-109" fmla="*/ 10048 w 3104674"/>
                    <a:gd name="connsiteY4-110" fmla="*/ 193598 h 329251"/>
                    <a:gd name="connsiteX0-111" fmla="*/ 95429 w 3190055"/>
                    <a:gd name="connsiteY0-112" fmla="*/ 193598 h 329251"/>
                    <a:gd name="connsiteX1-113" fmla="*/ 3190055 w 3190055"/>
                    <a:gd name="connsiteY1-114" fmla="*/ 113212 h 329251"/>
                    <a:gd name="connsiteX2-115" fmla="*/ 3149862 w 3190055"/>
                    <a:gd name="connsiteY2-116" fmla="*/ 329251 h 329251"/>
                    <a:gd name="connsiteX3-117" fmla="*/ 0 w 3190055"/>
                    <a:gd name="connsiteY3-118" fmla="*/ 249833 h 329251"/>
                    <a:gd name="connsiteX4-119" fmla="*/ 95429 w 3190055"/>
                    <a:gd name="connsiteY4-120" fmla="*/ 193598 h 329251"/>
                    <a:gd name="connsiteX0-121" fmla="*/ 120216 w 3190055"/>
                    <a:gd name="connsiteY0-122" fmla="*/ 193598 h 329251"/>
                    <a:gd name="connsiteX1-123" fmla="*/ 3190055 w 3190055"/>
                    <a:gd name="connsiteY1-124" fmla="*/ 113212 h 329251"/>
                    <a:gd name="connsiteX2-125" fmla="*/ 3149862 w 3190055"/>
                    <a:gd name="connsiteY2-126" fmla="*/ 329251 h 329251"/>
                    <a:gd name="connsiteX3-127" fmla="*/ 0 w 3190055"/>
                    <a:gd name="connsiteY3-128" fmla="*/ 249833 h 329251"/>
                    <a:gd name="connsiteX4-129" fmla="*/ 120216 w 3190055"/>
                    <a:gd name="connsiteY4-130" fmla="*/ 193598 h 329251"/>
                    <a:gd name="connsiteX0-131" fmla="*/ 120216 w 3190055"/>
                    <a:gd name="connsiteY0-132" fmla="*/ 193598 h 329251"/>
                    <a:gd name="connsiteX1-133" fmla="*/ 3190055 w 3190055"/>
                    <a:gd name="connsiteY1-134" fmla="*/ 113212 h 329251"/>
                    <a:gd name="connsiteX2-135" fmla="*/ 3149862 w 3190055"/>
                    <a:gd name="connsiteY2-136" fmla="*/ 329251 h 329251"/>
                    <a:gd name="connsiteX3-137" fmla="*/ 0 w 3190055"/>
                    <a:gd name="connsiteY3-138" fmla="*/ 249833 h 329251"/>
                    <a:gd name="connsiteX4-139" fmla="*/ 120216 w 3190055"/>
                    <a:gd name="connsiteY4-140" fmla="*/ 193598 h 329251"/>
                    <a:gd name="connsiteX0-141" fmla="*/ 120216 w 3190055"/>
                    <a:gd name="connsiteY0-142" fmla="*/ 193598 h 329251"/>
                    <a:gd name="connsiteX1-143" fmla="*/ 3190055 w 3190055"/>
                    <a:gd name="connsiteY1-144" fmla="*/ 113212 h 329251"/>
                    <a:gd name="connsiteX2-145" fmla="*/ 3149862 w 3190055"/>
                    <a:gd name="connsiteY2-146" fmla="*/ 329251 h 329251"/>
                    <a:gd name="connsiteX3-147" fmla="*/ 0 w 3190055"/>
                    <a:gd name="connsiteY3-148" fmla="*/ 249833 h 329251"/>
                    <a:gd name="connsiteX4-149" fmla="*/ 120216 w 3190055"/>
                    <a:gd name="connsiteY4-150" fmla="*/ 193598 h 329251"/>
                    <a:gd name="connsiteX0-151" fmla="*/ 120216 w 3190055"/>
                    <a:gd name="connsiteY0-152" fmla="*/ 193598 h 329251"/>
                    <a:gd name="connsiteX1-153" fmla="*/ 3190055 w 3190055"/>
                    <a:gd name="connsiteY1-154" fmla="*/ 113212 h 329251"/>
                    <a:gd name="connsiteX2-155" fmla="*/ 3149862 w 3190055"/>
                    <a:gd name="connsiteY2-156" fmla="*/ 329251 h 329251"/>
                    <a:gd name="connsiteX3-157" fmla="*/ 0 w 3190055"/>
                    <a:gd name="connsiteY3-158" fmla="*/ 249833 h 329251"/>
                    <a:gd name="connsiteX4-159" fmla="*/ 120216 w 3190055"/>
                    <a:gd name="connsiteY4-160" fmla="*/ 193598 h 329251"/>
                    <a:gd name="connsiteX0-161" fmla="*/ 120216 w 3190055"/>
                    <a:gd name="connsiteY0-162" fmla="*/ 193598 h 351285"/>
                    <a:gd name="connsiteX1-163" fmla="*/ 3190055 w 3190055"/>
                    <a:gd name="connsiteY1-164" fmla="*/ 113212 h 351285"/>
                    <a:gd name="connsiteX2-165" fmla="*/ 3133337 w 3190055"/>
                    <a:gd name="connsiteY2-166" fmla="*/ 351285 h 351285"/>
                    <a:gd name="connsiteX3-167" fmla="*/ 0 w 3190055"/>
                    <a:gd name="connsiteY3-168" fmla="*/ 249833 h 351285"/>
                    <a:gd name="connsiteX4-169" fmla="*/ 120216 w 3190055"/>
                    <a:gd name="connsiteY4-170" fmla="*/ 193598 h 351285"/>
                    <a:gd name="connsiteX0-171" fmla="*/ 120216 w 3190055"/>
                    <a:gd name="connsiteY0-172" fmla="*/ 193598 h 351285"/>
                    <a:gd name="connsiteX1-173" fmla="*/ 3190055 w 3190055"/>
                    <a:gd name="connsiteY1-174" fmla="*/ 113212 h 351285"/>
                    <a:gd name="connsiteX2-175" fmla="*/ 3133337 w 3190055"/>
                    <a:gd name="connsiteY2-176" fmla="*/ 351285 h 351285"/>
                    <a:gd name="connsiteX3-177" fmla="*/ 0 w 3190055"/>
                    <a:gd name="connsiteY3-178" fmla="*/ 249833 h 351285"/>
                    <a:gd name="connsiteX4-179" fmla="*/ 120216 w 3190055"/>
                    <a:gd name="connsiteY4-180" fmla="*/ 193598 h 351285"/>
                    <a:gd name="connsiteX0-181" fmla="*/ 120216 w 3190055"/>
                    <a:gd name="connsiteY0-182" fmla="*/ 193598 h 337514"/>
                    <a:gd name="connsiteX1-183" fmla="*/ 3190055 w 3190055"/>
                    <a:gd name="connsiteY1-184" fmla="*/ 113212 h 337514"/>
                    <a:gd name="connsiteX2-185" fmla="*/ 3136092 w 3190055"/>
                    <a:gd name="connsiteY2-186" fmla="*/ 337514 h 337514"/>
                    <a:gd name="connsiteX3-187" fmla="*/ 0 w 3190055"/>
                    <a:gd name="connsiteY3-188" fmla="*/ 249833 h 337514"/>
                    <a:gd name="connsiteX4-189" fmla="*/ 120216 w 3190055"/>
                    <a:gd name="connsiteY4-190" fmla="*/ 193598 h 337514"/>
                    <a:gd name="connsiteX0-191" fmla="*/ 120216 w 3190055"/>
                    <a:gd name="connsiteY0-192" fmla="*/ 193598 h 337514"/>
                    <a:gd name="connsiteX1-193" fmla="*/ 3190055 w 3190055"/>
                    <a:gd name="connsiteY1-194" fmla="*/ 113212 h 337514"/>
                    <a:gd name="connsiteX2-195" fmla="*/ 3136092 w 3190055"/>
                    <a:gd name="connsiteY2-196" fmla="*/ 337514 h 337514"/>
                    <a:gd name="connsiteX3-197" fmla="*/ 0 w 3190055"/>
                    <a:gd name="connsiteY3-198" fmla="*/ 249833 h 337514"/>
                    <a:gd name="connsiteX4-199" fmla="*/ 120216 w 3190055"/>
                    <a:gd name="connsiteY4-200" fmla="*/ 193598 h 337514"/>
                    <a:gd name="connsiteX0-201" fmla="*/ 120216 w 3190055"/>
                    <a:gd name="connsiteY0-202" fmla="*/ 193598 h 337514"/>
                    <a:gd name="connsiteX1-203" fmla="*/ 3190055 w 3190055"/>
                    <a:gd name="connsiteY1-204" fmla="*/ 113212 h 337514"/>
                    <a:gd name="connsiteX2-205" fmla="*/ 3136092 w 3190055"/>
                    <a:gd name="connsiteY2-206" fmla="*/ 337514 h 337514"/>
                    <a:gd name="connsiteX3-207" fmla="*/ 0 w 3190055"/>
                    <a:gd name="connsiteY3-208" fmla="*/ 249833 h 337514"/>
                    <a:gd name="connsiteX4-209" fmla="*/ 120216 w 3190055"/>
                    <a:gd name="connsiteY4-210" fmla="*/ 193598 h 337514"/>
                    <a:gd name="connsiteX0-211" fmla="*/ 120216 w 3190055"/>
                    <a:gd name="connsiteY0-212" fmla="*/ 193598 h 354039"/>
                    <a:gd name="connsiteX1-213" fmla="*/ 3190055 w 3190055"/>
                    <a:gd name="connsiteY1-214" fmla="*/ 113212 h 354039"/>
                    <a:gd name="connsiteX2-215" fmla="*/ 3133338 w 3190055"/>
                    <a:gd name="connsiteY2-216" fmla="*/ 354039 h 354039"/>
                    <a:gd name="connsiteX3-217" fmla="*/ 0 w 3190055"/>
                    <a:gd name="connsiteY3-218" fmla="*/ 249833 h 354039"/>
                    <a:gd name="connsiteX4-219" fmla="*/ 120216 w 3190055"/>
                    <a:gd name="connsiteY4-220" fmla="*/ 193598 h 354039"/>
                    <a:gd name="connsiteX0-221" fmla="*/ 120216 w 3195563"/>
                    <a:gd name="connsiteY0-222" fmla="*/ 214366 h 374807"/>
                    <a:gd name="connsiteX1-223" fmla="*/ 3195563 w 3195563"/>
                    <a:gd name="connsiteY1-224" fmla="*/ 100930 h 374807"/>
                    <a:gd name="connsiteX2-225" fmla="*/ 3133338 w 3195563"/>
                    <a:gd name="connsiteY2-226" fmla="*/ 374807 h 374807"/>
                    <a:gd name="connsiteX3-227" fmla="*/ 0 w 3195563"/>
                    <a:gd name="connsiteY3-228" fmla="*/ 270601 h 374807"/>
                    <a:gd name="connsiteX4-229" fmla="*/ 120216 w 3195563"/>
                    <a:gd name="connsiteY4-230" fmla="*/ 214366 h 374807"/>
                    <a:gd name="connsiteX0-231" fmla="*/ 120216 w 3195563"/>
                    <a:gd name="connsiteY0-232" fmla="*/ 225150 h 385591"/>
                    <a:gd name="connsiteX1-233" fmla="*/ 3195563 w 3195563"/>
                    <a:gd name="connsiteY1-234" fmla="*/ 111714 h 385591"/>
                    <a:gd name="connsiteX2-235" fmla="*/ 3133338 w 3195563"/>
                    <a:gd name="connsiteY2-236" fmla="*/ 385591 h 385591"/>
                    <a:gd name="connsiteX3-237" fmla="*/ 0 w 3195563"/>
                    <a:gd name="connsiteY3-238" fmla="*/ 281385 h 385591"/>
                    <a:gd name="connsiteX4-239" fmla="*/ 120216 w 3195563"/>
                    <a:gd name="connsiteY4-240" fmla="*/ 225150 h 385591"/>
                    <a:gd name="connsiteX0-241" fmla="*/ 120216 w 3195563"/>
                    <a:gd name="connsiteY0-242" fmla="*/ 225150 h 385591"/>
                    <a:gd name="connsiteX1-243" fmla="*/ 3195563 w 3195563"/>
                    <a:gd name="connsiteY1-244" fmla="*/ 111714 h 385591"/>
                    <a:gd name="connsiteX2-245" fmla="*/ 3133338 w 3195563"/>
                    <a:gd name="connsiteY2-246" fmla="*/ 385591 h 385591"/>
                    <a:gd name="connsiteX3-247" fmla="*/ 0 w 3195563"/>
                    <a:gd name="connsiteY3-248" fmla="*/ 281385 h 385591"/>
                    <a:gd name="connsiteX4-249" fmla="*/ 120216 w 3195563"/>
                    <a:gd name="connsiteY4-250" fmla="*/ 225150 h 385591"/>
                    <a:gd name="connsiteX0-251" fmla="*/ 120216 w 3170681"/>
                    <a:gd name="connsiteY0-252" fmla="*/ 210835 h 371276"/>
                    <a:gd name="connsiteX1-253" fmla="*/ 3170681 w 3170681"/>
                    <a:gd name="connsiteY1-254" fmla="*/ 119479 h 371276"/>
                    <a:gd name="connsiteX2-255" fmla="*/ 3133338 w 3170681"/>
                    <a:gd name="connsiteY2-256" fmla="*/ 371276 h 371276"/>
                    <a:gd name="connsiteX3-257" fmla="*/ 0 w 3170681"/>
                    <a:gd name="connsiteY3-258" fmla="*/ 267070 h 371276"/>
                    <a:gd name="connsiteX4-259" fmla="*/ 120216 w 3170681"/>
                    <a:gd name="connsiteY4-260" fmla="*/ 210835 h 371276"/>
                    <a:gd name="connsiteX0-261" fmla="*/ 120216 w 3170681"/>
                    <a:gd name="connsiteY0-262" fmla="*/ 234595 h 395036"/>
                    <a:gd name="connsiteX1-263" fmla="*/ 3170681 w 3170681"/>
                    <a:gd name="connsiteY1-264" fmla="*/ 143239 h 395036"/>
                    <a:gd name="connsiteX2-265" fmla="*/ 3133338 w 3170681"/>
                    <a:gd name="connsiteY2-266" fmla="*/ 395036 h 395036"/>
                    <a:gd name="connsiteX3-267" fmla="*/ 0 w 3170681"/>
                    <a:gd name="connsiteY3-268" fmla="*/ 290830 h 395036"/>
                    <a:gd name="connsiteX4-269" fmla="*/ 120216 w 3170681"/>
                    <a:gd name="connsiteY4-270" fmla="*/ 234595 h 395036"/>
                    <a:gd name="connsiteX0-271" fmla="*/ 120216 w 3170681"/>
                    <a:gd name="connsiteY0-272" fmla="*/ 234595 h 395036"/>
                    <a:gd name="connsiteX1-273" fmla="*/ 3170681 w 3170681"/>
                    <a:gd name="connsiteY1-274" fmla="*/ 143239 h 395036"/>
                    <a:gd name="connsiteX2-275" fmla="*/ 3133338 w 3170681"/>
                    <a:gd name="connsiteY2-276" fmla="*/ 395036 h 395036"/>
                    <a:gd name="connsiteX3-277" fmla="*/ 0 w 3170681"/>
                    <a:gd name="connsiteY3-278" fmla="*/ 290830 h 395036"/>
                    <a:gd name="connsiteX4-279" fmla="*/ 120216 w 3170681"/>
                    <a:gd name="connsiteY4-280" fmla="*/ 234595 h 395036"/>
                    <a:gd name="connsiteX0-281" fmla="*/ 120216 w 3170681"/>
                    <a:gd name="connsiteY0-282" fmla="*/ 279041 h 439482"/>
                    <a:gd name="connsiteX1-283" fmla="*/ 3170681 w 3170681"/>
                    <a:gd name="connsiteY1-284" fmla="*/ 187685 h 439482"/>
                    <a:gd name="connsiteX2-285" fmla="*/ 3133338 w 3170681"/>
                    <a:gd name="connsiteY2-286" fmla="*/ 439482 h 439482"/>
                    <a:gd name="connsiteX3-287" fmla="*/ 0 w 3170681"/>
                    <a:gd name="connsiteY3-288" fmla="*/ 335276 h 439482"/>
                    <a:gd name="connsiteX4-289" fmla="*/ 120216 w 3170681"/>
                    <a:gd name="connsiteY4-290" fmla="*/ 279041 h 439482"/>
                    <a:gd name="connsiteX0-291" fmla="*/ 120216 w 3170681"/>
                    <a:gd name="connsiteY0-292" fmla="*/ 312223 h 472664"/>
                    <a:gd name="connsiteX1-293" fmla="*/ 3170681 w 3170681"/>
                    <a:gd name="connsiteY1-294" fmla="*/ 220867 h 472664"/>
                    <a:gd name="connsiteX2-295" fmla="*/ 3133338 w 3170681"/>
                    <a:gd name="connsiteY2-296" fmla="*/ 472664 h 472664"/>
                    <a:gd name="connsiteX3-297" fmla="*/ 0 w 3170681"/>
                    <a:gd name="connsiteY3-298" fmla="*/ 368458 h 472664"/>
                    <a:gd name="connsiteX4-299" fmla="*/ 120216 w 3170681"/>
                    <a:gd name="connsiteY4-300" fmla="*/ 312223 h 472664"/>
                    <a:gd name="connsiteX0-301" fmla="*/ 120216 w 3170681"/>
                    <a:gd name="connsiteY0-302" fmla="*/ 312223 h 472664"/>
                    <a:gd name="connsiteX1-303" fmla="*/ 3170681 w 3170681"/>
                    <a:gd name="connsiteY1-304" fmla="*/ 220867 h 472664"/>
                    <a:gd name="connsiteX2-305" fmla="*/ 3133338 w 3170681"/>
                    <a:gd name="connsiteY2-306" fmla="*/ 472664 h 472664"/>
                    <a:gd name="connsiteX3-307" fmla="*/ 0 w 3170681"/>
                    <a:gd name="connsiteY3-308" fmla="*/ 368458 h 472664"/>
                    <a:gd name="connsiteX4-309" fmla="*/ 120216 w 3170681"/>
                    <a:gd name="connsiteY4-310" fmla="*/ 312223 h 472664"/>
                    <a:gd name="connsiteX0-311" fmla="*/ 120216 w 3170681"/>
                    <a:gd name="connsiteY0-312" fmla="*/ 312223 h 472664"/>
                    <a:gd name="connsiteX1-313" fmla="*/ 3170681 w 3170681"/>
                    <a:gd name="connsiteY1-314" fmla="*/ 220867 h 472664"/>
                    <a:gd name="connsiteX2-315" fmla="*/ 3133338 w 3170681"/>
                    <a:gd name="connsiteY2-316" fmla="*/ 472664 h 472664"/>
                    <a:gd name="connsiteX3-317" fmla="*/ 0 w 3170681"/>
                    <a:gd name="connsiteY3-318" fmla="*/ 368458 h 472664"/>
                    <a:gd name="connsiteX4-319" fmla="*/ 120216 w 3170681"/>
                    <a:gd name="connsiteY4-320" fmla="*/ 312223 h 472664"/>
                    <a:gd name="connsiteX0-321" fmla="*/ 120216 w 3170681"/>
                    <a:gd name="connsiteY0-322" fmla="*/ 312223 h 523910"/>
                    <a:gd name="connsiteX1-323" fmla="*/ 3170681 w 3170681"/>
                    <a:gd name="connsiteY1-324" fmla="*/ 220867 h 523910"/>
                    <a:gd name="connsiteX2-325" fmla="*/ 3117841 w 3170681"/>
                    <a:gd name="connsiteY2-326" fmla="*/ 523910 h 523910"/>
                    <a:gd name="connsiteX3-327" fmla="*/ 0 w 3170681"/>
                    <a:gd name="connsiteY3-328" fmla="*/ 368458 h 523910"/>
                    <a:gd name="connsiteX4-329" fmla="*/ 120216 w 3170681"/>
                    <a:gd name="connsiteY4-330" fmla="*/ 312223 h 523910"/>
                    <a:gd name="connsiteX0-331" fmla="*/ 120216 w 3164653"/>
                    <a:gd name="connsiteY0-332" fmla="*/ 327095 h 538782"/>
                    <a:gd name="connsiteX1-333" fmla="*/ 3164653 w 3164653"/>
                    <a:gd name="connsiteY1-334" fmla="*/ 210678 h 538782"/>
                    <a:gd name="connsiteX2-335" fmla="*/ 3117841 w 3164653"/>
                    <a:gd name="connsiteY2-336" fmla="*/ 538782 h 538782"/>
                    <a:gd name="connsiteX3-337" fmla="*/ 0 w 3164653"/>
                    <a:gd name="connsiteY3-338" fmla="*/ 383330 h 538782"/>
                    <a:gd name="connsiteX4-339" fmla="*/ 120216 w 3164653"/>
                    <a:gd name="connsiteY4-340" fmla="*/ 327095 h 53878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164653" h="538782">
                      <a:moveTo>
                        <a:pt x="120216" y="327095"/>
                      </a:moveTo>
                      <a:cubicBezTo>
                        <a:pt x="1208810" y="-39025"/>
                        <a:pt x="2229241" y="-125699"/>
                        <a:pt x="3164653" y="210678"/>
                      </a:cubicBezTo>
                      <a:lnTo>
                        <a:pt x="3117841" y="538782"/>
                      </a:lnTo>
                      <a:cubicBezTo>
                        <a:pt x="2620016" y="211295"/>
                        <a:pt x="1148817" y="-14579"/>
                        <a:pt x="0" y="383330"/>
                      </a:cubicBezTo>
                      <a:cubicBezTo>
                        <a:pt x="40072" y="364585"/>
                        <a:pt x="58110" y="348594"/>
                        <a:pt x="120216" y="32709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3" name="等腰三角形 12"/>
                <p:cNvSpPr/>
                <p:nvPr/>
              </p:nvSpPr>
              <p:spPr>
                <a:xfrm rot="6159150">
                  <a:off x="-1436011" y="-3527131"/>
                  <a:ext cx="550966" cy="375702"/>
                </a:xfrm>
                <a:prstGeom prst="triangle">
                  <a:avLst>
                    <a:gd name="adj" fmla="val 5663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grpSp>
        <p:sp>
          <p:nvSpPr>
            <p:cNvPr id="9" name="文本框 8"/>
            <p:cNvSpPr txBox="1"/>
            <p:nvPr/>
          </p:nvSpPr>
          <p:spPr>
            <a:xfrm>
              <a:off x="4891684" y="4580253"/>
              <a:ext cx="2372154" cy="267190"/>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cs typeface="思源黑体 CN Medium" panose="020B0600000000000000" pitchFamily="34" charset="-122"/>
                </a:rPr>
                <a:t>城乡认知补偿策略</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nvGrpSpPr>
          <p:cNvPr id="152" name="组合 151"/>
          <p:cNvGrpSpPr/>
          <p:nvPr/>
        </p:nvGrpSpPr>
        <p:grpSpPr>
          <a:xfrm>
            <a:off x="1897837" y="1711563"/>
            <a:ext cx="8396931" cy="2289493"/>
            <a:chOff x="2069780" y="2355901"/>
            <a:chExt cx="7871390" cy="2146200"/>
          </a:xfrm>
        </p:grpSpPr>
        <p:grpSp>
          <p:nvGrpSpPr>
            <p:cNvPr id="145" name="组合 144"/>
            <p:cNvGrpSpPr/>
            <p:nvPr/>
          </p:nvGrpSpPr>
          <p:grpSpPr>
            <a:xfrm>
              <a:off x="7794970" y="2355901"/>
              <a:ext cx="2146200" cy="2146200"/>
              <a:chOff x="7794970" y="2355901"/>
              <a:chExt cx="2146200" cy="2146200"/>
            </a:xfrm>
          </p:grpSpPr>
          <p:sp>
            <p:nvSpPr>
              <p:cNvPr id="26" name="椭圆 25"/>
              <p:cNvSpPr>
                <a:spLocks noChangeAspect="1"/>
              </p:cNvSpPr>
              <p:nvPr/>
            </p:nvSpPr>
            <p:spPr>
              <a:xfrm>
                <a:off x="7794970" y="2355901"/>
                <a:ext cx="2146200" cy="2146200"/>
              </a:xfrm>
              <a:prstGeom prst="ellipse">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37" name="圆角矩形 11"/>
              <p:cNvSpPr/>
              <p:nvPr/>
            </p:nvSpPr>
            <p:spPr>
              <a:xfrm>
                <a:off x="8180433" y="2564211"/>
                <a:ext cx="1375274" cy="366584"/>
              </a:xfrm>
              <a:prstGeom prst="roundRect">
                <a:avLst>
                  <a:gd name="adj" fmla="val 50000"/>
                </a:avLst>
              </a:prstGeom>
              <a:solidFill>
                <a:schemeClr val="accent1">
                  <a:alpha val="99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latin typeface="思源黑体 CN Bold" panose="020B0800000000000000" pitchFamily="34" charset="-122"/>
                    <a:ea typeface="思源黑体 CN Bold" panose="020B0800000000000000" pitchFamily="34" charset="-122"/>
                    <a:cs typeface="思源黑体 CN Medium" panose="020B0600000000000000" pitchFamily="34" charset="-122"/>
                  </a:rPr>
                  <a:t>德育转化</a:t>
                </a:r>
                <a:endParaRPr lang="zh-CN" altLang="en-US" dirty="0">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39" name="矩形: 圆角 138"/>
              <p:cNvSpPr/>
              <p:nvPr/>
            </p:nvSpPr>
            <p:spPr>
              <a:xfrm>
                <a:off x="7886063" y="3072333"/>
                <a:ext cx="1964014" cy="328092"/>
              </a:xfrm>
              <a:prstGeom prst="roundRect">
                <a:avLst>
                  <a:gd name="adj" fmla="val 50000"/>
                </a:avLst>
              </a:prstGeom>
              <a:solidFill>
                <a:schemeClr val="bg1"/>
              </a:solidFill>
              <a:ln>
                <a:solidFill>
                  <a:schemeClr val="accent1"/>
                </a:solidFill>
                <a:prstDash val="lgDash"/>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结构化培育路径</a:t>
                </a:r>
                <a:endParaRPr lang="zh-CN" altLang="en-US"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42" name="矩形: 圆角 141"/>
              <p:cNvSpPr/>
              <p:nvPr/>
            </p:nvSpPr>
            <p:spPr>
              <a:xfrm>
                <a:off x="7886063" y="3505176"/>
                <a:ext cx="1964014" cy="328092"/>
              </a:xfrm>
              <a:prstGeom prst="roundRect">
                <a:avLst>
                  <a:gd name="adj" fmla="val 50000"/>
                </a:avLst>
              </a:prstGeom>
              <a:solidFill>
                <a:schemeClr val="bg1"/>
              </a:solidFill>
              <a:ln>
                <a:solidFill>
                  <a:schemeClr val="accent1"/>
                </a:solidFill>
                <a:prstDash val="lgDash"/>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测评工具创新</a:t>
                </a:r>
                <a:endParaRPr lang="zh-CN" altLang="en-US"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43" name="矩形: 圆角 142"/>
              <p:cNvSpPr/>
              <p:nvPr/>
            </p:nvSpPr>
            <p:spPr>
              <a:xfrm>
                <a:off x="7886063" y="3938019"/>
                <a:ext cx="1964014" cy="328092"/>
              </a:xfrm>
              <a:prstGeom prst="roundRect">
                <a:avLst>
                  <a:gd name="adj" fmla="val 50000"/>
                </a:avLst>
              </a:prstGeom>
              <a:solidFill>
                <a:schemeClr val="bg1"/>
              </a:solidFill>
              <a:ln>
                <a:solidFill>
                  <a:schemeClr val="accent1"/>
                </a:solidFill>
                <a:prstDash val="lgDash"/>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技术融合突破</a:t>
                </a:r>
                <a:endParaRPr lang="zh-CN" altLang="en-US"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grpSp>
          <p:nvGrpSpPr>
            <p:cNvPr id="146" name="组合 145"/>
            <p:cNvGrpSpPr/>
            <p:nvPr/>
          </p:nvGrpSpPr>
          <p:grpSpPr>
            <a:xfrm>
              <a:off x="2069780" y="2355901"/>
              <a:ext cx="2146200" cy="2146200"/>
              <a:chOff x="7794970" y="2355901"/>
              <a:chExt cx="2146200" cy="2146200"/>
            </a:xfrm>
          </p:grpSpPr>
          <p:sp>
            <p:nvSpPr>
              <p:cNvPr id="147" name="椭圆 146"/>
              <p:cNvSpPr>
                <a:spLocks noChangeAspect="1"/>
              </p:cNvSpPr>
              <p:nvPr/>
            </p:nvSpPr>
            <p:spPr>
              <a:xfrm>
                <a:off x="7794970" y="2355901"/>
                <a:ext cx="2146200" cy="2146200"/>
              </a:xfrm>
              <a:prstGeom prst="ellipse">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48" name="圆角矩形 11"/>
              <p:cNvSpPr/>
              <p:nvPr/>
            </p:nvSpPr>
            <p:spPr>
              <a:xfrm>
                <a:off x="8180433" y="2564211"/>
                <a:ext cx="1375274" cy="366584"/>
              </a:xfrm>
              <a:prstGeom prst="roundRect">
                <a:avLst>
                  <a:gd name="adj" fmla="val 50000"/>
                </a:avLst>
              </a:prstGeom>
              <a:solidFill>
                <a:schemeClr val="accent1">
                  <a:alpha val="99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latin typeface="思源黑体 CN Bold" panose="020B0800000000000000" pitchFamily="34" charset="-122"/>
                    <a:ea typeface="思源黑体 CN Bold" panose="020B0800000000000000" pitchFamily="34" charset="-122"/>
                    <a:cs typeface="思源黑体 CN Medium" panose="020B0600000000000000" pitchFamily="34" charset="-122"/>
                  </a:rPr>
                  <a:t>认知梯度</a:t>
                </a:r>
                <a:endParaRPr lang="zh-CN" altLang="en-US" dirty="0">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49" name="矩形: 圆角 148"/>
              <p:cNvSpPr/>
              <p:nvPr/>
            </p:nvSpPr>
            <p:spPr>
              <a:xfrm>
                <a:off x="7886063" y="3072333"/>
                <a:ext cx="1964014" cy="328092"/>
              </a:xfrm>
              <a:prstGeom prst="roundRect">
                <a:avLst>
                  <a:gd name="adj" fmla="val 50000"/>
                </a:avLst>
              </a:prstGeom>
              <a:solidFill>
                <a:schemeClr val="bg1"/>
              </a:solidFill>
              <a:ln>
                <a:solidFill>
                  <a:schemeClr val="accent1"/>
                </a:solidFill>
                <a:prstDash val="lgDash"/>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初中：规则体验</a:t>
                </a:r>
                <a:endParaRPr lang="zh-CN" altLang="en-US"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50" name="矩形: 圆角 149"/>
              <p:cNvSpPr/>
              <p:nvPr/>
            </p:nvSpPr>
            <p:spPr>
              <a:xfrm>
                <a:off x="7886063" y="3505176"/>
                <a:ext cx="1964014" cy="328092"/>
              </a:xfrm>
              <a:prstGeom prst="roundRect">
                <a:avLst>
                  <a:gd name="adj" fmla="val 50000"/>
                </a:avLst>
              </a:prstGeom>
              <a:solidFill>
                <a:schemeClr val="bg1"/>
              </a:solidFill>
              <a:ln>
                <a:solidFill>
                  <a:schemeClr val="accent1"/>
                </a:solidFill>
                <a:prstDash val="lgDash"/>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高中：法理思辨</a:t>
                </a:r>
                <a:endParaRPr lang="zh-CN" altLang="en-US"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51" name="矩形: 圆角 150"/>
              <p:cNvSpPr/>
              <p:nvPr/>
            </p:nvSpPr>
            <p:spPr>
              <a:xfrm>
                <a:off x="7886063" y="3938019"/>
                <a:ext cx="1964014" cy="328092"/>
              </a:xfrm>
              <a:prstGeom prst="roundRect">
                <a:avLst>
                  <a:gd name="adj" fmla="val 50000"/>
                </a:avLst>
              </a:prstGeom>
              <a:solidFill>
                <a:schemeClr val="bg1"/>
              </a:solidFill>
              <a:ln>
                <a:solidFill>
                  <a:schemeClr val="accent1"/>
                </a:solidFill>
                <a:prstDash val="lgDash"/>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latin typeface="思源黑体 CN Medium" panose="020B0600000000000000" pitchFamily="34" charset="-122"/>
                    <a:ea typeface="思源黑体 CN Medium" panose="020B0600000000000000" pitchFamily="34" charset="-122"/>
                  </a:rPr>
                  <a:t>实践：模拟立法</a:t>
                </a:r>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grpSp>
      </p:grpSp>
      <p:grpSp>
        <p:nvGrpSpPr>
          <p:cNvPr id="178" name="组合 177"/>
          <p:cNvGrpSpPr/>
          <p:nvPr/>
        </p:nvGrpSpPr>
        <p:grpSpPr>
          <a:xfrm>
            <a:off x="695887" y="5293798"/>
            <a:ext cx="10800226" cy="1230827"/>
            <a:chOff x="3412147" y="107197"/>
            <a:chExt cx="8192498" cy="1520326"/>
          </a:xfrm>
        </p:grpSpPr>
        <p:sp>
          <p:nvSpPr>
            <p:cNvPr id="179" name="矩形 178"/>
            <p:cNvSpPr/>
            <p:nvPr/>
          </p:nvSpPr>
          <p:spPr>
            <a:xfrm>
              <a:off x="3412147" y="107197"/>
              <a:ext cx="8192498" cy="1520326"/>
            </a:xfrm>
            <a:prstGeom prst="rect">
              <a:avLst/>
            </a:prstGeom>
            <a:solidFill>
              <a:schemeClr val="bg1"/>
            </a:solidFill>
            <a:ln w="9525">
              <a:solidFill>
                <a:schemeClr val="accent4"/>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0" name="组合 179"/>
            <p:cNvGrpSpPr/>
            <p:nvPr/>
          </p:nvGrpSpPr>
          <p:grpSpPr>
            <a:xfrm>
              <a:off x="3484763" y="510283"/>
              <a:ext cx="7957866" cy="987822"/>
              <a:chOff x="3484763" y="510283"/>
              <a:chExt cx="7957866" cy="987822"/>
            </a:xfrm>
          </p:grpSpPr>
          <p:sp>
            <p:nvSpPr>
              <p:cNvPr id="181" name="矩形 180"/>
              <p:cNvSpPr/>
              <p:nvPr/>
            </p:nvSpPr>
            <p:spPr>
              <a:xfrm>
                <a:off x="3484763" y="510283"/>
                <a:ext cx="2059566" cy="987822"/>
              </a:xfrm>
              <a:prstGeom prst="rect">
                <a:avLst/>
              </a:prstGeom>
              <a:solidFill>
                <a:schemeClr val="accent4">
                  <a:lumMod val="20000"/>
                  <a:lumOff val="80000"/>
                  <a:alpha val="10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i="0">
                    <a:solidFill>
                      <a:schemeClr val="accent4"/>
                    </a:solidFill>
                    <a:effectLst/>
                    <a:latin typeface="思源黑体 CN Bold" panose="020B0800000000000000" pitchFamily="34" charset="-122"/>
                    <a:ea typeface="思源黑体 CN Bold" panose="020B0800000000000000" pitchFamily="34" charset="-122"/>
                  </a:rPr>
                  <a:t>责任意识培育的</a:t>
                </a:r>
                <a:r>
                  <a:rPr lang="en-US" altLang="zh-CN" sz="2000" i="0">
                    <a:solidFill>
                      <a:schemeClr val="accent4"/>
                    </a:solidFill>
                    <a:effectLst/>
                    <a:latin typeface="思源黑体 CN Bold" panose="020B0800000000000000" pitchFamily="34" charset="-122"/>
                    <a:ea typeface="思源黑体 CN Bold" panose="020B0800000000000000" pitchFamily="34" charset="-122"/>
                  </a:rPr>
                  <a:t>"</a:t>
                </a:r>
                <a:r>
                  <a:rPr lang="zh-CN" altLang="en-US" sz="2000" i="0">
                    <a:solidFill>
                      <a:schemeClr val="accent4"/>
                    </a:solidFill>
                    <a:effectLst/>
                    <a:latin typeface="思源黑体 CN Bold" panose="020B0800000000000000" pitchFamily="34" charset="-122"/>
                    <a:ea typeface="思源黑体 CN Bold" panose="020B0800000000000000" pitchFamily="34" charset="-122"/>
                  </a:rPr>
                  <a:t>四维一体</a:t>
                </a:r>
                <a:r>
                  <a:rPr lang="en-US" altLang="zh-CN" sz="2000" i="0">
                    <a:solidFill>
                      <a:schemeClr val="accent4"/>
                    </a:solidFill>
                    <a:effectLst/>
                    <a:latin typeface="思源黑体 CN Bold" panose="020B0800000000000000" pitchFamily="34" charset="-122"/>
                    <a:ea typeface="思源黑体 CN Bold" panose="020B0800000000000000" pitchFamily="34" charset="-122"/>
                  </a:rPr>
                  <a:t>"</a:t>
                </a:r>
                <a:r>
                  <a:rPr lang="zh-CN" altLang="en-US" sz="2000" i="0">
                    <a:solidFill>
                      <a:schemeClr val="accent4"/>
                    </a:solidFill>
                    <a:effectLst/>
                    <a:latin typeface="思源黑体 CN Bold" panose="020B0800000000000000" pitchFamily="34" charset="-122"/>
                    <a:ea typeface="思源黑体 CN Bold" panose="020B0800000000000000" pitchFamily="34" charset="-122"/>
                  </a:rPr>
                  <a:t>模型</a:t>
                </a:r>
                <a:endParaRPr lang="zh-CN" altLang="en-US" sz="2000">
                  <a:solidFill>
                    <a:schemeClr val="accent4"/>
                  </a:solidFill>
                  <a:latin typeface="思源黑体 CN Bold" panose="020B0800000000000000" pitchFamily="34" charset="-122"/>
                  <a:ea typeface="思源黑体 CN Bold" panose="020B0800000000000000" pitchFamily="34" charset="-122"/>
                </a:endParaRPr>
              </a:p>
            </p:txBody>
          </p:sp>
          <p:sp>
            <p:nvSpPr>
              <p:cNvPr id="182" name="矩形 181"/>
              <p:cNvSpPr/>
              <p:nvPr/>
            </p:nvSpPr>
            <p:spPr>
              <a:xfrm>
                <a:off x="9466784" y="510283"/>
                <a:ext cx="1975845" cy="987822"/>
              </a:xfrm>
              <a:prstGeom prst="rect">
                <a:avLst/>
              </a:prstGeom>
              <a:solidFill>
                <a:schemeClr val="accent4">
                  <a:lumMod val="20000"/>
                  <a:lumOff val="80000"/>
                  <a:alpha val="10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i="0">
                    <a:solidFill>
                      <a:schemeClr val="accent4"/>
                    </a:solidFill>
                    <a:effectLst/>
                    <a:latin typeface="思源黑体 CN Bold" panose="020B0800000000000000" pitchFamily="34" charset="-122"/>
                    <a:ea typeface="思源黑体 CN Bold" panose="020B0800000000000000" pitchFamily="34" charset="-122"/>
                  </a:rPr>
                  <a:t>敏感议题的</a:t>
                </a:r>
                <a:r>
                  <a:rPr lang="en-US" altLang="zh-CN" sz="2000" i="0">
                    <a:solidFill>
                      <a:schemeClr val="accent4"/>
                    </a:solidFill>
                    <a:effectLst/>
                    <a:latin typeface="思源黑体 CN Bold" panose="020B0800000000000000" pitchFamily="34" charset="-122"/>
                    <a:ea typeface="思源黑体 CN Bold" panose="020B0800000000000000" pitchFamily="34" charset="-122"/>
                  </a:rPr>
                  <a:t>"</a:t>
                </a:r>
                <a:r>
                  <a:rPr lang="zh-CN" altLang="en-US" sz="2000" i="0">
                    <a:solidFill>
                      <a:schemeClr val="accent4"/>
                    </a:solidFill>
                    <a:effectLst/>
                    <a:latin typeface="思源黑体 CN Bold" panose="020B0800000000000000" pitchFamily="34" charset="-122"/>
                    <a:ea typeface="思源黑体 CN Bold" panose="020B0800000000000000" pitchFamily="34" charset="-122"/>
                  </a:rPr>
                  <a:t>双滤三阶</a:t>
                </a:r>
                <a:r>
                  <a:rPr lang="en-US" altLang="zh-CN" sz="2000" i="0">
                    <a:solidFill>
                      <a:schemeClr val="accent4"/>
                    </a:solidFill>
                    <a:effectLst/>
                    <a:latin typeface="思源黑体 CN Bold" panose="020B0800000000000000" pitchFamily="34" charset="-122"/>
                    <a:ea typeface="思源黑体 CN Bold" panose="020B0800000000000000" pitchFamily="34" charset="-122"/>
                  </a:rPr>
                  <a:t>"</a:t>
                </a:r>
                <a:r>
                  <a:rPr lang="zh-CN" altLang="en-US" sz="2000" i="0">
                    <a:solidFill>
                      <a:schemeClr val="accent4"/>
                    </a:solidFill>
                    <a:effectLst/>
                    <a:latin typeface="思源黑体 CN Bold" panose="020B0800000000000000" pitchFamily="34" charset="-122"/>
                    <a:ea typeface="思源黑体 CN Bold" panose="020B0800000000000000" pitchFamily="34" charset="-122"/>
                  </a:rPr>
                  <a:t>机制</a:t>
                </a:r>
                <a:endParaRPr lang="zh-CN" altLang="en-US" sz="2000">
                  <a:solidFill>
                    <a:schemeClr val="accent4"/>
                  </a:solidFill>
                  <a:latin typeface="思源黑体 CN Bold" panose="020B0800000000000000" pitchFamily="34" charset="-122"/>
                  <a:ea typeface="思源黑体 CN Bold" panose="020B0800000000000000" pitchFamily="34" charset="-122"/>
                </a:endParaRPr>
              </a:p>
            </p:txBody>
          </p:sp>
          <p:sp>
            <p:nvSpPr>
              <p:cNvPr id="183" name="矩形 182"/>
              <p:cNvSpPr/>
              <p:nvPr/>
            </p:nvSpPr>
            <p:spPr>
              <a:xfrm>
                <a:off x="6478006" y="510283"/>
                <a:ext cx="2058288" cy="987822"/>
              </a:xfrm>
              <a:prstGeom prst="rect">
                <a:avLst/>
              </a:prstGeom>
              <a:solidFill>
                <a:schemeClr val="accent4">
                  <a:lumMod val="20000"/>
                  <a:lumOff val="80000"/>
                  <a:alpha val="10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i="0">
                    <a:solidFill>
                      <a:schemeClr val="accent4"/>
                    </a:solidFill>
                    <a:effectLst/>
                    <a:latin typeface="思源黑体 CN Bold" panose="020B0800000000000000" pitchFamily="34" charset="-122"/>
                    <a:ea typeface="思源黑体 CN Bold" panose="020B0800000000000000" pitchFamily="34" charset="-122"/>
                  </a:rPr>
                  <a:t>构建 首个思政课敏感议题风险防控体系</a:t>
                </a:r>
                <a:endParaRPr lang="zh-CN" altLang="en-US" sz="2000">
                  <a:solidFill>
                    <a:schemeClr val="accent4"/>
                  </a:solidFill>
                  <a:latin typeface="思源黑体 CN Bold" panose="020B0800000000000000" pitchFamily="34" charset="-122"/>
                  <a:ea typeface="思源黑体 CN Bold" panose="020B0800000000000000" pitchFamily="34" charset="-122"/>
                </a:endParaRPr>
              </a:p>
            </p:txBody>
          </p:sp>
          <p:cxnSp>
            <p:nvCxnSpPr>
              <p:cNvPr id="184" name="直接箭头连接符 183"/>
              <p:cNvCxnSpPr/>
              <p:nvPr/>
            </p:nvCxnSpPr>
            <p:spPr>
              <a:xfrm>
                <a:off x="8658954" y="1004192"/>
                <a:ext cx="700654" cy="0"/>
              </a:xfrm>
              <a:prstGeom prst="straightConnector1">
                <a:avLst/>
              </a:prstGeom>
              <a:ln w="603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5" name="直接箭头连接符 184"/>
              <p:cNvCxnSpPr/>
              <p:nvPr/>
            </p:nvCxnSpPr>
            <p:spPr>
              <a:xfrm>
                <a:off x="5654693" y="1004192"/>
                <a:ext cx="700654" cy="0"/>
              </a:xfrm>
              <a:prstGeom prst="straightConnector1">
                <a:avLst/>
              </a:prstGeom>
              <a:ln w="603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nvGrpSpPr>
          <p:cNvPr id="3" name="组合 2"/>
          <p:cNvGrpSpPr/>
          <p:nvPr/>
        </p:nvGrpSpPr>
        <p:grpSpPr>
          <a:xfrm>
            <a:off x="4119205" y="1310955"/>
            <a:ext cx="3922599" cy="2706978"/>
            <a:chOff x="4119205" y="1310955"/>
            <a:chExt cx="3922599" cy="2706978"/>
          </a:xfrm>
        </p:grpSpPr>
        <p:sp>
          <p:nvSpPr>
            <p:cNvPr id="127" name="等腰三角形 126"/>
            <p:cNvSpPr/>
            <p:nvPr/>
          </p:nvSpPr>
          <p:spPr>
            <a:xfrm>
              <a:off x="4119205" y="1310955"/>
              <a:ext cx="3922599" cy="2706978"/>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9" name="椭圆 128"/>
            <p:cNvSpPr/>
            <p:nvPr/>
          </p:nvSpPr>
          <p:spPr>
            <a:xfrm>
              <a:off x="5115773" y="2308659"/>
              <a:ext cx="1929464" cy="14573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圆角 129"/>
            <p:cNvSpPr/>
            <p:nvPr/>
          </p:nvSpPr>
          <p:spPr>
            <a:xfrm>
              <a:off x="5003442" y="2638035"/>
              <a:ext cx="2154125" cy="798623"/>
            </a:xfrm>
            <a:prstGeom prst="roundRect">
              <a:avLst>
                <a:gd name="adj" fmla="val 217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0" i="0">
                  <a:solidFill>
                    <a:schemeClr val="bg1"/>
                  </a:solidFill>
                  <a:effectLst/>
                  <a:latin typeface="思源黑体 CN Bold" panose="020B0800000000000000" pitchFamily="34" charset="-122"/>
                  <a:ea typeface="思源黑体 CN Bold" panose="020B0800000000000000" pitchFamily="34" charset="-122"/>
                </a:rPr>
                <a:t>教研共同</a:t>
              </a:r>
              <a:endParaRPr lang="en-US" altLang="zh-CN" sz="2400" b="0" i="0">
                <a:solidFill>
                  <a:schemeClr val="bg1"/>
                </a:solidFill>
                <a:effectLst/>
                <a:latin typeface="思源黑体 CN Bold" panose="020B0800000000000000" pitchFamily="34" charset="-122"/>
                <a:ea typeface="思源黑体 CN Bold" panose="020B0800000000000000" pitchFamily="34" charset="-122"/>
              </a:endParaRPr>
            </a:p>
            <a:p>
              <a:pPr algn="ctr"/>
              <a:r>
                <a:rPr lang="zh-CN" altLang="en-US" sz="2400" b="0" i="0">
                  <a:solidFill>
                    <a:schemeClr val="bg1"/>
                  </a:solidFill>
                  <a:effectLst/>
                  <a:latin typeface="思源黑体 CN Bold" panose="020B0800000000000000" pitchFamily="34" charset="-122"/>
                  <a:ea typeface="思源黑体 CN Bold" panose="020B0800000000000000" pitchFamily="34" charset="-122"/>
                </a:rPr>
                <a:t>体协同创新</a:t>
              </a:r>
              <a:endParaRPr lang="zh-CN" altLang="en-US" sz="2400">
                <a:solidFill>
                  <a:schemeClr val="bg1"/>
                </a:solidFill>
                <a:latin typeface="思源黑体 CN Bold" panose="020B0800000000000000" pitchFamily="34" charset="-122"/>
                <a:ea typeface="思源黑体 CN Bold" panose="020B0800000000000000" pitchFamily="34" charset="-122"/>
              </a:endParaRPr>
            </a:p>
          </p:txBody>
        </p:sp>
        <p:sp>
          <p:nvSpPr>
            <p:cNvPr id="132" name="文本框 131"/>
            <p:cNvSpPr txBox="1"/>
            <p:nvPr/>
          </p:nvSpPr>
          <p:spPr>
            <a:xfrm>
              <a:off x="5732968" y="1631669"/>
              <a:ext cx="695074" cy="584775"/>
            </a:xfrm>
            <a:prstGeom prst="rect">
              <a:avLst/>
            </a:prstGeom>
            <a:solidFill>
              <a:schemeClr val="accent3"/>
            </a:solidFill>
            <a:ln w="6350">
              <a:noFill/>
            </a:ln>
          </p:spPr>
          <p:txBody>
            <a:bodyPr vert="horz" wrap="square" rtlCol="0">
              <a:spAutoFit/>
            </a:bodyPr>
            <a:lstStyle/>
            <a:p>
              <a:pPr algn="ctr"/>
              <a:r>
                <a:rPr lang="zh-CN" altLang="en-US" sz="1600" dirty="0">
                  <a:solidFill>
                    <a:schemeClr val="bg1"/>
                  </a:solidFill>
                  <a:latin typeface="思源黑体 CN Bold" panose="020B0800000000000000" pitchFamily="34" charset="-122"/>
                  <a:ea typeface="思源黑体 CN Bold" panose="020B0800000000000000" pitchFamily="34" charset="-122"/>
                </a:rPr>
                <a:t>育人渠道</a:t>
              </a:r>
            </a:p>
          </p:txBody>
        </p:sp>
        <p:grpSp>
          <p:nvGrpSpPr>
            <p:cNvPr id="136" name="组合 135"/>
            <p:cNvGrpSpPr/>
            <p:nvPr/>
          </p:nvGrpSpPr>
          <p:grpSpPr>
            <a:xfrm>
              <a:off x="4508832" y="3372843"/>
              <a:ext cx="3143344" cy="584775"/>
              <a:chOff x="4622695" y="3913207"/>
              <a:chExt cx="2946611" cy="548176"/>
            </a:xfrm>
          </p:grpSpPr>
          <p:sp>
            <p:nvSpPr>
              <p:cNvPr id="133" name="文本框 132"/>
              <p:cNvSpPr txBox="1"/>
              <p:nvPr/>
            </p:nvSpPr>
            <p:spPr>
              <a:xfrm>
                <a:off x="4622695" y="3913207"/>
                <a:ext cx="651571" cy="548176"/>
              </a:xfrm>
              <a:prstGeom prst="rect">
                <a:avLst/>
              </a:prstGeom>
              <a:solidFill>
                <a:schemeClr val="accent3"/>
              </a:solidFill>
              <a:ln w="6350">
                <a:noFill/>
              </a:ln>
            </p:spPr>
            <p:txBody>
              <a:bodyPr vert="horz" wrap="square" rtlCol="0">
                <a:spAutoFit/>
              </a:bodyP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防控措施</a:t>
                </a:r>
                <a:endParaRPr lang="zh-CN" altLang="en-US" sz="1600" dirty="0">
                  <a:solidFill>
                    <a:schemeClr val="bg1"/>
                  </a:solidFill>
                  <a:latin typeface="思源黑体 CN Bold" panose="020B0800000000000000" pitchFamily="34" charset="-122"/>
                  <a:ea typeface="思源黑体 CN Bold" panose="020B0800000000000000" pitchFamily="34" charset="-122"/>
                </a:endParaRPr>
              </a:p>
            </p:txBody>
          </p:sp>
          <p:sp>
            <p:nvSpPr>
              <p:cNvPr id="134" name="文本框 133"/>
              <p:cNvSpPr txBox="1"/>
              <p:nvPr/>
            </p:nvSpPr>
            <p:spPr>
              <a:xfrm>
                <a:off x="6917735" y="3913207"/>
                <a:ext cx="651571" cy="548176"/>
              </a:xfrm>
              <a:prstGeom prst="rect">
                <a:avLst/>
              </a:prstGeom>
              <a:solidFill>
                <a:schemeClr val="accent3"/>
              </a:solidFill>
              <a:ln w="6350">
                <a:noFill/>
              </a:ln>
            </p:spPr>
            <p:txBody>
              <a:bodyPr vert="horz" wrap="square" rtlCol="0">
                <a:spAutoFit/>
              </a:bodyP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熔断机制</a:t>
                </a:r>
                <a:endParaRPr lang="zh-CN" altLang="en-US" sz="16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196" name="组合 195"/>
            <p:cNvGrpSpPr/>
            <p:nvPr/>
          </p:nvGrpSpPr>
          <p:grpSpPr>
            <a:xfrm>
              <a:off x="4153160" y="2190674"/>
              <a:ext cx="3885681" cy="126032"/>
              <a:chOff x="4156123" y="2213301"/>
              <a:chExt cx="3885681" cy="126032"/>
            </a:xfrm>
          </p:grpSpPr>
          <p:sp>
            <p:nvSpPr>
              <p:cNvPr id="194" name="箭头: 左 193"/>
              <p:cNvSpPr/>
              <p:nvPr/>
            </p:nvSpPr>
            <p:spPr>
              <a:xfrm flipH="1" flipV="1">
                <a:off x="6833946" y="2213301"/>
                <a:ext cx="1207858" cy="126032"/>
              </a:xfrm>
              <a:prstGeom prst="leftArrow">
                <a:avLst>
                  <a:gd name="adj1" fmla="val 39331"/>
                  <a:gd name="adj2" fmla="val 50000"/>
                </a:avLst>
              </a:prstGeom>
              <a:gradFill flip="none" rotWithShape="1">
                <a:gsLst>
                  <a:gs pos="0">
                    <a:schemeClr val="accent3"/>
                  </a:gs>
                  <a:gs pos="100000">
                    <a:schemeClr val="accent3">
                      <a:lumMod val="60000"/>
                      <a:lumOff val="40000"/>
                      <a:alpha val="2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95" name="箭头: 左 194"/>
              <p:cNvSpPr/>
              <p:nvPr/>
            </p:nvSpPr>
            <p:spPr>
              <a:xfrm flipV="1">
                <a:off x="4156123" y="2213301"/>
                <a:ext cx="1207858" cy="126032"/>
              </a:xfrm>
              <a:prstGeom prst="leftArrow">
                <a:avLst>
                  <a:gd name="adj1" fmla="val 39331"/>
                  <a:gd name="adj2" fmla="val 50000"/>
                </a:avLst>
              </a:prstGeom>
              <a:gradFill flip="none" rotWithShape="1">
                <a:gsLst>
                  <a:gs pos="0">
                    <a:schemeClr val="accent3"/>
                  </a:gs>
                  <a:gs pos="100000">
                    <a:schemeClr val="accent3">
                      <a:lumMod val="60000"/>
                      <a:lumOff val="40000"/>
                      <a:alpha val="2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grpSp>
          <p:nvGrpSpPr>
            <p:cNvPr id="199" name="组合 198"/>
            <p:cNvGrpSpPr/>
            <p:nvPr/>
          </p:nvGrpSpPr>
          <p:grpSpPr>
            <a:xfrm>
              <a:off x="4357476" y="1890799"/>
              <a:ext cx="3477049" cy="323165"/>
              <a:chOff x="4361897" y="1913426"/>
              <a:chExt cx="3477049" cy="323165"/>
            </a:xfrm>
          </p:grpSpPr>
          <p:sp>
            <p:nvSpPr>
              <p:cNvPr id="197" name="文本框 196"/>
              <p:cNvSpPr txBox="1"/>
              <p:nvPr/>
            </p:nvSpPr>
            <p:spPr>
              <a:xfrm>
                <a:off x="6888429" y="1913426"/>
                <a:ext cx="950517" cy="323165"/>
              </a:xfrm>
              <a:prstGeom prst="rect">
                <a:avLst/>
              </a:prstGeom>
              <a:noFill/>
              <a:effectLst/>
            </p:spPr>
            <p:txBody>
              <a:bodyPr wrap="none" lIns="96012" tIns="48006" rIns="96012" bIns="48006" rtlCol="0">
                <a:spAutoFit/>
              </a:bodyPr>
              <a:lstStyle/>
              <a:p>
                <a:pPr algn="ctr"/>
                <a:r>
                  <a:rPr lang="zh-CN" altLang="en-US" sz="1470" b="1">
                    <a:solidFill>
                      <a:schemeClr val="tx1">
                        <a:lumMod val="95000"/>
                        <a:lumOff val="5000"/>
                      </a:schemeClr>
                    </a:solidFill>
                    <a:latin typeface="思源黑体 CN Bold" panose="020B0800000000000000" pitchFamily="34" charset="-122"/>
                    <a:ea typeface="思源黑体 CN Bold" panose="020B0800000000000000" pitchFamily="34" charset="-122"/>
                  </a:rPr>
                  <a:t>三维保障</a:t>
                </a:r>
                <a:endParaRPr lang="zh-CN" altLang="en-US" sz="1470" b="1" dirty="0">
                  <a:solidFill>
                    <a:schemeClr val="tx1">
                      <a:lumMod val="95000"/>
                      <a:lumOff val="5000"/>
                    </a:schemeClr>
                  </a:solidFill>
                  <a:latin typeface="思源黑体 CN Bold" panose="020B0800000000000000" pitchFamily="34" charset="-122"/>
                  <a:ea typeface="思源黑体 CN Bold" panose="020B0800000000000000" pitchFamily="34" charset="-122"/>
                </a:endParaRPr>
              </a:p>
            </p:txBody>
          </p:sp>
          <p:sp>
            <p:nvSpPr>
              <p:cNvPr id="198" name="文本框 197"/>
              <p:cNvSpPr txBox="1"/>
              <p:nvPr/>
            </p:nvSpPr>
            <p:spPr>
              <a:xfrm>
                <a:off x="4361897" y="1913426"/>
                <a:ext cx="950517" cy="323165"/>
              </a:xfrm>
              <a:prstGeom prst="rect">
                <a:avLst/>
              </a:prstGeom>
              <a:noFill/>
              <a:effectLst/>
            </p:spPr>
            <p:txBody>
              <a:bodyPr wrap="none" lIns="96012" tIns="48006" rIns="96012" bIns="48006" rtlCol="0">
                <a:spAutoFit/>
              </a:bodyPr>
              <a:lstStyle/>
              <a:p>
                <a:pPr algn="ctr"/>
                <a:r>
                  <a:rPr lang="zh-CN" altLang="en-US" sz="1470" b="1">
                    <a:solidFill>
                      <a:schemeClr val="tx1">
                        <a:lumMod val="95000"/>
                        <a:lumOff val="5000"/>
                      </a:schemeClr>
                    </a:solidFill>
                    <a:latin typeface="思源黑体 CN Bold" panose="020B0800000000000000" pitchFamily="34" charset="-122"/>
                    <a:ea typeface="思源黑体 CN Bold" panose="020B0800000000000000" pitchFamily="34" charset="-122"/>
                  </a:rPr>
                  <a:t>三阶模型</a:t>
                </a:r>
                <a:endParaRPr lang="zh-CN" altLang="en-US" sz="1470" b="1" dirty="0">
                  <a:solidFill>
                    <a:schemeClr val="tx1">
                      <a:lumMod val="95000"/>
                      <a:lumOff val="5000"/>
                    </a:schemeClr>
                  </a:solidFill>
                  <a:latin typeface="思源黑体 CN Bold" panose="020B0800000000000000" pitchFamily="34" charset="-122"/>
                  <a:ea typeface="思源黑体 CN Bold" panose="020B0800000000000000" pitchFamily="34" charset="-122"/>
                </a:endParaRPr>
              </a:p>
            </p:txBody>
          </p:sp>
        </p:grpSp>
      </p:grpSp>
      <p:grpSp>
        <p:nvGrpSpPr>
          <p:cNvPr id="201" name="组合 200"/>
          <p:cNvGrpSpPr/>
          <p:nvPr/>
        </p:nvGrpSpPr>
        <p:grpSpPr>
          <a:xfrm>
            <a:off x="3377207" y="5053619"/>
            <a:ext cx="5437586" cy="479120"/>
            <a:chOff x="482600" y="6010580"/>
            <a:chExt cx="11224815" cy="479120"/>
          </a:xfrm>
        </p:grpSpPr>
        <p:sp>
          <p:nvSpPr>
            <p:cNvPr id="202" name="矩形 201"/>
            <p:cNvSpPr/>
            <p:nvPr/>
          </p:nvSpPr>
          <p:spPr>
            <a:xfrm>
              <a:off x="482600" y="6010580"/>
              <a:ext cx="11224815" cy="479120"/>
            </a:xfrm>
            <a:prstGeom prst="rect">
              <a:avLst/>
            </a:prstGeom>
            <a:solidFill>
              <a:schemeClr val="accent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203" name="文本框 202"/>
            <p:cNvSpPr txBox="1"/>
            <p:nvPr/>
          </p:nvSpPr>
          <p:spPr>
            <a:xfrm>
              <a:off x="1002298" y="6050085"/>
              <a:ext cx="10187404" cy="400110"/>
            </a:xfrm>
            <a:prstGeom prst="rect">
              <a:avLst/>
            </a:prstGeom>
            <a:noFill/>
          </p:spPr>
          <p:txBody>
            <a:bodyPr wrap="squar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区域推进范式教研共同体协同创新</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52"/>
                                        </p:tgtEl>
                                        <p:attrNameLst>
                                          <p:attrName>style.visibility</p:attrName>
                                        </p:attrNameLst>
                                      </p:cBhvr>
                                      <p:to>
                                        <p:strVal val="visible"/>
                                      </p:to>
                                    </p:set>
                                    <p:animEffect transition="in" filter="fade">
                                      <p:cBhvr>
                                        <p:cTn id="11" dur="500"/>
                                        <p:tgtEl>
                                          <p:spTgt spid="152"/>
                                        </p:tgtEl>
                                      </p:cBhvr>
                                    </p:animEffect>
                                    <p:anim calcmode="lin" valueType="num">
                                      <p:cBhvr>
                                        <p:cTn id="12" dur="500" fill="hold"/>
                                        <p:tgtEl>
                                          <p:spTgt spid="152"/>
                                        </p:tgtEl>
                                        <p:attrNameLst>
                                          <p:attrName>ppt_x</p:attrName>
                                        </p:attrNameLst>
                                      </p:cBhvr>
                                      <p:tavLst>
                                        <p:tav tm="0">
                                          <p:val>
                                            <p:strVal val="#ppt_x"/>
                                          </p:val>
                                        </p:tav>
                                        <p:tav tm="100000">
                                          <p:val>
                                            <p:strVal val="#ppt_x"/>
                                          </p:val>
                                        </p:tav>
                                      </p:tavLst>
                                    </p:anim>
                                    <p:anim calcmode="lin" valueType="num">
                                      <p:cBhvr>
                                        <p:cTn id="13" dur="500" fill="hold"/>
                                        <p:tgtEl>
                                          <p:spTgt spid="15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up)">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201"/>
                                        </p:tgtEl>
                                        <p:attrNameLst>
                                          <p:attrName>style.visibility</p:attrName>
                                        </p:attrNameLst>
                                      </p:cBhvr>
                                      <p:to>
                                        <p:strVal val="visible"/>
                                      </p:to>
                                    </p:set>
                                    <p:animEffect transition="in" filter="randombar(horizontal)">
                                      <p:cBhvr>
                                        <p:cTn id="23" dur="500"/>
                                        <p:tgtEl>
                                          <p:spTgt spid="201"/>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nodeType="clickEffect">
                                  <p:stCondLst>
                                    <p:cond delay="0"/>
                                  </p:stCondLst>
                                  <p:childTnLst>
                                    <p:set>
                                      <p:cBhvr>
                                        <p:cTn id="27" dur="1" fill="hold">
                                          <p:stCondLst>
                                            <p:cond delay="0"/>
                                          </p:stCondLst>
                                        </p:cTn>
                                        <p:tgtEl>
                                          <p:spTgt spid="178"/>
                                        </p:tgtEl>
                                        <p:attrNameLst>
                                          <p:attrName>style.visibility</p:attrName>
                                        </p:attrNameLst>
                                      </p:cBhvr>
                                      <p:to>
                                        <p:strVal val="visible"/>
                                      </p:to>
                                    </p:set>
                                    <p:animEffect transition="in" filter="barn(outVertical)">
                                      <p:cBhvr>
                                        <p:cTn id="28" dur="75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344237" y="778919"/>
            <a:ext cx="9503526" cy="3944660"/>
            <a:chOff x="1344237" y="778919"/>
            <a:chExt cx="9503526" cy="3944660"/>
          </a:xfrm>
        </p:grpSpPr>
        <p:grpSp>
          <p:nvGrpSpPr>
            <p:cNvPr id="23" name="组合 22"/>
            <p:cNvGrpSpPr/>
            <p:nvPr/>
          </p:nvGrpSpPr>
          <p:grpSpPr>
            <a:xfrm>
              <a:off x="3350963" y="2270071"/>
              <a:ext cx="5490074" cy="1014406"/>
              <a:chOff x="3169185" y="2270071"/>
              <a:chExt cx="5490074" cy="1014406"/>
            </a:xfrm>
          </p:grpSpPr>
          <p:sp>
            <p:nvSpPr>
              <p:cNvPr id="21" name="六边形 20"/>
              <p:cNvSpPr/>
              <p:nvPr/>
            </p:nvSpPr>
            <p:spPr>
              <a:xfrm>
                <a:off x="3169185" y="2270071"/>
                <a:ext cx="1248580" cy="1014406"/>
              </a:xfrm>
              <a:prstGeom prst="hexagon">
                <a:avLst/>
              </a:prstGeom>
              <a:solidFill>
                <a:schemeClr val="accent3"/>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sz="2400">
                    <a:latin typeface="思源黑体 CN Bold" panose="020B0800000000000000" pitchFamily="34" charset="-122"/>
                    <a:ea typeface="思源黑体 CN Bold" panose="020B0800000000000000" pitchFamily="34" charset="-122"/>
                  </a:rPr>
                  <a:t>动态</a:t>
                </a:r>
                <a:endParaRPr lang="en-US" altLang="zh-CN" sz="2400">
                  <a:latin typeface="思源黑体 CN Bold" panose="020B0800000000000000" pitchFamily="34" charset="-122"/>
                  <a:ea typeface="思源黑体 CN Bold" panose="020B0800000000000000" pitchFamily="34" charset="-122"/>
                </a:endParaRPr>
              </a:p>
              <a:p>
                <a:pPr algn="ctr"/>
                <a:r>
                  <a:rPr lang="zh-CN" altLang="en-US" sz="2400">
                    <a:latin typeface="思源黑体 CN Bold" panose="020B0800000000000000" pitchFamily="34" charset="-122"/>
                    <a:ea typeface="思源黑体 CN Bold" panose="020B0800000000000000" pitchFamily="34" charset="-122"/>
                  </a:rPr>
                  <a:t>资源</a:t>
                </a:r>
                <a:endParaRPr lang="zh-CN" altLang="en-US" sz="2400" dirty="0">
                  <a:latin typeface="思源黑体 CN Bold" panose="020B0800000000000000" pitchFamily="34" charset="-122"/>
                  <a:ea typeface="思源黑体 CN Bold" panose="020B0800000000000000" pitchFamily="34" charset="-122"/>
                </a:endParaRPr>
              </a:p>
            </p:txBody>
          </p:sp>
          <p:sp>
            <p:nvSpPr>
              <p:cNvPr id="22" name="六边形 21"/>
              <p:cNvSpPr/>
              <p:nvPr/>
            </p:nvSpPr>
            <p:spPr>
              <a:xfrm>
                <a:off x="7410679" y="2270071"/>
                <a:ext cx="1248580" cy="1014406"/>
              </a:xfrm>
              <a:prstGeom prst="hexagon">
                <a:avLst/>
              </a:prstGeom>
              <a:solidFill>
                <a:schemeClr val="accent3"/>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sz="2400">
                    <a:latin typeface="思源黑体 CN Bold" panose="020B0800000000000000" pitchFamily="34" charset="-122"/>
                    <a:ea typeface="思源黑体 CN Bold" panose="020B0800000000000000" pitchFamily="34" charset="-122"/>
                  </a:rPr>
                  <a:t>区域</a:t>
                </a:r>
                <a:endParaRPr lang="en-US" altLang="zh-CN" sz="2400">
                  <a:latin typeface="思源黑体 CN Bold" panose="020B0800000000000000" pitchFamily="34" charset="-122"/>
                  <a:ea typeface="思源黑体 CN Bold" panose="020B0800000000000000" pitchFamily="34" charset="-122"/>
                </a:endParaRPr>
              </a:p>
              <a:p>
                <a:pPr algn="ctr"/>
                <a:r>
                  <a:rPr lang="zh-CN" altLang="en-US" sz="2400">
                    <a:latin typeface="思源黑体 CN Bold" panose="020B0800000000000000" pitchFamily="34" charset="-122"/>
                    <a:ea typeface="思源黑体 CN Bold" panose="020B0800000000000000" pitchFamily="34" charset="-122"/>
                  </a:rPr>
                  <a:t>推进</a:t>
                </a:r>
                <a:endParaRPr lang="zh-CN" altLang="en-US" sz="2400" dirty="0">
                  <a:latin typeface="思源黑体 CN Bold" panose="020B0800000000000000" pitchFamily="34" charset="-122"/>
                  <a:ea typeface="思源黑体 CN Bold" panose="020B0800000000000000" pitchFamily="34" charset="-122"/>
                </a:endParaRPr>
              </a:p>
            </p:txBody>
          </p:sp>
        </p:grpSp>
        <p:grpSp>
          <p:nvGrpSpPr>
            <p:cNvPr id="127" name="组合 126"/>
            <p:cNvGrpSpPr/>
            <p:nvPr/>
          </p:nvGrpSpPr>
          <p:grpSpPr>
            <a:xfrm>
              <a:off x="3255673" y="1284695"/>
              <a:ext cx="5680655" cy="2983184"/>
              <a:chOff x="3249670" y="1284695"/>
              <a:chExt cx="5680655" cy="2983184"/>
            </a:xfrm>
          </p:grpSpPr>
          <p:grpSp>
            <p:nvGrpSpPr>
              <p:cNvPr id="123" name="组合 122"/>
              <p:cNvGrpSpPr/>
              <p:nvPr/>
            </p:nvGrpSpPr>
            <p:grpSpPr>
              <a:xfrm>
                <a:off x="8269177" y="1284695"/>
                <a:ext cx="661148" cy="2983184"/>
                <a:chOff x="8269177" y="1284695"/>
                <a:chExt cx="661148" cy="2983184"/>
              </a:xfrm>
            </p:grpSpPr>
            <p:cxnSp>
              <p:nvCxnSpPr>
                <p:cNvPr id="120" name="直接连接符 119"/>
                <p:cNvCxnSpPr/>
                <p:nvPr/>
              </p:nvCxnSpPr>
              <p:spPr>
                <a:xfrm flipH="1" flipV="1">
                  <a:off x="8269177" y="3281624"/>
                  <a:ext cx="661148" cy="986255"/>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8269177" y="1284695"/>
                  <a:ext cx="661148" cy="986255"/>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24" name="组合 123"/>
              <p:cNvGrpSpPr/>
              <p:nvPr/>
            </p:nvGrpSpPr>
            <p:grpSpPr>
              <a:xfrm flipH="1">
                <a:off x="3249670" y="1284695"/>
                <a:ext cx="661148" cy="2983184"/>
                <a:chOff x="8269177" y="1284695"/>
                <a:chExt cx="661148" cy="2983184"/>
              </a:xfrm>
            </p:grpSpPr>
            <p:cxnSp>
              <p:nvCxnSpPr>
                <p:cNvPr id="125" name="直接连接符 124"/>
                <p:cNvCxnSpPr/>
                <p:nvPr/>
              </p:nvCxnSpPr>
              <p:spPr>
                <a:xfrm flipH="1" flipV="1">
                  <a:off x="8269177" y="3281624"/>
                  <a:ext cx="661148" cy="986255"/>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8269177" y="1284695"/>
                  <a:ext cx="661148" cy="986255"/>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grpSp>
        </p:grpSp>
        <p:grpSp>
          <p:nvGrpSpPr>
            <p:cNvPr id="149" name="组合 148"/>
            <p:cNvGrpSpPr/>
            <p:nvPr/>
          </p:nvGrpSpPr>
          <p:grpSpPr>
            <a:xfrm>
              <a:off x="1344237" y="778919"/>
              <a:ext cx="9503526" cy="3944660"/>
              <a:chOff x="1344237" y="778919"/>
              <a:chExt cx="9503526" cy="3944660"/>
            </a:xfrm>
          </p:grpSpPr>
          <p:grpSp>
            <p:nvGrpSpPr>
              <p:cNvPr id="113" name="组合 112"/>
              <p:cNvGrpSpPr/>
              <p:nvPr/>
            </p:nvGrpSpPr>
            <p:grpSpPr>
              <a:xfrm>
                <a:off x="1344237" y="778919"/>
                <a:ext cx="9503526" cy="3944660"/>
                <a:chOff x="1355685" y="850342"/>
                <a:chExt cx="9503526" cy="3944660"/>
              </a:xfrm>
            </p:grpSpPr>
            <p:grpSp>
              <p:nvGrpSpPr>
                <p:cNvPr id="101" name="组合 100"/>
                <p:cNvGrpSpPr/>
                <p:nvPr/>
              </p:nvGrpSpPr>
              <p:grpSpPr>
                <a:xfrm>
                  <a:off x="1355685" y="850342"/>
                  <a:ext cx="9503526" cy="974970"/>
                  <a:chOff x="1355685" y="850342"/>
                  <a:chExt cx="9503526" cy="974970"/>
                </a:xfrm>
              </p:grpSpPr>
              <p:grpSp>
                <p:nvGrpSpPr>
                  <p:cNvPr id="37" name="组合 36"/>
                  <p:cNvGrpSpPr/>
                  <p:nvPr/>
                </p:nvGrpSpPr>
                <p:grpSpPr>
                  <a:xfrm>
                    <a:off x="1355685" y="850342"/>
                    <a:ext cx="1905433" cy="974970"/>
                    <a:chOff x="4965943" y="4578423"/>
                    <a:chExt cx="2260114" cy="1156452"/>
                  </a:xfrm>
                </p:grpSpPr>
                <p:sp>
                  <p:nvSpPr>
                    <p:cNvPr id="38" name="矩形 37"/>
                    <p:cNvSpPr/>
                    <p:nvPr/>
                  </p:nvSpPr>
                  <p:spPr>
                    <a:xfrm>
                      <a:off x="4965943" y="4578423"/>
                      <a:ext cx="2260114" cy="1156452"/>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39" name="矩形 38"/>
                    <p:cNvSpPr/>
                    <p:nvPr/>
                  </p:nvSpPr>
                  <p:spPr>
                    <a:xfrm>
                      <a:off x="5056335" y="4698797"/>
                      <a:ext cx="2079332" cy="507281"/>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a:solidFill>
                          <a:prstClr val="white"/>
                        </a:solidFill>
                        <a:latin typeface="Arial" panose="020B0604020202020204"/>
                        <a:ea typeface="微软雅黑" panose="020B0503020204020204" pitchFamily="34" charset="-122"/>
                      </a:endParaRPr>
                    </a:p>
                  </p:txBody>
                </p:sp>
                <p:sp>
                  <p:nvSpPr>
                    <p:cNvPr id="40" name="文本框 39"/>
                    <p:cNvSpPr txBox="1"/>
                    <p:nvPr>
                      <p:custDataLst>
                        <p:tags r:id="rId8"/>
                      </p:custDataLst>
                    </p:nvPr>
                  </p:nvSpPr>
                  <p:spPr>
                    <a:xfrm>
                      <a:off x="5056335" y="4706986"/>
                      <a:ext cx="2079332" cy="487364"/>
                    </a:xfrm>
                    <a:prstGeom prst="rect">
                      <a:avLst/>
                    </a:prstGeom>
                    <a:noFill/>
                    <a:effectLst/>
                  </p:spPr>
                  <p:txBody>
                    <a:bodyPr wrap="square" lIns="132588" tIns="66294" rIns="132588" bIns="66294">
                      <a:spAutoFit/>
                    </a:bodyPr>
                    <a:lstStyle/>
                    <a:p>
                      <a:pPr algn="ctr"/>
                      <a:r>
                        <a:rPr lang="zh-CN" altLang="en-US">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rPr>
                        <a:t>竞赛评价</a:t>
                      </a:r>
                      <a:endParaRPr lang="zh-CN" altLang="en-US" dirty="0">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41" name="文本框 40"/>
                    <p:cNvSpPr txBox="1"/>
                    <p:nvPr/>
                  </p:nvSpPr>
                  <p:spPr>
                    <a:xfrm>
                      <a:off x="4978896" y="5213771"/>
                      <a:ext cx="2234209" cy="487364"/>
                    </a:xfrm>
                    <a:prstGeom prst="rect">
                      <a:avLst/>
                    </a:prstGeom>
                    <a:noFill/>
                    <a:effectLst/>
                  </p:spPr>
                  <p:txBody>
                    <a:bodyPr vert="horz" wrap="none" lIns="132588" tIns="66294" rIns="132588" bIns="66294" rtlCol="0">
                      <a:spAutoFit/>
                    </a:bodyPr>
                    <a:lstStyle/>
                    <a:p>
                      <a:pPr algn="ctr" defTabSz="1219200"/>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沟通和应变能力</a:t>
                      </a:r>
                      <a:endParaRPr lang="zh-CN" altLang="en-US"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nvGrpSpPr>
                  <p:cNvPr id="82" name="组合 81"/>
                  <p:cNvGrpSpPr/>
                  <p:nvPr/>
                </p:nvGrpSpPr>
                <p:grpSpPr>
                  <a:xfrm>
                    <a:off x="8953778" y="850342"/>
                    <a:ext cx="1905433" cy="974970"/>
                    <a:chOff x="4965943" y="4578423"/>
                    <a:chExt cx="2260114" cy="1156452"/>
                  </a:xfrm>
                </p:grpSpPr>
                <p:sp>
                  <p:nvSpPr>
                    <p:cNvPr id="83" name="矩形 82"/>
                    <p:cNvSpPr/>
                    <p:nvPr/>
                  </p:nvSpPr>
                  <p:spPr>
                    <a:xfrm>
                      <a:off x="4965943" y="4578423"/>
                      <a:ext cx="2260114" cy="1156452"/>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84" name="矩形 83"/>
                    <p:cNvSpPr/>
                    <p:nvPr/>
                  </p:nvSpPr>
                  <p:spPr>
                    <a:xfrm>
                      <a:off x="5056335" y="4698797"/>
                      <a:ext cx="2079332" cy="507281"/>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a:solidFill>
                          <a:prstClr val="white"/>
                        </a:solidFill>
                        <a:latin typeface="Arial" panose="020B0604020202020204"/>
                        <a:ea typeface="微软雅黑" panose="020B0503020204020204" pitchFamily="34" charset="-122"/>
                      </a:endParaRPr>
                    </a:p>
                  </p:txBody>
                </p:sp>
                <p:sp>
                  <p:nvSpPr>
                    <p:cNvPr id="85" name="文本框 84"/>
                    <p:cNvSpPr txBox="1"/>
                    <p:nvPr>
                      <p:custDataLst>
                        <p:tags r:id="rId7"/>
                      </p:custDataLst>
                    </p:nvPr>
                  </p:nvSpPr>
                  <p:spPr>
                    <a:xfrm>
                      <a:off x="5389597" y="4706986"/>
                      <a:ext cx="1412808" cy="487364"/>
                    </a:xfrm>
                    <a:prstGeom prst="rect">
                      <a:avLst/>
                    </a:prstGeom>
                    <a:noFill/>
                    <a:effectLst/>
                  </p:spPr>
                  <p:txBody>
                    <a:bodyPr wrap="none" lIns="132588" tIns="66294" rIns="132588" bIns="66294">
                      <a:spAutoFit/>
                    </a:bodyPr>
                    <a:lstStyle/>
                    <a:p>
                      <a:pPr algn="ctr"/>
                      <a:r>
                        <a:rPr lang="zh-CN" altLang="en-US">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rPr>
                        <a:t>竞赛评价</a:t>
                      </a:r>
                      <a:endParaRPr lang="zh-CN" altLang="en-US" dirty="0">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86" name="文本框 85"/>
                    <p:cNvSpPr txBox="1"/>
                    <p:nvPr/>
                  </p:nvSpPr>
                  <p:spPr>
                    <a:xfrm>
                      <a:off x="4978896" y="5213771"/>
                      <a:ext cx="2234209" cy="487364"/>
                    </a:xfrm>
                    <a:prstGeom prst="rect">
                      <a:avLst/>
                    </a:prstGeom>
                    <a:noFill/>
                    <a:effectLst/>
                  </p:spPr>
                  <p:txBody>
                    <a:bodyPr vert="horz" wrap="none" lIns="132588" tIns="66294" rIns="132588" bIns="66294" rtlCol="0">
                      <a:spAutoFit/>
                    </a:bodyPr>
                    <a:lstStyle/>
                    <a:p>
                      <a:pPr algn="ctr" defTabSz="1219200"/>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沟通和应变能力</a:t>
                      </a:r>
                      <a:endParaRPr lang="zh-CN" altLang="en-US"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grpSp>
              <p:nvGrpSpPr>
                <p:cNvPr id="102" name="组合 101"/>
                <p:cNvGrpSpPr/>
                <p:nvPr/>
              </p:nvGrpSpPr>
              <p:grpSpPr>
                <a:xfrm>
                  <a:off x="1355686" y="3820032"/>
                  <a:ext cx="9503525" cy="974970"/>
                  <a:chOff x="1355686" y="850342"/>
                  <a:chExt cx="9503525" cy="974970"/>
                </a:xfrm>
              </p:grpSpPr>
              <p:grpSp>
                <p:nvGrpSpPr>
                  <p:cNvPr id="103" name="组合 102"/>
                  <p:cNvGrpSpPr/>
                  <p:nvPr/>
                </p:nvGrpSpPr>
                <p:grpSpPr>
                  <a:xfrm>
                    <a:off x="1355686" y="850342"/>
                    <a:ext cx="1905433" cy="974970"/>
                    <a:chOff x="4965943" y="4578423"/>
                    <a:chExt cx="2260114" cy="1156452"/>
                  </a:xfrm>
                </p:grpSpPr>
                <p:sp>
                  <p:nvSpPr>
                    <p:cNvPr id="109" name="矩形 108"/>
                    <p:cNvSpPr/>
                    <p:nvPr/>
                  </p:nvSpPr>
                  <p:spPr>
                    <a:xfrm>
                      <a:off x="4965943" y="4578423"/>
                      <a:ext cx="2260114" cy="1156452"/>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110" name="矩形 109"/>
                    <p:cNvSpPr/>
                    <p:nvPr/>
                  </p:nvSpPr>
                  <p:spPr>
                    <a:xfrm>
                      <a:off x="5056335" y="4698797"/>
                      <a:ext cx="2079332" cy="507281"/>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a:solidFill>
                          <a:prstClr val="white"/>
                        </a:solidFill>
                        <a:latin typeface="Arial" panose="020B0604020202020204"/>
                        <a:ea typeface="微软雅黑" panose="020B0503020204020204" pitchFamily="34" charset="-122"/>
                      </a:endParaRPr>
                    </a:p>
                  </p:txBody>
                </p:sp>
                <p:sp>
                  <p:nvSpPr>
                    <p:cNvPr id="111" name="文本框 110"/>
                    <p:cNvSpPr txBox="1"/>
                    <p:nvPr>
                      <p:custDataLst>
                        <p:tags r:id="rId6"/>
                      </p:custDataLst>
                    </p:nvPr>
                  </p:nvSpPr>
                  <p:spPr>
                    <a:xfrm>
                      <a:off x="5056335" y="4706986"/>
                      <a:ext cx="2079332" cy="487364"/>
                    </a:xfrm>
                    <a:prstGeom prst="rect">
                      <a:avLst/>
                    </a:prstGeom>
                    <a:noFill/>
                    <a:effectLst/>
                  </p:spPr>
                  <p:txBody>
                    <a:bodyPr wrap="square" lIns="132588" tIns="66294" rIns="132588" bIns="66294">
                      <a:spAutoFit/>
                    </a:bodyPr>
                    <a:lstStyle/>
                    <a:p>
                      <a:pPr algn="ctr"/>
                      <a:r>
                        <a:rPr lang="zh-CN" altLang="en-US">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rPr>
                        <a:t>动态防控流程</a:t>
                      </a:r>
                      <a:endParaRPr lang="zh-CN" altLang="en-US" dirty="0">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112" name="文本框 111"/>
                    <p:cNvSpPr txBox="1"/>
                    <p:nvPr/>
                  </p:nvSpPr>
                  <p:spPr>
                    <a:xfrm>
                      <a:off x="4978896" y="5246422"/>
                      <a:ext cx="2234209" cy="414350"/>
                    </a:xfrm>
                    <a:prstGeom prst="rect">
                      <a:avLst/>
                    </a:prstGeom>
                    <a:noFill/>
                    <a:effectLst/>
                  </p:spPr>
                  <p:txBody>
                    <a:bodyPr vert="horz" wrap="none" lIns="132588" tIns="66294" rIns="132588" bIns="66294" rtlCol="0">
                      <a:spAutoFit/>
                    </a:bodyPr>
                    <a:lstStyle/>
                    <a:p>
                      <a:pPr algn="ctr" defTabSz="1219200"/>
                      <a:r>
                        <a:rPr lang="zh-CN" altLang="en-US" sz="1400">
                          <a:solidFill>
                            <a:srgbClr val="C00000"/>
                          </a:solidFill>
                          <a:latin typeface="思源黑体 CN Medium" panose="020B0600000000000000" pitchFamily="34" charset="-122"/>
                          <a:ea typeface="思源黑体 CN Medium" panose="020B0600000000000000" pitchFamily="34" charset="-122"/>
                          <a:cs typeface="+mn-ea"/>
                          <a:sym typeface="+mn-lt"/>
                        </a:rPr>
                        <a:t>数字化素养前置培训</a:t>
                      </a:r>
                      <a:endParaRPr lang="zh-CN" altLang="en-US" sz="1400"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nvGrpSpPr>
                  <p:cNvPr id="104" name="组合 103"/>
                  <p:cNvGrpSpPr/>
                  <p:nvPr/>
                </p:nvGrpSpPr>
                <p:grpSpPr>
                  <a:xfrm>
                    <a:off x="8953778" y="850342"/>
                    <a:ext cx="1905433" cy="974970"/>
                    <a:chOff x="4965943" y="4578423"/>
                    <a:chExt cx="2260114" cy="1156452"/>
                  </a:xfrm>
                </p:grpSpPr>
                <p:sp>
                  <p:nvSpPr>
                    <p:cNvPr id="105" name="矩形 104"/>
                    <p:cNvSpPr/>
                    <p:nvPr/>
                  </p:nvSpPr>
                  <p:spPr>
                    <a:xfrm>
                      <a:off x="4965943" y="4578423"/>
                      <a:ext cx="2260114" cy="1156452"/>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106" name="矩形 105"/>
                    <p:cNvSpPr/>
                    <p:nvPr/>
                  </p:nvSpPr>
                  <p:spPr>
                    <a:xfrm>
                      <a:off x="5056335" y="4698797"/>
                      <a:ext cx="2079332" cy="507281"/>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a:solidFill>
                          <a:prstClr val="white"/>
                        </a:solidFill>
                        <a:latin typeface="Arial" panose="020B0604020202020204"/>
                        <a:ea typeface="微软雅黑" panose="020B0503020204020204" pitchFamily="34" charset="-122"/>
                      </a:endParaRPr>
                    </a:p>
                  </p:txBody>
                </p:sp>
                <p:sp>
                  <p:nvSpPr>
                    <p:cNvPr id="107" name="文本框 106"/>
                    <p:cNvSpPr txBox="1"/>
                    <p:nvPr>
                      <p:custDataLst>
                        <p:tags r:id="rId5"/>
                      </p:custDataLst>
                    </p:nvPr>
                  </p:nvSpPr>
                  <p:spPr>
                    <a:xfrm>
                      <a:off x="5115798" y="4706986"/>
                      <a:ext cx="1960408" cy="487364"/>
                    </a:xfrm>
                    <a:prstGeom prst="rect">
                      <a:avLst/>
                    </a:prstGeom>
                    <a:noFill/>
                    <a:effectLst/>
                  </p:spPr>
                  <p:txBody>
                    <a:bodyPr wrap="none" lIns="132588" tIns="66294" rIns="132588" bIns="66294">
                      <a:spAutoFit/>
                    </a:bodyPr>
                    <a:lstStyle/>
                    <a:p>
                      <a:pPr algn="ctr"/>
                      <a:r>
                        <a:rPr lang="zh-CN" altLang="en-US">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rPr>
                        <a:t>创新成效实证</a:t>
                      </a:r>
                      <a:endParaRPr lang="zh-CN" altLang="en-US" dirty="0">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108" name="文本框 107"/>
                    <p:cNvSpPr txBox="1"/>
                    <p:nvPr/>
                  </p:nvSpPr>
                  <p:spPr>
                    <a:xfrm>
                      <a:off x="5115794" y="5213771"/>
                      <a:ext cx="1960408" cy="487364"/>
                    </a:xfrm>
                    <a:prstGeom prst="rect">
                      <a:avLst/>
                    </a:prstGeom>
                    <a:noFill/>
                    <a:effectLst/>
                  </p:spPr>
                  <p:txBody>
                    <a:bodyPr vert="horz" wrap="none" lIns="132588" tIns="66294" rIns="132588" bIns="66294" rtlCol="0">
                      <a:spAutoFit/>
                    </a:bodyPr>
                    <a:lstStyle/>
                    <a:p>
                      <a:pPr algn="ctr" defTabSz="1219200"/>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责任意识转化</a:t>
                      </a:r>
                      <a:endParaRPr lang="zh-CN" altLang="en-US"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grpSp>
          <p:grpSp>
            <p:nvGrpSpPr>
              <p:cNvPr id="148" name="组合 147"/>
              <p:cNvGrpSpPr/>
              <p:nvPr/>
            </p:nvGrpSpPr>
            <p:grpSpPr>
              <a:xfrm>
                <a:off x="1839912" y="1655407"/>
                <a:ext cx="8513647" cy="1977010"/>
                <a:chOff x="1839912" y="1655407"/>
                <a:chExt cx="8513647" cy="1977010"/>
              </a:xfrm>
            </p:grpSpPr>
            <p:grpSp>
              <p:nvGrpSpPr>
                <p:cNvPr id="142" name="组合 141"/>
                <p:cNvGrpSpPr/>
                <p:nvPr/>
              </p:nvGrpSpPr>
              <p:grpSpPr>
                <a:xfrm>
                  <a:off x="1839912" y="1655407"/>
                  <a:ext cx="922338" cy="1977010"/>
                  <a:chOff x="2492021" y="1469314"/>
                  <a:chExt cx="711710" cy="3574594"/>
                </a:xfrm>
              </p:grpSpPr>
              <p:sp>
                <p:nvSpPr>
                  <p:cNvPr id="143" name="箭头: 下 142"/>
                  <p:cNvSpPr/>
                  <p:nvPr/>
                </p:nvSpPr>
                <p:spPr>
                  <a:xfrm>
                    <a:off x="2492021" y="1469314"/>
                    <a:ext cx="711710" cy="3574594"/>
                  </a:xfrm>
                  <a:prstGeom prst="downArrow">
                    <a:avLst>
                      <a:gd name="adj1" fmla="val 71413"/>
                      <a:gd name="adj2" fmla="val 50000"/>
                    </a:avLst>
                  </a:prstGeom>
                  <a:gradFill flip="none" rotWithShape="1">
                    <a:gsLst>
                      <a:gs pos="0">
                        <a:schemeClr val="accent1">
                          <a:alpha val="0"/>
                        </a:schemeClr>
                      </a:gs>
                      <a:gs pos="100000">
                        <a:schemeClr val="accent1">
                          <a:alpha val="10000"/>
                        </a:schemeClr>
                      </a:gs>
                    </a:gsLst>
                    <a:lin ang="5400000" scaled="0"/>
                    <a:tileRect/>
                  </a:gradFill>
                  <a:ln w="6350" cap="flat" cmpd="sng" algn="ctr">
                    <a:gradFill>
                      <a:gsLst>
                        <a:gs pos="0">
                          <a:schemeClr val="accent1">
                            <a:alpha val="0"/>
                          </a:schemeClr>
                        </a:gs>
                        <a:gs pos="100000">
                          <a:schemeClr val="accent1"/>
                        </a:gs>
                      </a:gsLst>
                      <a:lin ang="5400000" scaled="1"/>
                    </a:gradFill>
                    <a:prstDash val="dash"/>
                    <a:miter lim="800000"/>
                  </a:ln>
                  <a:effectLst>
                    <a:innerShdw blurRad="228600">
                      <a:srgbClr val="1C66C4">
                        <a:alpha val="26000"/>
                      </a:srgbClr>
                    </a:innerShdw>
                  </a:effectLst>
                </p:spPr>
                <p:txBody>
                  <a:bodyPr rtlCol="0" anchor="ctr"/>
                  <a:lstStyle/>
                  <a:p>
                    <a:pPr algn="ctr"/>
                    <a:endParaRPr lang="zh-CN" altLang="en-US"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44" name="矩形 143"/>
                  <p:cNvSpPr/>
                  <p:nvPr/>
                </p:nvSpPr>
                <p:spPr>
                  <a:xfrm>
                    <a:off x="2540258" y="2620960"/>
                    <a:ext cx="615235" cy="1271301"/>
                  </a:xfrm>
                  <a:prstGeom prst="rect">
                    <a:avLst/>
                  </a:prstGeom>
                  <a:noFill/>
                  <a:ln w="12700" cap="flat" cmpd="sng" algn="ctr">
                    <a:noFill/>
                    <a:prstDash val="solid"/>
                    <a:miter lim="800000"/>
                  </a:ln>
                  <a:effectLst/>
                </p:spPr>
                <p:txBody>
                  <a:bodyPr rtlCol="0" anchor="ctr"/>
                  <a:lstStyle/>
                  <a:p>
                    <a:pPr algn="ctr">
                      <a:defRPr/>
                    </a:pPr>
                    <a:r>
                      <a:rPr lang="zh-CN" altLang="en-US" sz="2000" kern="0">
                        <a:solidFill>
                          <a:srgbClr val="C00000"/>
                        </a:solidFill>
                        <a:latin typeface="思源黑体 CN Bold" panose="020B0800000000000000" pitchFamily="34" charset="-122"/>
                        <a:ea typeface="思源黑体 CN Bold" panose="020B0800000000000000" pitchFamily="34" charset="-122"/>
                        <a:cs typeface="+mn-ea"/>
                        <a:sym typeface="+mn-lt"/>
                      </a:rPr>
                      <a:t>沉浸式法治实验室</a:t>
                    </a:r>
                    <a:endParaRPr lang="zh-CN" altLang="en-US" sz="2000" kern="0" dirty="0">
                      <a:solidFill>
                        <a:srgbClr val="C00000"/>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145" name="组合 144"/>
                <p:cNvGrpSpPr/>
                <p:nvPr/>
              </p:nvGrpSpPr>
              <p:grpSpPr>
                <a:xfrm>
                  <a:off x="9431221" y="1655407"/>
                  <a:ext cx="922338" cy="1977010"/>
                  <a:chOff x="2492021" y="1469314"/>
                  <a:chExt cx="711710" cy="3574594"/>
                </a:xfrm>
              </p:grpSpPr>
              <p:sp>
                <p:nvSpPr>
                  <p:cNvPr id="146" name="箭头: 下 145"/>
                  <p:cNvSpPr/>
                  <p:nvPr/>
                </p:nvSpPr>
                <p:spPr>
                  <a:xfrm>
                    <a:off x="2492021" y="1469314"/>
                    <a:ext cx="711710" cy="3574594"/>
                  </a:xfrm>
                  <a:prstGeom prst="downArrow">
                    <a:avLst>
                      <a:gd name="adj1" fmla="val 71413"/>
                      <a:gd name="adj2" fmla="val 50000"/>
                    </a:avLst>
                  </a:prstGeom>
                  <a:gradFill flip="none" rotWithShape="1">
                    <a:gsLst>
                      <a:gs pos="0">
                        <a:schemeClr val="accent1">
                          <a:alpha val="0"/>
                        </a:schemeClr>
                      </a:gs>
                      <a:gs pos="100000">
                        <a:schemeClr val="accent1">
                          <a:alpha val="10000"/>
                        </a:schemeClr>
                      </a:gs>
                    </a:gsLst>
                    <a:lin ang="5400000" scaled="0"/>
                    <a:tileRect/>
                  </a:gradFill>
                  <a:ln w="6350" cap="flat" cmpd="sng" algn="ctr">
                    <a:gradFill>
                      <a:gsLst>
                        <a:gs pos="0">
                          <a:schemeClr val="accent1">
                            <a:alpha val="0"/>
                          </a:schemeClr>
                        </a:gs>
                        <a:gs pos="100000">
                          <a:schemeClr val="accent1"/>
                        </a:gs>
                      </a:gsLst>
                      <a:lin ang="5400000" scaled="1"/>
                    </a:gradFill>
                    <a:prstDash val="dash"/>
                    <a:miter lim="800000"/>
                  </a:ln>
                  <a:effectLst>
                    <a:innerShdw blurRad="228600">
                      <a:srgbClr val="1C66C4">
                        <a:alpha val="26000"/>
                      </a:srgbClr>
                    </a:innerShdw>
                  </a:effectLst>
                </p:spPr>
                <p:txBody>
                  <a:bodyPr rtlCol="0" anchor="ctr"/>
                  <a:lstStyle/>
                  <a:p>
                    <a:pPr algn="ctr"/>
                    <a:endParaRPr lang="zh-CN" altLang="en-US"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47" name="矩形 146"/>
                  <p:cNvSpPr/>
                  <p:nvPr/>
                </p:nvSpPr>
                <p:spPr>
                  <a:xfrm>
                    <a:off x="2493157" y="2144959"/>
                    <a:ext cx="709440" cy="2223301"/>
                  </a:xfrm>
                  <a:prstGeom prst="rect">
                    <a:avLst/>
                  </a:prstGeom>
                  <a:noFill/>
                  <a:ln w="12700" cap="flat" cmpd="sng" algn="ctr">
                    <a:noFill/>
                    <a:prstDash val="solid"/>
                    <a:miter lim="800000"/>
                  </a:ln>
                  <a:effectLst/>
                </p:spPr>
                <p:txBody>
                  <a:bodyPr rtlCol="0" anchor="ctr"/>
                  <a:lstStyle/>
                  <a:p>
                    <a:pPr algn="ctr">
                      <a:defRPr/>
                    </a:pPr>
                    <a:r>
                      <a:rPr lang="zh-CN" altLang="en-US" sz="2000" kern="0">
                        <a:solidFill>
                          <a:srgbClr val="C00000"/>
                        </a:solidFill>
                        <a:latin typeface="思源黑体 CN Bold" panose="020B0800000000000000" pitchFamily="34" charset="-122"/>
                        <a:ea typeface="思源黑体 CN Bold" panose="020B0800000000000000" pitchFamily="34" charset="-122"/>
                        <a:cs typeface="+mn-ea"/>
                        <a:sym typeface="+mn-lt"/>
                      </a:rPr>
                      <a:t>虚实结合情境赋能</a:t>
                    </a:r>
                    <a:endParaRPr lang="zh-CN" altLang="en-US" sz="2000" kern="0" dirty="0">
                      <a:solidFill>
                        <a:srgbClr val="C00000"/>
                      </a:solidFill>
                      <a:latin typeface="思源黑体 CN Bold" panose="020B0800000000000000" pitchFamily="34" charset="-122"/>
                      <a:ea typeface="思源黑体 CN Bold" panose="020B0800000000000000" pitchFamily="34" charset="-122"/>
                      <a:cs typeface="+mn-ea"/>
                      <a:sym typeface="+mn-lt"/>
                    </a:endParaRPr>
                  </a:p>
                </p:txBody>
              </p:sp>
            </p:grpSp>
          </p:grpSp>
        </p:grpSp>
      </p:grpSp>
      <p:grpSp>
        <p:nvGrpSpPr>
          <p:cNvPr id="150" name="组合 149"/>
          <p:cNvGrpSpPr/>
          <p:nvPr/>
        </p:nvGrpSpPr>
        <p:grpSpPr>
          <a:xfrm>
            <a:off x="3927364" y="382824"/>
            <a:ext cx="4335288" cy="461665"/>
            <a:chOff x="482600" y="6030333"/>
            <a:chExt cx="11224814" cy="461665"/>
          </a:xfrm>
        </p:grpSpPr>
        <p:sp>
          <p:nvSpPr>
            <p:cNvPr id="151" name="矩形 150"/>
            <p:cNvSpPr/>
            <p:nvPr/>
          </p:nvSpPr>
          <p:spPr>
            <a:xfrm>
              <a:off x="482600" y="6037997"/>
              <a:ext cx="11224814" cy="446336"/>
            </a:xfrm>
            <a:prstGeom prst="rect">
              <a:avLst/>
            </a:prstGeom>
            <a:solidFill>
              <a:schemeClr val="bg1"/>
            </a:solidFill>
            <a:ln w="63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2" name="文本框 151"/>
            <p:cNvSpPr txBox="1"/>
            <p:nvPr/>
          </p:nvSpPr>
          <p:spPr>
            <a:xfrm>
              <a:off x="1021961" y="6030333"/>
              <a:ext cx="10146097" cy="461665"/>
            </a:xfrm>
            <a:prstGeom prst="rect">
              <a:avLst/>
            </a:prstGeom>
            <a:noFill/>
          </p:spPr>
          <p:txBody>
            <a:bodyPr wrap="square">
              <a:spAutoFit/>
            </a:bodyPr>
            <a:lstStyle/>
            <a:p>
              <a:pPr marL="0" lvl="1" algn="ctr"/>
              <a:r>
                <a:rPr lang="zh-CN" altLang="en-US" sz="2400" b="0" i="0">
                  <a:solidFill>
                    <a:srgbClr val="C00000"/>
                  </a:solidFill>
                  <a:latin typeface="思源黑体 CN Bold" panose="020B0800000000000000" pitchFamily="34" charset="-122"/>
                  <a:ea typeface="思源黑体 CN Bold" panose="020B0800000000000000" pitchFamily="34" charset="-122"/>
                </a:rPr>
                <a:t>虚实结合的情境赋能系统</a:t>
              </a:r>
              <a:endParaRPr lang="en-US" altLang="zh-CN" sz="2400" b="0" i="0" dirty="0">
                <a:solidFill>
                  <a:srgbClr val="C00000"/>
                </a:solidFill>
                <a:latin typeface="思源黑体 CN Bold" panose="020B0800000000000000" pitchFamily="34" charset="-122"/>
                <a:ea typeface="思源黑体 CN Bold" panose="020B0800000000000000" pitchFamily="34" charset="-122"/>
              </a:endParaRPr>
            </a:p>
          </p:txBody>
        </p:sp>
      </p:grpSp>
      <p:grpSp>
        <p:nvGrpSpPr>
          <p:cNvPr id="3" name="组合 2"/>
          <p:cNvGrpSpPr/>
          <p:nvPr/>
        </p:nvGrpSpPr>
        <p:grpSpPr>
          <a:xfrm>
            <a:off x="4553824" y="1043867"/>
            <a:ext cx="3070130" cy="3466813"/>
            <a:chOff x="4553824" y="1043867"/>
            <a:chExt cx="3070130" cy="3466813"/>
          </a:xfrm>
        </p:grpSpPr>
        <p:sp>
          <p:nvSpPr>
            <p:cNvPr id="161" name="椭圆 160"/>
            <p:cNvSpPr/>
            <p:nvPr/>
          </p:nvSpPr>
          <p:spPr>
            <a:xfrm>
              <a:off x="4595878" y="1284266"/>
              <a:ext cx="2986022" cy="2986016"/>
            </a:xfrm>
            <a:prstGeom prst="ellipse">
              <a:avLst/>
            </a:prstGeom>
            <a:solidFill>
              <a:schemeClr val="accent1">
                <a:lumMod val="20000"/>
                <a:lumOff val="80000"/>
                <a:alpha val="39000"/>
              </a:schemeClr>
            </a:solidFill>
            <a:ln w="9525">
              <a:no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20" name="椭圆 19"/>
            <p:cNvSpPr/>
            <p:nvPr/>
          </p:nvSpPr>
          <p:spPr>
            <a:xfrm>
              <a:off x="4648709" y="1337097"/>
              <a:ext cx="2880360" cy="2880354"/>
            </a:xfrm>
            <a:prstGeom prst="ellipse">
              <a:avLst/>
            </a:prstGeom>
            <a:solidFill>
              <a:schemeClr val="accent1">
                <a:lumMod val="20000"/>
                <a:lumOff val="80000"/>
                <a:alpha val="21000"/>
              </a:schemeClr>
            </a:solidFill>
            <a:ln w="9525">
              <a:solidFill>
                <a:schemeClr val="accent1"/>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grpSp>
          <p:nvGrpSpPr>
            <p:cNvPr id="31" name="组合 30"/>
            <p:cNvGrpSpPr/>
            <p:nvPr/>
          </p:nvGrpSpPr>
          <p:grpSpPr>
            <a:xfrm>
              <a:off x="5161790" y="2120053"/>
              <a:ext cx="1854198" cy="1314446"/>
              <a:chOff x="5511987" y="2919357"/>
              <a:chExt cx="1168026" cy="828017"/>
            </a:xfrm>
          </p:grpSpPr>
          <p:sp>
            <p:nvSpPr>
              <p:cNvPr id="29" name="椭圆 28"/>
              <p:cNvSpPr/>
              <p:nvPr/>
            </p:nvSpPr>
            <p:spPr>
              <a:xfrm>
                <a:off x="5681992" y="2919357"/>
                <a:ext cx="828018" cy="828017"/>
              </a:xfrm>
              <a:prstGeom prst="ellipse">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sp>
            <p:nvSpPr>
              <p:cNvPr id="30" name="文本框 29"/>
              <p:cNvSpPr txBox="1"/>
              <p:nvPr/>
            </p:nvSpPr>
            <p:spPr>
              <a:xfrm>
                <a:off x="5511987" y="3071626"/>
                <a:ext cx="1168026" cy="523475"/>
              </a:xfrm>
              <a:prstGeom prst="rect">
                <a:avLst/>
              </a:prstGeom>
              <a:noFill/>
            </p:spPr>
            <p:txBody>
              <a:bodyPr wrap="square" anchor="ctr">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技术</a:t>
                </a:r>
                <a:endParaRPr lang="en-US" altLang="zh-CN" sz="2400">
                  <a:solidFill>
                    <a:schemeClr val="bg1"/>
                  </a:solidFill>
                  <a:latin typeface="思源黑体 CN Bold" panose="020B0800000000000000" pitchFamily="34" charset="-122"/>
                  <a:ea typeface="思源黑体 CN Bold" panose="020B0800000000000000" pitchFamily="34" charset="-122"/>
                </a:endParaRPr>
              </a:p>
              <a:p>
                <a:pPr algn="ctr"/>
                <a:r>
                  <a:rPr lang="zh-CN" altLang="en-US" sz="2400">
                    <a:solidFill>
                      <a:schemeClr val="bg1"/>
                    </a:solidFill>
                    <a:latin typeface="思源黑体 CN Bold" panose="020B0800000000000000" pitchFamily="34" charset="-122"/>
                    <a:ea typeface="思源黑体 CN Bold" panose="020B0800000000000000" pitchFamily="34" charset="-122"/>
                  </a:rPr>
                  <a:t>融合</a:t>
                </a:r>
              </a:p>
            </p:txBody>
          </p:sp>
        </p:grpSp>
        <p:sp>
          <p:nvSpPr>
            <p:cNvPr id="76" name="椭圆 75"/>
            <p:cNvSpPr/>
            <p:nvPr/>
          </p:nvSpPr>
          <p:spPr>
            <a:xfrm>
              <a:off x="5650112" y="3633126"/>
              <a:ext cx="877554" cy="877554"/>
            </a:xfrm>
            <a:prstGeom prst="ellipse">
              <a:avLst/>
            </a:prstGeom>
            <a:solidFill>
              <a:schemeClr val="bg1"/>
            </a:solid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a:solidFill>
                    <a:schemeClr val="accent1"/>
                  </a:solidFill>
                  <a:latin typeface="思源黑体 CN Bold" panose="020B0800000000000000" pitchFamily="34" charset="-122"/>
                  <a:ea typeface="思源黑体 CN Bold" panose="020B0800000000000000" pitchFamily="34" charset="-122"/>
                </a:rPr>
                <a:t>区域</a:t>
              </a:r>
              <a:endParaRPr lang="en-US" altLang="zh-CN">
                <a:solidFill>
                  <a:schemeClr val="accent1"/>
                </a:solidFill>
                <a:latin typeface="思源黑体 CN Bold" panose="020B0800000000000000" pitchFamily="34" charset="-122"/>
                <a:ea typeface="思源黑体 CN Bold" panose="020B0800000000000000" pitchFamily="34" charset="-122"/>
              </a:endParaRPr>
            </a:p>
            <a:p>
              <a:pPr algn="ctr"/>
              <a:r>
                <a:rPr lang="zh-CN" altLang="en-US">
                  <a:solidFill>
                    <a:schemeClr val="accent1"/>
                  </a:solidFill>
                  <a:latin typeface="思源黑体 CN Bold" panose="020B0800000000000000" pitchFamily="34" charset="-122"/>
                  <a:ea typeface="思源黑体 CN Bold" panose="020B0800000000000000" pitchFamily="34" charset="-122"/>
                </a:rPr>
                <a:t>推进</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grpSp>
          <p:nvGrpSpPr>
            <p:cNvPr id="155" name="组合 154"/>
            <p:cNvGrpSpPr/>
            <p:nvPr/>
          </p:nvGrpSpPr>
          <p:grpSpPr>
            <a:xfrm>
              <a:off x="4553824" y="1616658"/>
              <a:ext cx="3070130" cy="2321233"/>
              <a:chOff x="4566650" y="1647574"/>
              <a:chExt cx="3070130" cy="2321233"/>
            </a:xfrm>
          </p:grpSpPr>
          <p:sp>
            <p:nvSpPr>
              <p:cNvPr id="48" name="椭圆 47"/>
              <p:cNvSpPr/>
              <p:nvPr/>
            </p:nvSpPr>
            <p:spPr>
              <a:xfrm>
                <a:off x="4566650" y="1647574"/>
                <a:ext cx="877554" cy="877554"/>
              </a:xfrm>
              <a:prstGeom prst="ellipse">
                <a:avLst/>
              </a:prstGeom>
              <a:solidFill>
                <a:schemeClr val="bg1"/>
              </a:solid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a:solidFill>
                      <a:schemeClr val="accent1"/>
                    </a:solidFill>
                    <a:latin typeface="思源黑体 CN Bold" panose="020B0800000000000000" pitchFamily="34" charset="-122"/>
                    <a:ea typeface="思源黑体 CN Bold" panose="020B0800000000000000" pitchFamily="34" charset="-122"/>
                  </a:rPr>
                  <a:t>法治</a:t>
                </a:r>
                <a:endParaRPr lang="en-US" altLang="zh-CN">
                  <a:solidFill>
                    <a:schemeClr val="accent1"/>
                  </a:solidFill>
                  <a:latin typeface="思源黑体 CN Bold" panose="020B0800000000000000" pitchFamily="34" charset="-122"/>
                  <a:ea typeface="思源黑体 CN Bold" panose="020B0800000000000000" pitchFamily="34" charset="-122"/>
                </a:endParaRPr>
              </a:p>
              <a:p>
                <a:pPr algn="ctr"/>
                <a:r>
                  <a:rPr lang="zh-CN" altLang="en-US">
                    <a:solidFill>
                      <a:schemeClr val="accent1"/>
                    </a:solidFill>
                    <a:latin typeface="思源黑体 CN Bold" panose="020B0800000000000000" pitchFamily="34" charset="-122"/>
                    <a:ea typeface="思源黑体 CN Bold" panose="020B0800000000000000" pitchFamily="34" charset="-122"/>
                  </a:rPr>
                  <a:t>实验</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sp>
            <p:nvSpPr>
              <p:cNvPr id="50" name="椭圆 49"/>
              <p:cNvSpPr/>
              <p:nvPr/>
            </p:nvSpPr>
            <p:spPr>
              <a:xfrm>
                <a:off x="4566650" y="3091253"/>
                <a:ext cx="877554" cy="877554"/>
              </a:xfrm>
              <a:prstGeom prst="ellipse">
                <a:avLst/>
              </a:prstGeom>
              <a:solidFill>
                <a:schemeClr val="bg1"/>
              </a:solid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a:solidFill>
                      <a:schemeClr val="accent1"/>
                    </a:solidFill>
                    <a:latin typeface="思源黑体 CN Bold" panose="020B0800000000000000" pitchFamily="34" charset="-122"/>
                    <a:ea typeface="思源黑体 CN Bold" panose="020B0800000000000000" pitchFamily="34" charset="-122"/>
                  </a:rPr>
                  <a:t>动态</a:t>
                </a:r>
                <a:endParaRPr lang="en-US" altLang="zh-CN">
                  <a:solidFill>
                    <a:schemeClr val="accent1"/>
                  </a:solidFill>
                  <a:latin typeface="思源黑体 CN Bold" panose="020B0800000000000000" pitchFamily="34" charset="-122"/>
                  <a:ea typeface="思源黑体 CN Bold" panose="020B0800000000000000" pitchFamily="34" charset="-122"/>
                </a:endParaRPr>
              </a:p>
              <a:p>
                <a:pPr algn="ctr"/>
                <a:r>
                  <a:rPr lang="zh-CN" altLang="en-US">
                    <a:solidFill>
                      <a:schemeClr val="accent1"/>
                    </a:solidFill>
                    <a:latin typeface="思源黑体 CN Bold" panose="020B0800000000000000" pitchFamily="34" charset="-122"/>
                    <a:ea typeface="思源黑体 CN Bold" panose="020B0800000000000000" pitchFamily="34" charset="-122"/>
                  </a:rPr>
                  <a:t>资源</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sp>
            <p:nvSpPr>
              <p:cNvPr id="153" name="椭圆 152"/>
              <p:cNvSpPr/>
              <p:nvPr/>
            </p:nvSpPr>
            <p:spPr>
              <a:xfrm>
                <a:off x="6759226" y="1647574"/>
                <a:ext cx="877554" cy="877554"/>
              </a:xfrm>
              <a:prstGeom prst="ellipse">
                <a:avLst/>
              </a:prstGeom>
              <a:solidFill>
                <a:schemeClr val="bg1"/>
              </a:solid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a:solidFill>
                      <a:schemeClr val="accent1"/>
                    </a:solidFill>
                    <a:latin typeface="思源黑体 CN Bold" panose="020B0800000000000000" pitchFamily="34" charset="-122"/>
                    <a:ea typeface="思源黑体 CN Bold" panose="020B0800000000000000" pitchFamily="34" charset="-122"/>
                  </a:rPr>
                  <a:t>教师</a:t>
                </a:r>
                <a:endParaRPr lang="en-US" altLang="zh-CN">
                  <a:solidFill>
                    <a:schemeClr val="accent1"/>
                  </a:solidFill>
                  <a:latin typeface="思源黑体 CN Bold" panose="020B0800000000000000" pitchFamily="34" charset="-122"/>
                  <a:ea typeface="思源黑体 CN Bold" panose="020B0800000000000000" pitchFamily="34" charset="-122"/>
                </a:endParaRPr>
              </a:p>
              <a:p>
                <a:pPr algn="ctr"/>
                <a:r>
                  <a:rPr lang="zh-CN" altLang="en-US">
                    <a:solidFill>
                      <a:schemeClr val="accent1"/>
                    </a:solidFill>
                    <a:latin typeface="思源黑体 CN Bold" panose="020B0800000000000000" pitchFamily="34" charset="-122"/>
                    <a:ea typeface="思源黑体 CN Bold" panose="020B0800000000000000" pitchFamily="34" charset="-122"/>
                  </a:rPr>
                  <a:t>发展</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sp>
            <p:nvSpPr>
              <p:cNvPr id="154" name="椭圆 153"/>
              <p:cNvSpPr/>
              <p:nvPr/>
            </p:nvSpPr>
            <p:spPr>
              <a:xfrm>
                <a:off x="6759226" y="3091253"/>
                <a:ext cx="877554" cy="877554"/>
              </a:xfrm>
              <a:prstGeom prst="ellipse">
                <a:avLst/>
              </a:prstGeom>
              <a:solidFill>
                <a:schemeClr val="bg1"/>
              </a:solid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a:solidFill>
                      <a:schemeClr val="accent1"/>
                    </a:solidFill>
                    <a:latin typeface="思源黑体 CN Bold" panose="020B0800000000000000" pitchFamily="34" charset="-122"/>
                    <a:ea typeface="思源黑体 CN Bold" panose="020B0800000000000000" pitchFamily="34" charset="-122"/>
                  </a:rPr>
                  <a:t>协同</a:t>
                </a:r>
                <a:endParaRPr lang="en-US" altLang="zh-CN">
                  <a:solidFill>
                    <a:schemeClr val="accent1"/>
                  </a:solidFill>
                  <a:latin typeface="思源黑体 CN Bold" panose="020B0800000000000000" pitchFamily="34" charset="-122"/>
                  <a:ea typeface="思源黑体 CN Bold" panose="020B0800000000000000" pitchFamily="34" charset="-122"/>
                </a:endParaRPr>
              </a:p>
              <a:p>
                <a:pPr algn="ctr"/>
                <a:r>
                  <a:rPr lang="zh-CN" altLang="en-US">
                    <a:solidFill>
                      <a:schemeClr val="accent1"/>
                    </a:solidFill>
                    <a:latin typeface="思源黑体 CN Bold" panose="020B0800000000000000" pitchFamily="34" charset="-122"/>
                    <a:ea typeface="思源黑体 CN Bold" panose="020B0800000000000000" pitchFamily="34" charset="-122"/>
                  </a:rPr>
                  <a:t>创新</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grpSp>
        <p:sp>
          <p:nvSpPr>
            <p:cNvPr id="157" name="椭圆 156"/>
            <p:cNvSpPr/>
            <p:nvPr/>
          </p:nvSpPr>
          <p:spPr>
            <a:xfrm>
              <a:off x="5650112" y="1043867"/>
              <a:ext cx="877554" cy="877554"/>
            </a:xfrm>
            <a:prstGeom prst="ellipse">
              <a:avLst/>
            </a:prstGeom>
            <a:solidFill>
              <a:schemeClr val="bg1"/>
            </a:solid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a:solidFill>
                    <a:schemeClr val="accent1"/>
                  </a:solidFill>
                  <a:latin typeface="思源黑体 CN Bold" panose="020B0800000000000000" pitchFamily="34" charset="-122"/>
                  <a:ea typeface="思源黑体 CN Bold" panose="020B0800000000000000" pitchFamily="34" charset="-122"/>
                </a:rPr>
                <a:t>专项</a:t>
              </a:r>
              <a:endParaRPr lang="en-US" altLang="zh-CN">
                <a:solidFill>
                  <a:schemeClr val="accent1"/>
                </a:solidFill>
                <a:latin typeface="思源黑体 CN Bold" panose="020B0800000000000000" pitchFamily="34" charset="-122"/>
                <a:ea typeface="思源黑体 CN Bold" panose="020B0800000000000000" pitchFamily="34" charset="-122"/>
              </a:endParaRPr>
            </a:p>
            <a:p>
              <a:pPr algn="ctr"/>
              <a:r>
                <a:rPr lang="zh-CN" altLang="en-US">
                  <a:solidFill>
                    <a:schemeClr val="accent1"/>
                  </a:solidFill>
                  <a:latin typeface="思源黑体 CN Bold" panose="020B0800000000000000" pitchFamily="34" charset="-122"/>
                  <a:ea typeface="思源黑体 CN Bold" panose="020B0800000000000000" pitchFamily="34" charset="-122"/>
                </a:rPr>
                <a:t>能力</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grpSp>
      <p:grpSp>
        <p:nvGrpSpPr>
          <p:cNvPr id="5" name="组合 4"/>
          <p:cNvGrpSpPr/>
          <p:nvPr/>
        </p:nvGrpSpPr>
        <p:grpSpPr>
          <a:xfrm>
            <a:off x="479425" y="4554114"/>
            <a:ext cx="11269663" cy="1970512"/>
            <a:chOff x="479425" y="4554114"/>
            <a:chExt cx="11269663" cy="1970512"/>
          </a:xfrm>
        </p:grpSpPr>
        <p:grpSp>
          <p:nvGrpSpPr>
            <p:cNvPr id="2" name="组合 1"/>
            <p:cNvGrpSpPr/>
            <p:nvPr/>
          </p:nvGrpSpPr>
          <p:grpSpPr>
            <a:xfrm>
              <a:off x="479425" y="5033813"/>
              <a:ext cx="11269663" cy="1490813"/>
              <a:chOff x="479425" y="5033813"/>
              <a:chExt cx="11269663" cy="1490813"/>
            </a:xfrm>
          </p:grpSpPr>
          <p:sp>
            <p:nvSpPr>
              <p:cNvPr id="52" name="梯形 51"/>
              <p:cNvSpPr/>
              <p:nvPr/>
            </p:nvSpPr>
            <p:spPr>
              <a:xfrm>
                <a:off x="479425" y="5252376"/>
                <a:ext cx="11269663" cy="1272250"/>
              </a:xfrm>
              <a:prstGeom prst="trapezoid">
                <a:avLst>
                  <a:gd name="adj" fmla="val 89184"/>
                </a:avLst>
              </a:prstGeom>
              <a:solidFill>
                <a:schemeClr val="accent2">
                  <a:lumMod val="20000"/>
                  <a:lumOff val="80000"/>
                  <a:alpha val="29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p:cNvGrpSpPr/>
              <p:nvPr/>
            </p:nvGrpSpPr>
            <p:grpSpPr>
              <a:xfrm>
                <a:off x="4426354" y="5033813"/>
                <a:ext cx="3375805" cy="432000"/>
                <a:chOff x="634880" y="5732125"/>
                <a:chExt cx="10920781" cy="432000"/>
              </a:xfrm>
            </p:grpSpPr>
            <p:sp>
              <p:nvSpPr>
                <p:cNvPr id="54" name="矩形: 圆角 53"/>
                <p:cNvSpPr/>
                <p:nvPr>
                  <p:custDataLst>
                    <p:tags r:id="rId4"/>
                  </p:custDataLst>
                </p:nvPr>
              </p:nvSpPr>
              <p:spPr>
                <a:xfrm>
                  <a:off x="634880" y="5732125"/>
                  <a:ext cx="10920781" cy="432000"/>
                </a:xfrm>
                <a:prstGeom prst="roundRect">
                  <a:avLst>
                    <a:gd name="adj" fmla="val 13388"/>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sp>
              <p:nvSpPr>
                <p:cNvPr id="55" name="文本框 54"/>
                <p:cNvSpPr txBox="1"/>
                <p:nvPr/>
              </p:nvSpPr>
              <p:spPr>
                <a:xfrm>
                  <a:off x="2776392" y="5794237"/>
                  <a:ext cx="6637750" cy="307777"/>
                </a:xfrm>
                <a:prstGeom prst="rect">
                  <a:avLst/>
                </a:prstGeom>
                <a:noFill/>
                <a:effectLst/>
              </p:spPr>
              <p:txBody>
                <a:bodyPr wrap="none" lIns="0" tIns="0" rIns="0" bIns="0" rtlCol="0">
                  <a:spAutoFit/>
                </a:bodyPr>
                <a:lstStyle/>
                <a:p>
                  <a:pPr algn="ctr"/>
                  <a:r>
                    <a:rPr lang="zh-CN" altLang="en-US" sz="2000" b="1">
                      <a:solidFill>
                        <a:schemeClr val="bg1"/>
                      </a:solidFill>
                      <a:effectLst>
                        <a:outerShdw blurRad="38100" dist="38100" dir="2700000" algn="tl">
                          <a:schemeClr val="accent1">
                            <a:lumMod val="50000"/>
                            <a:alpha val="43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区域推进保障体系</a:t>
                  </a:r>
                  <a:endParaRPr lang="zh-CN" altLang="en-US" sz="2000" b="1" dirty="0">
                    <a:solidFill>
                      <a:schemeClr val="bg1"/>
                    </a:solidFill>
                    <a:effectLst>
                      <a:outerShdw blurRad="38100" dist="38100" dir="2700000" algn="tl">
                        <a:schemeClr val="accent1">
                          <a:lumMod val="50000"/>
                          <a:alpha val="43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nvGrpSpPr>
              <p:cNvPr id="56" name="组合 55"/>
              <p:cNvGrpSpPr/>
              <p:nvPr/>
            </p:nvGrpSpPr>
            <p:grpSpPr>
              <a:xfrm>
                <a:off x="5079206" y="5599707"/>
                <a:ext cx="2033588" cy="799504"/>
                <a:chOff x="634880" y="5732125"/>
                <a:chExt cx="10920781" cy="432000"/>
              </a:xfrm>
            </p:grpSpPr>
            <p:sp>
              <p:nvSpPr>
                <p:cNvPr id="57" name="矩形: 圆角 56"/>
                <p:cNvSpPr/>
                <p:nvPr>
                  <p:custDataLst>
                    <p:tags r:id="rId3"/>
                  </p:custDataLst>
                </p:nvPr>
              </p:nvSpPr>
              <p:spPr>
                <a:xfrm>
                  <a:off x="634880" y="5732125"/>
                  <a:ext cx="10920781" cy="432000"/>
                </a:xfrm>
                <a:prstGeom prst="roundRect">
                  <a:avLst>
                    <a:gd name="adj" fmla="val 0"/>
                  </a:avLst>
                </a:prstGeom>
                <a:solidFill>
                  <a:schemeClr val="bg1"/>
                </a:solidFill>
                <a:ln w="9525">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sp>
              <p:nvSpPr>
                <p:cNvPr id="58" name="文本框 57"/>
                <p:cNvSpPr txBox="1"/>
                <p:nvPr/>
              </p:nvSpPr>
              <p:spPr>
                <a:xfrm>
                  <a:off x="1963216" y="5790522"/>
                  <a:ext cx="8264114" cy="332605"/>
                </a:xfrm>
                <a:prstGeom prst="rect">
                  <a:avLst/>
                </a:prstGeom>
                <a:noFill/>
                <a:effectLst/>
              </p:spPr>
              <p:txBody>
                <a:bodyPr wrap="none" lIns="0" tIns="0" rIns="0" bIns="0" rtlCol="0">
                  <a:spAutoFit/>
                </a:bodyPr>
                <a:lstStyle/>
                <a:p>
                  <a:pPr algn="ctr"/>
                  <a:r>
                    <a:rPr lang="zh-CN" altLang="en-US"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城市教师带</a:t>
                  </a:r>
                  <a:endParaRPr lang="en-US" altLang="zh-CN"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a:p>
                  <a:pPr algn="ctr"/>
                  <a:r>
                    <a:rPr lang="zh-CN" altLang="en-US"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热点议题下乡</a:t>
                  </a:r>
                </a:p>
              </p:txBody>
            </p:sp>
          </p:grpSp>
          <p:grpSp>
            <p:nvGrpSpPr>
              <p:cNvPr id="141" name="组合 140"/>
              <p:cNvGrpSpPr/>
              <p:nvPr/>
            </p:nvGrpSpPr>
            <p:grpSpPr>
              <a:xfrm>
                <a:off x="3664744" y="5681663"/>
                <a:ext cx="4734687" cy="625330"/>
                <a:chOff x="3686309" y="5681663"/>
                <a:chExt cx="4734687" cy="625330"/>
              </a:xfrm>
            </p:grpSpPr>
            <p:grpSp>
              <p:nvGrpSpPr>
                <p:cNvPr id="137" name="组合 136"/>
                <p:cNvGrpSpPr/>
                <p:nvPr/>
              </p:nvGrpSpPr>
              <p:grpSpPr>
                <a:xfrm>
                  <a:off x="3686309" y="5681663"/>
                  <a:ext cx="1286638" cy="625330"/>
                  <a:chOff x="3686309" y="5681663"/>
                  <a:chExt cx="1286638" cy="625330"/>
                </a:xfrm>
              </p:grpSpPr>
              <p:sp>
                <p:nvSpPr>
                  <p:cNvPr id="135" name="箭头: 下 134"/>
                  <p:cNvSpPr/>
                  <p:nvPr/>
                </p:nvSpPr>
                <p:spPr>
                  <a:xfrm rot="16200000">
                    <a:off x="4016963" y="5351009"/>
                    <a:ext cx="625330" cy="1286638"/>
                  </a:xfrm>
                  <a:prstGeom prst="downArrow">
                    <a:avLst>
                      <a:gd name="adj1" fmla="val 71413"/>
                      <a:gd name="adj2" fmla="val 59901"/>
                    </a:avLst>
                  </a:prstGeom>
                  <a:solidFill>
                    <a:schemeClr val="accent4"/>
                  </a:solidFill>
                  <a:ln w="6350" cap="flat" cmpd="sng" algn="ctr">
                    <a:gradFill>
                      <a:gsLst>
                        <a:gs pos="0">
                          <a:schemeClr val="accent4"/>
                        </a:gs>
                        <a:gs pos="100000">
                          <a:schemeClr val="accent4"/>
                        </a:gs>
                      </a:gsLst>
                      <a:lin ang="5400000" scaled="1"/>
                    </a:gradFill>
                    <a:prstDash val="dash"/>
                    <a:miter lim="800000"/>
                  </a:ln>
                  <a:effectLst>
                    <a:innerShdw blurRad="228600">
                      <a:srgbClr val="1C66C4">
                        <a:alpha val="26000"/>
                      </a:srgbClr>
                    </a:innerShdw>
                  </a:effectLst>
                </p:spPr>
                <p:txBody>
                  <a:bodyPr rtlCol="0" anchor="ctr"/>
                  <a:lstStyle/>
                  <a:p>
                    <a:pPr algn="ctr"/>
                    <a:endParaRPr lang="zh-CN" altLang="en-US"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31" name="文本框 130"/>
                  <p:cNvSpPr txBox="1"/>
                  <p:nvPr/>
                </p:nvSpPr>
                <p:spPr>
                  <a:xfrm>
                    <a:off x="3721615" y="5825050"/>
                    <a:ext cx="1003563" cy="338554"/>
                  </a:xfrm>
                  <a:prstGeom prst="rect">
                    <a:avLst/>
                  </a:prstGeom>
                  <a:noFill/>
                </p:spPr>
                <p:txBody>
                  <a:bodyPr wrap="square">
                    <a:spAutoFit/>
                  </a:bodyPr>
                  <a:lstStyle/>
                  <a:p>
                    <a:r>
                      <a:rPr lang="zh-CN" altLang="en-US" sz="1600" b="1">
                        <a:solidFill>
                          <a:schemeClr val="bg1"/>
                        </a:solidFill>
                        <a:latin typeface="思源黑体 CN Bold" panose="020B0800000000000000" pitchFamily="34" charset="-122"/>
                        <a:ea typeface="思源黑体 CN Bold" panose="020B0800000000000000" pitchFamily="34" charset="-122"/>
                      </a:rPr>
                      <a:t>质量监控</a:t>
                    </a:r>
                  </a:p>
                </p:txBody>
              </p:sp>
            </p:grpSp>
            <p:grpSp>
              <p:nvGrpSpPr>
                <p:cNvPr id="138" name="组合 137"/>
                <p:cNvGrpSpPr/>
                <p:nvPr/>
              </p:nvGrpSpPr>
              <p:grpSpPr>
                <a:xfrm>
                  <a:off x="7134358" y="5681663"/>
                  <a:ext cx="1286638" cy="625330"/>
                  <a:chOff x="3686309" y="5681663"/>
                  <a:chExt cx="1286638" cy="625330"/>
                </a:xfrm>
              </p:grpSpPr>
              <p:sp>
                <p:nvSpPr>
                  <p:cNvPr id="139" name="箭头: 下 138"/>
                  <p:cNvSpPr/>
                  <p:nvPr/>
                </p:nvSpPr>
                <p:spPr>
                  <a:xfrm rot="16200000">
                    <a:off x="4016963" y="5351009"/>
                    <a:ext cx="625330" cy="1286638"/>
                  </a:xfrm>
                  <a:prstGeom prst="downArrow">
                    <a:avLst>
                      <a:gd name="adj1" fmla="val 71413"/>
                      <a:gd name="adj2" fmla="val 59901"/>
                    </a:avLst>
                  </a:prstGeom>
                  <a:solidFill>
                    <a:schemeClr val="accent4"/>
                  </a:solidFill>
                  <a:ln w="6350" cap="flat" cmpd="sng" algn="ctr">
                    <a:gradFill>
                      <a:gsLst>
                        <a:gs pos="0">
                          <a:schemeClr val="accent4"/>
                        </a:gs>
                        <a:gs pos="100000">
                          <a:schemeClr val="accent4"/>
                        </a:gs>
                      </a:gsLst>
                      <a:lin ang="5400000" scaled="1"/>
                    </a:gradFill>
                    <a:prstDash val="dash"/>
                    <a:miter lim="800000"/>
                  </a:ln>
                  <a:effectLst>
                    <a:innerShdw blurRad="228600">
                      <a:srgbClr val="1C66C4">
                        <a:alpha val="26000"/>
                      </a:srgbClr>
                    </a:innerShdw>
                  </a:effectLst>
                </p:spPr>
                <p:txBody>
                  <a:bodyPr rtlCol="0" anchor="ctr"/>
                  <a:lstStyle/>
                  <a:p>
                    <a:pPr algn="ctr"/>
                    <a:endParaRPr lang="zh-CN" altLang="en-US"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40" name="文本框 139"/>
                  <p:cNvSpPr txBox="1"/>
                  <p:nvPr/>
                </p:nvSpPr>
                <p:spPr>
                  <a:xfrm>
                    <a:off x="3713693" y="5825050"/>
                    <a:ext cx="1044973" cy="338554"/>
                  </a:xfrm>
                  <a:prstGeom prst="rect">
                    <a:avLst/>
                  </a:prstGeom>
                  <a:noFill/>
                </p:spPr>
                <p:txBody>
                  <a:bodyPr wrap="square">
                    <a:spAutoFit/>
                  </a:bodyPr>
                  <a:lstStyle/>
                  <a:p>
                    <a:r>
                      <a:rPr lang="zh-CN" altLang="en-US" sz="1600" b="1">
                        <a:solidFill>
                          <a:schemeClr val="bg1"/>
                        </a:solidFill>
                        <a:latin typeface="思源黑体 CN Bold" panose="020B0800000000000000" pitchFamily="34" charset="-122"/>
                        <a:ea typeface="思源黑体 CN Bold" panose="020B0800000000000000" pitchFamily="34" charset="-122"/>
                      </a:rPr>
                      <a:t>衔接创新</a:t>
                    </a:r>
                  </a:p>
                </p:txBody>
              </p:sp>
            </p:grpSp>
          </p:grpSp>
          <p:grpSp>
            <p:nvGrpSpPr>
              <p:cNvPr id="68" name="组合 67"/>
              <p:cNvGrpSpPr/>
              <p:nvPr/>
            </p:nvGrpSpPr>
            <p:grpSpPr>
              <a:xfrm>
                <a:off x="1631156" y="5599707"/>
                <a:ext cx="8929688" cy="799504"/>
                <a:chOff x="1611313" y="5599707"/>
                <a:chExt cx="8929688" cy="799504"/>
              </a:xfrm>
            </p:grpSpPr>
            <p:grpSp>
              <p:nvGrpSpPr>
                <p:cNvPr id="62" name="组合 61"/>
                <p:cNvGrpSpPr/>
                <p:nvPr/>
              </p:nvGrpSpPr>
              <p:grpSpPr>
                <a:xfrm>
                  <a:off x="8507413" y="5599707"/>
                  <a:ext cx="2033588" cy="799504"/>
                  <a:chOff x="634880" y="5732125"/>
                  <a:chExt cx="10920781" cy="432000"/>
                </a:xfrm>
              </p:grpSpPr>
              <p:sp>
                <p:nvSpPr>
                  <p:cNvPr id="63" name="矩形: 圆角 62"/>
                  <p:cNvSpPr/>
                  <p:nvPr>
                    <p:custDataLst>
                      <p:tags r:id="rId2"/>
                    </p:custDataLst>
                  </p:nvPr>
                </p:nvSpPr>
                <p:spPr>
                  <a:xfrm>
                    <a:off x="634880" y="5732125"/>
                    <a:ext cx="10920781" cy="432000"/>
                  </a:xfrm>
                  <a:prstGeom prst="roundRect">
                    <a:avLst>
                      <a:gd name="adj" fmla="val 0"/>
                    </a:avLst>
                  </a:prstGeom>
                  <a:solidFill>
                    <a:schemeClr val="bg1"/>
                  </a:solidFill>
                  <a:ln w="9525">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sp>
                <p:nvSpPr>
                  <p:cNvPr id="64" name="文本框 63"/>
                  <p:cNvSpPr txBox="1"/>
                  <p:nvPr/>
                </p:nvSpPr>
                <p:spPr>
                  <a:xfrm>
                    <a:off x="1963216" y="5790522"/>
                    <a:ext cx="8264115" cy="332605"/>
                  </a:xfrm>
                  <a:prstGeom prst="rect">
                    <a:avLst/>
                  </a:prstGeom>
                  <a:noFill/>
                  <a:effectLst/>
                </p:spPr>
                <p:txBody>
                  <a:bodyPr wrap="none" lIns="0" tIns="0" rIns="0" bIns="0" rtlCol="0">
                    <a:spAutoFit/>
                  </a:bodyPr>
                  <a:lstStyle/>
                  <a:p>
                    <a:pPr algn="ctr"/>
                    <a:r>
                      <a:rPr lang="zh-CN" altLang="en-US"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农村教师提供</a:t>
                    </a:r>
                    <a:endParaRPr lang="en-US" altLang="zh-CN"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a:p>
                    <a:pPr algn="ctr"/>
                    <a:r>
                      <a:rPr lang="zh-CN" altLang="en-US"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本土案例</a:t>
                    </a:r>
                  </a:p>
                </p:txBody>
              </p:sp>
            </p:grpSp>
            <p:grpSp>
              <p:nvGrpSpPr>
                <p:cNvPr id="65" name="组合 64"/>
                <p:cNvGrpSpPr/>
                <p:nvPr/>
              </p:nvGrpSpPr>
              <p:grpSpPr>
                <a:xfrm>
                  <a:off x="1611313" y="5599707"/>
                  <a:ext cx="2033588" cy="799504"/>
                  <a:chOff x="634880" y="5732125"/>
                  <a:chExt cx="10920781" cy="432000"/>
                </a:xfrm>
              </p:grpSpPr>
              <p:sp>
                <p:nvSpPr>
                  <p:cNvPr id="66" name="矩形: 圆角 65"/>
                  <p:cNvSpPr/>
                  <p:nvPr>
                    <p:custDataLst>
                      <p:tags r:id="rId1"/>
                    </p:custDataLst>
                  </p:nvPr>
                </p:nvSpPr>
                <p:spPr>
                  <a:xfrm>
                    <a:off x="634880" y="5732125"/>
                    <a:ext cx="10920781" cy="432000"/>
                  </a:xfrm>
                  <a:prstGeom prst="roundRect">
                    <a:avLst>
                      <a:gd name="adj" fmla="val 0"/>
                    </a:avLst>
                  </a:prstGeom>
                  <a:solidFill>
                    <a:schemeClr val="bg1"/>
                  </a:solidFill>
                  <a:ln w="9525">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sp>
                <p:nvSpPr>
                  <p:cNvPr id="67" name="文本框 66"/>
                  <p:cNvSpPr txBox="1"/>
                  <p:nvPr/>
                </p:nvSpPr>
                <p:spPr>
                  <a:xfrm>
                    <a:off x="2651891" y="5790522"/>
                    <a:ext cx="6886759" cy="332605"/>
                  </a:xfrm>
                  <a:prstGeom prst="rect">
                    <a:avLst/>
                  </a:prstGeom>
                  <a:noFill/>
                  <a:effectLst/>
                </p:spPr>
                <p:txBody>
                  <a:bodyPr wrap="none" lIns="0" tIns="0" rIns="0" bIns="0" rtlCol="0">
                    <a:spAutoFit/>
                  </a:bodyPr>
                  <a:lstStyle/>
                  <a:p>
                    <a:pPr algn="ctr"/>
                    <a:r>
                      <a:rPr lang="zh-CN" altLang="en-US"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建立区级</a:t>
                    </a:r>
                    <a:endParaRPr lang="en-US" altLang="zh-CN"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a:p>
                    <a:pPr algn="ctr"/>
                    <a:r>
                      <a:rPr lang="zh-CN" altLang="en-US"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议题资源库</a:t>
                    </a:r>
                  </a:p>
                </p:txBody>
              </p:sp>
            </p:grpSp>
          </p:grpSp>
        </p:grpSp>
        <p:grpSp>
          <p:nvGrpSpPr>
            <p:cNvPr id="160" name="组合 159"/>
            <p:cNvGrpSpPr/>
            <p:nvPr/>
          </p:nvGrpSpPr>
          <p:grpSpPr>
            <a:xfrm rot="5400000">
              <a:off x="5945902" y="4277968"/>
              <a:ext cx="300197" cy="852490"/>
              <a:chOff x="5906248" y="4565866"/>
              <a:chExt cx="300197" cy="276697"/>
            </a:xfrm>
          </p:grpSpPr>
          <p:sp>
            <p:nvSpPr>
              <p:cNvPr id="158" name="三角形 28"/>
              <p:cNvSpPr/>
              <p:nvPr/>
            </p:nvSpPr>
            <p:spPr>
              <a:xfrm rot="5400000">
                <a:off x="5968845" y="4604957"/>
                <a:ext cx="276692" cy="198509"/>
              </a:xfrm>
              <a:prstGeom prst="triangle">
                <a:avLst/>
              </a:prstGeom>
              <a:gradFill flip="none" rotWithShape="1">
                <a:gsLst>
                  <a:gs pos="100000">
                    <a:schemeClr val="accent1">
                      <a:lumMod val="40000"/>
                      <a:lumOff val="60000"/>
                      <a:alpha val="60000"/>
                    </a:schemeClr>
                  </a:gs>
                  <a:gs pos="0">
                    <a:schemeClr val="accent1">
                      <a:lumMod val="60000"/>
                      <a:lumOff val="40000"/>
                      <a:alpha val="0"/>
                    </a:schemeClr>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159" name="三角形 29"/>
              <p:cNvSpPr/>
              <p:nvPr/>
            </p:nvSpPr>
            <p:spPr>
              <a:xfrm rot="5400000">
                <a:off x="5867157" y="4604962"/>
                <a:ext cx="276692" cy="198509"/>
              </a:xfrm>
              <a:prstGeom prst="triangle">
                <a:avLst/>
              </a:prstGeom>
              <a:gradFill flip="none" rotWithShape="1">
                <a:gsLst>
                  <a:gs pos="100000">
                    <a:schemeClr val="accent1">
                      <a:lumMod val="40000"/>
                      <a:lumOff val="60000"/>
                      <a:alpha val="60000"/>
                    </a:schemeClr>
                  </a:gs>
                  <a:gs pos="0">
                    <a:schemeClr val="accent1">
                      <a:lumMod val="60000"/>
                      <a:lumOff val="40000"/>
                      <a:alpha val="0"/>
                    </a:schemeClr>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randombar(horizontal)">
                                      <p:cBhvr>
                                        <p:cTn id="7" dur="500"/>
                                        <p:tgtEl>
                                          <p:spTgt spid="15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outVertical)">
                                      <p:cBhvr>
                                        <p:cTn id="12" dur="500"/>
                                        <p:tgtEl>
                                          <p:spTgt spid="3"/>
                                        </p:tgtEl>
                                      </p:cBhvr>
                                    </p:animEffect>
                                  </p:childTnLst>
                                </p:cTn>
                              </p:par>
                            </p:childTnLst>
                          </p:cTn>
                        </p:par>
                        <p:par>
                          <p:cTn id="13" fill="hold">
                            <p:stCondLst>
                              <p:cond delay="500"/>
                            </p:stCondLst>
                            <p:childTnLst>
                              <p:par>
                                <p:cTn id="14" presetID="16" presetClass="entr" presetSubtype="37"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arn(outVertical)">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479425" y="368300"/>
            <a:ext cx="11269663" cy="870565"/>
            <a:chOff x="479425" y="368300"/>
            <a:chExt cx="11269663" cy="870565"/>
          </a:xfrm>
        </p:grpSpPr>
        <p:sp>
          <p:nvSpPr>
            <p:cNvPr id="6" name="等腰三角形 5"/>
            <p:cNvSpPr/>
            <p:nvPr/>
          </p:nvSpPr>
          <p:spPr>
            <a:xfrm>
              <a:off x="479425" y="368300"/>
              <a:ext cx="11269663" cy="87056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946310" y="726859"/>
              <a:ext cx="4299380" cy="461665"/>
            </a:xfrm>
            <a:prstGeom prst="rect">
              <a:avLst/>
            </a:prstGeom>
            <a:noFill/>
          </p:spPr>
          <p:txBody>
            <a:bodyPr wrap="square">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教师教学能力进阶目标</a:t>
              </a:r>
            </a:p>
          </p:txBody>
        </p:sp>
      </p:grpSp>
      <p:grpSp>
        <p:nvGrpSpPr>
          <p:cNvPr id="50" name="组合 49"/>
          <p:cNvGrpSpPr/>
          <p:nvPr/>
        </p:nvGrpSpPr>
        <p:grpSpPr>
          <a:xfrm>
            <a:off x="1068389" y="3536112"/>
            <a:ext cx="10055222" cy="839038"/>
            <a:chOff x="1068389" y="3536112"/>
            <a:chExt cx="10055222" cy="839038"/>
          </a:xfrm>
        </p:grpSpPr>
        <p:grpSp>
          <p:nvGrpSpPr>
            <p:cNvPr id="45" name="组合 44"/>
            <p:cNvGrpSpPr/>
            <p:nvPr/>
          </p:nvGrpSpPr>
          <p:grpSpPr>
            <a:xfrm>
              <a:off x="1068389" y="3536112"/>
              <a:ext cx="10055222" cy="839038"/>
              <a:chOff x="1068389" y="3536112"/>
              <a:chExt cx="10055222" cy="839038"/>
            </a:xfrm>
          </p:grpSpPr>
          <p:grpSp>
            <p:nvGrpSpPr>
              <p:cNvPr id="32" name="组合 31"/>
              <p:cNvGrpSpPr/>
              <p:nvPr/>
            </p:nvGrpSpPr>
            <p:grpSpPr>
              <a:xfrm>
                <a:off x="1068389" y="3624326"/>
                <a:ext cx="10055222" cy="662608"/>
                <a:chOff x="5668282" y="1114573"/>
                <a:chExt cx="3378078" cy="662608"/>
              </a:xfrm>
            </p:grpSpPr>
            <p:grpSp>
              <p:nvGrpSpPr>
                <p:cNvPr id="26" name="组合 25"/>
                <p:cNvGrpSpPr/>
                <p:nvPr/>
              </p:nvGrpSpPr>
              <p:grpSpPr>
                <a:xfrm>
                  <a:off x="5668282" y="1114573"/>
                  <a:ext cx="3378078" cy="662608"/>
                  <a:chOff x="5625977" y="1089992"/>
                  <a:chExt cx="3378078" cy="662608"/>
                </a:xfrm>
              </p:grpSpPr>
              <p:sp>
                <p:nvSpPr>
                  <p:cNvPr id="29" name="箭头: 下 28"/>
                  <p:cNvSpPr/>
                  <p:nvPr/>
                </p:nvSpPr>
                <p:spPr>
                  <a:xfrm rot="5400000" flipH="1">
                    <a:off x="6555635" y="160334"/>
                    <a:ext cx="662608"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30" name="箭头: 下 29"/>
                  <p:cNvSpPr/>
                  <p:nvPr/>
                </p:nvSpPr>
                <p:spPr>
                  <a:xfrm rot="16200000">
                    <a:off x="7411789" y="160334"/>
                    <a:ext cx="662608"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grpSp>
            <p:sp>
              <p:nvSpPr>
                <p:cNvPr id="31" name="文本框 30"/>
                <p:cNvSpPr txBox="1"/>
                <p:nvPr/>
              </p:nvSpPr>
              <p:spPr>
                <a:xfrm>
                  <a:off x="6204346" y="1242572"/>
                  <a:ext cx="2305950" cy="400110"/>
                </a:xfrm>
                <a:prstGeom prst="rect">
                  <a:avLst/>
                </a:prstGeom>
                <a:noFill/>
              </p:spPr>
              <p:txBody>
                <a:bodyPr wrap="square">
                  <a:spAutoFit/>
                </a:bodyPr>
                <a:lstStyle/>
                <a:p>
                  <a:pPr algn="ctr"/>
                  <a:endParaRPr lang="zh-CN" altLang="en-US" sz="2000" b="1">
                    <a:solidFill>
                      <a:schemeClr val="bg1"/>
                    </a:solidFill>
                    <a:latin typeface="梦源黑体 CN W20" panose="020B0200000000000000" pitchFamily="34" charset="-122"/>
                    <a:ea typeface="梦源黑体 CN W20" panose="020B0200000000000000" pitchFamily="34" charset="-122"/>
                  </a:endParaRPr>
                </a:p>
              </p:txBody>
            </p:sp>
          </p:grpSp>
          <p:grpSp>
            <p:nvGrpSpPr>
              <p:cNvPr id="33" name="组合 32"/>
              <p:cNvGrpSpPr/>
              <p:nvPr/>
            </p:nvGrpSpPr>
            <p:grpSpPr>
              <a:xfrm>
                <a:off x="1786314" y="3536112"/>
                <a:ext cx="945511" cy="839038"/>
                <a:chOff x="5509341" y="5103403"/>
                <a:chExt cx="945511" cy="839038"/>
              </a:xfrm>
            </p:grpSpPr>
            <p:sp>
              <p:nvSpPr>
                <p:cNvPr id="34" name="椭圆 33"/>
                <p:cNvSpPr/>
                <p:nvPr/>
              </p:nvSpPr>
              <p:spPr>
                <a:xfrm>
                  <a:off x="5570481" y="5103403"/>
                  <a:ext cx="827594" cy="839038"/>
                </a:xfrm>
                <a:prstGeom prst="ellipse">
                  <a:avLst/>
                </a:prstGeom>
                <a:solidFill>
                  <a:schemeClr val="accent5"/>
                </a:solidFill>
                <a:ln w="19050" cap="flat" cmpd="sng" algn="ctr">
                  <a:solidFill>
                    <a:schemeClr val="bg1"/>
                  </a:solidFill>
                  <a:prstDash val="solid"/>
                  <a:miter lim="800000"/>
                </a:ln>
                <a:effectLst>
                  <a:outerShdw blurRad="63500" sx="102000" sy="102000" algn="ctr" rotWithShape="0">
                    <a:schemeClr val="accent1">
                      <a:alpha val="20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5" name="文本框 34"/>
                <p:cNvSpPr txBox="1"/>
                <p:nvPr/>
              </p:nvSpPr>
              <p:spPr>
                <a:xfrm>
                  <a:off x="5509341" y="5226491"/>
                  <a:ext cx="945511" cy="592862"/>
                </a:xfrm>
                <a:prstGeom prst="rect">
                  <a:avLst/>
                </a:prstGeom>
                <a:noFill/>
              </p:spPr>
              <p:txBody>
                <a:bodyPr wrap="square" anchor="ctr">
                  <a:spAutoFit/>
                </a:bodyPr>
                <a:lstStyle/>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政治</a:t>
                  </a:r>
                  <a:endParaRPr lang="en-US" altLang="zh-CN"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认同</a:t>
                  </a:r>
                  <a:endParaRPr lang="zh-CN" altLang="en-US" sz="1600" b="1" dirty="0">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p:txBody>
            </p:sp>
          </p:grpSp>
          <p:grpSp>
            <p:nvGrpSpPr>
              <p:cNvPr id="36" name="组合 35"/>
              <p:cNvGrpSpPr/>
              <p:nvPr/>
            </p:nvGrpSpPr>
            <p:grpSpPr>
              <a:xfrm>
                <a:off x="4344267" y="3536112"/>
                <a:ext cx="945511" cy="839038"/>
                <a:chOff x="5509341" y="5103403"/>
                <a:chExt cx="945511" cy="839038"/>
              </a:xfrm>
            </p:grpSpPr>
            <p:sp>
              <p:nvSpPr>
                <p:cNvPr id="37" name="椭圆 36"/>
                <p:cNvSpPr/>
                <p:nvPr/>
              </p:nvSpPr>
              <p:spPr>
                <a:xfrm>
                  <a:off x="5570481" y="5103403"/>
                  <a:ext cx="827594" cy="839038"/>
                </a:xfrm>
                <a:prstGeom prst="ellipse">
                  <a:avLst/>
                </a:prstGeom>
                <a:solidFill>
                  <a:schemeClr val="accent5"/>
                </a:solidFill>
                <a:ln w="19050" cap="flat" cmpd="sng" algn="ctr">
                  <a:solidFill>
                    <a:schemeClr val="bg1"/>
                  </a:solidFill>
                  <a:prstDash val="solid"/>
                  <a:miter lim="800000"/>
                </a:ln>
                <a:effectLst>
                  <a:outerShdw blurRad="63500" sx="102000" sy="102000" algn="ctr" rotWithShape="0">
                    <a:schemeClr val="accent1">
                      <a:alpha val="20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8" name="文本框 37"/>
                <p:cNvSpPr txBox="1"/>
                <p:nvPr/>
              </p:nvSpPr>
              <p:spPr>
                <a:xfrm>
                  <a:off x="5509341" y="5226491"/>
                  <a:ext cx="945511" cy="592862"/>
                </a:xfrm>
                <a:prstGeom prst="rect">
                  <a:avLst/>
                </a:prstGeom>
                <a:noFill/>
              </p:spPr>
              <p:txBody>
                <a:bodyPr wrap="square" anchor="ctr">
                  <a:spAutoFit/>
                </a:bodyPr>
                <a:lstStyle/>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法治</a:t>
                  </a:r>
                  <a:endParaRPr lang="en-US" altLang="zh-CN"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意识</a:t>
                  </a:r>
                  <a:endParaRPr lang="zh-CN" altLang="en-US" sz="1600" b="1" dirty="0">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p:txBody>
            </p:sp>
          </p:grpSp>
          <p:grpSp>
            <p:nvGrpSpPr>
              <p:cNvPr id="39" name="组合 38"/>
              <p:cNvGrpSpPr/>
              <p:nvPr/>
            </p:nvGrpSpPr>
            <p:grpSpPr>
              <a:xfrm>
                <a:off x="6897462" y="3536112"/>
                <a:ext cx="945511" cy="839038"/>
                <a:chOff x="5509341" y="5103403"/>
                <a:chExt cx="945511" cy="839038"/>
              </a:xfrm>
            </p:grpSpPr>
            <p:sp>
              <p:nvSpPr>
                <p:cNvPr id="40" name="椭圆 39"/>
                <p:cNvSpPr/>
                <p:nvPr/>
              </p:nvSpPr>
              <p:spPr>
                <a:xfrm>
                  <a:off x="5570481" y="5103403"/>
                  <a:ext cx="827594" cy="839038"/>
                </a:xfrm>
                <a:prstGeom prst="ellipse">
                  <a:avLst/>
                </a:prstGeom>
                <a:solidFill>
                  <a:schemeClr val="accent5"/>
                </a:solidFill>
                <a:ln w="19050" cap="flat" cmpd="sng" algn="ctr">
                  <a:solidFill>
                    <a:schemeClr val="bg1"/>
                  </a:solidFill>
                  <a:prstDash val="solid"/>
                  <a:miter lim="800000"/>
                </a:ln>
                <a:effectLst>
                  <a:outerShdw blurRad="63500" sx="102000" sy="102000" algn="ctr" rotWithShape="0">
                    <a:schemeClr val="accent1">
                      <a:alpha val="20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1" name="文本框 40"/>
                <p:cNvSpPr txBox="1"/>
                <p:nvPr/>
              </p:nvSpPr>
              <p:spPr>
                <a:xfrm>
                  <a:off x="5509341" y="5226491"/>
                  <a:ext cx="945511" cy="592862"/>
                </a:xfrm>
                <a:prstGeom prst="rect">
                  <a:avLst/>
                </a:prstGeom>
                <a:noFill/>
              </p:spPr>
              <p:txBody>
                <a:bodyPr wrap="square" anchor="ctr">
                  <a:spAutoFit/>
                </a:bodyPr>
                <a:lstStyle/>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责任</a:t>
                  </a:r>
                  <a:endParaRPr lang="en-US" altLang="zh-CN"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担当</a:t>
                  </a:r>
                  <a:endParaRPr lang="zh-CN" altLang="en-US" sz="1600" b="1" dirty="0">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p:txBody>
            </p:sp>
          </p:grpSp>
          <p:grpSp>
            <p:nvGrpSpPr>
              <p:cNvPr id="42" name="组合 41"/>
              <p:cNvGrpSpPr/>
              <p:nvPr/>
            </p:nvGrpSpPr>
            <p:grpSpPr>
              <a:xfrm>
                <a:off x="9460174" y="3536112"/>
                <a:ext cx="945511" cy="839038"/>
                <a:chOff x="5509341" y="5103403"/>
                <a:chExt cx="945511" cy="839038"/>
              </a:xfrm>
            </p:grpSpPr>
            <p:sp>
              <p:nvSpPr>
                <p:cNvPr id="43" name="椭圆 42"/>
                <p:cNvSpPr/>
                <p:nvPr/>
              </p:nvSpPr>
              <p:spPr>
                <a:xfrm>
                  <a:off x="5570481" y="5103403"/>
                  <a:ext cx="827594" cy="839038"/>
                </a:xfrm>
                <a:prstGeom prst="ellipse">
                  <a:avLst/>
                </a:prstGeom>
                <a:solidFill>
                  <a:schemeClr val="accent5"/>
                </a:solidFill>
                <a:ln w="19050" cap="flat" cmpd="sng" algn="ctr">
                  <a:solidFill>
                    <a:schemeClr val="bg1"/>
                  </a:solidFill>
                  <a:prstDash val="solid"/>
                  <a:miter lim="800000"/>
                </a:ln>
                <a:effectLst>
                  <a:outerShdw blurRad="63500" sx="102000" sy="102000" algn="ctr" rotWithShape="0">
                    <a:schemeClr val="accent1">
                      <a:alpha val="20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4" name="文本框 43"/>
                <p:cNvSpPr txBox="1"/>
                <p:nvPr/>
              </p:nvSpPr>
              <p:spPr>
                <a:xfrm>
                  <a:off x="5509341" y="5226491"/>
                  <a:ext cx="945511" cy="592862"/>
                </a:xfrm>
                <a:prstGeom prst="rect">
                  <a:avLst/>
                </a:prstGeom>
                <a:noFill/>
              </p:spPr>
              <p:txBody>
                <a:bodyPr wrap="square" anchor="ctr">
                  <a:spAutoFit/>
                </a:bodyPr>
                <a:lstStyle/>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公共</a:t>
                  </a:r>
                  <a:endParaRPr lang="en-US" altLang="zh-CN"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参与</a:t>
                  </a:r>
                  <a:endParaRPr lang="zh-CN" altLang="en-US" sz="1600" b="1" dirty="0">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p:txBody>
            </p:sp>
          </p:grpSp>
        </p:grpSp>
        <p:grpSp>
          <p:nvGrpSpPr>
            <p:cNvPr id="49" name="组合 48"/>
            <p:cNvGrpSpPr/>
            <p:nvPr/>
          </p:nvGrpSpPr>
          <p:grpSpPr>
            <a:xfrm>
              <a:off x="2831809" y="3562350"/>
              <a:ext cx="6528382" cy="786562"/>
              <a:chOff x="2829628" y="3562350"/>
              <a:chExt cx="6528382" cy="786562"/>
            </a:xfrm>
          </p:grpSpPr>
          <p:sp>
            <p:nvSpPr>
              <p:cNvPr id="46" name="箭头: 左右 45"/>
              <p:cNvSpPr/>
              <p:nvPr/>
            </p:nvSpPr>
            <p:spPr>
              <a:xfrm>
                <a:off x="2829628" y="3562350"/>
                <a:ext cx="1437572" cy="786562"/>
              </a:xfrm>
              <a:prstGeom prst="leftRightArrow">
                <a:avLst>
                  <a:gd name="adj1" fmla="val 50000"/>
                  <a:gd name="adj2" fmla="val 50000"/>
                </a:avLst>
              </a:prstGeom>
              <a:solidFill>
                <a:schemeClr val="bg1"/>
              </a:solidFill>
              <a:ln>
                <a:solidFill>
                  <a:srgbClr val="C00000"/>
                </a:solidFill>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rgbClr val="C00000"/>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教师监测</a:t>
                </a:r>
                <a:endParaRPr lang="zh-CN" altLang="en-US" sz="1600" b="1" dirty="0">
                  <a:solidFill>
                    <a:srgbClr val="C00000"/>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47" name="箭头: 左右 46"/>
              <p:cNvSpPr/>
              <p:nvPr/>
            </p:nvSpPr>
            <p:spPr>
              <a:xfrm>
                <a:off x="5354817" y="3562350"/>
                <a:ext cx="1437572" cy="786562"/>
              </a:xfrm>
              <a:prstGeom prst="leftRightArrow">
                <a:avLst>
                  <a:gd name="adj1" fmla="val 50000"/>
                  <a:gd name="adj2" fmla="val 50000"/>
                </a:avLst>
              </a:prstGeom>
              <a:solidFill>
                <a:schemeClr val="bg1"/>
              </a:solidFill>
              <a:ln>
                <a:solidFill>
                  <a:srgbClr val="C00000"/>
                </a:solidFill>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rgbClr val="C00000"/>
                    </a:solidFill>
                    <a:latin typeface="思源黑体 CN Bold" panose="020B0800000000000000" pitchFamily="34" charset="-122"/>
                    <a:ea typeface="思源黑体 CN Bold" panose="020B0800000000000000" pitchFamily="34" charset="-122"/>
                    <a:cs typeface="思源黑体 CN Medium" panose="020B0600000000000000" pitchFamily="34" charset="-122"/>
                  </a:rPr>
                  <a:t>素养增值</a:t>
                </a:r>
                <a:endParaRPr lang="zh-CN" altLang="en-US" sz="1600" b="1" dirty="0">
                  <a:solidFill>
                    <a:srgbClr val="C00000"/>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48" name="箭头: 左右 47"/>
              <p:cNvSpPr/>
              <p:nvPr/>
            </p:nvSpPr>
            <p:spPr>
              <a:xfrm>
                <a:off x="7920438" y="3562350"/>
                <a:ext cx="1437572" cy="786562"/>
              </a:xfrm>
              <a:prstGeom prst="leftRightArrow">
                <a:avLst>
                  <a:gd name="adj1" fmla="val 50000"/>
                  <a:gd name="adj2" fmla="val 50000"/>
                </a:avLst>
              </a:prstGeom>
              <a:solidFill>
                <a:schemeClr val="bg1"/>
              </a:solidFill>
              <a:ln>
                <a:solidFill>
                  <a:srgbClr val="C00000"/>
                </a:solidFill>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rgbClr val="C00000"/>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教学实效</a:t>
                </a:r>
                <a:endParaRPr lang="zh-CN" altLang="en-US" sz="1600" b="1" dirty="0">
                  <a:solidFill>
                    <a:srgbClr val="C00000"/>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grpSp>
        <p:nvGrpSpPr>
          <p:cNvPr id="85" name="组合 84"/>
          <p:cNvGrpSpPr/>
          <p:nvPr/>
        </p:nvGrpSpPr>
        <p:grpSpPr>
          <a:xfrm>
            <a:off x="456315" y="1383736"/>
            <a:ext cx="11314943" cy="2991414"/>
            <a:chOff x="456315" y="1383736"/>
            <a:chExt cx="11314943" cy="2991414"/>
          </a:xfrm>
        </p:grpSpPr>
        <p:grpSp>
          <p:nvGrpSpPr>
            <p:cNvPr id="81" name="组合 80"/>
            <p:cNvGrpSpPr/>
            <p:nvPr/>
          </p:nvGrpSpPr>
          <p:grpSpPr>
            <a:xfrm>
              <a:off x="11315749" y="1383736"/>
              <a:ext cx="455509" cy="2991414"/>
              <a:chOff x="11315749" y="1383736"/>
              <a:chExt cx="455509" cy="2991414"/>
            </a:xfrm>
          </p:grpSpPr>
          <p:sp>
            <p:nvSpPr>
              <p:cNvPr id="79" name="箭头: 下 78"/>
              <p:cNvSpPr/>
              <p:nvPr/>
            </p:nvSpPr>
            <p:spPr>
              <a:xfrm flipH="1">
                <a:off x="11346121" y="1383736"/>
                <a:ext cx="394764" cy="2991414"/>
              </a:xfrm>
              <a:prstGeom prst="downArrow">
                <a:avLst>
                  <a:gd name="adj1" fmla="val 100000"/>
                  <a:gd name="adj2" fmla="val 50000"/>
                </a:avLst>
              </a:pr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ea typeface="+mj-ea"/>
                  <a:cs typeface="+mn-cs"/>
                </a:endParaRPr>
              </a:p>
            </p:txBody>
          </p:sp>
          <p:sp>
            <p:nvSpPr>
              <p:cNvPr id="80" name="文本框 79"/>
              <p:cNvSpPr txBox="1"/>
              <p:nvPr/>
            </p:nvSpPr>
            <p:spPr>
              <a:xfrm>
                <a:off x="11315749" y="1528862"/>
                <a:ext cx="455509" cy="2562439"/>
              </a:xfrm>
              <a:prstGeom prst="rect">
                <a:avLst/>
              </a:prstGeom>
              <a:noFill/>
            </p:spPr>
            <p:txBody>
              <a:bodyPr vert="eaVert" wrap="square">
                <a:spAutoFit/>
              </a:bodyPr>
              <a:lstStyle/>
              <a:p>
                <a:pPr algn="ctr">
                  <a:lnSpc>
                    <a:spcPct val="110000"/>
                  </a:lnSpc>
                </a:pPr>
                <a:r>
                  <a:rPr lang="zh-CN" altLang="en-US" sz="1600">
                    <a:solidFill>
                      <a:schemeClr val="accent1"/>
                    </a:solidFill>
                    <a:latin typeface="思源黑体 CN Bold" panose="020B0800000000000000" pitchFamily="34" charset="-122"/>
                    <a:ea typeface="思源黑体 CN Bold" panose="020B0800000000000000" pitchFamily="34" charset="-122"/>
                  </a:rPr>
                  <a:t>学生素养结构化发展</a:t>
                </a:r>
                <a:endParaRPr lang="zh-CN" altLang="en-US" sz="1600" dirty="0">
                  <a:solidFill>
                    <a:schemeClr val="accent1"/>
                  </a:solidFill>
                  <a:latin typeface="思源黑体 CN Bold" panose="020B0800000000000000" pitchFamily="34" charset="-122"/>
                  <a:ea typeface="思源黑体 CN Bold" panose="020B0800000000000000" pitchFamily="34" charset="-122"/>
                </a:endParaRPr>
              </a:p>
            </p:txBody>
          </p:sp>
        </p:grpSp>
        <p:grpSp>
          <p:nvGrpSpPr>
            <p:cNvPr id="82" name="组合 81"/>
            <p:cNvGrpSpPr/>
            <p:nvPr/>
          </p:nvGrpSpPr>
          <p:grpSpPr>
            <a:xfrm>
              <a:off x="456315" y="1383736"/>
              <a:ext cx="455509" cy="2991414"/>
              <a:chOff x="11315749" y="1383736"/>
              <a:chExt cx="455509" cy="2991414"/>
            </a:xfrm>
          </p:grpSpPr>
          <p:sp>
            <p:nvSpPr>
              <p:cNvPr id="83" name="箭头: 下 82"/>
              <p:cNvSpPr/>
              <p:nvPr/>
            </p:nvSpPr>
            <p:spPr>
              <a:xfrm flipH="1">
                <a:off x="11346121" y="1383736"/>
                <a:ext cx="394764" cy="2991414"/>
              </a:xfrm>
              <a:prstGeom prst="downArrow">
                <a:avLst>
                  <a:gd name="adj1" fmla="val 100000"/>
                  <a:gd name="adj2" fmla="val 50000"/>
                </a:avLst>
              </a:pr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ea typeface="+mj-ea"/>
                  <a:cs typeface="+mn-cs"/>
                </a:endParaRPr>
              </a:p>
            </p:txBody>
          </p:sp>
          <p:sp>
            <p:nvSpPr>
              <p:cNvPr id="84" name="文本框 83"/>
              <p:cNvSpPr txBox="1"/>
              <p:nvPr/>
            </p:nvSpPr>
            <p:spPr>
              <a:xfrm>
                <a:off x="11315749" y="1528862"/>
                <a:ext cx="455509" cy="2562439"/>
              </a:xfrm>
              <a:prstGeom prst="rect">
                <a:avLst/>
              </a:prstGeom>
              <a:noFill/>
            </p:spPr>
            <p:txBody>
              <a:bodyPr vert="eaVert" wrap="square">
                <a:spAutoFit/>
              </a:bodyPr>
              <a:lstStyle/>
              <a:p>
                <a:pPr algn="ctr">
                  <a:lnSpc>
                    <a:spcPct val="110000"/>
                  </a:lnSpc>
                </a:pPr>
                <a:r>
                  <a:rPr lang="zh-CN" altLang="en-US" sz="1600">
                    <a:solidFill>
                      <a:schemeClr val="accent1"/>
                    </a:solidFill>
                    <a:latin typeface="思源黑体 CN Bold" panose="020B0800000000000000" pitchFamily="34" charset="-122"/>
                    <a:ea typeface="思源黑体 CN Bold" panose="020B0800000000000000" pitchFamily="34" charset="-122"/>
                  </a:rPr>
                  <a:t>教师教学能力进阶</a:t>
                </a:r>
                <a:endParaRPr lang="zh-CN" altLang="en-US" sz="1600" dirty="0">
                  <a:solidFill>
                    <a:schemeClr val="accent1"/>
                  </a:solidFill>
                  <a:latin typeface="思源黑体 CN Bold" panose="020B0800000000000000" pitchFamily="34" charset="-122"/>
                  <a:ea typeface="思源黑体 CN Bold" panose="020B0800000000000000" pitchFamily="34" charset="-122"/>
                </a:endParaRPr>
              </a:p>
            </p:txBody>
          </p:sp>
        </p:grpSp>
      </p:grpSp>
      <p:grpSp>
        <p:nvGrpSpPr>
          <p:cNvPr id="2" name="组合 1"/>
          <p:cNvGrpSpPr/>
          <p:nvPr/>
        </p:nvGrpSpPr>
        <p:grpSpPr>
          <a:xfrm>
            <a:off x="1104901" y="1387864"/>
            <a:ext cx="10018710" cy="2041136"/>
            <a:chOff x="1104901" y="1387864"/>
            <a:chExt cx="10018710" cy="2041136"/>
          </a:xfrm>
        </p:grpSpPr>
        <p:sp>
          <p:nvSpPr>
            <p:cNvPr id="9" name="矩形 8"/>
            <p:cNvSpPr/>
            <p:nvPr/>
          </p:nvSpPr>
          <p:spPr>
            <a:xfrm>
              <a:off x="1104901" y="1387864"/>
              <a:ext cx="10018710" cy="2041136"/>
            </a:xfrm>
            <a:prstGeom prst="rect">
              <a:avLst/>
            </a:prstGeom>
            <a:solidFill>
              <a:schemeClr val="accent1">
                <a:lumMod val="20000"/>
                <a:lumOff val="80000"/>
                <a:alpha val="2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91" name="组合 90"/>
            <p:cNvGrpSpPr/>
            <p:nvPr/>
          </p:nvGrpSpPr>
          <p:grpSpPr>
            <a:xfrm>
              <a:off x="3813458" y="1485901"/>
              <a:ext cx="1959777" cy="1851104"/>
              <a:chOff x="1279182" y="1528863"/>
              <a:chExt cx="1959777" cy="1765179"/>
            </a:xfrm>
          </p:grpSpPr>
          <p:sp>
            <p:nvSpPr>
              <p:cNvPr id="92" name="矩形 91"/>
              <p:cNvSpPr/>
              <p:nvPr/>
            </p:nvSpPr>
            <p:spPr>
              <a:xfrm>
                <a:off x="1279182" y="1528863"/>
                <a:ext cx="1959777" cy="1765179"/>
              </a:xfrm>
              <a:prstGeom prst="rect">
                <a:avLst/>
              </a:prstGeom>
              <a:solidFill>
                <a:schemeClr val="bg1"/>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000">
                  <a:solidFill>
                    <a:schemeClr val="accent4"/>
                  </a:solidFill>
                  <a:latin typeface="思源黑体 CN Bold" panose="020B0800000000000000" pitchFamily="34" charset="-122"/>
                  <a:ea typeface="思源黑体 CN Bold" panose="020B0800000000000000" pitchFamily="34" charset="-122"/>
                </a:endParaRPr>
              </a:p>
            </p:txBody>
          </p:sp>
          <p:pic>
            <p:nvPicPr>
              <p:cNvPr id="93" name="Picture 4"/>
              <p:cNvPicPr>
                <a:picLocks noChangeAspect="1" noChangeArrowheads="1"/>
              </p:cNvPicPr>
              <p:nvPr/>
            </p:nvPicPr>
            <p:blipFill>
              <a:blip r:embed="rId12">
                <a:extLst>
                  <a:ext uri="{BEBA8EAE-BF5A-486C-A8C5-ECC9F3942E4B}">
                    <a14:imgProps xmlns:a14="http://schemas.microsoft.com/office/drawing/2010/main">
                      <a14:imgLayer r:embed="rId13">
                        <a14:imgEffect>
                          <a14:artisticBlur/>
                        </a14:imgEffect>
                      </a14:imgLayer>
                    </a14:imgProps>
                  </a:ext>
                  <a:ext uri="{28A0092B-C50C-407E-A947-70E740481C1C}">
                    <a14:useLocalDpi xmlns:a14="http://schemas.microsoft.com/office/drawing/2010/main" val="0"/>
                  </a:ext>
                </a:extLst>
              </a:blip>
              <a:srcRect t="5874" b="5874"/>
              <a:stretch>
                <a:fillRect/>
              </a:stretch>
            </p:blipFill>
            <p:spPr bwMode="auto">
              <a:xfrm>
                <a:off x="1350784" y="2223436"/>
                <a:ext cx="1816573" cy="10191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4" name="组合 93"/>
            <p:cNvGrpSpPr/>
            <p:nvPr/>
          </p:nvGrpSpPr>
          <p:grpSpPr>
            <a:xfrm>
              <a:off x="6418764" y="1485901"/>
              <a:ext cx="1959777" cy="1851104"/>
              <a:chOff x="1279182" y="1528863"/>
              <a:chExt cx="1959777" cy="1765179"/>
            </a:xfrm>
          </p:grpSpPr>
          <p:sp>
            <p:nvSpPr>
              <p:cNvPr id="95" name="矩形 94"/>
              <p:cNvSpPr/>
              <p:nvPr/>
            </p:nvSpPr>
            <p:spPr>
              <a:xfrm>
                <a:off x="1279182" y="1528863"/>
                <a:ext cx="1959777" cy="1765179"/>
              </a:xfrm>
              <a:prstGeom prst="rect">
                <a:avLst/>
              </a:prstGeom>
              <a:solidFill>
                <a:schemeClr val="bg1"/>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000">
                  <a:solidFill>
                    <a:schemeClr val="accent4"/>
                  </a:solidFill>
                  <a:latin typeface="思源黑体 CN Bold" panose="020B0800000000000000" pitchFamily="34" charset="-122"/>
                  <a:ea typeface="思源黑体 CN Bold" panose="020B0800000000000000" pitchFamily="34" charset="-122"/>
                </a:endParaRPr>
              </a:p>
            </p:txBody>
          </p:sp>
          <p:pic>
            <p:nvPicPr>
              <p:cNvPr id="96" name="Picture 4"/>
              <p:cNvPicPr>
                <a:picLocks noChangeAspect="1" noChangeArrowheads="1"/>
              </p:cNvPicPr>
              <p:nvPr/>
            </p:nvPicPr>
            <p:blipFill>
              <a:blip r:embed="rId14">
                <a:extLst>
                  <a:ext uri="{BEBA8EAE-BF5A-486C-A8C5-ECC9F3942E4B}">
                    <a14:imgProps xmlns:a14="http://schemas.microsoft.com/office/drawing/2010/main">
                      <a14:imgLayer r:embed="rId15">
                        <a14:imgEffect>
                          <a14:artisticBlur/>
                        </a14:imgEffect>
                      </a14:imgLayer>
                    </a14:imgProps>
                  </a:ext>
                  <a:ext uri="{28A0092B-C50C-407E-A947-70E740481C1C}">
                    <a14:useLocalDpi xmlns:a14="http://schemas.microsoft.com/office/drawing/2010/main" val="0"/>
                  </a:ext>
                </a:extLst>
              </a:blip>
              <a:srcRect t="5933" b="5933"/>
              <a:stretch>
                <a:fillRect/>
              </a:stretch>
            </p:blipFill>
            <p:spPr bwMode="auto">
              <a:xfrm>
                <a:off x="1350784" y="2223436"/>
                <a:ext cx="1816573" cy="10191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7" name="组合 96"/>
            <p:cNvGrpSpPr/>
            <p:nvPr/>
          </p:nvGrpSpPr>
          <p:grpSpPr>
            <a:xfrm>
              <a:off x="9024071" y="1485901"/>
              <a:ext cx="1959777" cy="1851104"/>
              <a:chOff x="1279182" y="1528863"/>
              <a:chExt cx="1959777" cy="1765179"/>
            </a:xfrm>
          </p:grpSpPr>
          <p:sp>
            <p:nvSpPr>
              <p:cNvPr id="98" name="矩形 97"/>
              <p:cNvSpPr/>
              <p:nvPr/>
            </p:nvSpPr>
            <p:spPr>
              <a:xfrm>
                <a:off x="1279182" y="1528863"/>
                <a:ext cx="1959777" cy="1765179"/>
              </a:xfrm>
              <a:prstGeom prst="rect">
                <a:avLst/>
              </a:prstGeom>
              <a:solidFill>
                <a:schemeClr val="bg1"/>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000">
                  <a:solidFill>
                    <a:schemeClr val="accent4"/>
                  </a:solidFill>
                  <a:latin typeface="思源黑体 CN Bold" panose="020B0800000000000000" pitchFamily="34" charset="-122"/>
                  <a:ea typeface="思源黑体 CN Bold" panose="020B0800000000000000" pitchFamily="34" charset="-122"/>
                </a:endParaRPr>
              </a:p>
            </p:txBody>
          </p:sp>
          <p:pic>
            <p:nvPicPr>
              <p:cNvPr id="99" name="Picture 4"/>
              <p:cNvPicPr>
                <a:picLocks noChangeAspect="1" noChangeArrowheads="1"/>
              </p:cNvPicPr>
              <p:nvPr/>
            </p:nvPicPr>
            <p:blipFill>
              <a:blip r:embed="rId16">
                <a:extLst>
                  <a:ext uri="{BEBA8EAE-BF5A-486C-A8C5-ECC9F3942E4B}">
                    <a14:imgProps xmlns:a14="http://schemas.microsoft.com/office/drawing/2010/main">
                      <a14:imgLayer r:embed="rId17">
                        <a14:imgEffect>
                          <a14:artisticBlur/>
                        </a14:imgEffect>
                      </a14:imgLayer>
                    </a14:imgProps>
                  </a:ext>
                  <a:ext uri="{28A0092B-C50C-407E-A947-70E740481C1C}">
                    <a14:useLocalDpi xmlns:a14="http://schemas.microsoft.com/office/drawing/2010/main" val="0"/>
                  </a:ext>
                </a:extLst>
              </a:blip>
              <a:srcRect t="15776" b="15776"/>
              <a:stretch>
                <a:fillRect/>
              </a:stretch>
            </p:blipFill>
            <p:spPr bwMode="auto">
              <a:xfrm>
                <a:off x="1350784" y="2223436"/>
                <a:ext cx="1816573" cy="1019168"/>
              </a:xfrm>
              <a:prstGeom prst="rect">
                <a:avLst/>
              </a:prstGeom>
              <a:noFill/>
              <a:extLst>
                <a:ext uri="{909E8E84-426E-40DD-AFC4-6F175D3DCCD1}">
                  <a14:hiddenFill xmlns:a14="http://schemas.microsoft.com/office/drawing/2010/main">
                    <a:solidFill>
                      <a:srgbClr val="FFFFFF"/>
                    </a:solidFill>
                  </a14:hiddenFill>
                </a:ext>
              </a:extLst>
            </p:spPr>
          </p:pic>
        </p:grpSp>
        <p:sp>
          <p:nvSpPr>
            <p:cNvPr id="100" name="矩形 99"/>
            <p:cNvSpPr/>
            <p:nvPr/>
          </p:nvSpPr>
          <p:spPr>
            <a:xfrm>
              <a:off x="9095673" y="1577147"/>
              <a:ext cx="1816573" cy="568374"/>
            </a:xfrm>
            <a:prstGeom prst="rect">
              <a:avLst/>
            </a:prstGeom>
            <a:solidFill>
              <a:schemeClr val="accent2">
                <a:lumMod val="20000"/>
                <a:lumOff val="80000"/>
                <a:alpha val="42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101" name="矩形 100"/>
            <p:cNvSpPr/>
            <p:nvPr/>
          </p:nvSpPr>
          <p:spPr>
            <a:xfrm>
              <a:off x="6490365" y="1577147"/>
              <a:ext cx="1816573" cy="568374"/>
            </a:xfrm>
            <a:prstGeom prst="rect">
              <a:avLst/>
            </a:prstGeom>
            <a:solidFill>
              <a:schemeClr val="accent2">
                <a:lumMod val="20000"/>
                <a:lumOff val="80000"/>
                <a:alpha val="42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102" name="矩形 101"/>
            <p:cNvSpPr/>
            <p:nvPr/>
          </p:nvSpPr>
          <p:spPr>
            <a:xfrm>
              <a:off x="3885059" y="1577147"/>
              <a:ext cx="1816573" cy="568374"/>
            </a:xfrm>
            <a:prstGeom prst="rect">
              <a:avLst/>
            </a:prstGeom>
            <a:solidFill>
              <a:schemeClr val="accent2">
                <a:lumMod val="20000"/>
                <a:lumOff val="80000"/>
                <a:alpha val="42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grpSp>
          <p:nvGrpSpPr>
            <p:cNvPr id="104" name="组合 103"/>
            <p:cNvGrpSpPr/>
            <p:nvPr/>
          </p:nvGrpSpPr>
          <p:grpSpPr>
            <a:xfrm>
              <a:off x="1208152" y="1485901"/>
              <a:ext cx="1959777" cy="1851104"/>
              <a:chOff x="1208152" y="1485901"/>
              <a:chExt cx="1959777" cy="1851104"/>
            </a:xfrm>
          </p:grpSpPr>
          <p:grpSp>
            <p:nvGrpSpPr>
              <p:cNvPr id="90" name="组合 89"/>
              <p:cNvGrpSpPr/>
              <p:nvPr/>
            </p:nvGrpSpPr>
            <p:grpSpPr>
              <a:xfrm>
                <a:off x="1208152" y="1485901"/>
                <a:ext cx="1959777" cy="1851104"/>
                <a:chOff x="1279182" y="1528863"/>
                <a:chExt cx="1959777" cy="1765179"/>
              </a:xfrm>
            </p:grpSpPr>
            <p:sp>
              <p:nvSpPr>
                <p:cNvPr id="12" name="矩形 11"/>
                <p:cNvSpPr/>
                <p:nvPr/>
              </p:nvSpPr>
              <p:spPr>
                <a:xfrm>
                  <a:off x="1279182" y="1528863"/>
                  <a:ext cx="1959777" cy="1765179"/>
                </a:xfrm>
                <a:prstGeom prst="rect">
                  <a:avLst/>
                </a:prstGeom>
                <a:solidFill>
                  <a:schemeClr val="bg1"/>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000">
                    <a:solidFill>
                      <a:schemeClr val="accent4"/>
                    </a:solidFill>
                    <a:latin typeface="思源黑体 CN Bold" panose="020B0800000000000000" pitchFamily="34" charset="-122"/>
                    <a:ea typeface="思源黑体 CN Bold" panose="020B0800000000000000" pitchFamily="34" charset="-122"/>
                  </a:endParaRPr>
                </a:p>
              </p:txBody>
            </p:sp>
            <p:pic>
              <p:nvPicPr>
                <p:cNvPr id="86" name="Picture 4"/>
                <p:cNvPicPr>
                  <a:picLocks noChangeAspect="1" noChangeArrowheads="1"/>
                </p:cNvPicPr>
                <p:nvPr/>
              </p:nvPicPr>
              <p:blipFill>
                <a:blip r:embed="rId18">
                  <a:extLst>
                    <a:ext uri="{BEBA8EAE-BF5A-486C-A8C5-ECC9F3942E4B}">
                      <a14:imgProps xmlns:a14="http://schemas.microsoft.com/office/drawing/2010/main">
                        <a14:imgLayer r:embed="rId19">
                          <a14:imgEffect>
                            <a14:artisticBlur/>
                          </a14:imgEffect>
                        </a14:imgLayer>
                      </a14:imgProps>
                    </a:ext>
                    <a:ext uri="{28A0092B-C50C-407E-A947-70E740481C1C}">
                      <a14:useLocalDpi xmlns:a14="http://schemas.microsoft.com/office/drawing/2010/main" val="0"/>
                    </a:ext>
                  </a:extLst>
                </a:blip>
                <a:srcRect t="10757" b="10757"/>
                <a:stretch>
                  <a:fillRect/>
                </a:stretch>
              </p:blipFill>
              <p:spPr bwMode="auto">
                <a:xfrm>
                  <a:off x="1350784" y="2223436"/>
                  <a:ext cx="1816573" cy="1019168"/>
                </a:xfrm>
                <a:prstGeom prst="rect">
                  <a:avLst/>
                </a:prstGeom>
                <a:noFill/>
                <a:extLst>
                  <a:ext uri="{909E8E84-426E-40DD-AFC4-6F175D3DCCD1}">
                    <a14:hiddenFill xmlns:a14="http://schemas.microsoft.com/office/drawing/2010/main">
                      <a:solidFill>
                        <a:srgbClr val="FFFFFF"/>
                      </a:solidFill>
                    </a14:hiddenFill>
                  </a:ext>
                </a:extLst>
              </p:spPr>
            </p:pic>
          </p:grpSp>
          <p:sp>
            <p:nvSpPr>
              <p:cNvPr id="103" name="矩形 102"/>
              <p:cNvSpPr/>
              <p:nvPr/>
            </p:nvSpPr>
            <p:spPr>
              <a:xfrm>
                <a:off x="1279754" y="1577147"/>
                <a:ext cx="1816573" cy="568374"/>
              </a:xfrm>
              <a:prstGeom prst="rect">
                <a:avLst/>
              </a:prstGeom>
              <a:solidFill>
                <a:schemeClr val="accent2">
                  <a:lumMod val="20000"/>
                  <a:lumOff val="80000"/>
                  <a:alpha val="42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grpSp>
        <p:sp>
          <p:nvSpPr>
            <p:cNvPr id="105" name="文本框 104"/>
            <p:cNvSpPr txBox="1"/>
            <p:nvPr>
              <p:custDataLst>
                <p:tags r:id="rId4"/>
              </p:custDataLst>
            </p:nvPr>
          </p:nvSpPr>
          <p:spPr>
            <a:xfrm>
              <a:off x="1311635" y="1596915"/>
              <a:ext cx="1752812" cy="527837"/>
            </a:xfrm>
            <a:prstGeom prst="rect">
              <a:avLst/>
            </a:prstGeom>
            <a:noFill/>
            <a:effectLst/>
          </p:spPr>
          <p:txBody>
            <a:bodyPr wrap="square" lIns="96012" tIns="48006" rIns="96012" bIns="48006">
              <a:spAutoFit/>
            </a:bodyPr>
            <a:lstStyle/>
            <a:p>
              <a:pPr algn="ct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掌握学科性与生活性平衡</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106" name="文本框 105"/>
            <p:cNvSpPr txBox="1"/>
            <p:nvPr>
              <p:custDataLst>
                <p:tags r:id="rId5"/>
              </p:custDataLst>
            </p:nvPr>
          </p:nvSpPr>
          <p:spPr>
            <a:xfrm>
              <a:off x="3916939" y="1596915"/>
              <a:ext cx="1752812" cy="527837"/>
            </a:xfrm>
            <a:prstGeom prst="rect">
              <a:avLst/>
            </a:prstGeom>
            <a:noFill/>
            <a:effectLst/>
          </p:spPr>
          <p:txBody>
            <a:bodyPr wrap="square" lIns="96012" tIns="48006" rIns="96012" bIns="48006">
              <a:spAutoFit/>
            </a:bodyPr>
            <a:lstStyle/>
            <a:p>
              <a:pPr algn="ct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实现</a:t>
              </a:r>
              <a:r>
                <a:rPr lang="en-US" altLang="zh-CN" sz="1400" spc="120">
                  <a:latin typeface="思源黑体 CN Bold" panose="020B0800000000000000" pitchFamily="34" charset="-122"/>
                  <a:ea typeface="思源黑体 CN Bold" panose="020B0800000000000000" pitchFamily="34" charset="-122"/>
                  <a:cs typeface="OPPOSans L" panose="00020600040101010101" pitchFamily="18" charset="-122"/>
                </a:rPr>
                <a:t>"</a:t>
              </a: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预设</a:t>
              </a:r>
              <a:r>
                <a:rPr lang="en-US" altLang="zh-CN" sz="1400" spc="120">
                  <a:latin typeface="思源黑体 CN Bold" panose="020B0800000000000000" pitchFamily="34" charset="-122"/>
                  <a:ea typeface="思源黑体 CN Bold" panose="020B0800000000000000" pitchFamily="34" charset="-122"/>
                  <a:cs typeface="OPPOSans L" panose="00020600040101010101" pitchFamily="18" charset="-122"/>
                </a:rPr>
                <a:t>"</a:t>
              </a: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与</a:t>
              </a:r>
              <a:r>
                <a:rPr lang="en-US" altLang="zh-CN" sz="1400" spc="120">
                  <a:latin typeface="思源黑体 CN Bold" panose="020B0800000000000000" pitchFamily="34" charset="-122"/>
                  <a:ea typeface="思源黑体 CN Bold" panose="020B0800000000000000" pitchFamily="34" charset="-122"/>
                  <a:cs typeface="OPPOSans L" panose="00020600040101010101" pitchFamily="18" charset="-122"/>
                </a:rPr>
                <a:t>"</a:t>
              </a: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生成</a:t>
              </a:r>
              <a:r>
                <a:rPr lang="en-US" altLang="zh-CN" sz="1400" spc="120">
                  <a:latin typeface="思源黑体 CN Bold" panose="020B0800000000000000" pitchFamily="34" charset="-122"/>
                  <a:ea typeface="思源黑体 CN Bold" panose="020B0800000000000000" pitchFamily="34" charset="-122"/>
                  <a:cs typeface="OPPOSans L" panose="00020600040101010101" pitchFamily="18" charset="-122"/>
                </a:rPr>
                <a:t>"</a:t>
              </a: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动态统一</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107" name="文本框 106"/>
            <p:cNvSpPr txBox="1"/>
            <p:nvPr>
              <p:custDataLst>
                <p:tags r:id="rId6"/>
              </p:custDataLst>
            </p:nvPr>
          </p:nvSpPr>
          <p:spPr>
            <a:xfrm>
              <a:off x="6522245" y="1596915"/>
              <a:ext cx="1752812" cy="527837"/>
            </a:xfrm>
            <a:prstGeom prst="rect">
              <a:avLst/>
            </a:prstGeom>
            <a:noFill/>
            <a:effectLst/>
          </p:spPr>
          <p:txBody>
            <a:bodyPr wrap="square" lIns="96012" tIns="48006" rIns="96012" bIns="48006">
              <a:spAutoFit/>
            </a:bodyPr>
            <a:lstStyle/>
            <a:p>
              <a:pPr algn="ct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量化核心素养发展水平</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108" name="文本框 107"/>
            <p:cNvSpPr txBox="1"/>
            <p:nvPr>
              <p:custDataLst>
                <p:tags r:id="rId7"/>
              </p:custDataLst>
            </p:nvPr>
          </p:nvSpPr>
          <p:spPr>
            <a:xfrm>
              <a:off x="9127553" y="1596915"/>
              <a:ext cx="1752812" cy="527837"/>
            </a:xfrm>
            <a:prstGeom prst="rect">
              <a:avLst/>
            </a:prstGeom>
            <a:noFill/>
            <a:effectLst/>
          </p:spPr>
          <p:txBody>
            <a:bodyPr wrap="square" lIns="96012" tIns="48006" rIns="96012" bIns="48006">
              <a:spAutoFit/>
            </a:bodyPr>
            <a:lstStyle/>
            <a:p>
              <a:pPr algn="ct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德育课程育人效能的质变</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109" name="椭圆 108"/>
            <p:cNvSpPr/>
            <p:nvPr>
              <p:custDataLst>
                <p:tags r:id="rId8"/>
              </p:custDataLst>
            </p:nvPr>
          </p:nvSpPr>
          <p:spPr>
            <a:xfrm>
              <a:off x="3261487" y="1630680"/>
              <a:ext cx="476968" cy="1568318"/>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600">
                  <a:solidFill>
                    <a:schemeClr val="bg1"/>
                  </a:solidFill>
                  <a:latin typeface="思源黑体 CN Bold" panose="020B0800000000000000" pitchFamily="34" charset="-122"/>
                  <a:ea typeface="思源黑体 CN Bold" panose="020B0800000000000000" pitchFamily="34" charset="-122"/>
                </a:rPr>
                <a:t>能力突破</a:t>
              </a:r>
              <a:endParaRPr lang="zh-CN" altLang="en-US" sz="1600" dirty="0">
                <a:solidFill>
                  <a:schemeClr val="bg1"/>
                </a:solidFill>
                <a:latin typeface="思源黑体 CN Bold" panose="020B0800000000000000" pitchFamily="34" charset="-122"/>
                <a:ea typeface="思源黑体 CN Bold" panose="020B0800000000000000" pitchFamily="34" charset="-122"/>
              </a:endParaRPr>
            </a:p>
          </p:txBody>
        </p:sp>
        <p:sp>
          <p:nvSpPr>
            <p:cNvPr id="110" name="椭圆 109"/>
            <p:cNvSpPr/>
            <p:nvPr>
              <p:custDataLst>
                <p:tags r:id="rId9"/>
              </p:custDataLst>
            </p:nvPr>
          </p:nvSpPr>
          <p:spPr>
            <a:xfrm>
              <a:off x="5862872" y="1630680"/>
              <a:ext cx="476968" cy="1568318"/>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600">
                  <a:solidFill>
                    <a:schemeClr val="bg1"/>
                  </a:solidFill>
                  <a:latin typeface="思源黑体 CN Bold" panose="020B0800000000000000" pitchFamily="34" charset="-122"/>
                  <a:ea typeface="思源黑体 CN Bold" panose="020B0800000000000000" pitchFamily="34" charset="-122"/>
                </a:rPr>
                <a:t>达成路径</a:t>
              </a:r>
              <a:endParaRPr lang="zh-CN" altLang="en-US" sz="1600" dirty="0">
                <a:solidFill>
                  <a:schemeClr val="bg1"/>
                </a:solidFill>
                <a:latin typeface="思源黑体 CN Bold" panose="020B0800000000000000" pitchFamily="34" charset="-122"/>
                <a:ea typeface="思源黑体 CN Bold" panose="020B0800000000000000" pitchFamily="34" charset="-122"/>
              </a:endParaRPr>
            </a:p>
          </p:txBody>
        </p:sp>
        <p:sp>
          <p:nvSpPr>
            <p:cNvPr id="111" name="椭圆 110"/>
            <p:cNvSpPr/>
            <p:nvPr>
              <p:custDataLst>
                <p:tags r:id="rId10"/>
              </p:custDataLst>
            </p:nvPr>
          </p:nvSpPr>
          <p:spPr>
            <a:xfrm>
              <a:off x="8464257" y="1630680"/>
              <a:ext cx="476968" cy="1568318"/>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600">
                  <a:solidFill>
                    <a:schemeClr val="bg1"/>
                  </a:solidFill>
                  <a:latin typeface="思源黑体 CN Bold" panose="020B0800000000000000" pitchFamily="34" charset="-122"/>
                  <a:ea typeface="思源黑体 CN Bold" panose="020B0800000000000000" pitchFamily="34" charset="-122"/>
                </a:rPr>
                <a:t>教学实效</a:t>
              </a:r>
              <a:endParaRPr lang="zh-CN" altLang="en-US" sz="16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4" name="组合 3"/>
          <p:cNvGrpSpPr/>
          <p:nvPr/>
        </p:nvGrpSpPr>
        <p:grpSpPr>
          <a:xfrm>
            <a:off x="479424" y="4532964"/>
            <a:ext cx="11269664" cy="1991661"/>
            <a:chOff x="479424" y="4532964"/>
            <a:chExt cx="11269664" cy="1991661"/>
          </a:xfrm>
        </p:grpSpPr>
        <p:sp>
          <p:nvSpPr>
            <p:cNvPr id="20" name="矩形 19"/>
            <p:cNvSpPr/>
            <p:nvPr/>
          </p:nvSpPr>
          <p:spPr>
            <a:xfrm flipV="1">
              <a:off x="479424" y="6019800"/>
              <a:ext cx="11269664" cy="504825"/>
            </a:xfrm>
            <a:prstGeom prst="rect">
              <a:avLst/>
            </a:prstGeom>
            <a:solidFill>
              <a:schemeClr val="accent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2" name="文本框 21"/>
            <p:cNvSpPr txBox="1"/>
            <p:nvPr/>
          </p:nvSpPr>
          <p:spPr>
            <a:xfrm>
              <a:off x="3132839" y="6041380"/>
              <a:ext cx="5962834" cy="461665"/>
            </a:xfrm>
            <a:prstGeom prst="rect">
              <a:avLst/>
            </a:prstGeom>
            <a:noFill/>
          </p:spPr>
          <p:txBody>
            <a:bodyPr wrap="square">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全国思政课改革提供普适性方案</a:t>
              </a:r>
            </a:p>
          </p:txBody>
        </p:sp>
        <p:sp>
          <p:nvSpPr>
            <p:cNvPr id="23" name="矩形: 圆角 22"/>
            <p:cNvSpPr/>
            <p:nvPr/>
          </p:nvSpPr>
          <p:spPr>
            <a:xfrm>
              <a:off x="479425" y="4532964"/>
              <a:ext cx="11269663" cy="1404286"/>
            </a:xfrm>
            <a:prstGeom prst="roundRect">
              <a:avLst>
                <a:gd name="adj" fmla="val 0"/>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p:cNvGrpSpPr/>
            <p:nvPr/>
          </p:nvGrpSpPr>
          <p:grpSpPr>
            <a:xfrm>
              <a:off x="2407709" y="4733167"/>
              <a:ext cx="7402023" cy="1022621"/>
              <a:chOff x="2407709" y="4555563"/>
              <a:chExt cx="7402023" cy="1022621"/>
            </a:xfrm>
          </p:grpSpPr>
          <p:grpSp>
            <p:nvGrpSpPr>
              <p:cNvPr id="58" name="组合 57"/>
              <p:cNvGrpSpPr/>
              <p:nvPr/>
            </p:nvGrpSpPr>
            <p:grpSpPr>
              <a:xfrm>
                <a:off x="2407709" y="4555563"/>
                <a:ext cx="2303992" cy="1022621"/>
                <a:chOff x="2407709" y="4555563"/>
                <a:chExt cx="2303992" cy="1022621"/>
              </a:xfrm>
            </p:grpSpPr>
            <p:sp>
              <p:nvSpPr>
                <p:cNvPr id="59" name="矩形 58"/>
                <p:cNvSpPr/>
                <p:nvPr/>
              </p:nvSpPr>
              <p:spPr>
                <a:xfrm>
                  <a:off x="2407709" y="4555563"/>
                  <a:ext cx="2303992" cy="1022621"/>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60" name="圆柱体 59"/>
                <p:cNvSpPr/>
                <p:nvPr/>
              </p:nvSpPr>
              <p:spPr>
                <a:xfrm rot="16200000">
                  <a:off x="3339153" y="3847395"/>
                  <a:ext cx="441108" cy="2028824"/>
                </a:xfrm>
                <a:prstGeom prst="can">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400">
                    <a:solidFill>
                      <a:prstClr val="white"/>
                    </a:solidFill>
                    <a:latin typeface="思源黑体 CN Bold" panose="020B0800000000000000" pitchFamily="34" charset="-122"/>
                    <a:ea typeface="思源黑体 CN Bold" panose="020B0800000000000000" pitchFamily="34" charset="-122"/>
                  </a:endParaRPr>
                </a:p>
              </p:txBody>
            </p:sp>
            <p:sp>
              <p:nvSpPr>
                <p:cNvPr id="61" name="文本框 60"/>
                <p:cNvSpPr txBox="1"/>
                <p:nvPr>
                  <p:custDataLst>
                    <p:tags r:id="rId3"/>
                  </p:custDataLst>
                </p:nvPr>
              </p:nvSpPr>
              <p:spPr>
                <a:xfrm>
                  <a:off x="2784619" y="4640977"/>
                  <a:ext cx="1550168" cy="441659"/>
                </a:xfrm>
                <a:prstGeom prst="rect">
                  <a:avLst/>
                </a:prstGeom>
                <a:noFill/>
                <a:effectLst/>
              </p:spPr>
              <p:txBody>
                <a:bodyPr wrap="none" lIns="132588" tIns="66294" rIns="132588" bIns="66294" anchor="ctr">
                  <a:spAutoFit/>
                </a:bodyPr>
                <a:lstStyle/>
                <a:p>
                  <a:pPr algn="ctr"/>
                  <a:r>
                    <a:rPr lang="zh-CN" altLang="en-US" sz="2000">
                      <a:solidFill>
                        <a:schemeClr val="bg1"/>
                      </a:solidFill>
                      <a:effectLst>
                        <a:outerShdw blurRad="73660" dist="55245" dir="5400000" algn="t" rotWithShape="0">
                          <a:schemeClr val="accent1">
                            <a:alpha val="40000"/>
                          </a:schemeClr>
                        </a:outerShdw>
                      </a:effectLst>
                      <a:latin typeface="思源黑体 CN Bold" panose="020B0800000000000000" pitchFamily="34" charset="-122"/>
                      <a:ea typeface="思源黑体 CN Bold" panose="020B0800000000000000" pitchFamily="34" charset="-122"/>
                    </a:rPr>
                    <a:t>主学习评价</a:t>
                  </a:r>
                  <a:endParaRPr lang="zh-CN" altLang="en-US" sz="2000" dirty="0">
                    <a:solidFill>
                      <a:schemeClr val="bg1"/>
                    </a:solidFill>
                    <a:effectLst>
                      <a:outerShdw blurRad="73660" dist="55245" dir="5400000" algn="t" rotWithShape="0">
                        <a:schemeClr val="accent1">
                          <a:alpha val="40000"/>
                        </a:schemeClr>
                      </a:outerShdw>
                    </a:effectLst>
                    <a:latin typeface="思源黑体 CN Bold" panose="020B0800000000000000" pitchFamily="34" charset="-122"/>
                    <a:ea typeface="思源黑体 CN Bold" panose="020B0800000000000000" pitchFamily="34" charset="-122"/>
                  </a:endParaRPr>
                </a:p>
              </p:txBody>
            </p:sp>
            <p:sp>
              <p:nvSpPr>
                <p:cNvPr id="62" name="文本框 61"/>
                <p:cNvSpPr txBox="1"/>
                <p:nvPr/>
              </p:nvSpPr>
              <p:spPr>
                <a:xfrm>
                  <a:off x="2733323" y="5135097"/>
                  <a:ext cx="1652760" cy="410882"/>
                </a:xfrm>
                <a:prstGeom prst="rect">
                  <a:avLst/>
                </a:prstGeom>
                <a:noFill/>
                <a:effectLst/>
              </p:spPr>
              <p:txBody>
                <a:bodyPr vert="horz" wrap="none" lIns="132588" tIns="66294" rIns="132588" bIns="66294" rtlCol="0">
                  <a:spAutoFit/>
                </a:bodyPr>
                <a:lstStyle/>
                <a:p>
                  <a:pPr algn="ctr" defTabSz="1219200"/>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核心矛盾破解</a:t>
                  </a:r>
                  <a:endParaRPr lang="zh-CN" altLang="en-US"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nvGrpSpPr>
              <p:cNvPr id="63" name="组合 62"/>
              <p:cNvGrpSpPr/>
              <p:nvPr/>
            </p:nvGrpSpPr>
            <p:grpSpPr>
              <a:xfrm>
                <a:off x="4944004" y="4555563"/>
                <a:ext cx="2303992" cy="1022621"/>
                <a:chOff x="4944004" y="4555563"/>
                <a:chExt cx="2303992" cy="1022621"/>
              </a:xfrm>
            </p:grpSpPr>
            <p:sp>
              <p:nvSpPr>
                <p:cNvPr id="64" name="矩形 63"/>
                <p:cNvSpPr/>
                <p:nvPr/>
              </p:nvSpPr>
              <p:spPr>
                <a:xfrm>
                  <a:off x="4944004" y="4555563"/>
                  <a:ext cx="2303992" cy="1022621"/>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65" name="圆柱体 64"/>
                <p:cNvSpPr/>
                <p:nvPr/>
              </p:nvSpPr>
              <p:spPr>
                <a:xfrm rot="16200000">
                  <a:off x="5875448" y="3847396"/>
                  <a:ext cx="441108" cy="2028822"/>
                </a:xfrm>
                <a:prstGeom prst="can">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400">
                    <a:solidFill>
                      <a:prstClr val="white"/>
                    </a:solidFill>
                    <a:latin typeface="思源黑体 CN Bold" panose="020B0800000000000000" pitchFamily="34" charset="-122"/>
                    <a:ea typeface="思源黑体 CN Bold" panose="020B0800000000000000" pitchFamily="34" charset="-122"/>
                  </a:endParaRPr>
                </a:p>
              </p:txBody>
            </p:sp>
            <p:sp>
              <p:nvSpPr>
                <p:cNvPr id="66" name="文本框 65"/>
                <p:cNvSpPr txBox="1"/>
                <p:nvPr>
                  <p:custDataLst>
                    <p:tags r:id="rId2"/>
                  </p:custDataLst>
                </p:nvPr>
              </p:nvSpPr>
              <p:spPr>
                <a:xfrm>
                  <a:off x="5449157" y="4640977"/>
                  <a:ext cx="1293687" cy="441659"/>
                </a:xfrm>
                <a:prstGeom prst="rect">
                  <a:avLst/>
                </a:prstGeom>
                <a:noFill/>
                <a:effectLst/>
              </p:spPr>
              <p:txBody>
                <a:bodyPr wrap="none" lIns="132588" tIns="66294" rIns="132588" bIns="66294" anchor="ctr">
                  <a:spAutoFit/>
                </a:bodyPr>
                <a:lstStyle/>
                <a:p>
                  <a:pPr algn="ctr"/>
                  <a:r>
                    <a:rPr lang="zh-CN" altLang="en-US" sz="2000">
                      <a:solidFill>
                        <a:schemeClr val="bg1"/>
                      </a:solidFill>
                      <a:effectLst>
                        <a:outerShdw blurRad="73660" dist="55245" dir="5400000" algn="t" rotWithShape="0">
                          <a:schemeClr val="accent1">
                            <a:alpha val="40000"/>
                          </a:schemeClr>
                        </a:outerShdw>
                      </a:effectLst>
                      <a:latin typeface="思源黑体 CN Bold" panose="020B0800000000000000" pitchFamily="34" charset="-122"/>
                      <a:ea typeface="思源黑体 CN Bold" panose="020B0800000000000000" pitchFamily="34" charset="-122"/>
                    </a:rPr>
                    <a:t>竞赛评价</a:t>
                  </a:r>
                  <a:endParaRPr lang="zh-CN" altLang="en-US" sz="2000" dirty="0">
                    <a:solidFill>
                      <a:schemeClr val="bg1"/>
                    </a:solidFill>
                    <a:effectLst>
                      <a:outerShdw blurRad="73660" dist="55245" dir="5400000" algn="t" rotWithShape="0">
                        <a:schemeClr val="accent1">
                          <a:alpha val="40000"/>
                        </a:schemeClr>
                      </a:outerShdw>
                    </a:effectLst>
                    <a:latin typeface="思源黑体 CN Bold" panose="020B0800000000000000" pitchFamily="34" charset="-122"/>
                    <a:ea typeface="思源黑体 CN Bold" panose="020B0800000000000000" pitchFamily="34" charset="-122"/>
                  </a:endParaRPr>
                </a:p>
              </p:txBody>
            </p:sp>
            <p:sp>
              <p:nvSpPr>
                <p:cNvPr id="67" name="文本框 66"/>
                <p:cNvSpPr txBox="1"/>
                <p:nvPr/>
              </p:nvSpPr>
              <p:spPr>
                <a:xfrm>
                  <a:off x="5038786" y="5135097"/>
                  <a:ext cx="2114425" cy="410882"/>
                </a:xfrm>
                <a:prstGeom prst="rect">
                  <a:avLst/>
                </a:prstGeom>
                <a:noFill/>
                <a:effectLst/>
              </p:spPr>
              <p:txBody>
                <a:bodyPr vert="horz" wrap="none" lIns="132588" tIns="66294" rIns="132588" bIns="66294" rtlCol="0">
                  <a:spAutoFit/>
                </a:bodyPr>
                <a:lstStyle/>
                <a:p>
                  <a:pPr algn="ctr" defTabSz="1219200"/>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使法治知识转化率</a:t>
                  </a:r>
                  <a:endParaRPr lang="zh-CN" altLang="en-US"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nvGrpSpPr>
              <p:cNvPr id="68" name="组合 67"/>
              <p:cNvGrpSpPr/>
              <p:nvPr/>
            </p:nvGrpSpPr>
            <p:grpSpPr>
              <a:xfrm>
                <a:off x="7454856" y="4555563"/>
                <a:ext cx="2354876" cy="1022621"/>
                <a:chOff x="7454856" y="4555563"/>
                <a:chExt cx="2354876" cy="1022621"/>
              </a:xfrm>
            </p:grpSpPr>
            <p:sp>
              <p:nvSpPr>
                <p:cNvPr id="69" name="矩形 68"/>
                <p:cNvSpPr/>
                <p:nvPr/>
              </p:nvSpPr>
              <p:spPr>
                <a:xfrm>
                  <a:off x="7480300" y="4555563"/>
                  <a:ext cx="2303992" cy="1022621"/>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70" name="圆柱体 69"/>
                <p:cNvSpPr/>
                <p:nvPr/>
              </p:nvSpPr>
              <p:spPr>
                <a:xfrm rot="16200000">
                  <a:off x="8411742" y="3847395"/>
                  <a:ext cx="441108" cy="2028824"/>
                </a:xfrm>
                <a:prstGeom prst="can">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400">
                    <a:solidFill>
                      <a:prstClr val="white"/>
                    </a:solidFill>
                    <a:latin typeface="思源黑体 CN Bold" panose="020B0800000000000000" pitchFamily="34" charset="-122"/>
                    <a:ea typeface="思源黑体 CN Bold" panose="020B0800000000000000" pitchFamily="34" charset="-122"/>
                  </a:endParaRPr>
                </a:p>
              </p:txBody>
            </p:sp>
            <p:sp>
              <p:nvSpPr>
                <p:cNvPr id="71" name="文本框 70"/>
                <p:cNvSpPr txBox="1"/>
                <p:nvPr>
                  <p:custDataLst>
                    <p:tags r:id="rId1"/>
                  </p:custDataLst>
                </p:nvPr>
              </p:nvSpPr>
              <p:spPr>
                <a:xfrm>
                  <a:off x="7857211" y="4640977"/>
                  <a:ext cx="1550168" cy="441659"/>
                </a:xfrm>
                <a:prstGeom prst="rect">
                  <a:avLst/>
                </a:prstGeom>
                <a:noFill/>
                <a:effectLst/>
              </p:spPr>
              <p:txBody>
                <a:bodyPr wrap="none" lIns="132588" tIns="66294" rIns="132588" bIns="66294" anchor="ctr">
                  <a:spAutoFit/>
                </a:bodyPr>
                <a:lstStyle/>
                <a:p>
                  <a:pPr algn="ctr"/>
                  <a:r>
                    <a:rPr lang="zh-CN" altLang="en-US" sz="2000">
                      <a:solidFill>
                        <a:schemeClr val="bg1"/>
                      </a:solidFill>
                      <a:effectLst>
                        <a:outerShdw blurRad="73660" dist="55245" dir="5400000" algn="t" rotWithShape="0">
                          <a:schemeClr val="accent1">
                            <a:alpha val="40000"/>
                          </a:schemeClr>
                        </a:outerShdw>
                      </a:effectLst>
                      <a:latin typeface="思源黑体 CN Bold" panose="020B0800000000000000" pitchFamily="34" charset="-122"/>
                      <a:ea typeface="思源黑体 CN Bold" panose="020B0800000000000000" pitchFamily="34" charset="-122"/>
                    </a:rPr>
                    <a:t>业</a:t>
                  </a:r>
                  <a:r>
                    <a:rPr lang="zh-CN" altLang="en-US" sz="2000" dirty="0">
                      <a:solidFill>
                        <a:schemeClr val="bg1"/>
                      </a:solidFill>
                      <a:effectLst>
                        <a:outerShdw blurRad="73660" dist="55245" dir="5400000" algn="t" rotWithShape="0">
                          <a:schemeClr val="accent1">
                            <a:alpha val="40000"/>
                          </a:schemeClr>
                        </a:outerShdw>
                      </a:effectLst>
                      <a:latin typeface="思源黑体 CN Bold" panose="020B0800000000000000" pitchFamily="34" charset="-122"/>
                      <a:ea typeface="思源黑体 CN Bold" panose="020B0800000000000000" pitchFamily="34" charset="-122"/>
                    </a:rPr>
                    <a:t>实习评价</a:t>
                  </a:r>
                </a:p>
              </p:txBody>
            </p:sp>
            <p:sp>
              <p:nvSpPr>
                <p:cNvPr id="72" name="文本框 71"/>
                <p:cNvSpPr txBox="1"/>
                <p:nvPr/>
              </p:nvSpPr>
              <p:spPr>
                <a:xfrm>
                  <a:off x="7454856" y="5135097"/>
                  <a:ext cx="2354876" cy="410882"/>
                </a:xfrm>
                <a:prstGeom prst="rect">
                  <a:avLst/>
                </a:prstGeom>
                <a:noFill/>
                <a:effectLst/>
              </p:spPr>
              <p:txBody>
                <a:bodyPr vert="horz" wrap="none" lIns="132588" tIns="66294" rIns="132588" bIns="66294" rtlCol="0">
                  <a:spAutoFit/>
                </a:bodyPr>
                <a:lstStyle/>
                <a:p>
                  <a:pPr algn="ctr" defTabSz="1219200"/>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素养发展</a:t>
                  </a:r>
                  <a:r>
                    <a:rPr lang="en-US" altLang="zh-CN">
                      <a:solidFill>
                        <a:srgbClr val="C00000"/>
                      </a:solidFill>
                      <a:latin typeface="思源黑体 CN Medium" panose="020B0600000000000000" pitchFamily="34" charset="-122"/>
                      <a:ea typeface="思源黑体 CN Medium" panose="020B0600000000000000" pitchFamily="34" charset="-122"/>
                      <a:cs typeface="+mn-ea"/>
                      <a:sym typeface="+mn-lt"/>
                    </a:rPr>
                    <a:t>"</a:t>
                  </a:r>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四维模型</a:t>
                  </a:r>
                  <a:r>
                    <a:rPr lang="en-US" altLang="zh-CN">
                      <a:solidFill>
                        <a:srgbClr val="C00000"/>
                      </a:solidFill>
                      <a:latin typeface="思源黑体 CN Medium" panose="020B0600000000000000" pitchFamily="34" charset="-122"/>
                      <a:ea typeface="思源黑体 CN Medium" panose="020B0600000000000000" pitchFamily="34" charset="-122"/>
                      <a:cs typeface="+mn-ea"/>
                      <a:sym typeface="+mn-lt"/>
                    </a:rPr>
                    <a:t>"</a:t>
                  </a:r>
                  <a:endParaRPr lang="zh-CN" altLang="en-US"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grpSp>
          <p:nvGrpSpPr>
            <p:cNvPr id="112" name="组合 111"/>
            <p:cNvGrpSpPr/>
            <p:nvPr/>
          </p:nvGrpSpPr>
          <p:grpSpPr>
            <a:xfrm>
              <a:off x="664042" y="4662799"/>
              <a:ext cx="10867557" cy="1144616"/>
              <a:chOff x="664042" y="4667585"/>
              <a:chExt cx="10867557" cy="1144616"/>
            </a:xfrm>
          </p:grpSpPr>
          <p:sp>
            <p:nvSpPr>
              <p:cNvPr id="74" name="Oval 117-mask"/>
              <p:cNvSpPr/>
              <p:nvPr/>
            </p:nvSpPr>
            <p:spPr>
              <a:xfrm>
                <a:off x="10007600" y="4667585"/>
                <a:ext cx="1523999" cy="1144616"/>
              </a:xfrm>
              <a:prstGeom prst="can">
                <a:avLst/>
              </a:prstGeom>
              <a:solidFill>
                <a:schemeClr val="accent1"/>
              </a:solidFill>
              <a:ln w="27622">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endParaRPr lang="zh-CN" altLang="en-US" sz="2610" b="1"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75" name="Oval 117-mask"/>
              <p:cNvSpPr/>
              <p:nvPr/>
            </p:nvSpPr>
            <p:spPr>
              <a:xfrm>
                <a:off x="664042" y="4667585"/>
                <a:ext cx="1523999" cy="1144616"/>
              </a:xfrm>
              <a:prstGeom prst="can">
                <a:avLst/>
              </a:prstGeom>
              <a:solidFill>
                <a:schemeClr val="accent1"/>
              </a:solidFill>
              <a:ln w="27622">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endParaRPr lang="zh-CN" altLang="en-US" sz="2610" b="1"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77" name="文本框 76"/>
              <p:cNvSpPr txBox="1"/>
              <p:nvPr/>
            </p:nvSpPr>
            <p:spPr>
              <a:xfrm>
                <a:off x="684356" y="5082370"/>
                <a:ext cx="1483370" cy="646331"/>
              </a:xfrm>
              <a:prstGeom prst="rect">
                <a:avLst/>
              </a:prstGeom>
              <a:noFill/>
            </p:spPr>
            <p:txBody>
              <a:bodyPr wrap="square">
                <a:spAutoFit/>
              </a:bodyPr>
              <a:lstStyle/>
              <a:p>
                <a:pPr algn="ctr"/>
                <a:r>
                  <a:rPr lang="zh-CN" altLang="en-US">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教学实效提升实证锚点</a:t>
                </a:r>
                <a:endParaRPr lang="zh-CN" altLang="en-US"/>
              </a:p>
            </p:txBody>
          </p:sp>
          <p:sp>
            <p:nvSpPr>
              <p:cNvPr id="78" name="文本框 77"/>
              <p:cNvSpPr txBox="1"/>
              <p:nvPr/>
            </p:nvSpPr>
            <p:spPr>
              <a:xfrm>
                <a:off x="10188559" y="5082370"/>
                <a:ext cx="1162080" cy="646331"/>
              </a:xfrm>
              <a:prstGeom prst="rect">
                <a:avLst/>
              </a:prstGeom>
              <a:noFill/>
            </p:spPr>
            <p:txBody>
              <a:bodyPr wrap="square">
                <a:spAutoFit/>
              </a:bodyPr>
              <a:lstStyle/>
              <a:p>
                <a:pPr algn="ctr"/>
                <a:r>
                  <a:rPr lang="zh-CN" altLang="en-US">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教师教学能力进阶</a:t>
                </a:r>
                <a:endParaRPr lang="zh-CN" altLang="en-US"/>
              </a:p>
            </p:txBody>
          </p:sp>
        </p:grpSp>
        <p:grpSp>
          <p:nvGrpSpPr>
            <p:cNvPr id="121" name="组合 120"/>
            <p:cNvGrpSpPr/>
            <p:nvPr/>
          </p:nvGrpSpPr>
          <p:grpSpPr>
            <a:xfrm>
              <a:off x="4353132" y="4780274"/>
              <a:ext cx="3485737" cy="541270"/>
              <a:chOff x="4357923" y="5062539"/>
              <a:chExt cx="3485737" cy="541270"/>
            </a:xfrm>
          </p:grpSpPr>
          <p:grpSp>
            <p:nvGrpSpPr>
              <p:cNvPr id="116" name="组合 115"/>
              <p:cNvGrpSpPr/>
              <p:nvPr/>
            </p:nvGrpSpPr>
            <p:grpSpPr>
              <a:xfrm>
                <a:off x="4357923" y="5062539"/>
                <a:ext cx="946886" cy="541270"/>
                <a:chOff x="4406961" y="5623932"/>
                <a:chExt cx="3378078" cy="725330"/>
              </a:xfrm>
            </p:grpSpPr>
            <p:sp>
              <p:nvSpPr>
                <p:cNvPr id="113" name="箭头: 下 112"/>
                <p:cNvSpPr/>
                <p:nvPr/>
              </p:nvSpPr>
              <p:spPr>
                <a:xfrm rot="5400000" flipH="1">
                  <a:off x="5305258" y="4725635"/>
                  <a:ext cx="725330"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114" name="箭头: 下 113"/>
                <p:cNvSpPr/>
                <p:nvPr/>
              </p:nvSpPr>
              <p:spPr>
                <a:xfrm rot="16200000">
                  <a:off x="6161413" y="4725635"/>
                  <a:ext cx="725330" cy="2521923"/>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115" name="文本框 114"/>
                <p:cNvSpPr txBox="1"/>
                <p:nvPr/>
              </p:nvSpPr>
              <p:spPr>
                <a:xfrm>
                  <a:off x="4512350" y="5759756"/>
                  <a:ext cx="3167303" cy="453680"/>
                </a:xfrm>
                <a:prstGeom prst="rect">
                  <a:avLst/>
                </a:prstGeom>
                <a:noFill/>
              </p:spPr>
              <p:txBody>
                <a:bodyPr wrap="square" anchor="ctr">
                  <a:spAutoFit/>
                </a:bodyP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教学</a:t>
                  </a:r>
                </a:p>
              </p:txBody>
            </p:sp>
          </p:grpSp>
          <p:grpSp>
            <p:nvGrpSpPr>
              <p:cNvPr id="117" name="组合 116"/>
              <p:cNvGrpSpPr/>
              <p:nvPr/>
            </p:nvGrpSpPr>
            <p:grpSpPr>
              <a:xfrm>
                <a:off x="6896774" y="5062539"/>
                <a:ext cx="946886" cy="541270"/>
                <a:chOff x="4406961" y="5623932"/>
                <a:chExt cx="3378078" cy="725330"/>
              </a:xfrm>
            </p:grpSpPr>
            <p:sp>
              <p:nvSpPr>
                <p:cNvPr id="118" name="箭头: 下 117"/>
                <p:cNvSpPr/>
                <p:nvPr/>
              </p:nvSpPr>
              <p:spPr>
                <a:xfrm rot="5400000" flipH="1">
                  <a:off x="5305258" y="4725635"/>
                  <a:ext cx="725330"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119" name="箭头: 下 118"/>
                <p:cNvSpPr/>
                <p:nvPr/>
              </p:nvSpPr>
              <p:spPr>
                <a:xfrm rot="16200000">
                  <a:off x="6161413" y="4725635"/>
                  <a:ext cx="725330" cy="2521923"/>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120" name="文本框 119"/>
                <p:cNvSpPr txBox="1"/>
                <p:nvPr/>
              </p:nvSpPr>
              <p:spPr>
                <a:xfrm>
                  <a:off x="4512350" y="5759756"/>
                  <a:ext cx="3167303" cy="453680"/>
                </a:xfrm>
                <a:prstGeom prst="rect">
                  <a:avLst/>
                </a:prstGeom>
                <a:noFill/>
              </p:spPr>
              <p:txBody>
                <a:bodyPr wrap="square" anchor="ctr">
                  <a:spAutoFit/>
                </a:bodyP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教学</a:t>
                  </a: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5"/>
                                        </p:tgtEl>
                                        <p:attrNameLst>
                                          <p:attrName>style.visibility</p:attrName>
                                        </p:attrNameLst>
                                      </p:cBhvr>
                                      <p:to>
                                        <p:strVal val="visible"/>
                                      </p:to>
                                    </p:set>
                                    <p:animEffect transition="in" filter="wipe(up)">
                                      <p:cBhvr>
                                        <p:cTn id="17" dur="500"/>
                                        <p:tgtEl>
                                          <p:spTgt spid="8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wipe(down)">
                                      <p:cBhvr>
                                        <p:cTn id="22" dur="500"/>
                                        <p:tgtEl>
                                          <p:spTgt spid="50"/>
                                        </p:tgtEl>
                                      </p:cBhvr>
                                    </p:animEffect>
                                  </p:childTnLst>
                                </p:cTn>
                              </p:par>
                            </p:childTnLst>
                          </p:cTn>
                        </p:par>
                        <p:par>
                          <p:cTn id="23" fill="hold">
                            <p:stCondLst>
                              <p:cond delay="500"/>
                            </p:stCondLst>
                            <p:childTnLst>
                              <p:par>
                                <p:cTn id="24" presetID="42"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750"/>
                                        <p:tgtEl>
                                          <p:spTgt spid="4"/>
                                        </p:tgtEl>
                                      </p:cBhvr>
                                    </p:animEffect>
                                    <p:anim calcmode="lin" valueType="num">
                                      <p:cBhvr>
                                        <p:cTn id="27" dur="750" fill="hold"/>
                                        <p:tgtEl>
                                          <p:spTgt spid="4"/>
                                        </p:tgtEl>
                                        <p:attrNameLst>
                                          <p:attrName>ppt_x</p:attrName>
                                        </p:attrNameLst>
                                      </p:cBhvr>
                                      <p:tavLst>
                                        <p:tav tm="0">
                                          <p:val>
                                            <p:strVal val="#ppt_x"/>
                                          </p:val>
                                        </p:tav>
                                        <p:tav tm="100000">
                                          <p:val>
                                            <p:strVal val="#ppt_x"/>
                                          </p:val>
                                        </p:tav>
                                      </p:tavLst>
                                    </p:anim>
                                    <p:anim calcmode="lin" valueType="num">
                                      <p:cBhvr>
                                        <p:cTn id="28"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76726" y="4099090"/>
            <a:ext cx="11272363" cy="2425535"/>
            <a:chOff x="476726" y="4099090"/>
            <a:chExt cx="11272363" cy="2425535"/>
          </a:xfrm>
        </p:grpSpPr>
        <p:grpSp>
          <p:nvGrpSpPr>
            <p:cNvPr id="84" name="组合 83"/>
            <p:cNvGrpSpPr/>
            <p:nvPr/>
          </p:nvGrpSpPr>
          <p:grpSpPr>
            <a:xfrm>
              <a:off x="476726" y="5077132"/>
              <a:ext cx="494407" cy="1447491"/>
              <a:chOff x="476725" y="3191271"/>
              <a:chExt cx="494407" cy="1501954"/>
            </a:xfrm>
          </p:grpSpPr>
          <p:sp>
            <p:nvSpPr>
              <p:cNvPr id="82" name="矩形: 圆角 81"/>
              <p:cNvSpPr/>
              <p:nvPr>
                <p:custDataLst>
                  <p:tags r:id="rId17"/>
                </p:custDataLst>
              </p:nvPr>
            </p:nvSpPr>
            <p:spPr>
              <a:xfrm>
                <a:off x="476725" y="3191271"/>
                <a:ext cx="494407" cy="1501954"/>
              </a:xfrm>
              <a:prstGeom prst="roundRect">
                <a:avLst>
                  <a:gd name="adj" fmla="val 4713"/>
                </a:avLst>
              </a:prstGeom>
              <a:solidFill>
                <a:srgbClr val="0070C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1473" tIns="40737" rIns="81473" bIns="40737" rtlCol="0" anchor="ctr"/>
              <a:lstStyle/>
              <a:p>
                <a:pPr algn="ctr"/>
                <a:endParaRPr lang="zh-CN" altLang="en-US" sz="1605">
                  <a:cs typeface="思源黑体 CN Medium" panose="020B0600000000000000" pitchFamily="34" charset="-122"/>
                </a:endParaRPr>
              </a:p>
            </p:txBody>
          </p:sp>
          <p:sp>
            <p:nvSpPr>
              <p:cNvPr id="83" name="文本框 82"/>
              <p:cNvSpPr txBox="1"/>
              <p:nvPr>
                <p:custDataLst>
                  <p:tags r:id="rId18"/>
                </p:custDataLst>
              </p:nvPr>
            </p:nvSpPr>
            <p:spPr>
              <a:xfrm>
                <a:off x="573694" y="3269793"/>
                <a:ext cx="307777" cy="1344910"/>
              </a:xfrm>
              <a:prstGeom prst="rect">
                <a:avLst/>
              </a:prstGeom>
              <a:noFill/>
              <a:effectLst/>
            </p:spPr>
            <p:txBody>
              <a:bodyPr vert="eaVert" wrap="square" lIns="0" tIns="0" rIns="0" bIns="0" rtlCol="0">
                <a:spAutoFit/>
              </a:bodyPr>
              <a:lstStyle/>
              <a:p>
                <a:pPr algn="ctr"/>
                <a:r>
                  <a:rPr lang="zh-CN" altLang="en-US" sz="2000" b="1" dirty="0">
                    <a:solidFill>
                      <a:schemeClr val="bg1"/>
                    </a:solidFill>
                    <a:effectLst>
                      <a:outerShdw blurRad="50800" dist="38100" dir="2700000" algn="tl" rotWithShape="0">
                        <a:schemeClr val="accent2">
                          <a:lumMod val="50000"/>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职业素养</a:t>
                </a:r>
              </a:p>
            </p:txBody>
          </p:sp>
        </p:grpSp>
        <p:sp>
          <p:nvSpPr>
            <p:cNvPr id="94" name="矩形 93"/>
            <p:cNvSpPr/>
            <p:nvPr/>
          </p:nvSpPr>
          <p:spPr>
            <a:xfrm>
              <a:off x="1154407" y="5077134"/>
              <a:ext cx="10594682" cy="1447491"/>
            </a:xfrm>
            <a:prstGeom prst="rect">
              <a:avLst/>
            </a:prstGeom>
            <a:solidFill>
              <a:schemeClr val="accent1">
                <a:lumMod val="20000"/>
                <a:lumOff val="80000"/>
                <a:alpha val="20000"/>
              </a:schemeClr>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8" name="矩形: 圆角 127"/>
            <p:cNvSpPr/>
            <p:nvPr/>
          </p:nvSpPr>
          <p:spPr>
            <a:xfrm>
              <a:off x="1267110" y="5275415"/>
              <a:ext cx="2865422" cy="1111753"/>
            </a:xfrm>
            <a:prstGeom prst="roundRect">
              <a:avLst>
                <a:gd name="adj" fmla="val 0"/>
              </a:avLst>
            </a:prstGeom>
            <a:solidFill>
              <a:schemeClr val="accent2">
                <a:lumMod val="781"/>
                <a:lumOff val="99219"/>
              </a:schemeClr>
            </a:solidFill>
            <a:ln w="12700" cap="flat" cmpd="sng" algn="ctr">
              <a:solidFill>
                <a:schemeClr val="accent1"/>
              </a:solidFill>
              <a:prstDash val="solid"/>
              <a:miter lim="800000"/>
              <a:headEnd type="none" w="med" len="med"/>
              <a:tailEnd type="none" w="med" len="med"/>
            </a:ln>
            <a:effectLst/>
            <a:scene3d>
              <a:camera prst="orthographicFront"/>
              <a:lightRig rig="contrasting" dir="t"/>
            </a:scene3d>
            <a:sp3d>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488" tIns="41244" rIns="82488" bIns="41244" rtlCol="0" anchor="ctr">
              <a:sp3d>
                <a:bevelT w="0" h="0"/>
                <a:bevelB w="0" h="0"/>
              </a:sp3d>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25">
                <a:solidFill>
                  <a:prstClr val="white"/>
                </a:solidFill>
                <a:latin typeface="思源黑体 CN Medium" panose="020B0600000000000000" pitchFamily="34" charset="-122"/>
                <a:ea typeface="思源黑体 CN Bold" panose="020B0800000000000000" pitchFamily="34" charset="-122"/>
                <a:cs typeface="+mn-ea"/>
              </a:endParaRPr>
            </a:p>
          </p:txBody>
        </p:sp>
        <p:sp>
          <p:nvSpPr>
            <p:cNvPr id="131" name="文本框 325"/>
            <p:cNvSpPr txBox="1"/>
            <p:nvPr/>
          </p:nvSpPr>
          <p:spPr>
            <a:xfrm>
              <a:off x="1361042" y="5690971"/>
              <a:ext cx="2677558" cy="615553"/>
            </a:xfrm>
            <a:prstGeom prst="rect">
              <a:avLst/>
            </a:prstGeom>
            <a:noFill/>
            <a:effectLst/>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学生通过角色扮演体验调解全过程</a:t>
              </a:r>
            </a:p>
          </p:txBody>
        </p:sp>
        <p:sp>
          <p:nvSpPr>
            <p:cNvPr id="151" name="椭圆 150"/>
            <p:cNvSpPr/>
            <p:nvPr>
              <p:custDataLst>
                <p:tags r:id="rId11"/>
              </p:custDataLst>
            </p:nvPr>
          </p:nvSpPr>
          <p:spPr>
            <a:xfrm>
              <a:off x="2370240" y="4940502"/>
              <a:ext cx="659162" cy="669825"/>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88697" tIns="44348" rIns="88697" bIns="443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defRPr/>
              </a:pPr>
              <a:r>
                <a:rPr lang="zh-CN" altLang="en-US" sz="1600">
                  <a:solidFill>
                    <a:srgbClr val="FFFFFF"/>
                  </a:solidFill>
                  <a:latin typeface="思源黑体 CN Bold" panose="020B0800000000000000" pitchFamily="34" charset="-122"/>
                  <a:ea typeface="思源黑体 CN Bold" panose="020B0800000000000000" pitchFamily="34" charset="-122"/>
                  <a:cs typeface="思源黑体 CN Bold" panose="020B0800000000000000" pitchFamily="34" charset="-122"/>
                </a:rPr>
                <a:t>虚实</a:t>
              </a:r>
              <a:endParaRPr kumimoji="0" lang="zh-CN" altLang="en-US" sz="160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endParaRPr>
            </a:p>
          </p:txBody>
        </p:sp>
        <p:sp>
          <p:nvSpPr>
            <p:cNvPr id="162" name="矩形: 圆角 161"/>
            <p:cNvSpPr/>
            <p:nvPr/>
          </p:nvSpPr>
          <p:spPr>
            <a:xfrm>
              <a:off x="5007403" y="5275415"/>
              <a:ext cx="2865422" cy="1111753"/>
            </a:xfrm>
            <a:prstGeom prst="roundRect">
              <a:avLst>
                <a:gd name="adj" fmla="val 0"/>
              </a:avLst>
            </a:prstGeom>
            <a:solidFill>
              <a:schemeClr val="accent2">
                <a:lumMod val="781"/>
                <a:lumOff val="99219"/>
              </a:schemeClr>
            </a:solidFill>
            <a:ln w="12700" cap="flat" cmpd="sng" algn="ctr">
              <a:solidFill>
                <a:schemeClr val="accent1"/>
              </a:solidFill>
              <a:prstDash val="solid"/>
              <a:miter lim="800000"/>
              <a:headEnd type="none" w="med" len="med"/>
              <a:tailEnd type="none" w="med" len="med"/>
            </a:ln>
            <a:effectLst/>
            <a:scene3d>
              <a:camera prst="orthographicFront"/>
              <a:lightRig rig="contrasting" dir="t"/>
            </a:scene3d>
            <a:sp3d>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488" tIns="41244" rIns="82488" bIns="41244" rtlCol="0" anchor="ctr">
              <a:sp3d>
                <a:bevelT w="0" h="0"/>
                <a:bevelB w="0" h="0"/>
              </a:sp3d>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25">
                <a:solidFill>
                  <a:prstClr val="white"/>
                </a:solidFill>
                <a:latin typeface="思源黑体 CN Medium" panose="020B0600000000000000" pitchFamily="34" charset="-122"/>
                <a:ea typeface="思源黑体 CN Bold" panose="020B0800000000000000" pitchFamily="34" charset="-122"/>
                <a:cs typeface="+mn-ea"/>
              </a:endParaRPr>
            </a:p>
          </p:txBody>
        </p:sp>
        <p:sp>
          <p:nvSpPr>
            <p:cNvPr id="163" name="文本框 325"/>
            <p:cNvSpPr txBox="1"/>
            <p:nvPr/>
          </p:nvSpPr>
          <p:spPr>
            <a:xfrm>
              <a:off x="5119850" y="5690971"/>
              <a:ext cx="2640530" cy="615553"/>
            </a:xfrm>
            <a:prstGeom prst="rect">
              <a:avLst/>
            </a:prstGeom>
            <a:noFill/>
            <a:effectLst/>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实时抓取全网法治类新闻，自动生成教学建议</a:t>
              </a:r>
            </a:p>
          </p:txBody>
        </p:sp>
        <p:sp>
          <p:nvSpPr>
            <p:cNvPr id="164" name="椭圆 163"/>
            <p:cNvSpPr/>
            <p:nvPr>
              <p:custDataLst>
                <p:tags r:id="rId12"/>
              </p:custDataLst>
            </p:nvPr>
          </p:nvSpPr>
          <p:spPr>
            <a:xfrm>
              <a:off x="6110533" y="4940502"/>
              <a:ext cx="659162" cy="669825"/>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88697" tIns="44348" rIns="88697" bIns="443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defRPr/>
              </a:pPr>
              <a:r>
                <a:rPr lang="zh-CN" altLang="en-US" sz="1600">
                  <a:solidFill>
                    <a:srgbClr val="FFFFFF"/>
                  </a:solidFill>
                  <a:latin typeface="思源黑体 CN Bold" panose="020B0800000000000000" pitchFamily="34" charset="-122"/>
                  <a:ea typeface="思源黑体 CN Bold" panose="020B0800000000000000" pitchFamily="34" charset="-122"/>
                  <a:cs typeface="思源黑体 CN Bold" panose="020B0800000000000000" pitchFamily="34" charset="-122"/>
                </a:rPr>
                <a:t>动态</a:t>
              </a:r>
              <a:endParaRPr kumimoji="0" lang="zh-CN" altLang="en-US" sz="160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endParaRPr>
            </a:p>
          </p:txBody>
        </p:sp>
        <p:sp>
          <p:nvSpPr>
            <p:cNvPr id="166" name="矩形: 圆角 165"/>
            <p:cNvSpPr/>
            <p:nvPr/>
          </p:nvSpPr>
          <p:spPr>
            <a:xfrm>
              <a:off x="8747696" y="5275415"/>
              <a:ext cx="2865422" cy="1111753"/>
            </a:xfrm>
            <a:prstGeom prst="roundRect">
              <a:avLst>
                <a:gd name="adj" fmla="val 0"/>
              </a:avLst>
            </a:prstGeom>
            <a:solidFill>
              <a:schemeClr val="accent2">
                <a:lumMod val="781"/>
                <a:lumOff val="99219"/>
              </a:schemeClr>
            </a:solidFill>
            <a:ln w="12700" cap="flat" cmpd="sng" algn="ctr">
              <a:solidFill>
                <a:schemeClr val="accent1"/>
              </a:solidFill>
              <a:prstDash val="solid"/>
              <a:miter lim="800000"/>
              <a:headEnd type="none" w="med" len="med"/>
              <a:tailEnd type="none" w="med" len="med"/>
            </a:ln>
            <a:effectLst/>
            <a:scene3d>
              <a:camera prst="orthographicFront"/>
              <a:lightRig rig="contrasting" dir="t"/>
            </a:scene3d>
            <a:sp3d>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488" tIns="41244" rIns="82488" bIns="41244" rtlCol="0" anchor="ctr">
              <a:sp3d>
                <a:bevelT w="0" h="0"/>
                <a:bevelB w="0" h="0"/>
              </a:sp3d>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25">
                <a:solidFill>
                  <a:prstClr val="white"/>
                </a:solidFill>
                <a:latin typeface="思源黑体 CN Medium" panose="020B0600000000000000" pitchFamily="34" charset="-122"/>
                <a:ea typeface="思源黑体 CN Bold" panose="020B0800000000000000" pitchFamily="34" charset="-122"/>
                <a:cs typeface="+mn-ea"/>
              </a:endParaRPr>
            </a:p>
          </p:txBody>
        </p:sp>
        <p:sp>
          <p:nvSpPr>
            <p:cNvPr id="167" name="文本框 325"/>
            <p:cNvSpPr txBox="1"/>
            <p:nvPr/>
          </p:nvSpPr>
          <p:spPr>
            <a:xfrm>
              <a:off x="8834860" y="5690971"/>
              <a:ext cx="2691096" cy="615553"/>
            </a:xfrm>
            <a:prstGeom prst="rect">
              <a:avLst/>
            </a:prstGeom>
            <a:noFill/>
            <a:effectLst/>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颁发</a:t>
              </a:r>
              <a:r>
                <a:rPr lang="en-US" altLang="zh-CN"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a:t>
              </a:r>
              <a:r>
                <a:rPr lang="zh-CN" altLang="en-US"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情境设计专家</a:t>
              </a:r>
              <a:r>
                <a:rPr lang="en-US" altLang="zh-CN"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a:t>
              </a:r>
              <a:r>
                <a:rPr lang="zh-CN" altLang="en-US"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辩论引导师</a:t>
              </a:r>
              <a:r>
                <a:rPr lang="en-US" altLang="zh-CN"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a:t>
              </a:r>
              <a:r>
                <a:rPr lang="zh-CN" altLang="en-US"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等专项能力</a:t>
              </a:r>
            </a:p>
          </p:txBody>
        </p:sp>
        <p:sp>
          <p:nvSpPr>
            <p:cNvPr id="168" name="椭圆 167"/>
            <p:cNvSpPr/>
            <p:nvPr>
              <p:custDataLst>
                <p:tags r:id="rId13"/>
              </p:custDataLst>
            </p:nvPr>
          </p:nvSpPr>
          <p:spPr>
            <a:xfrm>
              <a:off x="9850826" y="4940502"/>
              <a:ext cx="659162" cy="669825"/>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88697" tIns="44348" rIns="88697" bIns="443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defRPr/>
              </a:pPr>
              <a:r>
                <a:rPr lang="zh-CN" altLang="en-US" sz="1600">
                  <a:solidFill>
                    <a:srgbClr val="FFFFFF"/>
                  </a:solidFill>
                  <a:latin typeface="思源黑体 CN Bold" panose="020B0800000000000000" pitchFamily="34" charset="-122"/>
                  <a:ea typeface="思源黑体 CN Bold" panose="020B0800000000000000" pitchFamily="34" charset="-122"/>
                  <a:cs typeface="思源黑体 CN Bold" panose="020B0800000000000000" pitchFamily="34" charset="-122"/>
                </a:rPr>
                <a:t>保障</a:t>
              </a:r>
              <a:endParaRPr kumimoji="0" lang="zh-CN" altLang="en-US" sz="160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endParaRPr>
            </a:p>
          </p:txBody>
        </p:sp>
        <p:sp>
          <p:nvSpPr>
            <p:cNvPr id="171" name="箭头: 右 170"/>
            <p:cNvSpPr/>
            <p:nvPr/>
          </p:nvSpPr>
          <p:spPr>
            <a:xfrm>
              <a:off x="4180725" y="5343525"/>
              <a:ext cx="750875" cy="1004166"/>
            </a:xfrm>
            <a:prstGeom prst="rightArrow">
              <a:avLst>
                <a:gd name="adj1" fmla="val 100000"/>
                <a:gd name="adj2" fmla="val 50000"/>
              </a:avLst>
            </a:prstGeom>
            <a:gradFill flip="none" rotWithShape="1">
              <a:gsLst>
                <a:gs pos="77000">
                  <a:schemeClr val="accent1">
                    <a:lumMod val="20000"/>
                    <a:lumOff val="80000"/>
                    <a:alpha val="0"/>
                  </a:schemeClr>
                </a:gs>
                <a:gs pos="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75" name="文本框 174"/>
            <p:cNvSpPr txBox="1"/>
            <p:nvPr/>
          </p:nvSpPr>
          <p:spPr>
            <a:xfrm>
              <a:off x="4180725" y="5522443"/>
              <a:ext cx="649231" cy="646331"/>
            </a:xfrm>
            <a:prstGeom prst="rect">
              <a:avLst/>
            </a:prstGeom>
            <a:noFill/>
          </p:spPr>
          <p:txBody>
            <a:bodyPr wrap="square">
              <a:spAutoFit/>
            </a:bodyPr>
            <a:lstStyle/>
            <a:p>
              <a:r>
                <a:rPr lang="zh-CN" altLang="en-US" b="1">
                  <a:solidFill>
                    <a:srgbClr val="C00000"/>
                  </a:solidFill>
                  <a:effectLst>
                    <a:glow rad="482600">
                      <a:schemeClr val="bg1">
                        <a:alpha val="68000"/>
                      </a:schemeClr>
                    </a:glow>
                    <a:outerShdw blurRad="50800" dist="38100" dir="2700000" algn="tl" rotWithShape="0">
                      <a:schemeClr val="bg1">
                        <a:alpha val="0"/>
                      </a:schemeClr>
                    </a:outerShdw>
                  </a:effectLst>
                  <a:latin typeface="思源黑体 CN Bold" panose="020B0800000000000000" pitchFamily="34" charset="-122"/>
                  <a:ea typeface="思源黑体 CN Bold" panose="020B0800000000000000" pitchFamily="34" charset="-122"/>
                </a:rPr>
                <a:t>防控措施</a:t>
              </a:r>
            </a:p>
          </p:txBody>
        </p:sp>
        <p:sp>
          <p:nvSpPr>
            <p:cNvPr id="179" name="箭头: 右 178"/>
            <p:cNvSpPr/>
            <p:nvPr/>
          </p:nvSpPr>
          <p:spPr>
            <a:xfrm>
              <a:off x="7905791" y="5343525"/>
              <a:ext cx="750875" cy="1004166"/>
            </a:xfrm>
            <a:prstGeom prst="rightArrow">
              <a:avLst>
                <a:gd name="adj1" fmla="val 100000"/>
                <a:gd name="adj2" fmla="val 50000"/>
              </a:avLst>
            </a:prstGeom>
            <a:gradFill flip="none" rotWithShape="1">
              <a:gsLst>
                <a:gs pos="77000">
                  <a:schemeClr val="accent1">
                    <a:lumMod val="20000"/>
                    <a:lumOff val="80000"/>
                    <a:alpha val="0"/>
                  </a:schemeClr>
                </a:gs>
                <a:gs pos="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80" name="文本框 179"/>
            <p:cNvSpPr txBox="1"/>
            <p:nvPr/>
          </p:nvSpPr>
          <p:spPr>
            <a:xfrm>
              <a:off x="7905791" y="5522443"/>
              <a:ext cx="649231" cy="646331"/>
            </a:xfrm>
            <a:prstGeom prst="rect">
              <a:avLst/>
            </a:prstGeom>
            <a:noFill/>
          </p:spPr>
          <p:txBody>
            <a:bodyPr wrap="square">
              <a:spAutoFit/>
            </a:bodyPr>
            <a:lstStyle/>
            <a:p>
              <a:r>
                <a:rPr lang="zh-CN" altLang="en-US" b="1">
                  <a:solidFill>
                    <a:srgbClr val="C00000"/>
                  </a:solidFill>
                  <a:effectLst>
                    <a:glow rad="482600">
                      <a:schemeClr val="bg1">
                        <a:alpha val="68000"/>
                      </a:schemeClr>
                    </a:glow>
                    <a:outerShdw blurRad="50800" dist="38100" dir="2700000" algn="tl" rotWithShape="0">
                      <a:schemeClr val="bg1">
                        <a:alpha val="0"/>
                      </a:schemeClr>
                    </a:outerShdw>
                  </a:effectLst>
                  <a:latin typeface="思源黑体 CN Bold" panose="020B0800000000000000" pitchFamily="34" charset="-122"/>
                  <a:ea typeface="思源黑体 CN Bold" panose="020B0800000000000000" pitchFamily="34" charset="-122"/>
                </a:rPr>
                <a:t>教师发展</a:t>
              </a:r>
            </a:p>
          </p:txBody>
        </p:sp>
        <p:grpSp>
          <p:nvGrpSpPr>
            <p:cNvPr id="182" name="组合 181"/>
            <p:cNvGrpSpPr/>
            <p:nvPr/>
          </p:nvGrpSpPr>
          <p:grpSpPr>
            <a:xfrm>
              <a:off x="1154407" y="4341212"/>
              <a:ext cx="10594682" cy="412380"/>
              <a:chOff x="1172029" y="1191972"/>
              <a:chExt cx="9894504" cy="412380"/>
            </a:xfrm>
          </p:grpSpPr>
          <p:sp>
            <p:nvSpPr>
              <p:cNvPr id="183" name="米菲PPT37"/>
              <p:cNvSpPr/>
              <p:nvPr>
                <p:custDataLst>
                  <p:tags r:id="rId14"/>
                </p:custDataLst>
              </p:nvPr>
            </p:nvSpPr>
            <p:spPr>
              <a:xfrm>
                <a:off x="1172029" y="1192056"/>
                <a:ext cx="2637971" cy="412212"/>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b="1" dirty="0">
                    <a:solidFill>
                      <a:srgbClr val="FFFFFF"/>
                    </a:solidFill>
                    <a:latin typeface="思源黑体 CN Bold" panose="020B0800000000000000" pitchFamily="34" charset="-122"/>
                    <a:ea typeface="思源黑体 CN Bold" panose="020B0800000000000000" pitchFamily="34" charset="-122"/>
                    <a:cs typeface="+mn-ea"/>
                    <a:sym typeface="思源黑体 CN Bold" panose="020B0800000000000000" pitchFamily="34" charset="-122"/>
                  </a:rPr>
                  <a:t>课前（线上自学）</a:t>
                </a:r>
              </a:p>
            </p:txBody>
          </p:sp>
          <p:sp>
            <p:nvSpPr>
              <p:cNvPr id="184" name="米菲PPT38"/>
              <p:cNvSpPr/>
              <p:nvPr>
                <p:custDataLst>
                  <p:tags r:id="rId15"/>
                </p:custDataLst>
              </p:nvPr>
            </p:nvSpPr>
            <p:spPr>
              <a:xfrm>
                <a:off x="3785814" y="1191972"/>
                <a:ext cx="4554990" cy="412380"/>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b="1" dirty="0">
                    <a:solidFill>
                      <a:srgbClr val="FFFFFF"/>
                    </a:solidFill>
                    <a:latin typeface="思源黑体 CN Bold" panose="020B0800000000000000" pitchFamily="34" charset="-122"/>
                    <a:ea typeface="思源黑体 CN Bold" panose="020B0800000000000000" pitchFamily="34" charset="-122"/>
                    <a:cs typeface="+mn-ea"/>
                  </a:rPr>
                  <a:t>课中（线下教学）</a:t>
                </a:r>
              </a:p>
            </p:txBody>
          </p:sp>
          <p:sp>
            <p:nvSpPr>
              <p:cNvPr id="185" name="米菲PPT38"/>
              <p:cNvSpPr/>
              <p:nvPr>
                <p:custDataLst>
                  <p:tags r:id="rId16"/>
                </p:custDataLst>
              </p:nvPr>
            </p:nvSpPr>
            <p:spPr>
              <a:xfrm>
                <a:off x="8316619" y="1191972"/>
                <a:ext cx="2749914" cy="412380"/>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b="1" dirty="0">
                    <a:solidFill>
                      <a:srgbClr val="FFFFFF"/>
                    </a:solidFill>
                    <a:latin typeface="思源黑体 CN Bold" panose="020B0800000000000000" pitchFamily="34" charset="-122"/>
                    <a:ea typeface="思源黑体 CN Bold" panose="020B0800000000000000" pitchFamily="34" charset="-122"/>
                    <a:cs typeface="+mn-ea"/>
                  </a:rPr>
                  <a:t>课后（线上拓展）</a:t>
                </a:r>
              </a:p>
            </p:txBody>
          </p:sp>
        </p:grpSp>
        <p:sp>
          <p:nvSpPr>
            <p:cNvPr id="186" name="箭头: 右 185"/>
            <p:cNvSpPr/>
            <p:nvPr/>
          </p:nvSpPr>
          <p:spPr>
            <a:xfrm rot="16200000" flipV="1">
              <a:off x="6319054" y="4075551"/>
              <a:ext cx="242121" cy="28920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87" name="箭头: 右 186"/>
            <p:cNvSpPr/>
            <p:nvPr/>
          </p:nvSpPr>
          <p:spPr>
            <a:xfrm rot="16200000" flipV="1">
              <a:off x="2578761" y="4075552"/>
              <a:ext cx="242121" cy="28920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88" name="箭头: 右 187"/>
            <p:cNvSpPr/>
            <p:nvPr/>
          </p:nvSpPr>
          <p:spPr>
            <a:xfrm rot="16200000" flipV="1">
              <a:off x="10059347" y="4075553"/>
              <a:ext cx="242121" cy="28920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89" name="箭头: 右 188"/>
            <p:cNvSpPr/>
            <p:nvPr/>
          </p:nvSpPr>
          <p:spPr>
            <a:xfrm rot="5400000">
              <a:off x="6349955" y="4692826"/>
              <a:ext cx="180318" cy="28920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90" name="箭头: 右 189"/>
            <p:cNvSpPr/>
            <p:nvPr/>
          </p:nvSpPr>
          <p:spPr>
            <a:xfrm rot="5400000">
              <a:off x="2609662" y="4692827"/>
              <a:ext cx="180319" cy="28920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91" name="箭头: 右 190"/>
            <p:cNvSpPr/>
            <p:nvPr/>
          </p:nvSpPr>
          <p:spPr>
            <a:xfrm rot="5400000">
              <a:off x="10090248" y="4692828"/>
              <a:ext cx="180319" cy="28920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grpSp>
      <p:grpSp>
        <p:nvGrpSpPr>
          <p:cNvPr id="2" name="组合 1"/>
          <p:cNvGrpSpPr/>
          <p:nvPr/>
        </p:nvGrpSpPr>
        <p:grpSpPr>
          <a:xfrm>
            <a:off x="479425" y="1050514"/>
            <a:ext cx="11269664" cy="3024307"/>
            <a:chOff x="479425" y="1050514"/>
            <a:chExt cx="11269664" cy="3024307"/>
          </a:xfrm>
        </p:grpSpPr>
        <p:grpSp>
          <p:nvGrpSpPr>
            <p:cNvPr id="38" name="组合 37"/>
            <p:cNvGrpSpPr/>
            <p:nvPr/>
          </p:nvGrpSpPr>
          <p:grpSpPr>
            <a:xfrm>
              <a:off x="479425" y="2300251"/>
              <a:ext cx="11269664" cy="1774570"/>
              <a:chOff x="479424" y="2980383"/>
              <a:chExt cx="11269664" cy="1710221"/>
            </a:xfrm>
          </p:grpSpPr>
          <p:sp>
            <p:nvSpPr>
              <p:cNvPr id="30" name="矩形 29"/>
              <p:cNvSpPr/>
              <p:nvPr/>
            </p:nvSpPr>
            <p:spPr>
              <a:xfrm>
                <a:off x="1154406" y="2980383"/>
                <a:ext cx="10594682" cy="1710221"/>
              </a:xfrm>
              <a:prstGeom prst="rect">
                <a:avLst/>
              </a:prstGeom>
              <a:solidFill>
                <a:schemeClr val="accent1">
                  <a:lumMod val="20000"/>
                  <a:lumOff val="80000"/>
                  <a:alpha val="20000"/>
                </a:schemeClr>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37" name="组合 36"/>
              <p:cNvGrpSpPr/>
              <p:nvPr/>
            </p:nvGrpSpPr>
            <p:grpSpPr>
              <a:xfrm>
                <a:off x="479424" y="2980383"/>
                <a:ext cx="494407" cy="1710221"/>
                <a:chOff x="431654" y="2017945"/>
                <a:chExt cx="437306" cy="2909066"/>
              </a:xfrm>
            </p:grpSpPr>
            <p:sp>
              <p:nvSpPr>
                <p:cNvPr id="35" name="矩形: 圆角 34"/>
                <p:cNvSpPr/>
                <p:nvPr>
                  <p:custDataLst>
                    <p:tags r:id="rId9"/>
                  </p:custDataLst>
                </p:nvPr>
              </p:nvSpPr>
              <p:spPr>
                <a:xfrm>
                  <a:off x="431654" y="2017945"/>
                  <a:ext cx="437306" cy="2909066"/>
                </a:xfrm>
                <a:prstGeom prst="roundRect">
                  <a:avLst>
                    <a:gd name="adj" fmla="val 4713"/>
                  </a:avLst>
                </a:prstGeom>
                <a:solidFill>
                  <a:srgbClr val="0070C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1473" tIns="40737" rIns="81473" bIns="40737" rtlCol="0" anchor="ctr"/>
                <a:lstStyle/>
                <a:p>
                  <a:pPr algn="ctr"/>
                  <a:endParaRPr lang="zh-CN" altLang="en-US" sz="1605">
                    <a:cs typeface="思源黑体 CN Medium" panose="020B0600000000000000" pitchFamily="34" charset="-122"/>
                  </a:endParaRPr>
                </a:p>
              </p:txBody>
            </p:sp>
            <p:sp>
              <p:nvSpPr>
                <p:cNvPr id="36" name="文本框 35"/>
                <p:cNvSpPr txBox="1"/>
                <p:nvPr>
                  <p:custDataLst>
                    <p:tags r:id="rId10"/>
                  </p:custDataLst>
                </p:nvPr>
              </p:nvSpPr>
              <p:spPr>
                <a:xfrm>
                  <a:off x="514192" y="2517308"/>
                  <a:ext cx="272231" cy="1910338"/>
                </a:xfrm>
                <a:prstGeom prst="rect">
                  <a:avLst/>
                </a:prstGeom>
                <a:noFill/>
                <a:effectLst/>
              </p:spPr>
              <p:txBody>
                <a:bodyPr vert="eaVert" wrap="square" lIns="0" tIns="0" rIns="0" bIns="0" rtlCol="0">
                  <a:spAutoFit/>
                </a:bodyPr>
                <a:lstStyle/>
                <a:p>
                  <a:pPr algn="ctr"/>
                  <a:r>
                    <a:rPr lang="zh-CN" altLang="en-US" sz="2000" b="1" dirty="0">
                      <a:solidFill>
                        <a:schemeClr val="bg1"/>
                      </a:solidFill>
                      <a:effectLst>
                        <a:outerShdw blurRad="50800" dist="38100" dir="2700000" algn="tl" rotWithShape="0">
                          <a:schemeClr val="accent2">
                            <a:lumMod val="50000"/>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职业素养</a:t>
                  </a:r>
                </a:p>
              </p:txBody>
            </p:sp>
          </p:grpSp>
        </p:grpSp>
        <p:grpSp>
          <p:nvGrpSpPr>
            <p:cNvPr id="195" name="组合 194"/>
            <p:cNvGrpSpPr/>
            <p:nvPr/>
          </p:nvGrpSpPr>
          <p:grpSpPr>
            <a:xfrm>
              <a:off x="8783077" y="1089253"/>
              <a:ext cx="2794660" cy="2908289"/>
              <a:chOff x="8814818" y="981137"/>
              <a:chExt cx="2794660" cy="2908289"/>
            </a:xfrm>
          </p:grpSpPr>
          <p:grpSp>
            <p:nvGrpSpPr>
              <p:cNvPr id="72" name="组合 71"/>
              <p:cNvGrpSpPr/>
              <p:nvPr/>
            </p:nvGrpSpPr>
            <p:grpSpPr>
              <a:xfrm>
                <a:off x="8814819" y="2269412"/>
                <a:ext cx="2794659" cy="1620014"/>
                <a:chOff x="1269399" y="2993312"/>
                <a:chExt cx="3199880" cy="1620014"/>
              </a:xfrm>
            </p:grpSpPr>
            <p:grpSp>
              <p:nvGrpSpPr>
                <p:cNvPr id="73" name="组合 72"/>
                <p:cNvGrpSpPr/>
                <p:nvPr/>
              </p:nvGrpSpPr>
              <p:grpSpPr>
                <a:xfrm>
                  <a:off x="1269399" y="2993312"/>
                  <a:ext cx="3199880" cy="1620014"/>
                  <a:chOff x="1269399" y="2993312"/>
                  <a:chExt cx="3199880" cy="1620014"/>
                </a:xfrm>
              </p:grpSpPr>
              <p:sp>
                <p:nvSpPr>
                  <p:cNvPr id="79" name="矩形 78"/>
                  <p:cNvSpPr/>
                  <p:nvPr/>
                </p:nvSpPr>
                <p:spPr>
                  <a:xfrm>
                    <a:off x="1269399" y="2993312"/>
                    <a:ext cx="3199880" cy="1620014"/>
                  </a:xfrm>
                  <a:prstGeom prst="rect">
                    <a:avLst/>
                  </a:prstGeom>
                  <a:solidFill>
                    <a:schemeClr val="bg1"/>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矩形: 对角圆角 79"/>
                  <p:cNvSpPr/>
                  <p:nvPr/>
                </p:nvSpPr>
                <p:spPr>
                  <a:xfrm>
                    <a:off x="1377428" y="3080868"/>
                    <a:ext cx="2961904" cy="446557"/>
                  </a:xfrm>
                  <a:prstGeom prst="round2DiagRect">
                    <a:avLst>
                      <a:gd name="adj1" fmla="val 0"/>
                      <a:gd name="adj2" fmla="val 0"/>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学段适配创新</a:t>
                    </a:r>
                    <a:endParaRPr lang="zh-CN" altLang="en-US" sz="20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grpSp>
            <p:grpSp>
              <p:nvGrpSpPr>
                <p:cNvPr id="74" name="组合 73"/>
                <p:cNvGrpSpPr/>
                <p:nvPr/>
              </p:nvGrpSpPr>
              <p:grpSpPr>
                <a:xfrm>
                  <a:off x="1387372" y="3614981"/>
                  <a:ext cx="2963935" cy="899869"/>
                  <a:chOff x="1377428" y="3614981"/>
                  <a:chExt cx="2963935" cy="899869"/>
                </a:xfrm>
              </p:grpSpPr>
              <p:sp>
                <p:nvSpPr>
                  <p:cNvPr id="75" name="矩形 74"/>
                  <p:cNvSpPr/>
                  <p:nvPr/>
                </p:nvSpPr>
                <p:spPr>
                  <a:xfrm>
                    <a:off x="1377428" y="3614981"/>
                    <a:ext cx="1432447" cy="899869"/>
                  </a:xfrm>
                  <a:prstGeom prst="rect">
                    <a:avLst/>
                  </a:prstGeom>
                  <a:solidFill>
                    <a:schemeClr val="accent2">
                      <a:lumMod val="20000"/>
                      <a:lumOff val="80000"/>
                      <a:alpha val="16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76" name="矩形 75"/>
                  <p:cNvSpPr/>
                  <p:nvPr/>
                </p:nvSpPr>
                <p:spPr>
                  <a:xfrm>
                    <a:off x="2908916" y="3614981"/>
                    <a:ext cx="1432447" cy="899869"/>
                  </a:xfrm>
                  <a:prstGeom prst="rect">
                    <a:avLst/>
                  </a:prstGeom>
                  <a:solidFill>
                    <a:schemeClr val="accent2">
                      <a:lumMod val="20000"/>
                      <a:lumOff val="80000"/>
                      <a:alpha val="16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77" name="文本框 76"/>
                  <p:cNvSpPr txBox="1"/>
                  <p:nvPr>
                    <p:custDataLst>
                      <p:tags r:id="rId7"/>
                    </p:custDataLst>
                  </p:nvPr>
                </p:nvSpPr>
                <p:spPr>
                  <a:xfrm>
                    <a:off x="1377428" y="3667210"/>
                    <a:ext cx="1432447" cy="795411"/>
                  </a:xfrm>
                  <a:prstGeom prst="rect">
                    <a:avLst/>
                  </a:prstGeom>
                  <a:noFill/>
                  <a:effectLst/>
                </p:spPr>
                <p:txBody>
                  <a:bodyPr wrap="square" lIns="96012" tIns="48006" rIns="96012" bIns="48006">
                    <a:spAutoFit/>
                  </a:bodyPr>
                  <a:lstStyle/>
                  <a:p>
                    <a:pPr algn="ctr">
                      <a:lnSpc>
                        <a:spcPct val="110000"/>
                      </a:lnSpc>
                    </a:pP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初中采用单线索案例高中引入</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78" name="文本框 77"/>
                  <p:cNvSpPr txBox="1"/>
                  <p:nvPr>
                    <p:custDataLst>
                      <p:tags r:id="rId8"/>
                    </p:custDataLst>
                  </p:nvPr>
                </p:nvSpPr>
                <p:spPr>
                  <a:xfrm>
                    <a:off x="2906885" y="3667210"/>
                    <a:ext cx="1432447" cy="795411"/>
                  </a:xfrm>
                  <a:prstGeom prst="rect">
                    <a:avLst/>
                  </a:prstGeom>
                  <a:noFill/>
                  <a:effectLst/>
                </p:spPr>
                <p:txBody>
                  <a:bodyPr wrap="square" lIns="96012" tIns="48006" rIns="96012" bIns="48006">
                    <a:spAutoFit/>
                  </a:bodyPr>
                  <a:lstStyle/>
                  <a:p>
                    <a:pPr algn="ctr">
                      <a:lnSpc>
                        <a:spcPct val="110000"/>
                      </a:lnSpc>
                    </a:pP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量化跟踪学生在诚信守诺志愿</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grpSp>
          </p:grpSp>
          <p:grpSp>
            <p:nvGrpSpPr>
              <p:cNvPr id="89" name="组合 88"/>
              <p:cNvGrpSpPr/>
              <p:nvPr/>
            </p:nvGrpSpPr>
            <p:grpSpPr>
              <a:xfrm>
                <a:off x="8814818" y="981137"/>
                <a:ext cx="2783806" cy="1102360"/>
                <a:chOff x="1443723" y="1705037"/>
                <a:chExt cx="2949201" cy="1102360"/>
              </a:xfrm>
            </p:grpSpPr>
            <p:sp>
              <p:nvSpPr>
                <p:cNvPr id="90" name="矩形 89"/>
                <p:cNvSpPr/>
                <p:nvPr/>
              </p:nvSpPr>
              <p:spPr>
                <a:xfrm>
                  <a:off x="1443724" y="1705037"/>
                  <a:ext cx="2949199" cy="1102360"/>
                </a:xfrm>
                <a:prstGeom prst="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91" name="组合 90"/>
                <p:cNvGrpSpPr/>
                <p:nvPr/>
              </p:nvGrpSpPr>
              <p:grpSpPr>
                <a:xfrm>
                  <a:off x="1443723" y="1741982"/>
                  <a:ext cx="2949201" cy="1005099"/>
                  <a:chOff x="1114858" y="1799677"/>
                  <a:chExt cx="2949201" cy="1005099"/>
                </a:xfrm>
              </p:grpSpPr>
              <p:sp>
                <p:nvSpPr>
                  <p:cNvPr id="92" name="文本框 91"/>
                  <p:cNvSpPr txBox="1"/>
                  <p:nvPr/>
                </p:nvSpPr>
                <p:spPr>
                  <a:xfrm>
                    <a:off x="1684174" y="1799677"/>
                    <a:ext cx="1810568" cy="477247"/>
                  </a:xfrm>
                  <a:prstGeom prst="rect">
                    <a:avLst/>
                  </a:prstGeom>
                  <a:noFill/>
                </p:spPr>
                <p:txBody>
                  <a:bodyPr wrap="square">
                    <a:spAutoFit/>
                  </a:bodyPr>
                  <a:lstStyle/>
                  <a:p>
                    <a:pPr algn="ctr">
                      <a:lnSpc>
                        <a:spcPct val="110000"/>
                      </a:lnSpc>
                    </a:pPr>
                    <a:r>
                      <a:rPr lang="zh-CN" altLang="en-US" sz="2400">
                        <a:solidFill>
                          <a:schemeClr val="accent1"/>
                        </a:solidFill>
                        <a:latin typeface="思源黑体 CN Bold" panose="020B0800000000000000" pitchFamily="34" charset="-122"/>
                        <a:ea typeface="思源黑体 CN Bold" panose="020B0800000000000000" pitchFamily="34" charset="-122"/>
                      </a:rPr>
                      <a:t>参观体验参</a:t>
                    </a:r>
                  </a:p>
                </p:txBody>
              </p:sp>
              <p:sp>
                <p:nvSpPr>
                  <p:cNvPr id="93" name="文本框 92"/>
                  <p:cNvSpPr txBox="1"/>
                  <p:nvPr>
                    <p:custDataLst>
                      <p:tags r:id="rId6"/>
                    </p:custDataLst>
                  </p:nvPr>
                </p:nvSpPr>
                <p:spPr>
                  <a:xfrm>
                    <a:off x="1114858" y="2215384"/>
                    <a:ext cx="2949201" cy="589392"/>
                  </a:xfrm>
                  <a:prstGeom prst="rect">
                    <a:avLst/>
                  </a:prstGeom>
                  <a:noFill/>
                  <a:effectLst/>
                </p:spPr>
                <p:txBody>
                  <a:bodyPr wrap="square" lIns="96012" tIns="48006" rIns="96012" bIns="48006">
                    <a:spAutoFit/>
                  </a:bodyPr>
                  <a:lstStyle/>
                  <a:p>
                    <a:pPr algn="ct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农村校采用</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本土议题转化器</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将</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消费者权益</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转化</a:t>
                    </a:r>
                    <a:endParaRPr lang="zh-CN" altLang="en-US" sz="1600" spc="120" dirty="0">
                      <a:latin typeface="思源黑体 CN Medium" panose="020B0600000000000000" pitchFamily="34" charset="-122"/>
                      <a:ea typeface="思源黑体 CN Medium" panose="020B0600000000000000" pitchFamily="34" charset="-122"/>
                      <a:cs typeface="OPPOSans L" panose="00020600040101010101" pitchFamily="18" charset="-122"/>
                    </a:endParaRPr>
                  </a:p>
                </p:txBody>
              </p:sp>
            </p:grpSp>
          </p:grpSp>
        </p:grpSp>
        <p:grpSp>
          <p:nvGrpSpPr>
            <p:cNvPr id="193" name="组合 192"/>
            <p:cNvGrpSpPr/>
            <p:nvPr/>
          </p:nvGrpSpPr>
          <p:grpSpPr>
            <a:xfrm>
              <a:off x="4372652" y="1089253"/>
              <a:ext cx="4219650" cy="2903177"/>
              <a:chOff x="4321884" y="981137"/>
              <a:chExt cx="4219650" cy="2903177"/>
            </a:xfrm>
          </p:grpSpPr>
          <p:grpSp>
            <p:nvGrpSpPr>
              <p:cNvPr id="87" name="组合 86"/>
              <p:cNvGrpSpPr/>
              <p:nvPr/>
            </p:nvGrpSpPr>
            <p:grpSpPr>
              <a:xfrm>
                <a:off x="4326488" y="981137"/>
                <a:ext cx="4215046" cy="1102360"/>
                <a:chOff x="4317342" y="1705037"/>
                <a:chExt cx="4215046" cy="1102360"/>
              </a:xfrm>
            </p:grpSpPr>
            <p:sp>
              <p:nvSpPr>
                <p:cNvPr id="12" name="矩形 11"/>
                <p:cNvSpPr/>
                <p:nvPr/>
              </p:nvSpPr>
              <p:spPr>
                <a:xfrm>
                  <a:off x="4950266" y="1705037"/>
                  <a:ext cx="2949199" cy="1102360"/>
                </a:xfrm>
                <a:prstGeom prst="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2" name="组合 21"/>
                <p:cNvGrpSpPr/>
                <p:nvPr/>
              </p:nvGrpSpPr>
              <p:grpSpPr>
                <a:xfrm>
                  <a:off x="4317342" y="1741982"/>
                  <a:ext cx="4215046" cy="1024149"/>
                  <a:chOff x="502848" y="1799677"/>
                  <a:chExt cx="4215046" cy="1024149"/>
                </a:xfrm>
              </p:grpSpPr>
              <p:sp>
                <p:nvSpPr>
                  <p:cNvPr id="23" name="文本框 22"/>
                  <p:cNvSpPr txBox="1"/>
                  <p:nvPr/>
                </p:nvSpPr>
                <p:spPr>
                  <a:xfrm>
                    <a:off x="502848" y="1799677"/>
                    <a:ext cx="4215046" cy="477247"/>
                  </a:xfrm>
                  <a:prstGeom prst="rect">
                    <a:avLst/>
                  </a:prstGeom>
                  <a:noFill/>
                </p:spPr>
                <p:txBody>
                  <a:bodyPr wrap="square">
                    <a:spAutoFit/>
                  </a:bodyPr>
                  <a:lstStyle/>
                  <a:p>
                    <a:pPr algn="ctr">
                      <a:lnSpc>
                        <a:spcPct val="110000"/>
                      </a:lnSpc>
                    </a:pPr>
                    <a:r>
                      <a:rPr lang="zh-CN" altLang="en-US" sz="2400">
                        <a:solidFill>
                          <a:schemeClr val="accent1"/>
                        </a:solidFill>
                        <a:latin typeface="思源黑体 CN Bold" panose="020B0800000000000000" pitchFamily="34" charset="-122"/>
                        <a:ea typeface="思源黑体 CN Bold" panose="020B0800000000000000" pitchFamily="34" charset="-122"/>
                      </a:rPr>
                      <a:t>实施策略与证据</a:t>
                    </a:r>
                  </a:p>
                </p:txBody>
              </p:sp>
              <p:sp>
                <p:nvSpPr>
                  <p:cNvPr id="24" name="文本框 23"/>
                  <p:cNvSpPr txBox="1"/>
                  <p:nvPr>
                    <p:custDataLst>
                      <p:tags r:id="rId5"/>
                    </p:custDataLst>
                  </p:nvPr>
                </p:nvSpPr>
                <p:spPr>
                  <a:xfrm>
                    <a:off x="1132995" y="2234434"/>
                    <a:ext cx="2954752" cy="589392"/>
                  </a:xfrm>
                  <a:prstGeom prst="rect">
                    <a:avLst/>
                  </a:prstGeom>
                  <a:noFill/>
                  <a:effectLst/>
                </p:spPr>
                <p:txBody>
                  <a:bodyPr wrap="square" lIns="96012" tIns="48006" rIns="96012" bIns="48006">
                    <a:spAutoFit/>
                  </a:bodyPr>
                  <a:lstStyle/>
                  <a:p>
                    <a:pPr algn="ct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开发</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议题生成本体性审核表</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避免议题娱乐化</a:t>
                    </a:r>
                    <a:endParaRPr lang="zh-CN" altLang="en-US" sz="1600" spc="120" dirty="0">
                      <a:latin typeface="思源黑体 CN Medium" panose="020B0600000000000000" pitchFamily="34" charset="-122"/>
                      <a:ea typeface="思源黑体 CN Medium" panose="020B0600000000000000" pitchFamily="34" charset="-122"/>
                      <a:cs typeface="OPPOSans L" panose="00020600040101010101" pitchFamily="18" charset="-122"/>
                    </a:endParaRPr>
                  </a:p>
                </p:txBody>
              </p:sp>
            </p:grpSp>
          </p:grpSp>
          <p:grpSp>
            <p:nvGrpSpPr>
              <p:cNvPr id="127" name="组合 126"/>
              <p:cNvGrpSpPr/>
              <p:nvPr/>
            </p:nvGrpSpPr>
            <p:grpSpPr>
              <a:xfrm>
                <a:off x="4321884" y="2264300"/>
                <a:ext cx="4134925" cy="1620014"/>
                <a:chOff x="4371975" y="2993312"/>
                <a:chExt cx="4134925" cy="1620014"/>
              </a:xfrm>
            </p:grpSpPr>
            <p:grpSp>
              <p:nvGrpSpPr>
                <p:cNvPr id="64" name="组合 63"/>
                <p:cNvGrpSpPr/>
                <p:nvPr/>
              </p:nvGrpSpPr>
              <p:grpSpPr>
                <a:xfrm>
                  <a:off x="4371975" y="2993312"/>
                  <a:ext cx="4134925" cy="1620014"/>
                  <a:chOff x="1314491" y="2993312"/>
                  <a:chExt cx="3109696" cy="1620014"/>
                </a:xfrm>
              </p:grpSpPr>
              <p:sp>
                <p:nvSpPr>
                  <p:cNvPr id="70" name="矩形 69"/>
                  <p:cNvSpPr/>
                  <p:nvPr/>
                </p:nvSpPr>
                <p:spPr>
                  <a:xfrm>
                    <a:off x="1314491" y="2993312"/>
                    <a:ext cx="3109696" cy="1620014"/>
                  </a:xfrm>
                  <a:prstGeom prst="rect">
                    <a:avLst/>
                  </a:prstGeom>
                  <a:solidFill>
                    <a:schemeClr val="bg1"/>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1" name="矩形: 对角圆角 70"/>
                  <p:cNvSpPr/>
                  <p:nvPr/>
                </p:nvSpPr>
                <p:spPr>
                  <a:xfrm>
                    <a:off x="1377428" y="3080868"/>
                    <a:ext cx="2961904" cy="446557"/>
                  </a:xfrm>
                  <a:prstGeom prst="round2DiagRect">
                    <a:avLst>
                      <a:gd name="adj1" fmla="val 0"/>
                      <a:gd name="adj2" fmla="val 0"/>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论</a:t>
                    </a:r>
                    <a:r>
                      <a:rPr lang="zh-CN" altLang="en-US" sz="20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课综合实践</a:t>
                    </a:r>
                  </a:p>
                </p:txBody>
              </p:sp>
            </p:grpSp>
            <p:grpSp>
              <p:nvGrpSpPr>
                <p:cNvPr id="104" name="组合 103"/>
                <p:cNvGrpSpPr/>
                <p:nvPr/>
              </p:nvGrpSpPr>
              <p:grpSpPr>
                <a:xfrm>
                  <a:off x="4455661" y="4141938"/>
                  <a:ext cx="1229997" cy="372912"/>
                  <a:chOff x="5039812" y="5049994"/>
                  <a:chExt cx="2081380" cy="372912"/>
                </a:xfrm>
              </p:grpSpPr>
              <p:sp>
                <p:nvSpPr>
                  <p:cNvPr id="105" name="矩形: 圆角 104"/>
                  <p:cNvSpPr/>
                  <p:nvPr/>
                </p:nvSpPr>
                <p:spPr>
                  <a:xfrm>
                    <a:off x="5039812" y="5049994"/>
                    <a:ext cx="2081380" cy="372912"/>
                  </a:xfrm>
                  <a:prstGeom prst="roundRect">
                    <a:avLst>
                      <a:gd name="adj" fmla="val 0"/>
                    </a:avLst>
                  </a:prstGeom>
                  <a:solidFill>
                    <a:schemeClr val="accent2">
                      <a:lumMod val="781"/>
                      <a:lumOff val="99219"/>
                    </a:schemeClr>
                  </a:solidFill>
                  <a:ln w="6350" cap="flat" cmpd="sng" algn="ctr">
                    <a:solidFill>
                      <a:schemeClr val="accent1"/>
                    </a:solidFill>
                    <a:prstDash val="solid"/>
                    <a:miter lim="800000"/>
                    <a:headEnd type="none" w="med" len="med"/>
                    <a:tailEnd type="none" w="med" len="med"/>
                  </a:ln>
                  <a:effectLst/>
                  <a:scene3d>
                    <a:camera prst="orthographicFront"/>
                    <a:lightRig rig="contrasting" dir="t"/>
                  </a:scene3d>
                  <a:sp3d>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488" tIns="41244" rIns="82488" bIns="41244" rtlCol="0" anchor="ctr">
                    <a:sp3d>
                      <a:bevelT w="0" h="0"/>
                      <a:bevelB w="0" h="0"/>
                    </a:sp3d>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solidFill>
                        <a:prstClr val="white"/>
                      </a:solidFill>
                      <a:latin typeface="思源黑体 CN Medium" panose="020B0600000000000000" pitchFamily="34" charset="-122"/>
                      <a:ea typeface="思源黑体 CN Bold" panose="020B0800000000000000" pitchFamily="34" charset="-122"/>
                      <a:cs typeface="+mn-ea"/>
                    </a:endParaRPr>
                  </a:p>
                </p:txBody>
              </p:sp>
              <p:sp>
                <p:nvSpPr>
                  <p:cNvPr id="106" name="文本框 326"/>
                  <p:cNvSpPr txBox="1"/>
                  <p:nvPr/>
                </p:nvSpPr>
                <p:spPr>
                  <a:xfrm>
                    <a:off x="5181931" y="5097951"/>
                    <a:ext cx="1797141" cy="276999"/>
                  </a:xfrm>
                  <a:prstGeom prst="rect">
                    <a:avLst/>
                  </a:prstGeom>
                  <a:noFill/>
                  <a:effectLst/>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a:latin typeface="思源黑体 CN Medium" panose="020B0600000000000000" pitchFamily="34" charset="-122"/>
                        <a:ea typeface="思源黑体 CN Medium" panose="020B0600000000000000" pitchFamily="34" charset="-122"/>
                        <a:cs typeface="思源黑体 CN Medium" panose="020B0600000000000000" pitchFamily="34" charset="-122"/>
                      </a:rPr>
                      <a:t>课中讲解</a:t>
                    </a:r>
                  </a:p>
                </p:txBody>
              </p:sp>
            </p:grpSp>
            <p:grpSp>
              <p:nvGrpSpPr>
                <p:cNvPr id="113" name="组合 112"/>
                <p:cNvGrpSpPr/>
                <p:nvPr/>
              </p:nvGrpSpPr>
              <p:grpSpPr>
                <a:xfrm>
                  <a:off x="5809899" y="4141938"/>
                  <a:ext cx="1229997" cy="372912"/>
                  <a:chOff x="5039812" y="5049994"/>
                  <a:chExt cx="2081380" cy="372912"/>
                </a:xfrm>
              </p:grpSpPr>
              <p:sp>
                <p:nvSpPr>
                  <p:cNvPr id="114" name="矩形: 圆角 113"/>
                  <p:cNvSpPr/>
                  <p:nvPr/>
                </p:nvSpPr>
                <p:spPr>
                  <a:xfrm>
                    <a:off x="5039812" y="5049994"/>
                    <a:ext cx="2081380" cy="372912"/>
                  </a:xfrm>
                  <a:prstGeom prst="roundRect">
                    <a:avLst>
                      <a:gd name="adj" fmla="val 0"/>
                    </a:avLst>
                  </a:prstGeom>
                  <a:solidFill>
                    <a:schemeClr val="accent2">
                      <a:lumMod val="781"/>
                      <a:lumOff val="99219"/>
                    </a:schemeClr>
                  </a:solidFill>
                  <a:ln w="6350" cap="flat" cmpd="sng" algn="ctr">
                    <a:solidFill>
                      <a:schemeClr val="accent1"/>
                    </a:solidFill>
                    <a:prstDash val="solid"/>
                    <a:miter lim="800000"/>
                    <a:headEnd type="none" w="med" len="med"/>
                    <a:tailEnd type="none" w="med" len="med"/>
                  </a:ln>
                  <a:effectLst/>
                  <a:scene3d>
                    <a:camera prst="orthographicFront"/>
                    <a:lightRig rig="contrasting" dir="t"/>
                  </a:scene3d>
                  <a:sp3d>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488" tIns="41244" rIns="82488" bIns="41244" rtlCol="0" anchor="ctr">
                    <a:sp3d>
                      <a:bevelT w="0" h="0"/>
                      <a:bevelB w="0" h="0"/>
                    </a:sp3d>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solidFill>
                        <a:prstClr val="white"/>
                      </a:solidFill>
                      <a:latin typeface="思源黑体 CN Medium" panose="020B0600000000000000" pitchFamily="34" charset="-122"/>
                      <a:ea typeface="思源黑体 CN Bold" panose="020B0800000000000000" pitchFamily="34" charset="-122"/>
                      <a:cs typeface="+mn-ea"/>
                    </a:endParaRPr>
                  </a:p>
                </p:txBody>
              </p:sp>
              <p:sp>
                <p:nvSpPr>
                  <p:cNvPr id="115" name="文本框 326"/>
                  <p:cNvSpPr txBox="1"/>
                  <p:nvPr/>
                </p:nvSpPr>
                <p:spPr>
                  <a:xfrm>
                    <a:off x="5181931" y="5097951"/>
                    <a:ext cx="1797141" cy="276999"/>
                  </a:xfrm>
                  <a:prstGeom prst="rect">
                    <a:avLst/>
                  </a:prstGeom>
                  <a:noFill/>
                  <a:effectLst/>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a:latin typeface="思源黑体 CN Medium" panose="020B0600000000000000" pitchFamily="34" charset="-122"/>
                        <a:ea typeface="思源黑体 CN Medium" panose="020B0600000000000000" pitchFamily="34" charset="-122"/>
                        <a:cs typeface="思源黑体 CN Medium" panose="020B0600000000000000" pitchFamily="34" charset="-122"/>
                      </a:rPr>
                      <a:t>课中讲解</a:t>
                    </a:r>
                  </a:p>
                </p:txBody>
              </p:sp>
            </p:grpSp>
            <p:grpSp>
              <p:nvGrpSpPr>
                <p:cNvPr id="116" name="组合 115"/>
                <p:cNvGrpSpPr/>
                <p:nvPr/>
              </p:nvGrpSpPr>
              <p:grpSpPr>
                <a:xfrm>
                  <a:off x="7164138" y="4141938"/>
                  <a:ext cx="1229997" cy="372912"/>
                  <a:chOff x="5039812" y="5049994"/>
                  <a:chExt cx="2081380" cy="372912"/>
                </a:xfrm>
              </p:grpSpPr>
              <p:sp>
                <p:nvSpPr>
                  <p:cNvPr id="117" name="矩形: 圆角 116"/>
                  <p:cNvSpPr/>
                  <p:nvPr/>
                </p:nvSpPr>
                <p:spPr>
                  <a:xfrm>
                    <a:off x="5039812" y="5049994"/>
                    <a:ext cx="2081380" cy="372912"/>
                  </a:xfrm>
                  <a:prstGeom prst="roundRect">
                    <a:avLst>
                      <a:gd name="adj" fmla="val 0"/>
                    </a:avLst>
                  </a:prstGeom>
                  <a:solidFill>
                    <a:schemeClr val="accent2">
                      <a:lumMod val="781"/>
                      <a:lumOff val="99219"/>
                    </a:schemeClr>
                  </a:solidFill>
                  <a:ln w="6350" cap="flat" cmpd="sng" algn="ctr">
                    <a:solidFill>
                      <a:schemeClr val="accent1"/>
                    </a:solidFill>
                    <a:prstDash val="solid"/>
                    <a:miter lim="800000"/>
                    <a:headEnd type="none" w="med" len="med"/>
                    <a:tailEnd type="none" w="med" len="med"/>
                  </a:ln>
                  <a:effectLst/>
                  <a:scene3d>
                    <a:camera prst="orthographicFront"/>
                    <a:lightRig rig="contrasting" dir="t"/>
                  </a:scene3d>
                  <a:sp3d>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488" tIns="41244" rIns="82488" bIns="41244" rtlCol="0" anchor="ctr">
                    <a:sp3d>
                      <a:bevelT w="0" h="0"/>
                      <a:bevelB w="0" h="0"/>
                    </a:sp3d>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solidFill>
                        <a:prstClr val="white"/>
                      </a:solidFill>
                      <a:latin typeface="思源黑体 CN Medium" panose="020B0600000000000000" pitchFamily="34" charset="-122"/>
                      <a:ea typeface="思源黑体 CN Bold" panose="020B0800000000000000" pitchFamily="34" charset="-122"/>
                      <a:cs typeface="+mn-ea"/>
                    </a:endParaRPr>
                  </a:p>
                </p:txBody>
              </p:sp>
              <p:sp>
                <p:nvSpPr>
                  <p:cNvPr id="118" name="文本框 326"/>
                  <p:cNvSpPr txBox="1"/>
                  <p:nvPr/>
                </p:nvSpPr>
                <p:spPr>
                  <a:xfrm>
                    <a:off x="5181931" y="5097951"/>
                    <a:ext cx="1797141" cy="276999"/>
                  </a:xfrm>
                  <a:prstGeom prst="rect">
                    <a:avLst/>
                  </a:prstGeom>
                  <a:noFill/>
                  <a:effectLst/>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a:latin typeface="思源黑体 CN Medium" panose="020B0600000000000000" pitchFamily="34" charset="-122"/>
                        <a:ea typeface="思源黑体 CN Medium" panose="020B0600000000000000" pitchFamily="34" charset="-122"/>
                        <a:cs typeface="思源黑体 CN Medium" panose="020B0600000000000000" pitchFamily="34" charset="-122"/>
                      </a:rPr>
                      <a:t>课中讲解</a:t>
                    </a:r>
                  </a:p>
                </p:txBody>
              </p:sp>
            </p:grpSp>
            <p:grpSp>
              <p:nvGrpSpPr>
                <p:cNvPr id="121" name="组合 120"/>
                <p:cNvGrpSpPr/>
                <p:nvPr/>
              </p:nvGrpSpPr>
              <p:grpSpPr>
                <a:xfrm>
                  <a:off x="5397325" y="3611849"/>
                  <a:ext cx="2084225" cy="395940"/>
                  <a:chOff x="2321423" y="4135525"/>
                  <a:chExt cx="2084225" cy="512011"/>
                </a:xfrm>
              </p:grpSpPr>
              <p:sp>
                <p:nvSpPr>
                  <p:cNvPr id="119" name="矩形: 圆角 118"/>
                  <p:cNvSpPr/>
                  <p:nvPr>
                    <p:custDataLst>
                      <p:tags r:id="rId4"/>
                    </p:custDataLst>
                  </p:nvPr>
                </p:nvSpPr>
                <p:spPr>
                  <a:xfrm>
                    <a:off x="2321423" y="4135525"/>
                    <a:ext cx="2084225" cy="512011"/>
                  </a:xfrm>
                  <a:prstGeom prst="roundRect">
                    <a:avLst>
                      <a:gd name="adj" fmla="val 0"/>
                    </a:avLst>
                  </a:prstGeom>
                  <a:solidFill>
                    <a:schemeClr val="accent3"/>
                  </a:solidFill>
                  <a:ln w="12700" cap="flat" cmpd="sng" algn="ctr">
                    <a:noFill/>
                    <a:prstDash val="solid"/>
                    <a:miter lim="800000"/>
                  </a:ln>
                  <a:effectLst/>
                </p:spPr>
                <p:txBody>
                  <a:bodyPr lIns="124678" tIns="62339" rIns="124678" bIns="62339"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635" b="0" i="0" u="none" strike="noStrike" kern="0" cap="none" spc="0" normalizeH="0" baseline="0" noProof="0" dirty="0">
                      <a:ln>
                        <a:noFill/>
                      </a:ln>
                      <a:solidFill>
                        <a:srgbClr val="FFFFFF"/>
                      </a:solidFill>
                      <a:effectLst>
                        <a:outerShdw blurRad="51949" dist="51949" dir="2700004" algn="tl">
                          <a:srgbClr val="000000">
                            <a:alpha val="43137"/>
                          </a:srgbClr>
                        </a:outerShdw>
                      </a:effectLst>
                      <a:uLnTx/>
                      <a:uFillTx/>
                      <a:latin typeface="+mj-ea"/>
                      <a:ea typeface="+mj-ea"/>
                      <a:cs typeface="+mn-ea"/>
                      <a:sym typeface="+mn-lt"/>
                    </a:endParaRPr>
                  </a:p>
                </p:txBody>
              </p:sp>
              <p:sp>
                <p:nvSpPr>
                  <p:cNvPr id="120" name="文本框 182"/>
                  <p:cNvSpPr txBox="1"/>
                  <p:nvPr/>
                </p:nvSpPr>
                <p:spPr>
                  <a:xfrm>
                    <a:off x="2440207" y="4212430"/>
                    <a:ext cx="1846659" cy="358202"/>
                  </a:xfrm>
                  <a:prstGeom prst="rect">
                    <a:avLst/>
                  </a:prstGeom>
                  <a:noFill/>
                  <a:effectLst/>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创设实际生产情境</a:t>
                    </a:r>
                  </a:p>
                </p:txBody>
              </p:sp>
            </p:grpSp>
            <p:cxnSp>
              <p:nvCxnSpPr>
                <p:cNvPr id="124" name="连接符: 肘形 123"/>
                <p:cNvCxnSpPr/>
                <p:nvPr/>
              </p:nvCxnSpPr>
              <p:spPr>
                <a:xfrm rot="5400000" flipH="1" flipV="1">
                  <a:off x="5061740" y="3818738"/>
                  <a:ext cx="325757" cy="307919"/>
                </a:xfrm>
                <a:prstGeom prst="bentConnector2">
                  <a:avLst/>
                </a:prstGeom>
                <a:ln w="19050">
                  <a:solidFill>
                    <a:schemeClr val="accent2"/>
                  </a:solidFill>
                  <a:headEnd type="none" w="lg" len="med"/>
                  <a:tailEnd type="triangle" w="lg" len="med"/>
                </a:ln>
              </p:spPr>
              <p:style>
                <a:lnRef idx="2">
                  <a:schemeClr val="accent1"/>
                </a:lnRef>
                <a:fillRef idx="0">
                  <a:schemeClr val="accent1"/>
                </a:fillRef>
                <a:effectRef idx="1">
                  <a:schemeClr val="accent1"/>
                </a:effectRef>
                <a:fontRef idx="minor">
                  <a:schemeClr val="tx1"/>
                </a:fontRef>
              </p:style>
            </p:cxnSp>
            <p:cxnSp>
              <p:nvCxnSpPr>
                <p:cNvPr id="125" name="连接符: 肘形 124"/>
                <p:cNvCxnSpPr/>
                <p:nvPr/>
              </p:nvCxnSpPr>
              <p:spPr>
                <a:xfrm rot="16200000" flipV="1">
                  <a:off x="7491378" y="3818738"/>
                  <a:ext cx="325757" cy="307919"/>
                </a:xfrm>
                <a:prstGeom prst="bentConnector2">
                  <a:avLst/>
                </a:prstGeom>
                <a:ln w="19050">
                  <a:solidFill>
                    <a:schemeClr val="accent2"/>
                  </a:solidFill>
                  <a:headEnd type="none" w="lg" len="med"/>
                  <a:tailEnd type="triangle" w="lg" len="med"/>
                </a:ln>
              </p:spPr>
              <p:style>
                <a:lnRef idx="2">
                  <a:schemeClr val="accent1"/>
                </a:lnRef>
                <a:fillRef idx="0">
                  <a:schemeClr val="accent1"/>
                </a:fillRef>
                <a:effectRef idx="1">
                  <a:schemeClr val="accent1"/>
                </a:effectRef>
                <a:fontRef idx="minor">
                  <a:schemeClr val="tx1"/>
                </a:fontRef>
              </p:style>
            </p:cxnSp>
          </p:grpSp>
        </p:grpSp>
        <p:grpSp>
          <p:nvGrpSpPr>
            <p:cNvPr id="196" name="组合 195"/>
            <p:cNvGrpSpPr/>
            <p:nvPr/>
          </p:nvGrpSpPr>
          <p:grpSpPr>
            <a:xfrm>
              <a:off x="1302492" y="1089253"/>
              <a:ext cx="2794659" cy="2908289"/>
              <a:chOff x="1302491" y="981137"/>
              <a:chExt cx="2794659" cy="2908289"/>
            </a:xfrm>
          </p:grpSpPr>
          <p:grpSp>
            <p:nvGrpSpPr>
              <p:cNvPr id="86" name="组合 85"/>
              <p:cNvGrpSpPr/>
              <p:nvPr/>
            </p:nvGrpSpPr>
            <p:grpSpPr>
              <a:xfrm>
                <a:off x="1307918" y="981137"/>
                <a:ext cx="2783804" cy="1102360"/>
                <a:chOff x="1443724" y="1705037"/>
                <a:chExt cx="2949199" cy="1102360"/>
              </a:xfrm>
            </p:grpSpPr>
            <p:sp>
              <p:nvSpPr>
                <p:cNvPr id="11" name="矩形 10"/>
                <p:cNvSpPr/>
                <p:nvPr/>
              </p:nvSpPr>
              <p:spPr>
                <a:xfrm>
                  <a:off x="1443724" y="1705037"/>
                  <a:ext cx="2949199" cy="1102360"/>
                </a:xfrm>
                <a:prstGeom prst="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1" name="组合 20"/>
                <p:cNvGrpSpPr/>
                <p:nvPr/>
              </p:nvGrpSpPr>
              <p:grpSpPr>
                <a:xfrm>
                  <a:off x="1443724" y="1741982"/>
                  <a:ext cx="2949199" cy="1024149"/>
                  <a:chOff x="1114859" y="1799677"/>
                  <a:chExt cx="2949199" cy="1024149"/>
                </a:xfrm>
              </p:grpSpPr>
              <p:sp>
                <p:nvSpPr>
                  <p:cNvPr id="19" name="文本框 18"/>
                  <p:cNvSpPr txBox="1"/>
                  <p:nvPr/>
                </p:nvSpPr>
                <p:spPr>
                  <a:xfrm>
                    <a:off x="1342849" y="1799677"/>
                    <a:ext cx="2493219" cy="477247"/>
                  </a:xfrm>
                  <a:prstGeom prst="rect">
                    <a:avLst/>
                  </a:prstGeom>
                  <a:noFill/>
                </p:spPr>
                <p:txBody>
                  <a:bodyPr wrap="square">
                    <a:spAutoFit/>
                  </a:bodyPr>
                  <a:lstStyle/>
                  <a:p>
                    <a:pPr algn="ctr">
                      <a:lnSpc>
                        <a:spcPct val="110000"/>
                      </a:lnSpc>
                    </a:pPr>
                    <a:r>
                      <a:rPr lang="zh-CN" altLang="en-US" sz="2400">
                        <a:solidFill>
                          <a:schemeClr val="accent1"/>
                        </a:solidFill>
                        <a:latin typeface="思源黑体 CN Bold" panose="020B0800000000000000" pitchFamily="34" charset="-122"/>
                        <a:ea typeface="思源黑体 CN Bold" panose="020B0800000000000000" pitchFamily="34" charset="-122"/>
                      </a:rPr>
                      <a:t>教师教学能力</a:t>
                    </a:r>
                  </a:p>
                </p:txBody>
              </p:sp>
              <p:sp>
                <p:nvSpPr>
                  <p:cNvPr id="20" name="文本框 19"/>
                  <p:cNvSpPr txBox="1"/>
                  <p:nvPr>
                    <p:custDataLst>
                      <p:tags r:id="rId3"/>
                    </p:custDataLst>
                  </p:nvPr>
                </p:nvSpPr>
                <p:spPr>
                  <a:xfrm>
                    <a:off x="1114859" y="2234434"/>
                    <a:ext cx="2949199" cy="589392"/>
                  </a:xfrm>
                  <a:prstGeom prst="rect">
                    <a:avLst/>
                  </a:prstGeom>
                  <a:noFill/>
                  <a:effectLst/>
                </p:spPr>
                <p:txBody>
                  <a:bodyPr wrap="square" lIns="96012" tIns="48006" rIns="96012" bIns="48006">
                    <a:spAutoFit/>
                  </a:bodyPr>
                  <a:lstStyle/>
                  <a:p>
                    <a:pPr algn="ct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使用</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两难情境决策天平工具，实时调节讨论深度</a:t>
                    </a:r>
                    <a:endParaRPr lang="zh-CN" altLang="en-US" sz="1600" spc="120" dirty="0">
                      <a:latin typeface="思源黑体 CN Medium" panose="020B0600000000000000" pitchFamily="34" charset="-122"/>
                      <a:ea typeface="思源黑体 CN Medium" panose="020B0600000000000000" pitchFamily="34" charset="-122"/>
                      <a:cs typeface="OPPOSans L" panose="00020600040101010101" pitchFamily="18" charset="-122"/>
                    </a:endParaRPr>
                  </a:p>
                </p:txBody>
              </p:sp>
            </p:grpSp>
          </p:grpSp>
          <p:grpSp>
            <p:nvGrpSpPr>
              <p:cNvPr id="52" name="组合 51"/>
              <p:cNvGrpSpPr/>
              <p:nvPr/>
            </p:nvGrpSpPr>
            <p:grpSpPr>
              <a:xfrm>
                <a:off x="1302491" y="2269412"/>
                <a:ext cx="2794659" cy="1620014"/>
                <a:chOff x="1269399" y="2993312"/>
                <a:chExt cx="3199880" cy="1620014"/>
              </a:xfrm>
            </p:grpSpPr>
            <p:grpSp>
              <p:nvGrpSpPr>
                <p:cNvPr id="46" name="组合 45"/>
                <p:cNvGrpSpPr/>
                <p:nvPr/>
              </p:nvGrpSpPr>
              <p:grpSpPr>
                <a:xfrm>
                  <a:off x="1269399" y="2993312"/>
                  <a:ext cx="3199880" cy="1620014"/>
                  <a:chOff x="1269399" y="2993312"/>
                  <a:chExt cx="3199880" cy="1620014"/>
                </a:xfrm>
              </p:grpSpPr>
              <p:sp>
                <p:nvSpPr>
                  <p:cNvPr id="40" name="矩形 39"/>
                  <p:cNvSpPr/>
                  <p:nvPr/>
                </p:nvSpPr>
                <p:spPr>
                  <a:xfrm>
                    <a:off x="1269399" y="2993312"/>
                    <a:ext cx="3199880" cy="1620014"/>
                  </a:xfrm>
                  <a:prstGeom prst="rect">
                    <a:avLst/>
                  </a:prstGeom>
                  <a:solidFill>
                    <a:schemeClr val="bg1"/>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5" name="矩形: 对角圆角 44"/>
                  <p:cNvSpPr/>
                  <p:nvPr/>
                </p:nvSpPr>
                <p:spPr>
                  <a:xfrm>
                    <a:off x="1377428" y="3080868"/>
                    <a:ext cx="2961904" cy="446557"/>
                  </a:xfrm>
                  <a:prstGeom prst="round2DiagRect">
                    <a:avLst>
                      <a:gd name="adj1" fmla="val 0"/>
                      <a:gd name="adj2" fmla="val 0"/>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教师发展监测</a:t>
                    </a:r>
                    <a:endParaRPr lang="zh-CN" altLang="en-US" sz="20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grpSp>
            <p:grpSp>
              <p:nvGrpSpPr>
                <p:cNvPr id="51" name="组合 50"/>
                <p:cNvGrpSpPr/>
                <p:nvPr/>
              </p:nvGrpSpPr>
              <p:grpSpPr>
                <a:xfrm>
                  <a:off x="1387372" y="3614981"/>
                  <a:ext cx="2963935" cy="899869"/>
                  <a:chOff x="1377428" y="3614981"/>
                  <a:chExt cx="2963935" cy="899869"/>
                </a:xfrm>
              </p:grpSpPr>
              <p:sp>
                <p:nvSpPr>
                  <p:cNvPr id="47" name="矩形 46"/>
                  <p:cNvSpPr/>
                  <p:nvPr/>
                </p:nvSpPr>
                <p:spPr>
                  <a:xfrm>
                    <a:off x="1377428" y="3614981"/>
                    <a:ext cx="1432447" cy="899869"/>
                  </a:xfrm>
                  <a:prstGeom prst="rect">
                    <a:avLst/>
                  </a:prstGeom>
                  <a:solidFill>
                    <a:schemeClr val="accent2">
                      <a:lumMod val="20000"/>
                      <a:lumOff val="80000"/>
                      <a:alpha val="16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48" name="矩形 47"/>
                  <p:cNvSpPr/>
                  <p:nvPr/>
                </p:nvSpPr>
                <p:spPr>
                  <a:xfrm>
                    <a:off x="2908916" y="3614981"/>
                    <a:ext cx="1432447" cy="899869"/>
                  </a:xfrm>
                  <a:prstGeom prst="rect">
                    <a:avLst/>
                  </a:prstGeom>
                  <a:solidFill>
                    <a:schemeClr val="accent2">
                      <a:lumMod val="20000"/>
                      <a:lumOff val="80000"/>
                      <a:alpha val="16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49" name="文本框 48"/>
                  <p:cNvSpPr txBox="1"/>
                  <p:nvPr>
                    <p:custDataLst>
                      <p:tags r:id="rId1"/>
                    </p:custDataLst>
                  </p:nvPr>
                </p:nvSpPr>
                <p:spPr>
                  <a:xfrm>
                    <a:off x="1377428" y="3667210"/>
                    <a:ext cx="1432447" cy="795411"/>
                  </a:xfrm>
                  <a:prstGeom prst="rect">
                    <a:avLst/>
                  </a:prstGeom>
                  <a:noFill/>
                  <a:effectLst/>
                </p:spPr>
                <p:txBody>
                  <a:bodyPr wrap="square" lIns="96012" tIns="48006" rIns="96012" bIns="48006">
                    <a:spAutoFit/>
                  </a:bodyPr>
                  <a:lstStyle/>
                  <a:p>
                    <a:pPr algn="ctr">
                      <a:lnSpc>
                        <a:spcPct val="110000"/>
                      </a:lnSpc>
                    </a:pP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初中生定制</a:t>
                    </a:r>
                    <a:r>
                      <a:rPr lang="en-US" altLang="zh-CN" sz="1400" spc="120">
                        <a:latin typeface="思源黑体 CN Bold" panose="020B0800000000000000" pitchFamily="34" charset="-122"/>
                        <a:ea typeface="思源黑体 CN Bold" panose="020B0800000000000000" pitchFamily="34" charset="-122"/>
                        <a:cs typeface="OPPOSans L" panose="00020600040101010101" pitchFamily="18" charset="-122"/>
                      </a:rPr>
                      <a:t>"</a:t>
                    </a: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法治决策天平</a:t>
                    </a:r>
                    <a:r>
                      <a:rPr lang="en-US" altLang="zh-CN" sz="1400" spc="120">
                        <a:latin typeface="思源黑体 CN Bold" panose="020B0800000000000000" pitchFamily="34" charset="-122"/>
                        <a:ea typeface="思源黑体 CN Bold" panose="020B0800000000000000" pitchFamily="34" charset="-122"/>
                        <a:cs typeface="OPPOSans L" panose="00020600040101010101" pitchFamily="18" charset="-122"/>
                      </a:rPr>
                      <a:t>"</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50" name="文本框 49"/>
                  <p:cNvSpPr txBox="1"/>
                  <p:nvPr>
                    <p:custDataLst>
                      <p:tags r:id="rId2"/>
                    </p:custDataLst>
                  </p:nvPr>
                </p:nvSpPr>
                <p:spPr>
                  <a:xfrm>
                    <a:off x="2906885" y="3667210"/>
                    <a:ext cx="1432447" cy="795411"/>
                  </a:xfrm>
                  <a:prstGeom prst="rect">
                    <a:avLst/>
                  </a:prstGeom>
                  <a:noFill/>
                  <a:effectLst/>
                </p:spPr>
                <p:txBody>
                  <a:bodyPr wrap="square" lIns="96012" tIns="48006" rIns="96012" bIns="48006">
                    <a:spAutoFit/>
                  </a:bodyPr>
                  <a:lstStyle/>
                  <a:p>
                    <a:pPr algn="ctr">
                      <a:lnSpc>
                        <a:spcPct val="110000"/>
                      </a:lnSpc>
                    </a:pP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法律概念转化为生活规则体验</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grpSp>
          </p:grpSp>
        </p:grpSp>
        <p:sp>
          <p:nvSpPr>
            <p:cNvPr id="201" name="等腰三角形 200"/>
            <p:cNvSpPr/>
            <p:nvPr/>
          </p:nvSpPr>
          <p:spPr>
            <a:xfrm rot="5400000">
              <a:off x="7642769" y="1296408"/>
              <a:ext cx="1179844" cy="688055"/>
            </a:xfrm>
            <a:prstGeom prst="triangle">
              <a:avLst/>
            </a:prstGeom>
            <a:gradFill>
              <a:gsLst>
                <a:gs pos="77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202" name="等腰三角形 201"/>
            <p:cNvSpPr/>
            <p:nvPr/>
          </p:nvSpPr>
          <p:spPr>
            <a:xfrm rot="5400000">
              <a:off x="3746449" y="1296409"/>
              <a:ext cx="1179844" cy="688055"/>
            </a:xfrm>
            <a:prstGeom prst="triangle">
              <a:avLst/>
            </a:prstGeom>
            <a:gradFill>
              <a:gsLst>
                <a:gs pos="77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205" name="组合 204"/>
          <p:cNvGrpSpPr/>
          <p:nvPr/>
        </p:nvGrpSpPr>
        <p:grpSpPr>
          <a:xfrm>
            <a:off x="479425" y="363484"/>
            <a:ext cx="11269663" cy="556754"/>
            <a:chOff x="479425" y="341450"/>
            <a:chExt cx="11269663" cy="556754"/>
          </a:xfrm>
        </p:grpSpPr>
        <p:sp>
          <p:nvSpPr>
            <p:cNvPr id="203" name="矩形 202"/>
            <p:cNvSpPr/>
            <p:nvPr/>
          </p:nvSpPr>
          <p:spPr>
            <a:xfrm rot="5400000">
              <a:off x="5835880" y="-5015005"/>
              <a:ext cx="556754" cy="112696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4" name="文本框 203"/>
            <p:cNvSpPr txBox="1"/>
            <p:nvPr/>
          </p:nvSpPr>
          <p:spPr>
            <a:xfrm>
              <a:off x="869244" y="388994"/>
              <a:ext cx="10453512" cy="461665"/>
            </a:xfrm>
            <a:prstGeom prst="rect">
              <a:avLst/>
            </a:prstGeom>
            <a:noFill/>
          </p:spPr>
          <p:txBody>
            <a:bodyPr wrap="square">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教师教学能力进阶为引擎，以学生素养结构化发展为轴心</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
                                        </p:tgtEl>
                                        <p:attrNameLst>
                                          <p:attrName>style.visibility</p:attrName>
                                        </p:attrNameLst>
                                      </p:cBhvr>
                                      <p:to>
                                        <p:strVal val="visible"/>
                                      </p:to>
                                    </p:set>
                                    <p:animEffect transition="in" filter="fade">
                                      <p:cBhvr>
                                        <p:cTn id="7" dur="500"/>
                                        <p:tgtEl>
                                          <p:spTgt spid="20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组合 251"/>
          <p:cNvGrpSpPr/>
          <p:nvPr/>
        </p:nvGrpSpPr>
        <p:grpSpPr>
          <a:xfrm>
            <a:off x="660400" y="1088497"/>
            <a:ext cx="10871201" cy="5342552"/>
            <a:chOff x="660400" y="1088497"/>
            <a:chExt cx="10871201" cy="5342552"/>
          </a:xfrm>
        </p:grpSpPr>
        <p:grpSp>
          <p:nvGrpSpPr>
            <p:cNvPr id="204" name="组合 203"/>
            <p:cNvGrpSpPr/>
            <p:nvPr/>
          </p:nvGrpSpPr>
          <p:grpSpPr>
            <a:xfrm>
              <a:off x="660400" y="1088497"/>
              <a:ext cx="10871201" cy="2569029"/>
              <a:chOff x="660400" y="1030386"/>
              <a:chExt cx="10871201" cy="2569029"/>
            </a:xfrm>
          </p:grpSpPr>
          <p:sp>
            <p:nvSpPr>
              <p:cNvPr id="87" name="矩形 86"/>
              <p:cNvSpPr/>
              <p:nvPr/>
            </p:nvSpPr>
            <p:spPr>
              <a:xfrm>
                <a:off x="660400" y="1030386"/>
                <a:ext cx="5288708" cy="2569029"/>
              </a:xfrm>
              <a:prstGeom prst="rect">
                <a:avLst/>
              </a:prstGeom>
              <a:solidFill>
                <a:schemeClr val="accent2">
                  <a:lumMod val="20000"/>
                  <a:lumOff val="80000"/>
                  <a:alpha val="20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a:off x="6242893" y="1030386"/>
                <a:ext cx="5288708" cy="2569029"/>
              </a:xfrm>
              <a:prstGeom prst="rect">
                <a:avLst/>
              </a:prstGeom>
              <a:solidFill>
                <a:schemeClr val="accent2">
                  <a:lumMod val="20000"/>
                  <a:lumOff val="80000"/>
                  <a:alpha val="20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对角圆角 91"/>
              <p:cNvSpPr/>
              <p:nvPr/>
            </p:nvSpPr>
            <p:spPr>
              <a:xfrm>
                <a:off x="789596" y="1131948"/>
                <a:ext cx="3181513" cy="513624"/>
              </a:xfrm>
              <a:prstGeom prst="round2Diag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4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教师能力发展</a:t>
                </a:r>
                <a:endParaRPr lang="zh-CN" altLang="en-US" sz="24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grpSp>
            <p:nvGrpSpPr>
              <p:cNvPr id="201" name="组合 200"/>
              <p:cNvGrpSpPr/>
              <p:nvPr/>
            </p:nvGrpSpPr>
            <p:grpSpPr>
              <a:xfrm>
                <a:off x="785438" y="1780193"/>
                <a:ext cx="3187963" cy="1662433"/>
                <a:chOff x="785438" y="1780193"/>
                <a:chExt cx="3187963" cy="1662433"/>
              </a:xfrm>
            </p:grpSpPr>
            <p:sp>
              <p:nvSpPr>
                <p:cNvPr id="115" name="矩形 114"/>
                <p:cNvSpPr/>
                <p:nvPr/>
              </p:nvSpPr>
              <p:spPr>
                <a:xfrm>
                  <a:off x="785439" y="1780193"/>
                  <a:ext cx="3187962" cy="776574"/>
                </a:xfrm>
                <a:prstGeom prst="rect">
                  <a:avLst/>
                </a:prstGeom>
                <a:solidFill>
                  <a:schemeClr val="bg1">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6" name="文本框 115"/>
                <p:cNvSpPr txBox="1"/>
                <p:nvPr/>
              </p:nvSpPr>
              <p:spPr>
                <a:xfrm>
                  <a:off x="853712" y="1814537"/>
                  <a:ext cx="3051416" cy="707886"/>
                </a:xfrm>
                <a:prstGeom prst="rect">
                  <a:avLst/>
                </a:prstGeom>
                <a:noFill/>
              </p:spPr>
              <p:txBody>
                <a:bodyPr wrap="square">
                  <a:spAutoFit/>
                </a:bodyPr>
                <a:lstStyle/>
                <a:p>
                  <a:pPr algn="ctr"/>
                  <a:r>
                    <a:rPr lang="zh-CN" altLang="en-US" sz="2000">
                      <a:latin typeface="思源黑体 CN Medium" panose="020B0600000000000000" pitchFamily="34" charset="-122"/>
                      <a:ea typeface="思源黑体 CN Medium" panose="020B0600000000000000" pitchFamily="34" charset="-122"/>
                    </a:rPr>
                    <a:t>帮助教师明确议题式教学实施原则并掌握操作路径</a:t>
                  </a:r>
                </a:p>
              </p:txBody>
            </p:sp>
            <p:grpSp>
              <p:nvGrpSpPr>
                <p:cNvPr id="127" name="组合 126"/>
                <p:cNvGrpSpPr/>
                <p:nvPr/>
              </p:nvGrpSpPr>
              <p:grpSpPr>
                <a:xfrm>
                  <a:off x="785438" y="2666052"/>
                  <a:ext cx="3185671" cy="776574"/>
                  <a:chOff x="835889" y="1430310"/>
                  <a:chExt cx="3185671" cy="956989"/>
                </a:xfrm>
              </p:grpSpPr>
              <p:sp>
                <p:nvSpPr>
                  <p:cNvPr id="128" name="矩形 127"/>
                  <p:cNvSpPr/>
                  <p:nvPr/>
                </p:nvSpPr>
                <p:spPr>
                  <a:xfrm>
                    <a:off x="835889" y="1430310"/>
                    <a:ext cx="3185671" cy="956989"/>
                  </a:xfrm>
                  <a:prstGeom prst="rect">
                    <a:avLst/>
                  </a:prstGeom>
                  <a:solidFill>
                    <a:schemeClr val="accent1">
                      <a:lumMod val="20000"/>
                      <a:lumOff val="80000"/>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29" name="文本框 128"/>
                  <p:cNvSpPr txBox="1"/>
                  <p:nvPr/>
                </p:nvSpPr>
                <p:spPr>
                  <a:xfrm>
                    <a:off x="892259" y="1472633"/>
                    <a:ext cx="3072930" cy="872343"/>
                  </a:xfrm>
                  <a:prstGeom prst="rect">
                    <a:avLst/>
                  </a:prstGeom>
                  <a:noFill/>
                </p:spPr>
                <p:txBody>
                  <a:bodyPr wrap="square">
                    <a:spAutoFit/>
                  </a:bodyPr>
                  <a:lstStyle/>
                  <a:p>
                    <a:pPr algn="ctr"/>
                    <a:r>
                      <a:rPr lang="zh-CN" altLang="en-US" sz="2000">
                        <a:latin typeface="思源黑体 CN Medium" panose="020B0600000000000000" pitchFamily="34" charset="-122"/>
                        <a:ea typeface="思源黑体 CN Medium" panose="020B0600000000000000" pitchFamily="34" charset="-122"/>
                      </a:rPr>
                      <a:t>通过研究议题内容指向命制特点及评价方式</a:t>
                    </a:r>
                    <a:endParaRPr lang="zh-CN" altLang="en-US" sz="2000" dirty="0">
                      <a:latin typeface="思源黑体 CN Medium" panose="020B0600000000000000" pitchFamily="34" charset="-122"/>
                      <a:ea typeface="思源黑体 CN Medium" panose="020B0600000000000000" pitchFamily="34" charset="-122"/>
                    </a:endParaRPr>
                  </a:p>
                </p:txBody>
              </p:sp>
            </p:grpSp>
          </p:grpSp>
          <p:sp>
            <p:nvSpPr>
              <p:cNvPr id="132" name="矩形: 对角圆角 131"/>
              <p:cNvSpPr/>
              <p:nvPr/>
            </p:nvSpPr>
            <p:spPr>
              <a:xfrm flipH="1">
                <a:off x="8252118" y="1135969"/>
                <a:ext cx="3150286" cy="513624"/>
              </a:xfrm>
              <a:prstGeom prst="round2Diag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4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论</a:t>
                </a:r>
                <a:r>
                  <a:rPr lang="zh-CN" altLang="en-US" sz="24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课综合实践</a:t>
                </a:r>
              </a:p>
            </p:txBody>
          </p:sp>
          <p:grpSp>
            <p:nvGrpSpPr>
              <p:cNvPr id="148" name="组合 147"/>
              <p:cNvGrpSpPr/>
              <p:nvPr/>
            </p:nvGrpSpPr>
            <p:grpSpPr>
              <a:xfrm>
                <a:off x="8252119" y="1780192"/>
                <a:ext cx="3150287" cy="1662433"/>
                <a:chOff x="8252119" y="1442720"/>
                <a:chExt cx="3150287" cy="1662433"/>
              </a:xfrm>
            </p:grpSpPr>
            <p:sp>
              <p:nvSpPr>
                <p:cNvPr id="142" name="矩形 141"/>
                <p:cNvSpPr/>
                <p:nvPr/>
              </p:nvSpPr>
              <p:spPr>
                <a:xfrm>
                  <a:off x="8252119" y="1442720"/>
                  <a:ext cx="3150287" cy="1662433"/>
                </a:xfrm>
                <a:prstGeom prst="rect">
                  <a:avLst/>
                </a:prstGeom>
                <a:solidFill>
                  <a:schemeClr val="bg1">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43" name="文本框 142"/>
                <p:cNvSpPr txBox="1"/>
                <p:nvPr/>
              </p:nvSpPr>
              <p:spPr>
                <a:xfrm>
                  <a:off x="8331187" y="1519550"/>
                  <a:ext cx="2994038" cy="369332"/>
                </a:xfrm>
                <a:prstGeom prst="rect">
                  <a:avLst/>
                </a:prstGeom>
                <a:noFill/>
              </p:spPr>
              <p:txBody>
                <a:bodyPr wrap="square">
                  <a:spAutoFit/>
                </a:bodyPr>
                <a:lstStyle/>
                <a:p>
                  <a:r>
                    <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rPr>
                    <a:t>1.</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rPr>
                    <a:t>开发经典议题案例库</a:t>
                  </a:r>
                </a:p>
              </p:txBody>
            </p:sp>
            <p:sp>
              <p:nvSpPr>
                <p:cNvPr id="145" name="文本框 144"/>
                <p:cNvSpPr txBox="1"/>
                <p:nvPr/>
              </p:nvSpPr>
              <p:spPr>
                <a:xfrm>
                  <a:off x="8331187" y="1899634"/>
                  <a:ext cx="2994038" cy="369332"/>
                </a:xfrm>
                <a:prstGeom prst="rect">
                  <a:avLst/>
                </a:prstGeom>
                <a:noFill/>
              </p:spPr>
              <p:txBody>
                <a:bodyPr wrap="square">
                  <a:spAutoFit/>
                </a:bodyPr>
                <a:lstStyle/>
                <a:p>
                  <a:r>
                    <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rPr>
                    <a:t>2.</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rPr>
                    <a:t>结合教材的序列化议题</a:t>
                  </a:r>
                </a:p>
              </p:txBody>
            </p:sp>
            <p:sp>
              <p:nvSpPr>
                <p:cNvPr id="146" name="文本框 145"/>
                <p:cNvSpPr txBox="1"/>
                <p:nvPr/>
              </p:nvSpPr>
              <p:spPr>
                <a:xfrm>
                  <a:off x="8331187" y="2659801"/>
                  <a:ext cx="2994038" cy="369332"/>
                </a:xfrm>
                <a:prstGeom prst="rect">
                  <a:avLst/>
                </a:prstGeom>
                <a:noFill/>
              </p:spPr>
              <p:txBody>
                <a:bodyPr wrap="square">
                  <a:spAutoFit/>
                </a:bodyPr>
                <a:lstStyle/>
                <a:p>
                  <a:r>
                    <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rPr>
                    <a:t>4.</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rPr>
                    <a:t>可推广的教学资源</a:t>
                  </a:r>
                </a:p>
              </p:txBody>
            </p:sp>
            <p:sp>
              <p:nvSpPr>
                <p:cNvPr id="147" name="文本框 146"/>
                <p:cNvSpPr txBox="1"/>
                <p:nvPr/>
              </p:nvSpPr>
              <p:spPr>
                <a:xfrm>
                  <a:off x="8331187" y="2279718"/>
                  <a:ext cx="2994038" cy="369332"/>
                </a:xfrm>
                <a:prstGeom prst="rect">
                  <a:avLst/>
                </a:prstGeom>
                <a:noFill/>
              </p:spPr>
              <p:txBody>
                <a:bodyPr wrap="square">
                  <a:spAutoFit/>
                </a:bodyPr>
                <a:lstStyle/>
                <a:p>
                  <a:r>
                    <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rPr>
                    <a:t>3.</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rPr>
                    <a:t>社会热点议题</a:t>
                  </a:r>
                </a:p>
              </p:txBody>
            </p:sp>
          </p:grpSp>
          <p:grpSp>
            <p:nvGrpSpPr>
              <p:cNvPr id="193" name="组合 192"/>
              <p:cNvGrpSpPr/>
              <p:nvPr/>
            </p:nvGrpSpPr>
            <p:grpSpPr>
              <a:xfrm>
                <a:off x="4406961" y="1138846"/>
                <a:ext cx="3378078" cy="725330"/>
                <a:chOff x="4406961" y="774700"/>
                <a:chExt cx="3378078" cy="725330"/>
              </a:xfrm>
            </p:grpSpPr>
            <p:grpSp>
              <p:nvGrpSpPr>
                <p:cNvPr id="189" name="组合 188"/>
                <p:cNvGrpSpPr/>
                <p:nvPr/>
              </p:nvGrpSpPr>
              <p:grpSpPr>
                <a:xfrm>
                  <a:off x="4406961" y="774700"/>
                  <a:ext cx="3378078" cy="725330"/>
                  <a:chOff x="5625977" y="1114573"/>
                  <a:chExt cx="3378078" cy="662608"/>
                </a:xfrm>
              </p:grpSpPr>
              <p:sp>
                <p:nvSpPr>
                  <p:cNvPr id="187" name="箭头: 下 186"/>
                  <p:cNvSpPr/>
                  <p:nvPr/>
                </p:nvSpPr>
                <p:spPr>
                  <a:xfrm rot="5400000" flipH="1">
                    <a:off x="6555635" y="184915"/>
                    <a:ext cx="662608"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188" name="箭头: 下 187"/>
                  <p:cNvSpPr/>
                  <p:nvPr/>
                </p:nvSpPr>
                <p:spPr>
                  <a:xfrm rot="16200000">
                    <a:off x="7411789" y="184915"/>
                    <a:ext cx="662608"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grpSp>
            <p:sp>
              <p:nvSpPr>
                <p:cNvPr id="192" name="文本框 191"/>
                <p:cNvSpPr txBox="1"/>
                <p:nvPr/>
              </p:nvSpPr>
              <p:spPr>
                <a:xfrm>
                  <a:off x="4548524" y="937310"/>
                  <a:ext cx="3094954" cy="400110"/>
                </a:xfrm>
                <a:prstGeom prst="rect">
                  <a:avLst/>
                </a:prstGeom>
                <a:noFill/>
              </p:spPr>
              <p:txBody>
                <a:bodyPr wrap="squar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核心价值观奠定基础</a:t>
                  </a:r>
                </a:p>
              </p:txBody>
            </p:sp>
          </p:grpSp>
        </p:grpSp>
        <p:grpSp>
          <p:nvGrpSpPr>
            <p:cNvPr id="203" name="组合 202"/>
            <p:cNvGrpSpPr/>
            <p:nvPr/>
          </p:nvGrpSpPr>
          <p:grpSpPr>
            <a:xfrm>
              <a:off x="660400" y="3862020"/>
              <a:ext cx="10871201" cy="2569029"/>
              <a:chOff x="660400" y="3862020"/>
              <a:chExt cx="10871201" cy="2569029"/>
            </a:xfrm>
          </p:grpSpPr>
          <p:sp>
            <p:nvSpPr>
              <p:cNvPr id="89" name="矩形 88"/>
              <p:cNvSpPr/>
              <p:nvPr/>
            </p:nvSpPr>
            <p:spPr>
              <a:xfrm>
                <a:off x="660400" y="3862020"/>
                <a:ext cx="5288708" cy="2569029"/>
              </a:xfrm>
              <a:prstGeom prst="rect">
                <a:avLst/>
              </a:prstGeom>
              <a:solidFill>
                <a:schemeClr val="accent2">
                  <a:lumMod val="20000"/>
                  <a:lumOff val="80000"/>
                  <a:alpha val="20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a:off x="6242893" y="3862020"/>
                <a:ext cx="5288708" cy="2569029"/>
              </a:xfrm>
              <a:prstGeom prst="rect">
                <a:avLst/>
              </a:prstGeom>
              <a:solidFill>
                <a:schemeClr val="accent2">
                  <a:lumMod val="20000"/>
                  <a:lumOff val="80000"/>
                  <a:alpha val="20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矩形: 对角圆角 152"/>
              <p:cNvSpPr/>
              <p:nvPr/>
            </p:nvSpPr>
            <p:spPr>
              <a:xfrm>
                <a:off x="789596" y="3991195"/>
                <a:ext cx="3181513" cy="513624"/>
              </a:xfrm>
              <a:prstGeom prst="round2Diag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4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学生素养培育</a:t>
                </a:r>
                <a:endParaRPr lang="zh-CN" altLang="en-US" sz="24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grpSp>
            <p:nvGrpSpPr>
              <p:cNvPr id="167" name="组合 166"/>
              <p:cNvGrpSpPr/>
              <p:nvPr/>
            </p:nvGrpSpPr>
            <p:grpSpPr>
              <a:xfrm>
                <a:off x="785438" y="5218745"/>
                <a:ext cx="3181513" cy="1077862"/>
                <a:chOff x="785438" y="4861800"/>
                <a:chExt cx="3450064" cy="1168844"/>
              </a:xfrm>
            </p:grpSpPr>
            <p:sp>
              <p:nvSpPr>
                <p:cNvPr id="165" name="矩形 164"/>
                <p:cNvSpPr/>
                <p:nvPr/>
              </p:nvSpPr>
              <p:spPr>
                <a:xfrm flipH="1">
                  <a:off x="785438" y="4861800"/>
                  <a:ext cx="1691649" cy="1168844"/>
                </a:xfrm>
                <a:prstGeom prst="rect">
                  <a:avLst/>
                </a:prstGeom>
                <a:blipFill>
                  <a:blip r:embed="rId3">
                    <a:extLst>
                      <a:ext uri="{BEBA8EAE-BF5A-486C-A8C5-ECC9F3942E4B}">
                        <a14:imgProps xmlns:a14="http://schemas.microsoft.com/office/drawing/2010/main">
                          <a14:imgLayer r:embed="rId4">
                            <a14:imgEffect>
                              <a14:artisticBlur/>
                            </a14:imgEffect>
                          </a14:imgLayer>
                        </a14:imgProps>
                      </a:ext>
                    </a:extLst>
                  </a:blip>
                  <a:stretch>
                    <a:fillRect/>
                  </a:stretch>
                </a:blip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166" name="矩形 165"/>
                <p:cNvSpPr/>
                <p:nvPr/>
              </p:nvSpPr>
              <p:spPr>
                <a:xfrm flipH="1">
                  <a:off x="2543854" y="4861800"/>
                  <a:ext cx="1691648" cy="1168844"/>
                </a:xfrm>
                <a:prstGeom prst="rect">
                  <a:avLst/>
                </a:prstGeom>
                <a:blipFill>
                  <a:blip r:embed="rId5">
                    <a:extLst>
                      <a:ext uri="{BEBA8EAE-BF5A-486C-A8C5-ECC9F3942E4B}">
                        <a14:imgProps xmlns:a14="http://schemas.microsoft.com/office/drawing/2010/main">
                          <a14:imgLayer r:embed="rId6">
                            <a14:imgEffect>
                              <a14:artisticBlur/>
                            </a14:imgEffect>
                          </a14:imgLayer>
                        </a14:imgProps>
                      </a:ext>
                    </a:extLst>
                  </a:blip>
                  <a:stretch>
                    <a:fillRect/>
                  </a:stretch>
                </a:blip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grpSp>
            <p:nvGrpSpPr>
              <p:cNvPr id="173" name="组合 172"/>
              <p:cNvGrpSpPr/>
              <p:nvPr/>
            </p:nvGrpSpPr>
            <p:grpSpPr>
              <a:xfrm>
                <a:off x="785439" y="4629057"/>
                <a:ext cx="3187962" cy="487512"/>
                <a:chOff x="785439" y="4363094"/>
                <a:chExt cx="3187962" cy="487512"/>
              </a:xfrm>
            </p:grpSpPr>
            <p:sp>
              <p:nvSpPr>
                <p:cNvPr id="171" name="矩形 170"/>
                <p:cNvSpPr/>
                <p:nvPr/>
              </p:nvSpPr>
              <p:spPr>
                <a:xfrm>
                  <a:off x="785439" y="4363094"/>
                  <a:ext cx="3187962" cy="487512"/>
                </a:xfrm>
                <a:prstGeom prst="rect">
                  <a:avLst/>
                </a:prstGeom>
                <a:solidFill>
                  <a:schemeClr val="bg1">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72" name="文本框 171"/>
                <p:cNvSpPr txBox="1"/>
                <p:nvPr/>
              </p:nvSpPr>
              <p:spPr>
                <a:xfrm>
                  <a:off x="853712" y="4406795"/>
                  <a:ext cx="3051416" cy="400110"/>
                </a:xfrm>
                <a:prstGeom prst="rect">
                  <a:avLst/>
                </a:prstGeom>
                <a:noFill/>
              </p:spPr>
              <p:txBody>
                <a:bodyPr wrap="square">
                  <a:spAutoFit/>
                </a:bodyPr>
                <a:lstStyle/>
                <a:p>
                  <a:pPr algn="ctr"/>
                  <a:r>
                    <a:rPr lang="zh-CN" altLang="en-US" sz="2000">
                      <a:latin typeface="思源黑体 CN Medium" panose="020B0600000000000000" pitchFamily="34" charset="-122"/>
                      <a:ea typeface="思源黑体 CN Medium" panose="020B0600000000000000" pitchFamily="34" charset="-122"/>
                    </a:rPr>
                    <a:t>项培育学生的责任意识</a:t>
                  </a:r>
                </a:p>
              </p:txBody>
            </p:sp>
          </p:grpSp>
          <p:grpSp>
            <p:nvGrpSpPr>
              <p:cNvPr id="186" name="组合 185"/>
              <p:cNvGrpSpPr/>
              <p:nvPr/>
            </p:nvGrpSpPr>
            <p:grpSpPr>
              <a:xfrm>
                <a:off x="8250946" y="3991195"/>
                <a:ext cx="3181513" cy="2334270"/>
                <a:chOff x="8250946" y="3725232"/>
                <a:chExt cx="3181513" cy="2334270"/>
              </a:xfrm>
            </p:grpSpPr>
            <p:sp>
              <p:nvSpPr>
                <p:cNvPr id="164" name="矩形: 对角圆角 163"/>
                <p:cNvSpPr/>
                <p:nvPr/>
              </p:nvSpPr>
              <p:spPr>
                <a:xfrm>
                  <a:off x="8250946" y="3725232"/>
                  <a:ext cx="3181513" cy="513624"/>
                </a:xfrm>
                <a:prstGeom prst="round2Diag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4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教学原则探索</a:t>
                  </a:r>
                  <a:endParaRPr lang="zh-CN" altLang="en-US" sz="24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175" name="矩形 174"/>
                <p:cNvSpPr/>
                <p:nvPr/>
              </p:nvSpPr>
              <p:spPr>
                <a:xfrm>
                  <a:off x="8250946" y="4363093"/>
                  <a:ext cx="3181513" cy="1696409"/>
                </a:xfrm>
                <a:prstGeom prst="rect">
                  <a:avLst/>
                </a:prstGeom>
                <a:solidFill>
                  <a:schemeClr val="bg1">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184" name="组合 183"/>
                <p:cNvGrpSpPr/>
                <p:nvPr/>
              </p:nvGrpSpPr>
              <p:grpSpPr>
                <a:xfrm>
                  <a:off x="8345251" y="5243346"/>
                  <a:ext cx="2992902" cy="711310"/>
                  <a:chOff x="8342966" y="5243346"/>
                  <a:chExt cx="2992902" cy="711310"/>
                </a:xfrm>
              </p:grpSpPr>
              <p:sp>
                <p:nvSpPr>
                  <p:cNvPr id="177" name="矩形: 圆角 176"/>
                  <p:cNvSpPr/>
                  <p:nvPr/>
                </p:nvSpPr>
                <p:spPr>
                  <a:xfrm>
                    <a:off x="8342966" y="5243346"/>
                    <a:ext cx="703959" cy="711310"/>
                  </a:xfrm>
                  <a:prstGeom prst="roundRect">
                    <a:avLst>
                      <a:gd name="adj" fmla="val 50000"/>
                    </a:avLst>
                  </a:prstGeom>
                  <a:solidFill>
                    <a:schemeClr val="accent4"/>
                  </a:solidFill>
                  <a:ln w="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79" name="矩形: 圆角 178"/>
                  <p:cNvSpPr/>
                  <p:nvPr/>
                </p:nvSpPr>
                <p:spPr>
                  <a:xfrm>
                    <a:off x="9487437" y="5243346"/>
                    <a:ext cx="703959" cy="711310"/>
                  </a:xfrm>
                  <a:prstGeom prst="roundRect">
                    <a:avLst>
                      <a:gd name="adj" fmla="val 50000"/>
                    </a:avLst>
                  </a:prstGeom>
                  <a:solidFill>
                    <a:schemeClr val="accent4"/>
                  </a:solidFill>
                  <a:ln w="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80" name="矩形: 圆角 179"/>
                  <p:cNvSpPr/>
                  <p:nvPr/>
                </p:nvSpPr>
                <p:spPr>
                  <a:xfrm>
                    <a:off x="10631909" y="5243346"/>
                    <a:ext cx="703959" cy="711310"/>
                  </a:xfrm>
                  <a:prstGeom prst="roundRect">
                    <a:avLst>
                      <a:gd name="adj" fmla="val 50000"/>
                    </a:avLst>
                  </a:prstGeom>
                  <a:solidFill>
                    <a:schemeClr val="accent4"/>
                  </a:solidFill>
                  <a:ln w="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82" name="箭头: 上下 181"/>
                  <p:cNvSpPr/>
                  <p:nvPr/>
                </p:nvSpPr>
                <p:spPr>
                  <a:xfrm rot="16200000">
                    <a:off x="9197132" y="5442881"/>
                    <a:ext cx="140097" cy="312238"/>
                  </a:xfrm>
                  <a:prstGeom prst="upDown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箭头: 上下 182"/>
                  <p:cNvSpPr/>
                  <p:nvPr/>
                </p:nvSpPr>
                <p:spPr>
                  <a:xfrm rot="16200000">
                    <a:off x="10341603" y="5442881"/>
                    <a:ext cx="140097" cy="312238"/>
                  </a:xfrm>
                  <a:prstGeom prst="upDown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5" name="文本框 184"/>
                <p:cNvSpPr txBox="1"/>
                <p:nvPr/>
              </p:nvSpPr>
              <p:spPr>
                <a:xfrm>
                  <a:off x="8358179" y="4448168"/>
                  <a:ext cx="2967046" cy="686022"/>
                </a:xfrm>
                <a:prstGeom prst="rect">
                  <a:avLst/>
                </a:prstGeom>
                <a:noFill/>
              </p:spPr>
              <p:txBody>
                <a:bodyPr wrap="square">
                  <a:spAutoFit/>
                </a:bodyPr>
                <a:lstStyle/>
                <a:p>
                  <a:pPr algn="ctr">
                    <a:lnSpc>
                      <a:spcPct val="110000"/>
                    </a:lnSpc>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rPr>
                    <a:t>通过生活化议题引导学生合作探究</a:t>
                  </a:r>
                </a:p>
              </p:txBody>
            </p:sp>
          </p:grpSp>
          <p:grpSp>
            <p:nvGrpSpPr>
              <p:cNvPr id="194" name="组合 193"/>
              <p:cNvGrpSpPr/>
              <p:nvPr/>
            </p:nvGrpSpPr>
            <p:grpSpPr>
              <a:xfrm>
                <a:off x="4406961" y="5623931"/>
                <a:ext cx="3378078" cy="725331"/>
                <a:chOff x="4406961" y="774698"/>
                <a:chExt cx="3378078" cy="725331"/>
              </a:xfrm>
            </p:grpSpPr>
            <p:grpSp>
              <p:nvGrpSpPr>
                <p:cNvPr id="195" name="组合 194"/>
                <p:cNvGrpSpPr/>
                <p:nvPr/>
              </p:nvGrpSpPr>
              <p:grpSpPr>
                <a:xfrm>
                  <a:off x="4406961" y="774698"/>
                  <a:ext cx="3378078" cy="725331"/>
                  <a:chOff x="5625977" y="1114573"/>
                  <a:chExt cx="3378078" cy="662609"/>
                </a:xfrm>
              </p:grpSpPr>
              <p:sp>
                <p:nvSpPr>
                  <p:cNvPr id="197" name="箭头: 下 196"/>
                  <p:cNvSpPr/>
                  <p:nvPr/>
                </p:nvSpPr>
                <p:spPr>
                  <a:xfrm rot="5400000" flipH="1">
                    <a:off x="6555635" y="184916"/>
                    <a:ext cx="662608"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198" name="箭头: 下 197"/>
                  <p:cNvSpPr/>
                  <p:nvPr/>
                </p:nvSpPr>
                <p:spPr>
                  <a:xfrm rot="16200000">
                    <a:off x="7411789" y="184915"/>
                    <a:ext cx="662608"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grpSp>
            <p:sp>
              <p:nvSpPr>
                <p:cNvPr id="196" name="文本框 195"/>
                <p:cNvSpPr txBox="1"/>
                <p:nvPr/>
              </p:nvSpPr>
              <p:spPr>
                <a:xfrm>
                  <a:off x="4478489" y="937310"/>
                  <a:ext cx="3235024" cy="400110"/>
                </a:xfrm>
                <a:prstGeom prst="rect">
                  <a:avLst/>
                </a:prstGeom>
                <a:noFill/>
              </p:spPr>
              <p:txBody>
                <a:bodyPr wrap="squar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衔接高中思想政治课核心</a:t>
                  </a:r>
                </a:p>
              </p:txBody>
            </p:sp>
          </p:grpSp>
        </p:grpSp>
      </p:grpSp>
      <p:grpSp>
        <p:nvGrpSpPr>
          <p:cNvPr id="6" name="组合 5"/>
          <p:cNvGrpSpPr/>
          <p:nvPr/>
        </p:nvGrpSpPr>
        <p:grpSpPr>
          <a:xfrm>
            <a:off x="4291383" y="2084897"/>
            <a:ext cx="3609234" cy="3373355"/>
            <a:chOff x="4291383" y="2084897"/>
            <a:chExt cx="3609234" cy="3373355"/>
          </a:xfrm>
        </p:grpSpPr>
        <p:grpSp>
          <p:nvGrpSpPr>
            <p:cNvPr id="271" name="组合 270"/>
            <p:cNvGrpSpPr/>
            <p:nvPr/>
          </p:nvGrpSpPr>
          <p:grpSpPr>
            <a:xfrm>
              <a:off x="4291383" y="2084897"/>
              <a:ext cx="3609234" cy="3373355"/>
              <a:chOff x="4291383" y="2059084"/>
              <a:chExt cx="3609234" cy="3373355"/>
            </a:xfrm>
          </p:grpSpPr>
          <p:grpSp>
            <p:nvGrpSpPr>
              <p:cNvPr id="258" name="组合 257"/>
              <p:cNvGrpSpPr/>
              <p:nvPr/>
            </p:nvGrpSpPr>
            <p:grpSpPr>
              <a:xfrm>
                <a:off x="4291383" y="2059084"/>
                <a:ext cx="3609234" cy="3373355"/>
                <a:chOff x="4281129" y="2059084"/>
                <a:chExt cx="3609234" cy="3373355"/>
              </a:xfrm>
            </p:grpSpPr>
            <p:sp>
              <p:nvSpPr>
                <p:cNvPr id="254" name="矩形: 圆角 253"/>
                <p:cNvSpPr/>
                <p:nvPr/>
              </p:nvSpPr>
              <p:spPr>
                <a:xfrm>
                  <a:off x="4281129" y="2059084"/>
                  <a:ext cx="1579921" cy="1484626"/>
                </a:xfrm>
                <a:prstGeom prst="roundRect">
                  <a:avLst>
                    <a:gd name="adj" fmla="val 600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255" name="矩形: 圆角 254"/>
                <p:cNvSpPr/>
                <p:nvPr/>
              </p:nvSpPr>
              <p:spPr>
                <a:xfrm>
                  <a:off x="4281129" y="3947813"/>
                  <a:ext cx="1579921" cy="1484626"/>
                </a:xfrm>
                <a:prstGeom prst="roundRect">
                  <a:avLst>
                    <a:gd name="adj" fmla="val 600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256" name="矩形: 圆角 255"/>
                <p:cNvSpPr/>
                <p:nvPr/>
              </p:nvSpPr>
              <p:spPr>
                <a:xfrm>
                  <a:off x="6310442" y="2059084"/>
                  <a:ext cx="1579921" cy="1484626"/>
                </a:xfrm>
                <a:prstGeom prst="roundRect">
                  <a:avLst>
                    <a:gd name="adj" fmla="val 600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257" name="矩形: 圆角 256"/>
                <p:cNvSpPr/>
                <p:nvPr/>
              </p:nvSpPr>
              <p:spPr>
                <a:xfrm>
                  <a:off x="6310442" y="3947813"/>
                  <a:ext cx="1579921" cy="1484626"/>
                </a:xfrm>
                <a:prstGeom prst="roundRect">
                  <a:avLst>
                    <a:gd name="adj" fmla="val 600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0" name="矩形: 圆角 9"/>
                <p:cNvSpPr/>
                <p:nvPr/>
              </p:nvSpPr>
              <p:spPr>
                <a:xfrm>
                  <a:off x="4352197" y="2109811"/>
                  <a:ext cx="1437786" cy="137587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1" name="矩形: 圆角 10"/>
                <p:cNvSpPr/>
                <p:nvPr/>
              </p:nvSpPr>
              <p:spPr>
                <a:xfrm>
                  <a:off x="4352197" y="3998540"/>
                  <a:ext cx="1437786" cy="137587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2" name="矩形: 圆角 11"/>
                <p:cNvSpPr/>
                <p:nvPr/>
              </p:nvSpPr>
              <p:spPr>
                <a:xfrm>
                  <a:off x="6381510" y="2109811"/>
                  <a:ext cx="1437786" cy="137587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3" name="矩形: 圆角 12"/>
                <p:cNvSpPr/>
                <p:nvPr/>
              </p:nvSpPr>
              <p:spPr>
                <a:xfrm>
                  <a:off x="6381510" y="3998540"/>
                  <a:ext cx="1437786" cy="137587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grpSp>
            <p:nvGrpSpPr>
              <p:cNvPr id="270" name="组合 269"/>
              <p:cNvGrpSpPr/>
              <p:nvPr/>
            </p:nvGrpSpPr>
            <p:grpSpPr>
              <a:xfrm>
                <a:off x="4514243" y="2372718"/>
                <a:ext cx="3129234" cy="2786150"/>
                <a:chOff x="4514243" y="2402730"/>
                <a:chExt cx="3129234" cy="2786150"/>
              </a:xfrm>
            </p:grpSpPr>
            <p:sp>
              <p:nvSpPr>
                <p:cNvPr id="266" name="文本框 265"/>
                <p:cNvSpPr txBox="1"/>
                <p:nvPr/>
              </p:nvSpPr>
              <p:spPr>
                <a:xfrm>
                  <a:off x="4514243" y="2402730"/>
                  <a:ext cx="1021484" cy="830997"/>
                </a:xfrm>
                <a:prstGeom prst="rect">
                  <a:avLst/>
                </a:prstGeom>
                <a:noFill/>
              </p:spPr>
              <p:txBody>
                <a:bodyPr wrap="square">
                  <a:spAutoFit/>
                </a:bodyPr>
                <a:lstStyle/>
                <a:p>
                  <a:pPr algn="ctr"/>
                  <a:r>
                    <a:rPr lang="zh-CN" altLang="en-US" sz="2400">
                      <a:solidFill>
                        <a:schemeClr val="accent1"/>
                      </a:solidFill>
                      <a:latin typeface="思源黑体 CN Bold" panose="020B0800000000000000" pitchFamily="34" charset="-122"/>
                      <a:ea typeface="思源黑体 CN Bold" panose="020B0800000000000000" pitchFamily="34" charset="-122"/>
                    </a:rPr>
                    <a:t>教师层面</a:t>
                  </a:r>
                  <a:endParaRPr lang="en-US" altLang="zh-CN" sz="2400">
                    <a:solidFill>
                      <a:schemeClr val="accent1"/>
                    </a:solidFill>
                    <a:latin typeface="思源黑体 CN Bold" panose="020B0800000000000000" pitchFamily="34" charset="-122"/>
                    <a:ea typeface="思源黑体 CN Bold" panose="020B0800000000000000" pitchFamily="34" charset="-122"/>
                  </a:endParaRPr>
                </a:p>
              </p:txBody>
            </p:sp>
            <p:sp>
              <p:nvSpPr>
                <p:cNvPr id="267" name="文本框 266"/>
                <p:cNvSpPr txBox="1"/>
                <p:nvPr/>
              </p:nvSpPr>
              <p:spPr>
                <a:xfrm>
                  <a:off x="6621993" y="2402730"/>
                  <a:ext cx="1021484" cy="830997"/>
                </a:xfrm>
                <a:prstGeom prst="rect">
                  <a:avLst/>
                </a:prstGeom>
                <a:noFill/>
              </p:spPr>
              <p:txBody>
                <a:bodyPr wrap="square">
                  <a:spAutoFit/>
                </a:bodyPr>
                <a:lstStyle/>
                <a:p>
                  <a:pPr algn="ctr"/>
                  <a:r>
                    <a:rPr lang="zh-CN" altLang="en-US" sz="2400">
                      <a:solidFill>
                        <a:schemeClr val="accent1"/>
                      </a:solidFill>
                      <a:latin typeface="思源黑体 CN Bold" panose="020B0800000000000000" pitchFamily="34" charset="-122"/>
                      <a:ea typeface="思源黑体 CN Bold" panose="020B0800000000000000" pitchFamily="34" charset="-122"/>
                    </a:rPr>
                    <a:t>系统层面</a:t>
                  </a:r>
                  <a:endParaRPr lang="en-US" altLang="zh-CN" sz="2400">
                    <a:solidFill>
                      <a:schemeClr val="accent1"/>
                    </a:solidFill>
                    <a:latin typeface="思源黑体 CN Bold" panose="020B0800000000000000" pitchFamily="34" charset="-122"/>
                    <a:ea typeface="思源黑体 CN Bold" panose="020B0800000000000000" pitchFamily="34" charset="-122"/>
                  </a:endParaRPr>
                </a:p>
              </p:txBody>
            </p:sp>
            <p:sp>
              <p:nvSpPr>
                <p:cNvPr id="268" name="文本框 267"/>
                <p:cNvSpPr txBox="1"/>
                <p:nvPr/>
              </p:nvSpPr>
              <p:spPr>
                <a:xfrm>
                  <a:off x="4514243" y="4350821"/>
                  <a:ext cx="1021484" cy="830997"/>
                </a:xfrm>
                <a:prstGeom prst="rect">
                  <a:avLst/>
                </a:prstGeom>
                <a:noFill/>
              </p:spPr>
              <p:txBody>
                <a:bodyPr wrap="square">
                  <a:spAutoFit/>
                </a:bodyPr>
                <a:lstStyle/>
                <a:p>
                  <a:pPr algn="ctr"/>
                  <a:r>
                    <a:rPr lang="zh-CN" altLang="en-US" sz="2400">
                      <a:solidFill>
                        <a:schemeClr val="accent1"/>
                      </a:solidFill>
                      <a:latin typeface="思源黑体 CN Bold" panose="020B0800000000000000" pitchFamily="34" charset="-122"/>
                      <a:ea typeface="思源黑体 CN Bold" panose="020B0800000000000000" pitchFamily="34" charset="-122"/>
                    </a:rPr>
                    <a:t>学生层面</a:t>
                  </a:r>
                  <a:endParaRPr lang="en-US" altLang="zh-CN" sz="2400">
                    <a:solidFill>
                      <a:schemeClr val="accent1"/>
                    </a:solidFill>
                    <a:latin typeface="思源黑体 CN Bold" panose="020B0800000000000000" pitchFamily="34" charset="-122"/>
                    <a:ea typeface="思源黑体 CN Bold" panose="020B0800000000000000" pitchFamily="34" charset="-122"/>
                  </a:endParaRPr>
                </a:p>
              </p:txBody>
            </p:sp>
            <p:sp>
              <p:nvSpPr>
                <p:cNvPr id="269" name="文本框 268"/>
                <p:cNvSpPr txBox="1"/>
                <p:nvPr/>
              </p:nvSpPr>
              <p:spPr>
                <a:xfrm>
                  <a:off x="6621993" y="4357883"/>
                  <a:ext cx="1021484" cy="830997"/>
                </a:xfrm>
                <a:prstGeom prst="rect">
                  <a:avLst/>
                </a:prstGeom>
                <a:noFill/>
              </p:spPr>
              <p:txBody>
                <a:bodyPr wrap="square">
                  <a:spAutoFit/>
                </a:bodyPr>
                <a:lstStyle/>
                <a:p>
                  <a:pPr algn="ctr"/>
                  <a:r>
                    <a:rPr lang="zh-CN" altLang="en-US" sz="2400">
                      <a:solidFill>
                        <a:schemeClr val="accent1"/>
                      </a:solidFill>
                      <a:latin typeface="思源黑体 CN Bold" panose="020B0800000000000000" pitchFamily="34" charset="-122"/>
                      <a:ea typeface="思源黑体 CN Bold" panose="020B0800000000000000" pitchFamily="34" charset="-122"/>
                    </a:rPr>
                    <a:t>最终指向</a:t>
                  </a:r>
                  <a:endParaRPr lang="en-US" altLang="zh-CN" sz="2400">
                    <a:solidFill>
                      <a:schemeClr val="accent1"/>
                    </a:solidFill>
                    <a:latin typeface="思源黑体 CN Bold" panose="020B0800000000000000" pitchFamily="34" charset="-122"/>
                    <a:ea typeface="思源黑体 CN Bold" panose="020B0800000000000000" pitchFamily="34" charset="-122"/>
                  </a:endParaRPr>
                </a:p>
              </p:txBody>
            </p:sp>
          </p:grpSp>
        </p:grpSp>
        <p:sp>
          <p:nvSpPr>
            <p:cNvPr id="39" name="椭圆 38"/>
            <p:cNvSpPr/>
            <p:nvPr/>
          </p:nvSpPr>
          <p:spPr>
            <a:xfrm>
              <a:off x="5189220" y="2889647"/>
              <a:ext cx="1813560" cy="1838642"/>
            </a:xfrm>
            <a:prstGeom prst="ellipse">
              <a:avLst/>
            </a:prstGeom>
            <a:solidFill>
              <a:srgbClr val="FFFFFF"/>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5" name="组合 4"/>
            <p:cNvGrpSpPr/>
            <p:nvPr/>
          </p:nvGrpSpPr>
          <p:grpSpPr>
            <a:xfrm>
              <a:off x="5350280" y="3054339"/>
              <a:ext cx="1488670" cy="1509258"/>
              <a:chOff x="5350280" y="3054339"/>
              <a:chExt cx="1488670" cy="1509258"/>
            </a:xfrm>
          </p:grpSpPr>
          <p:sp>
            <p:nvSpPr>
              <p:cNvPr id="40" name="椭圆 39"/>
              <p:cNvSpPr/>
              <p:nvPr/>
            </p:nvSpPr>
            <p:spPr>
              <a:xfrm>
                <a:off x="5350280" y="3054339"/>
                <a:ext cx="1488670" cy="1509258"/>
              </a:xfrm>
              <a:prstGeom prst="ellipse">
                <a:avLst/>
              </a:prstGeom>
              <a:solidFill>
                <a:schemeClr val="accent3"/>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0" name="文本框 139"/>
              <p:cNvSpPr txBox="1"/>
              <p:nvPr/>
            </p:nvSpPr>
            <p:spPr>
              <a:xfrm>
                <a:off x="5510602" y="3331915"/>
                <a:ext cx="1168026" cy="954107"/>
              </a:xfrm>
              <a:prstGeom prst="rect">
                <a:avLst/>
              </a:prstGeom>
              <a:noFill/>
            </p:spPr>
            <p:txBody>
              <a:bodyPr wrap="square" anchor="ctr">
                <a:spAutoFit/>
              </a:bodyPr>
              <a:lstStyle/>
              <a:p>
                <a:pPr algn="ctr"/>
                <a:r>
                  <a:rPr lang="zh-CN" altLang="en-US" sz="2800">
                    <a:solidFill>
                      <a:schemeClr val="bg1"/>
                    </a:solidFill>
                    <a:latin typeface="思源黑体 CN Bold" panose="020B0800000000000000" pitchFamily="34" charset="-122"/>
                    <a:ea typeface="思源黑体 CN Bold" panose="020B0800000000000000" pitchFamily="34" charset="-122"/>
                  </a:rPr>
                  <a:t>核心目标</a:t>
                </a:r>
              </a:p>
            </p:txBody>
          </p:sp>
        </p:grpSp>
      </p:grpSp>
      <p:sp>
        <p:nvSpPr>
          <p:cNvPr id="199" name="矩形 198"/>
          <p:cNvSpPr/>
          <p:nvPr/>
        </p:nvSpPr>
        <p:spPr>
          <a:xfrm>
            <a:off x="660399" y="508738"/>
            <a:ext cx="10871202" cy="464826"/>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r>
              <a:rPr lang="zh-CN" altLang="en-US" sz="2400">
                <a:solidFill>
                  <a:schemeClr val="bg1"/>
                </a:solidFill>
                <a:latin typeface="思源黑体 CN Bold" panose="020B0800000000000000" pitchFamily="34" charset="-122"/>
                <a:ea typeface="思源黑体 CN Bold" panose="020B0800000000000000" pitchFamily="34" charset="-122"/>
                <a:cs typeface="+mn-ea"/>
                <a:sym typeface="Arial" panose="020B0604020202020204" pitchFamily="34" charset="0"/>
              </a:rPr>
              <a:t>核心目标：提升教学实效与学生素养</a:t>
            </a:r>
            <a:endParaRPr lang="zh-CN" altLang="en-US" sz="2400" dirty="0">
              <a:solidFill>
                <a:schemeClr val="bg1"/>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2" name="文本框 1"/>
          <p:cNvSpPr txBox="1"/>
          <p:nvPr/>
        </p:nvSpPr>
        <p:spPr>
          <a:xfrm flipH="1">
            <a:off x="8345247" y="5663920"/>
            <a:ext cx="703960" cy="400110"/>
          </a:xfrm>
          <a:prstGeom prst="rect">
            <a:avLst/>
          </a:prstGeom>
          <a:noFill/>
        </p:spPr>
        <p:txBody>
          <a:bodyPr wrap="squar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思政</a:t>
            </a:r>
            <a:endParaRPr lang="zh-CN" altLang="en-US" sz="20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sp>
        <p:nvSpPr>
          <p:cNvPr id="3" name="文本框 2"/>
          <p:cNvSpPr txBox="1"/>
          <p:nvPr/>
        </p:nvSpPr>
        <p:spPr>
          <a:xfrm flipH="1">
            <a:off x="9489714" y="5663920"/>
            <a:ext cx="703965" cy="400110"/>
          </a:xfrm>
          <a:prstGeom prst="rect">
            <a:avLst/>
          </a:prstGeom>
          <a:noFill/>
        </p:spPr>
        <p:txBody>
          <a:bodyPr wrap="squar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特点</a:t>
            </a:r>
            <a:endParaRPr lang="zh-CN" altLang="en-US" sz="20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sp>
        <p:nvSpPr>
          <p:cNvPr id="4" name="文本框 3"/>
          <p:cNvSpPr txBox="1"/>
          <p:nvPr/>
        </p:nvSpPr>
        <p:spPr>
          <a:xfrm flipH="1">
            <a:off x="10634188" y="5663920"/>
            <a:ext cx="703960" cy="400110"/>
          </a:xfrm>
          <a:prstGeom prst="rect">
            <a:avLst/>
          </a:prstGeom>
          <a:noFill/>
        </p:spPr>
        <p:txBody>
          <a:bodyPr wrap="squar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课程</a:t>
            </a:r>
            <a:endParaRPr lang="zh-CN" altLang="en-US" sz="20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fade">
                                      <p:cBhvr>
                                        <p:cTn id="7" dur="500"/>
                                        <p:tgtEl>
                                          <p:spTgt spid="19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outVertical)">
                                      <p:cBhvr>
                                        <p:cTn id="12" dur="500"/>
                                        <p:tgtEl>
                                          <p:spTgt spid="6"/>
                                        </p:tgtEl>
                                      </p:cBhvr>
                                    </p:animEffect>
                                  </p:childTnLst>
                                </p:cTn>
                              </p:par>
                            </p:childTnLst>
                          </p:cTn>
                        </p:par>
                        <p:par>
                          <p:cTn id="13" fill="hold">
                            <p:stCondLst>
                              <p:cond delay="500"/>
                            </p:stCondLst>
                            <p:childTnLst>
                              <p:par>
                                <p:cTn id="14" presetID="16" presetClass="entr" presetSubtype="37" fill="hold" nodeType="afterEffect">
                                  <p:stCondLst>
                                    <p:cond delay="0"/>
                                  </p:stCondLst>
                                  <p:childTnLst>
                                    <p:set>
                                      <p:cBhvr>
                                        <p:cTn id="15" dur="1" fill="hold">
                                          <p:stCondLst>
                                            <p:cond delay="0"/>
                                          </p:stCondLst>
                                        </p:cTn>
                                        <p:tgtEl>
                                          <p:spTgt spid="252"/>
                                        </p:tgtEl>
                                        <p:attrNameLst>
                                          <p:attrName>style.visibility</p:attrName>
                                        </p:attrNameLst>
                                      </p:cBhvr>
                                      <p:to>
                                        <p:strVal val="visible"/>
                                      </p:to>
                                    </p:set>
                                    <p:animEffect transition="in" filter="barn(outVertical)">
                                      <p:cBhvr>
                                        <p:cTn id="16" dur="750"/>
                                        <p:tgtEl>
                                          <p:spTgt spid="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60400" y="595040"/>
            <a:ext cx="10871200" cy="4992889"/>
            <a:chOff x="660400" y="595040"/>
            <a:chExt cx="10871200" cy="4992889"/>
          </a:xfrm>
        </p:grpSpPr>
        <p:grpSp>
          <p:nvGrpSpPr>
            <p:cNvPr id="2" name="组合 1"/>
            <p:cNvGrpSpPr/>
            <p:nvPr/>
          </p:nvGrpSpPr>
          <p:grpSpPr>
            <a:xfrm>
              <a:off x="660400" y="595040"/>
              <a:ext cx="10871200" cy="4992889"/>
              <a:chOff x="660400" y="595040"/>
              <a:chExt cx="10871200" cy="4992889"/>
            </a:xfrm>
          </p:grpSpPr>
          <p:sp>
            <p:nvSpPr>
              <p:cNvPr id="9" name="矩形 8"/>
              <p:cNvSpPr/>
              <p:nvPr/>
            </p:nvSpPr>
            <p:spPr>
              <a:xfrm>
                <a:off x="660400" y="846160"/>
                <a:ext cx="10871200" cy="4741769"/>
              </a:xfrm>
              <a:prstGeom prst="rect">
                <a:avLst/>
              </a:prstGeom>
              <a:solidFill>
                <a:schemeClr val="accent1">
                  <a:lumMod val="20000"/>
                  <a:lumOff val="80000"/>
                  <a:alpha val="22000"/>
                </a:schemeClr>
              </a:solidFill>
              <a:ln w="15875">
                <a:solidFill>
                  <a:schemeClr val="accent1">
                    <a:alpha val="59000"/>
                  </a:schemeClr>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矩形: 圆角 6"/>
              <p:cNvSpPr/>
              <p:nvPr/>
            </p:nvSpPr>
            <p:spPr>
              <a:xfrm>
                <a:off x="1790700" y="595040"/>
                <a:ext cx="8610600" cy="502240"/>
              </a:xfrm>
              <a:prstGeom prst="roundRect">
                <a:avLst>
                  <a:gd name="adj" fmla="val 0"/>
                </a:avLst>
              </a:prstGeom>
              <a:solidFill>
                <a:srgbClr val="3F3F9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2400" b="1" i="0">
                    <a:solidFill>
                      <a:schemeClr val="bg1"/>
                    </a:solidFill>
                    <a:effectLst/>
                    <a:latin typeface="Noto Sans SC" panose="020B0200000000000000" pitchFamily="34" charset="-122"/>
                    <a:ea typeface="思源黑体 CN Bold" panose="020B0800000000000000" pitchFamily="34" charset="-122"/>
                  </a:rPr>
                  <a:t>《</a:t>
                </a:r>
                <a:r>
                  <a:rPr lang="zh-CN" altLang="en-US" sz="2400" b="1" i="0">
                    <a:solidFill>
                      <a:schemeClr val="bg1"/>
                    </a:solidFill>
                    <a:effectLst/>
                    <a:latin typeface="Noto Sans SC" panose="020B0200000000000000" pitchFamily="34" charset="-122"/>
                    <a:ea typeface="思源黑体 CN Bold" panose="020B0800000000000000" pitchFamily="34" charset="-122"/>
                  </a:rPr>
                  <a:t>初中道德与法治课实施议题式教学实践</a:t>
                </a:r>
                <a:r>
                  <a:rPr lang="en-US" altLang="zh-CN" sz="2400" b="1" i="0">
                    <a:solidFill>
                      <a:schemeClr val="bg1"/>
                    </a:solidFill>
                    <a:effectLst/>
                    <a:latin typeface="Noto Sans SC" panose="020B0200000000000000" pitchFamily="34" charset="-122"/>
                    <a:ea typeface="思源黑体 CN Bold" panose="020B0800000000000000" pitchFamily="34" charset="-122"/>
                  </a:rPr>
                  <a:t>》</a:t>
                </a:r>
                <a:r>
                  <a:rPr lang="zh-CN" altLang="en-US" sz="2400" b="1" i="0" dirty="0">
                    <a:solidFill>
                      <a:schemeClr val="bg1"/>
                    </a:solidFill>
                    <a:effectLst/>
                    <a:latin typeface="Noto Sans SC" panose="020B0200000000000000" pitchFamily="34" charset="-122"/>
                    <a:ea typeface="思源黑体 CN Bold" panose="020B0800000000000000" pitchFamily="34" charset="-122"/>
                  </a:rPr>
                  <a:t>课题的研究目标</a:t>
                </a:r>
                <a:endParaRPr kumimoji="0" lang="zh-CN" altLang="en-US" sz="2200" b="1" i="0" u="none" strike="noStrike" kern="0" cap="none" spc="0" normalizeH="0" baseline="0" noProof="0" dirty="0">
                  <a:ln>
                    <a:noFill/>
                  </a:ln>
                  <a:solidFill>
                    <a:schemeClr val="bg1"/>
                  </a:solidFill>
                  <a:effectLst/>
                  <a:uLnTx/>
                  <a:uFillTx/>
                  <a:latin typeface="思源黑体 CN Heavy" panose="020B0A00000000000000" pitchFamily="34" charset="-122"/>
                  <a:ea typeface="思源黑体 CN Bold" panose="020B0800000000000000" pitchFamily="34" charset="-122"/>
                  <a:cs typeface="阿里巴巴普惠体 2.0 45 Light" panose="00020600040101010101" pitchFamily="18" charset="-122"/>
                </a:endParaRPr>
              </a:p>
            </p:txBody>
          </p:sp>
        </p:grpSp>
        <p:grpSp>
          <p:nvGrpSpPr>
            <p:cNvPr id="151" name="组合 150"/>
            <p:cNvGrpSpPr/>
            <p:nvPr/>
          </p:nvGrpSpPr>
          <p:grpSpPr>
            <a:xfrm flipV="1">
              <a:off x="3414637" y="1114608"/>
              <a:ext cx="5295976" cy="629803"/>
              <a:chOff x="-999079" y="4740440"/>
              <a:chExt cx="9853554" cy="1270254"/>
            </a:xfrm>
          </p:grpSpPr>
          <p:sp>
            <p:nvSpPr>
              <p:cNvPr id="152" name="等腰三角形 151"/>
              <p:cNvSpPr/>
              <p:nvPr/>
            </p:nvSpPr>
            <p:spPr>
              <a:xfrm>
                <a:off x="-999079" y="4740440"/>
                <a:ext cx="9853554" cy="1270254"/>
              </a:xfrm>
              <a:prstGeom prst="triangle">
                <a:avLst/>
              </a:prstGeom>
              <a:gradFill>
                <a:gsLst>
                  <a:gs pos="100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53" name="文本框 152"/>
              <p:cNvSpPr txBox="1"/>
              <p:nvPr/>
            </p:nvSpPr>
            <p:spPr>
              <a:xfrm flipV="1">
                <a:off x="2545385" y="4946693"/>
                <a:ext cx="2764627" cy="931135"/>
              </a:xfrm>
              <a:prstGeom prst="rect">
                <a:avLst/>
              </a:prstGeom>
              <a:noFill/>
            </p:spPr>
            <p:txBody>
              <a:bodyPr wrap="square" rtlCol="0">
                <a:spAutoFit/>
              </a:bodyPr>
              <a:lstStyle/>
              <a:p>
                <a:pPr algn="ctr" defTabSz="914400">
                  <a:defRPr/>
                </a:pPr>
                <a:r>
                  <a:rPr lang="zh-CN" altLang="en-US" sz="2400" b="1">
                    <a:solidFill>
                      <a:schemeClr val="accent1"/>
                    </a:solidFill>
                    <a:latin typeface="思源黑体 CN Bold" panose="020B0800000000000000" pitchFamily="34" charset="-122"/>
                    <a:ea typeface="思源黑体 CN Bold" panose="020B0800000000000000" pitchFamily="34" charset="-122"/>
                    <a:cs typeface="+mn-ea"/>
                    <a:sym typeface="+mn-lt"/>
                  </a:rPr>
                  <a:t>治理</a:t>
                </a:r>
                <a:r>
                  <a:rPr lang="zh-CN" altLang="en-US" sz="2400" b="1" dirty="0">
                    <a:solidFill>
                      <a:schemeClr val="accent1"/>
                    </a:solidFill>
                    <a:latin typeface="思源黑体 CN Bold" panose="020B0800000000000000" pitchFamily="34" charset="-122"/>
                    <a:ea typeface="思源黑体 CN Bold" panose="020B0800000000000000" pitchFamily="34" charset="-122"/>
                    <a:cs typeface="+mn-ea"/>
                    <a:sym typeface="+mn-lt"/>
                  </a:rPr>
                  <a:t>论课</a:t>
                </a:r>
              </a:p>
            </p:txBody>
          </p:sp>
        </p:grpSp>
      </p:grpSp>
      <p:sp>
        <p:nvSpPr>
          <p:cNvPr id="42" name="矩形: 圆角 41"/>
          <p:cNvSpPr/>
          <p:nvPr>
            <p:custDataLst>
              <p:tags r:id="rId1"/>
            </p:custDataLst>
          </p:nvPr>
        </p:nvSpPr>
        <p:spPr>
          <a:xfrm>
            <a:off x="3515868" y="1163281"/>
            <a:ext cx="5137542" cy="5137538"/>
          </a:xfrm>
          <a:prstGeom prst="roundRect">
            <a:avLst>
              <a:gd name="adj" fmla="val 50000"/>
            </a:avLst>
          </a:prstGeom>
          <a:noFill/>
          <a:ln w="26162">
            <a:noFill/>
          </a:ln>
          <a:effectLst/>
        </p:spPr>
        <p:style>
          <a:lnRef idx="2">
            <a:schemeClr val="accent1">
              <a:shade val="50000"/>
            </a:schemeClr>
          </a:lnRef>
          <a:fillRef idx="1">
            <a:schemeClr val="accent1"/>
          </a:fillRef>
          <a:effectRef idx="0">
            <a:schemeClr val="accent1"/>
          </a:effectRef>
          <a:fontRef idx="minor">
            <a:schemeClr val="lt1"/>
          </a:fontRef>
        </p:style>
        <p:txBody>
          <a:bodyPr lIns="94183" tIns="47092" rIns="94183" bIns="47092" rtlCol="0" anchor="ctr"/>
          <a:lstStyle/>
          <a:p>
            <a:pPr algn="ctr"/>
            <a:endParaRPr lang="zh-CN" altLang="en-US" sz="1855" b="1" dirty="0">
              <a:solidFill>
                <a:srgbClr val="FFFFFF"/>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79" name="文本框 78"/>
          <p:cNvSpPr txBox="1"/>
          <p:nvPr/>
        </p:nvSpPr>
        <p:spPr>
          <a:xfrm rot="5400000">
            <a:off x="3752347" y="3567174"/>
            <a:ext cx="96" cy="249010"/>
          </a:xfrm>
          <a:prstGeom prst="rect">
            <a:avLst/>
          </a:prstGeom>
          <a:noFill/>
        </p:spPr>
        <p:txBody>
          <a:bodyPr wrap="none" lIns="0" tIns="0" rIns="0" bIns="0" rtlCol="0">
            <a:spAutoFit/>
          </a:bodyPr>
          <a:lstStyle/>
          <a:p>
            <a:endParaRPr lang="zh-CN" altLang="en-US" sz="1100" b="1"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nvGrpSpPr>
          <p:cNvPr id="154" name="组合 153"/>
          <p:cNvGrpSpPr/>
          <p:nvPr/>
        </p:nvGrpSpPr>
        <p:grpSpPr>
          <a:xfrm>
            <a:off x="1220829" y="1418268"/>
            <a:ext cx="10058144" cy="3893496"/>
            <a:chOff x="1220829" y="1418268"/>
            <a:chExt cx="10058144" cy="3893496"/>
          </a:xfrm>
        </p:grpSpPr>
        <p:grpSp>
          <p:nvGrpSpPr>
            <p:cNvPr id="90" name="组合 89"/>
            <p:cNvGrpSpPr/>
            <p:nvPr/>
          </p:nvGrpSpPr>
          <p:grpSpPr>
            <a:xfrm>
              <a:off x="8017943" y="1418268"/>
              <a:ext cx="3261030" cy="3893496"/>
              <a:chOff x="8065074" y="1418268"/>
              <a:chExt cx="3261030" cy="3893496"/>
            </a:xfrm>
          </p:grpSpPr>
          <p:grpSp>
            <p:nvGrpSpPr>
              <p:cNvPr id="29" name="组合 28"/>
              <p:cNvGrpSpPr/>
              <p:nvPr/>
            </p:nvGrpSpPr>
            <p:grpSpPr>
              <a:xfrm>
                <a:off x="8424523" y="1418268"/>
                <a:ext cx="2542132" cy="3893496"/>
                <a:chOff x="1874235" y="1988457"/>
                <a:chExt cx="3398854" cy="3893496"/>
              </a:xfrm>
              <a:solidFill>
                <a:schemeClr val="bg1"/>
              </a:solidFill>
            </p:grpSpPr>
            <p:sp>
              <p:nvSpPr>
                <p:cNvPr id="30" name="圆柱体 29"/>
                <p:cNvSpPr/>
                <p:nvPr/>
              </p:nvSpPr>
              <p:spPr>
                <a:xfrm>
                  <a:off x="1874235" y="1988457"/>
                  <a:ext cx="3398854" cy="754982"/>
                </a:xfrm>
                <a:prstGeom prst="can">
                  <a:avLst/>
                </a:prstGeom>
                <a:solidFill>
                  <a:schemeClr val="accent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柱体 30"/>
                <p:cNvSpPr/>
                <p:nvPr/>
              </p:nvSpPr>
              <p:spPr>
                <a:xfrm>
                  <a:off x="1874235" y="3094284"/>
                  <a:ext cx="3398854" cy="701664"/>
                </a:xfrm>
                <a:prstGeom prst="can">
                  <a:avLst/>
                </a:prstGeom>
                <a:grp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柱体 31"/>
                <p:cNvSpPr/>
                <p:nvPr/>
              </p:nvSpPr>
              <p:spPr>
                <a:xfrm>
                  <a:off x="1874235" y="4137286"/>
                  <a:ext cx="3398854" cy="701664"/>
                </a:xfrm>
                <a:prstGeom prst="can">
                  <a:avLst/>
                </a:prstGeom>
                <a:grp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柱体 32"/>
                <p:cNvSpPr/>
                <p:nvPr/>
              </p:nvSpPr>
              <p:spPr>
                <a:xfrm>
                  <a:off x="1874235" y="5180289"/>
                  <a:ext cx="3398854" cy="701664"/>
                </a:xfrm>
                <a:prstGeom prst="can">
                  <a:avLst/>
                </a:prstGeom>
                <a:solidFill>
                  <a:schemeClr val="accent2"/>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flipH="1">
                <a:off x="8424524" y="2727457"/>
                <a:ext cx="2542130" cy="461665"/>
              </a:xfrm>
              <a:prstGeom prst="rect">
                <a:avLst/>
              </a:prstGeom>
              <a:noFill/>
            </p:spPr>
            <p:txBody>
              <a:bodyPr wrap="square">
                <a:spAutoFit/>
              </a:bodyPr>
              <a:lstStyle/>
              <a:p>
                <a:pPr algn="ctr"/>
                <a:r>
                  <a:rPr lang="zh-CN" altLang="en-US" sz="2400" dirty="0">
                    <a:latin typeface="思源黑体 CN Medium" panose="020B0600000000000000" pitchFamily="34" charset="-122"/>
                    <a:ea typeface="思源黑体 CN Medium" panose="020B0600000000000000" pitchFamily="34" charset="-122"/>
                    <a:cs typeface="阿里巴巴普惠体" panose="00020600040101010101" pitchFamily="18" charset="-122"/>
                  </a:rPr>
                  <a:t>借鉴高中思政课</a:t>
                </a:r>
              </a:p>
            </p:txBody>
          </p:sp>
          <p:sp>
            <p:nvSpPr>
              <p:cNvPr id="36" name="文本框 35"/>
              <p:cNvSpPr txBox="1"/>
              <p:nvPr/>
            </p:nvSpPr>
            <p:spPr>
              <a:xfrm flipH="1">
                <a:off x="8105548" y="3788493"/>
                <a:ext cx="3180082" cy="461665"/>
              </a:xfrm>
              <a:prstGeom prst="rect">
                <a:avLst/>
              </a:prstGeom>
              <a:noFill/>
            </p:spPr>
            <p:txBody>
              <a:bodyPr wrap="square">
                <a:spAutoFit/>
              </a:bodyPr>
              <a:lstStyle/>
              <a:p>
                <a:pPr algn="ctr"/>
                <a:r>
                  <a:rPr lang="zh-CN" altLang="en-US" sz="2400" b="0" i="0" dirty="0">
                    <a:solidFill>
                      <a:srgbClr val="24292F"/>
                    </a:solidFill>
                    <a:effectLst/>
                    <a:latin typeface="思源黑体 CN Medium" panose="020B0600000000000000" pitchFamily="34" charset="-122"/>
                    <a:ea typeface="思源黑体 CN Medium" panose="020B0600000000000000" pitchFamily="34" charset="-122"/>
                  </a:rPr>
                  <a:t>强调议题设计</a:t>
                </a:r>
                <a:endParaRPr lang="zh-CN" altLang="en-US" sz="2400" dirty="0">
                  <a:latin typeface="思源黑体 CN Medium" panose="020B0600000000000000" pitchFamily="34" charset="-122"/>
                  <a:ea typeface="思源黑体 CN Medium" panose="020B0600000000000000" pitchFamily="34" charset="-122"/>
                  <a:cs typeface="阿里巴巴普惠体" panose="00020600040101010101" pitchFamily="18" charset="-122"/>
                </a:endParaRPr>
              </a:p>
            </p:txBody>
          </p:sp>
          <p:sp>
            <p:nvSpPr>
              <p:cNvPr id="37" name="文本框 36"/>
              <p:cNvSpPr txBox="1"/>
              <p:nvPr/>
            </p:nvSpPr>
            <p:spPr>
              <a:xfrm flipH="1">
                <a:off x="8065074" y="4832909"/>
                <a:ext cx="3261030" cy="461665"/>
              </a:xfrm>
              <a:prstGeom prst="rect">
                <a:avLst/>
              </a:prstGeom>
              <a:noFill/>
              <a:ln>
                <a:noFill/>
              </a:ln>
            </p:spPr>
            <p:txBody>
              <a:bodyPr wrap="square">
                <a:spAutoFit/>
              </a:bodyPr>
              <a:lstStyle/>
              <a:p>
                <a:pPr algn="ctr"/>
                <a:r>
                  <a:rPr lang="zh-CN" altLang="en-US" sz="24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激发探究兴趣</a:t>
                </a:r>
              </a:p>
            </p:txBody>
          </p:sp>
          <p:sp>
            <p:nvSpPr>
              <p:cNvPr id="39" name="文本框 38"/>
              <p:cNvSpPr txBox="1"/>
              <p:nvPr/>
            </p:nvSpPr>
            <p:spPr>
              <a:xfrm>
                <a:off x="8424523" y="1631138"/>
                <a:ext cx="2542132" cy="523220"/>
              </a:xfrm>
              <a:prstGeom prst="rect">
                <a:avLst/>
              </a:prstGeom>
              <a:noFill/>
            </p:spPr>
            <p:txBody>
              <a:bodyPr wrap="square">
                <a:spAutoFit/>
              </a:bodyPr>
              <a:lstStyle/>
              <a:p>
                <a:pPr algn="ctr"/>
                <a:r>
                  <a:rPr lang="zh-CN" altLang="en-US" sz="2800" dirty="0">
                    <a:solidFill>
                      <a:schemeClr val="bg1"/>
                    </a:solidFill>
                    <a:latin typeface="思源黑体 CN Bold" panose="020B0800000000000000" pitchFamily="34" charset="-122"/>
                    <a:ea typeface="思源黑体 CN Bold" panose="020B0800000000000000" pitchFamily="34" charset="-122"/>
                  </a:rPr>
                  <a:t>研究内容</a:t>
                </a:r>
              </a:p>
            </p:txBody>
          </p:sp>
          <p:sp>
            <p:nvSpPr>
              <p:cNvPr id="40" name="箭头: 左 39"/>
              <p:cNvSpPr/>
              <p:nvPr/>
            </p:nvSpPr>
            <p:spPr>
              <a:xfrm rot="5400000" flipH="1" flipV="1">
                <a:off x="9545011" y="2319133"/>
                <a:ext cx="301159" cy="293936"/>
              </a:xfrm>
              <a:prstGeom prst="leftArrow">
                <a:avLst>
                  <a:gd name="adj1" fmla="val 39331"/>
                  <a:gd name="adj2" fmla="val 50000"/>
                </a:avLst>
              </a:prstGeom>
              <a:gradFill flip="none" rotWithShape="1">
                <a:gsLst>
                  <a:gs pos="0">
                    <a:schemeClr val="accent1"/>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81" name="文本框 80"/>
              <p:cNvSpPr txBox="1"/>
              <p:nvPr/>
            </p:nvSpPr>
            <p:spPr>
              <a:xfrm rot="16200000" flipV="1">
                <a:off x="9223429" y="3330590"/>
                <a:ext cx="96" cy="249010"/>
              </a:xfrm>
              <a:prstGeom prst="rect">
                <a:avLst/>
              </a:prstGeom>
              <a:noFill/>
            </p:spPr>
            <p:txBody>
              <a:bodyPr wrap="none" lIns="0" tIns="0" rIns="0" bIns="0" rtlCol="0">
                <a:spAutoFit/>
              </a:bodyPr>
              <a:lstStyle/>
              <a:p>
                <a:pPr algn="ctr"/>
                <a:endParaRPr lang="zh-CN" altLang="en-US" sz="1100" b="1"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04" name="箭头: 左 103"/>
              <p:cNvSpPr/>
              <p:nvPr/>
            </p:nvSpPr>
            <p:spPr>
              <a:xfrm rot="5400000" flipH="1" flipV="1">
                <a:off x="9545012" y="3378599"/>
                <a:ext cx="301159" cy="293936"/>
              </a:xfrm>
              <a:prstGeom prst="leftArrow">
                <a:avLst>
                  <a:gd name="adj1" fmla="val 39331"/>
                  <a:gd name="adj2" fmla="val 50000"/>
                </a:avLst>
              </a:prstGeom>
              <a:gradFill flip="none" rotWithShape="1">
                <a:gsLst>
                  <a:gs pos="0">
                    <a:schemeClr val="accent1"/>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06" name="箭头: 左 105"/>
              <p:cNvSpPr/>
              <p:nvPr/>
            </p:nvSpPr>
            <p:spPr>
              <a:xfrm rot="5400000" flipH="1" flipV="1">
                <a:off x="9545012" y="4351077"/>
                <a:ext cx="301159" cy="293936"/>
              </a:xfrm>
              <a:prstGeom prst="leftArrow">
                <a:avLst>
                  <a:gd name="adj1" fmla="val 39331"/>
                  <a:gd name="adj2" fmla="val 50000"/>
                </a:avLst>
              </a:prstGeom>
              <a:gradFill flip="none" rotWithShape="1">
                <a:gsLst>
                  <a:gs pos="0">
                    <a:schemeClr val="accent1"/>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grpSp>
          <p:nvGrpSpPr>
            <p:cNvPr id="91" name="组合 90"/>
            <p:cNvGrpSpPr/>
            <p:nvPr/>
          </p:nvGrpSpPr>
          <p:grpSpPr>
            <a:xfrm>
              <a:off x="1220829" y="1418268"/>
              <a:ext cx="2645428" cy="3893496"/>
              <a:chOff x="8372875" y="1418268"/>
              <a:chExt cx="2645428" cy="3893496"/>
            </a:xfrm>
          </p:grpSpPr>
          <p:grpSp>
            <p:nvGrpSpPr>
              <p:cNvPr id="92" name="组合 91"/>
              <p:cNvGrpSpPr/>
              <p:nvPr/>
            </p:nvGrpSpPr>
            <p:grpSpPr>
              <a:xfrm>
                <a:off x="8424523" y="1418268"/>
                <a:ext cx="2542132" cy="3893496"/>
                <a:chOff x="1874235" y="1988457"/>
                <a:chExt cx="3398854" cy="3893496"/>
              </a:xfrm>
              <a:solidFill>
                <a:schemeClr val="bg1"/>
              </a:solidFill>
            </p:grpSpPr>
            <p:sp>
              <p:nvSpPr>
                <p:cNvPr id="99" name="圆柱体 98"/>
                <p:cNvSpPr/>
                <p:nvPr/>
              </p:nvSpPr>
              <p:spPr>
                <a:xfrm>
                  <a:off x="1874235" y="1988457"/>
                  <a:ext cx="3398854" cy="754982"/>
                </a:xfrm>
                <a:prstGeom prst="can">
                  <a:avLst/>
                </a:prstGeom>
                <a:solidFill>
                  <a:schemeClr val="accent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圆柱体 99"/>
                <p:cNvSpPr/>
                <p:nvPr/>
              </p:nvSpPr>
              <p:spPr>
                <a:xfrm>
                  <a:off x="1874235" y="3094284"/>
                  <a:ext cx="3398854" cy="701664"/>
                </a:xfrm>
                <a:prstGeom prst="can">
                  <a:avLst/>
                </a:prstGeom>
                <a:grp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圆柱体 100"/>
                <p:cNvSpPr/>
                <p:nvPr/>
              </p:nvSpPr>
              <p:spPr>
                <a:xfrm>
                  <a:off x="1874235" y="4137286"/>
                  <a:ext cx="3398854" cy="701664"/>
                </a:xfrm>
                <a:prstGeom prst="can">
                  <a:avLst/>
                </a:prstGeom>
                <a:grp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圆柱体 101"/>
                <p:cNvSpPr/>
                <p:nvPr/>
              </p:nvSpPr>
              <p:spPr>
                <a:xfrm>
                  <a:off x="1874235" y="5180289"/>
                  <a:ext cx="3398854" cy="701664"/>
                </a:xfrm>
                <a:prstGeom prst="can">
                  <a:avLst/>
                </a:prstGeom>
                <a:solidFill>
                  <a:schemeClr val="accent2"/>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3" name="文本框 92"/>
              <p:cNvSpPr txBox="1"/>
              <p:nvPr/>
            </p:nvSpPr>
            <p:spPr>
              <a:xfrm flipH="1">
                <a:off x="8689376" y="2727457"/>
                <a:ext cx="2012426" cy="461665"/>
              </a:xfrm>
              <a:prstGeom prst="rect">
                <a:avLst/>
              </a:prstGeom>
              <a:noFill/>
            </p:spPr>
            <p:txBody>
              <a:bodyPr wrap="square">
                <a:spAutoFit/>
              </a:bodyPr>
              <a:lstStyle/>
              <a:p>
                <a:pPr algn="ctr"/>
                <a:r>
                  <a:rPr lang="zh-CN" altLang="en-US" sz="2400" dirty="0">
                    <a:latin typeface="思源黑体 CN Medium" panose="020B0600000000000000" pitchFamily="34" charset="-122"/>
                    <a:ea typeface="思源黑体 CN Medium" panose="020B0600000000000000" pitchFamily="34" charset="-122"/>
                    <a:cs typeface="阿里巴巴普惠体" panose="00020600040101010101" pitchFamily="18" charset="-122"/>
                  </a:rPr>
                  <a:t>提升核心素养</a:t>
                </a:r>
              </a:p>
            </p:txBody>
          </p:sp>
          <p:sp>
            <p:nvSpPr>
              <p:cNvPr id="94" name="文本框 93"/>
              <p:cNvSpPr txBox="1"/>
              <p:nvPr/>
            </p:nvSpPr>
            <p:spPr>
              <a:xfrm flipH="1">
                <a:off x="8689376" y="3788493"/>
                <a:ext cx="2012426" cy="461665"/>
              </a:xfrm>
              <a:prstGeom prst="rect">
                <a:avLst/>
              </a:prstGeom>
              <a:noFill/>
            </p:spPr>
            <p:txBody>
              <a:bodyPr wrap="square">
                <a:spAutoFit/>
              </a:bodyPr>
              <a:lstStyle/>
              <a:p>
                <a:pPr algn="ctr"/>
                <a:r>
                  <a:rPr lang="zh-CN" altLang="en-US" sz="2400" dirty="0">
                    <a:latin typeface="思源黑体 CN Medium" panose="020B0600000000000000" pitchFamily="34" charset="-122"/>
                    <a:ea typeface="思源黑体 CN Medium" panose="020B0600000000000000" pitchFamily="34" charset="-122"/>
                    <a:cs typeface="阿里巴巴普惠体" panose="00020600040101010101" pitchFamily="18" charset="-122"/>
                  </a:rPr>
                  <a:t>优化教学模式</a:t>
                </a:r>
              </a:p>
            </p:txBody>
          </p:sp>
          <p:sp>
            <p:nvSpPr>
              <p:cNvPr id="95" name="文本框 94"/>
              <p:cNvSpPr txBox="1"/>
              <p:nvPr/>
            </p:nvSpPr>
            <p:spPr>
              <a:xfrm flipH="1">
                <a:off x="8372875" y="4832909"/>
                <a:ext cx="2645428" cy="461665"/>
              </a:xfrm>
              <a:prstGeom prst="rect">
                <a:avLst/>
              </a:prstGeom>
              <a:noFill/>
              <a:ln>
                <a:noFill/>
              </a:ln>
            </p:spPr>
            <p:txBody>
              <a:bodyPr wrap="square">
                <a:spAutoFit/>
              </a:bodyPr>
              <a:lstStyle/>
              <a:p>
                <a:pPr algn="ctr"/>
                <a:r>
                  <a:rPr lang="zh-CN" altLang="en-US" sz="2400" b="1" i="0" dirty="0">
                    <a:solidFill>
                      <a:schemeClr val="bg1"/>
                    </a:solidFill>
                    <a:effectLst/>
                    <a:latin typeface="Noto Sans SC" panose="020B0200000000000000" pitchFamily="34" charset="-122"/>
                    <a:ea typeface="Noto Sans SC" panose="020B0200000000000000" pitchFamily="34" charset="-122"/>
                  </a:rPr>
                  <a:t>衔接初高中教育</a:t>
                </a:r>
                <a:endParaRPr lang="zh-CN" altLang="en-US" sz="24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sp>
            <p:nvSpPr>
              <p:cNvPr id="96" name="文本框 95"/>
              <p:cNvSpPr txBox="1"/>
              <p:nvPr/>
            </p:nvSpPr>
            <p:spPr>
              <a:xfrm>
                <a:off x="8424523" y="1631138"/>
                <a:ext cx="2542132" cy="523220"/>
              </a:xfrm>
              <a:prstGeom prst="rect">
                <a:avLst/>
              </a:prstGeom>
              <a:noFill/>
            </p:spPr>
            <p:txBody>
              <a:bodyPr wrap="square">
                <a:spAutoFit/>
              </a:bodyPr>
              <a:lstStyle/>
              <a:p>
                <a:pPr algn="ctr"/>
                <a:r>
                  <a:rPr lang="zh-CN" altLang="en-US" sz="2800" dirty="0">
                    <a:solidFill>
                      <a:schemeClr val="bg1"/>
                    </a:solidFill>
                    <a:latin typeface="思源黑体 CN Bold" panose="020B0800000000000000" pitchFamily="34" charset="-122"/>
                    <a:ea typeface="思源黑体 CN Bold" panose="020B0800000000000000" pitchFamily="34" charset="-122"/>
                  </a:rPr>
                  <a:t>研究目标</a:t>
                </a:r>
              </a:p>
            </p:txBody>
          </p:sp>
          <p:sp>
            <p:nvSpPr>
              <p:cNvPr id="97" name="箭头: 左 96"/>
              <p:cNvSpPr/>
              <p:nvPr/>
            </p:nvSpPr>
            <p:spPr>
              <a:xfrm rot="5400000" flipH="1" flipV="1">
                <a:off x="9545011" y="2319133"/>
                <a:ext cx="301159" cy="293936"/>
              </a:xfrm>
              <a:prstGeom prst="leftArrow">
                <a:avLst>
                  <a:gd name="adj1" fmla="val 39331"/>
                  <a:gd name="adj2" fmla="val 50000"/>
                </a:avLst>
              </a:prstGeom>
              <a:gradFill flip="none" rotWithShape="1">
                <a:gsLst>
                  <a:gs pos="0">
                    <a:schemeClr val="accent1"/>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98" name="文本框 97"/>
              <p:cNvSpPr txBox="1"/>
              <p:nvPr/>
            </p:nvSpPr>
            <p:spPr>
              <a:xfrm rot="16200000" flipV="1">
                <a:off x="9223429" y="3330590"/>
                <a:ext cx="96" cy="249010"/>
              </a:xfrm>
              <a:prstGeom prst="rect">
                <a:avLst/>
              </a:prstGeom>
              <a:noFill/>
            </p:spPr>
            <p:txBody>
              <a:bodyPr wrap="none" lIns="0" tIns="0" rIns="0" bIns="0" rtlCol="0">
                <a:spAutoFit/>
              </a:bodyPr>
              <a:lstStyle/>
              <a:p>
                <a:pPr algn="ctr"/>
                <a:endParaRPr lang="zh-CN" altLang="en-US" sz="1100" b="1"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05" name="箭头: 左 104"/>
              <p:cNvSpPr/>
              <p:nvPr/>
            </p:nvSpPr>
            <p:spPr>
              <a:xfrm rot="5400000" flipH="1" flipV="1">
                <a:off x="9545012" y="3378599"/>
                <a:ext cx="301159" cy="293936"/>
              </a:xfrm>
              <a:prstGeom prst="leftArrow">
                <a:avLst>
                  <a:gd name="adj1" fmla="val 39331"/>
                  <a:gd name="adj2" fmla="val 50000"/>
                </a:avLst>
              </a:prstGeom>
              <a:gradFill flip="none" rotWithShape="1">
                <a:gsLst>
                  <a:gs pos="0">
                    <a:schemeClr val="accent1"/>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07" name="箭头: 左 106"/>
              <p:cNvSpPr/>
              <p:nvPr/>
            </p:nvSpPr>
            <p:spPr>
              <a:xfrm rot="5400000" flipH="1" flipV="1">
                <a:off x="9545012" y="4351077"/>
                <a:ext cx="301159" cy="293936"/>
              </a:xfrm>
              <a:prstGeom prst="leftArrow">
                <a:avLst>
                  <a:gd name="adj1" fmla="val 39331"/>
                  <a:gd name="adj2" fmla="val 50000"/>
                </a:avLst>
              </a:prstGeom>
              <a:gradFill flip="none" rotWithShape="1">
                <a:gsLst>
                  <a:gs pos="0">
                    <a:schemeClr val="accent1"/>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grpSp>
      <p:grpSp>
        <p:nvGrpSpPr>
          <p:cNvPr id="4" name="组合 3"/>
          <p:cNvGrpSpPr/>
          <p:nvPr/>
        </p:nvGrpSpPr>
        <p:grpSpPr>
          <a:xfrm>
            <a:off x="4174353" y="4547795"/>
            <a:ext cx="3855222" cy="833590"/>
            <a:chOff x="4174353" y="4547795"/>
            <a:chExt cx="3855222" cy="833590"/>
          </a:xfrm>
        </p:grpSpPr>
        <p:grpSp>
          <p:nvGrpSpPr>
            <p:cNvPr id="146" name="组合 145"/>
            <p:cNvGrpSpPr/>
            <p:nvPr/>
          </p:nvGrpSpPr>
          <p:grpSpPr>
            <a:xfrm>
              <a:off x="4174353" y="4949404"/>
              <a:ext cx="3855222" cy="431981"/>
              <a:chOff x="3752395" y="5385166"/>
              <a:chExt cx="4699138" cy="431981"/>
            </a:xfrm>
          </p:grpSpPr>
          <p:sp>
            <p:nvSpPr>
              <p:cNvPr id="133" name="梯形 132"/>
              <p:cNvSpPr/>
              <p:nvPr/>
            </p:nvSpPr>
            <p:spPr>
              <a:xfrm>
                <a:off x="3752395" y="5572291"/>
                <a:ext cx="4699138" cy="244856"/>
              </a:xfrm>
              <a:prstGeom prst="trapezoid">
                <a:avLst>
                  <a:gd name="adj" fmla="val 120617"/>
                </a:avLst>
              </a:prstGeom>
              <a:gradFill>
                <a:gsLst>
                  <a:gs pos="0">
                    <a:schemeClr val="accent1">
                      <a:alpha val="2000"/>
                      <a:lumMod val="18000"/>
                      <a:lumOff val="82000"/>
                    </a:schemeClr>
                  </a:gs>
                  <a:gs pos="100000">
                    <a:schemeClr val="accent1">
                      <a:alpha val="22000"/>
                    </a:schemeClr>
                  </a:gs>
                </a:gsLst>
                <a:lin ang="5400000" scaled="1"/>
              </a:gradFill>
              <a:ln w="12700" cap="rnd" cmpd="sng" algn="ctr">
                <a:gradFill>
                  <a:gsLst>
                    <a:gs pos="8000">
                      <a:schemeClr val="accent1">
                        <a:alpha val="0"/>
                      </a:schemeClr>
                    </a:gs>
                    <a:gs pos="100000">
                      <a:schemeClr val="accent1"/>
                    </a:gs>
                  </a:gsLst>
                  <a:lin ang="5400000" scaled="1"/>
                </a:gradFill>
                <a:prstDash val="solid"/>
                <a:roun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srgbClr val="FFFFFF"/>
                  </a:solidFill>
                  <a:effectLst/>
                  <a:uLnTx/>
                  <a:uFillTx/>
                  <a:latin typeface="Calibri" panose="020F0502020204030204"/>
                  <a:ea typeface="等线" panose="02010600030101010101" charset="-122"/>
                  <a:cs typeface="+mn-cs"/>
                </a:endParaRPr>
              </a:p>
            </p:txBody>
          </p:sp>
          <p:sp>
            <p:nvSpPr>
              <p:cNvPr id="131" name="文本框 130"/>
              <p:cNvSpPr txBox="1"/>
              <p:nvPr/>
            </p:nvSpPr>
            <p:spPr>
              <a:xfrm>
                <a:off x="3867397" y="5385166"/>
                <a:ext cx="4469134" cy="369332"/>
              </a:xfrm>
              <a:prstGeom prst="rect">
                <a:avLst/>
              </a:prstGeom>
              <a:noFill/>
            </p:spPr>
            <p:txBody>
              <a:bodyPr wrap="square">
                <a:spAutoFit/>
              </a:bodyPr>
              <a:lstStyle/>
              <a:p>
                <a:pPr algn="ctr"/>
                <a:r>
                  <a:rPr lang="zh-CN" altLang="en-US" b="1" dirty="0">
                    <a:solidFill>
                      <a:schemeClr val="accent1"/>
                    </a:solidFill>
                    <a:effectLst>
                      <a:glow rad="292100">
                        <a:schemeClr val="bg1">
                          <a:alpha val="99000"/>
                        </a:schemeClr>
                      </a:glow>
                    </a:effectLst>
                    <a:latin typeface="思源黑体 CN Bold" panose="020B0800000000000000" pitchFamily="34" charset="-122"/>
                    <a:ea typeface="思源黑体 CN Bold" panose="020B0800000000000000" pitchFamily="34" charset="-122"/>
                    <a:cs typeface="阿里巴巴普惠体" panose="00020600040101010101" pitchFamily="18" charset="-122"/>
                  </a:rPr>
                  <a:t>鼓励学生在合作探究中内化知识</a:t>
                </a:r>
              </a:p>
            </p:txBody>
          </p:sp>
        </p:grpSp>
        <p:grpSp>
          <p:nvGrpSpPr>
            <p:cNvPr id="136" name="组合 135"/>
            <p:cNvGrpSpPr/>
            <p:nvPr/>
          </p:nvGrpSpPr>
          <p:grpSpPr>
            <a:xfrm rot="5400000" flipV="1">
              <a:off x="5910318" y="4193246"/>
              <a:ext cx="371368" cy="1080466"/>
              <a:chOff x="3688889" y="3429001"/>
              <a:chExt cx="928841" cy="1219201"/>
            </a:xfrm>
            <a:solidFill>
              <a:schemeClr val="accent1"/>
            </a:solidFill>
            <a:effectLst/>
          </p:grpSpPr>
          <p:sp>
            <p:nvSpPr>
              <p:cNvPr id="137" name="任意形状 178"/>
              <p:cNvSpPr/>
              <p:nvPr/>
            </p:nvSpPr>
            <p:spPr>
              <a:xfrm rot="5400000" flipH="1">
                <a:off x="3436817" y="3681073"/>
                <a:ext cx="1219201" cy="715058"/>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1">
                      <a:lumMod val="60000"/>
                      <a:lumOff val="40000"/>
                    </a:schemeClr>
                  </a:gs>
                  <a:gs pos="42000">
                    <a:schemeClr val="accent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Roboto Regular"/>
                  <a:ea typeface="思源黑体 CN Regular" panose="020B0500000000000000" charset="-122"/>
                  <a:cs typeface="思源黑体 CN Regular" panose="020B0500000000000000" charset="-122"/>
                </a:endParaRPr>
              </a:p>
            </p:txBody>
          </p:sp>
          <p:sp>
            <p:nvSpPr>
              <p:cNvPr id="138" name="任意形状 179"/>
              <p:cNvSpPr/>
              <p:nvPr/>
            </p:nvSpPr>
            <p:spPr>
              <a:xfrm rot="5400000" flipH="1">
                <a:off x="3893551" y="3786495"/>
                <a:ext cx="944147" cy="504210"/>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1">
                      <a:lumMod val="60000"/>
                      <a:lumOff val="40000"/>
                    </a:schemeClr>
                  </a:gs>
                  <a:gs pos="42000">
                    <a:schemeClr val="accent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kumimoji="1" lang="zh-CN" altLang="en-US">
                  <a:solidFill>
                    <a:srgbClr val="FFFFFF"/>
                  </a:solidFill>
                  <a:latin typeface="Roboto Regular"/>
                  <a:ea typeface="思源黑体 CN Regular" panose="020B0500000000000000" charset="-122"/>
                </a:endParaRPr>
              </a:p>
            </p:txBody>
          </p:sp>
        </p:grpSp>
      </p:grpSp>
      <p:grpSp>
        <p:nvGrpSpPr>
          <p:cNvPr id="15" name="组合 14"/>
          <p:cNvGrpSpPr/>
          <p:nvPr/>
        </p:nvGrpSpPr>
        <p:grpSpPr>
          <a:xfrm>
            <a:off x="386948" y="1349271"/>
            <a:ext cx="11418104" cy="3228721"/>
            <a:chOff x="386948" y="1349271"/>
            <a:chExt cx="11418104" cy="3228721"/>
          </a:xfrm>
        </p:grpSpPr>
        <p:sp>
          <p:nvSpPr>
            <p:cNvPr id="18" name="等腰三角形 17"/>
            <p:cNvSpPr/>
            <p:nvPr/>
          </p:nvSpPr>
          <p:spPr>
            <a:xfrm rot="10800000">
              <a:off x="11381637" y="1349271"/>
              <a:ext cx="299925" cy="232522"/>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等腰三角形 115"/>
            <p:cNvSpPr/>
            <p:nvPr/>
          </p:nvSpPr>
          <p:spPr>
            <a:xfrm rot="10800000">
              <a:off x="530281" y="1349271"/>
              <a:ext cx="299925" cy="232522"/>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5" name="组合 114"/>
            <p:cNvGrpSpPr/>
            <p:nvPr/>
          </p:nvGrpSpPr>
          <p:grpSpPr>
            <a:xfrm>
              <a:off x="386948" y="1856096"/>
              <a:ext cx="11418104" cy="2721896"/>
              <a:chOff x="386948" y="2272055"/>
              <a:chExt cx="11418104" cy="2721896"/>
            </a:xfrm>
          </p:grpSpPr>
          <p:sp>
            <p:nvSpPr>
              <p:cNvPr id="113" name="矩形: 圆角 112"/>
              <p:cNvSpPr/>
              <p:nvPr/>
            </p:nvSpPr>
            <p:spPr>
              <a:xfrm>
                <a:off x="386948" y="2272055"/>
                <a:ext cx="586592" cy="2721896"/>
              </a:xfrm>
              <a:prstGeom prst="roundRect">
                <a:avLst>
                  <a:gd name="adj" fmla="val 0"/>
                </a:avLst>
              </a:prstGeom>
              <a:solidFill>
                <a:srgbClr val="3F3F9E"/>
              </a:solidFill>
              <a:ln w="12700" cap="flat" cmpd="sng" algn="ctr">
                <a:noFill/>
                <a:prstDash val="solid"/>
                <a:miter lim="800000"/>
              </a:ln>
              <a:effectLst/>
            </p:spPr>
            <p:txBody>
              <a:bodyPr rtlCol="0" anchor="ctr"/>
              <a:lstStyle/>
              <a:p>
                <a:pPr lvl="0" algn="ctr"/>
                <a:r>
                  <a:rPr kumimoji="0" lang="zh-CN" altLang="en-US" sz="2200" b="1" i="0" u="none" strike="noStrike" kern="0" cap="none" spc="0" normalizeH="0" baseline="0" noProof="0" dirty="0">
                    <a:ln>
                      <a:noFill/>
                    </a:ln>
                    <a:solidFill>
                      <a:prstClr val="white"/>
                    </a:solidFill>
                    <a:effectLst/>
                    <a:uLnTx/>
                    <a:uFillTx/>
                    <a:latin typeface="思源黑体 CN Heavy" panose="020B0A00000000000000" pitchFamily="34" charset="-122"/>
                    <a:ea typeface="思源黑体 CN Bold" panose="020B0800000000000000" pitchFamily="34" charset="-122"/>
                    <a:cs typeface="阿里巴巴普惠体 2.0 45 Light" panose="00020600040101010101" pitchFamily="18" charset="-122"/>
                  </a:rPr>
                  <a:t>奠定研究基础</a:t>
                </a:r>
              </a:p>
            </p:txBody>
          </p:sp>
          <p:sp>
            <p:nvSpPr>
              <p:cNvPr id="114" name="矩形: 圆角 113"/>
              <p:cNvSpPr/>
              <p:nvPr/>
            </p:nvSpPr>
            <p:spPr>
              <a:xfrm>
                <a:off x="11218460" y="2272055"/>
                <a:ext cx="586592" cy="2721896"/>
              </a:xfrm>
              <a:prstGeom prst="roundRect">
                <a:avLst>
                  <a:gd name="adj" fmla="val 0"/>
                </a:avLst>
              </a:prstGeom>
              <a:solidFill>
                <a:srgbClr val="3F3F9E"/>
              </a:solidFill>
              <a:ln w="12700" cap="flat" cmpd="sng" algn="ctr">
                <a:noFill/>
                <a:prstDash val="solid"/>
                <a:miter lim="800000"/>
              </a:ln>
              <a:effectLst/>
            </p:spPr>
            <p:txBody>
              <a:bodyPr rtlCol="0" anchor="ctr"/>
              <a:lstStyle/>
              <a:p>
                <a:pPr lvl="0" algn="ctr"/>
                <a:r>
                  <a:rPr kumimoji="0" lang="zh-CN" altLang="en-US" sz="2200" b="1" i="0" u="none" strike="noStrike" kern="0" cap="none" spc="0" normalizeH="0" baseline="0" noProof="0" dirty="0">
                    <a:ln>
                      <a:noFill/>
                    </a:ln>
                    <a:solidFill>
                      <a:prstClr val="white"/>
                    </a:solidFill>
                    <a:effectLst/>
                    <a:uLnTx/>
                    <a:uFillTx/>
                    <a:latin typeface="思源黑体 CN Heavy" panose="020B0A00000000000000" pitchFamily="34" charset="-122"/>
                    <a:ea typeface="思源黑体 CN Bold" panose="020B0800000000000000" pitchFamily="34" charset="-122"/>
                    <a:cs typeface="阿里巴巴普惠体 2.0 45 Light" panose="00020600040101010101" pitchFamily="18" charset="-122"/>
                  </a:rPr>
                  <a:t>建立教学资源库</a:t>
                </a:r>
              </a:p>
            </p:txBody>
          </p:sp>
        </p:grpSp>
      </p:grpSp>
      <p:grpSp>
        <p:nvGrpSpPr>
          <p:cNvPr id="3" name="组合 2"/>
          <p:cNvGrpSpPr/>
          <p:nvPr/>
        </p:nvGrpSpPr>
        <p:grpSpPr>
          <a:xfrm>
            <a:off x="4052292" y="1848693"/>
            <a:ext cx="4087416" cy="2825780"/>
            <a:chOff x="4052292" y="1848693"/>
            <a:chExt cx="4087416" cy="2825780"/>
          </a:xfrm>
        </p:grpSpPr>
        <p:grpSp>
          <p:nvGrpSpPr>
            <p:cNvPr id="112" name="组合 111"/>
            <p:cNvGrpSpPr/>
            <p:nvPr/>
          </p:nvGrpSpPr>
          <p:grpSpPr>
            <a:xfrm>
              <a:off x="4052292" y="1848693"/>
              <a:ext cx="4087416" cy="2825780"/>
              <a:chOff x="4052292" y="1962151"/>
              <a:chExt cx="4087416" cy="2825780"/>
            </a:xfrm>
          </p:grpSpPr>
          <p:grpSp>
            <p:nvGrpSpPr>
              <p:cNvPr id="108" name="组合 107"/>
              <p:cNvGrpSpPr/>
              <p:nvPr/>
            </p:nvGrpSpPr>
            <p:grpSpPr>
              <a:xfrm>
                <a:off x="4052292" y="1962151"/>
                <a:ext cx="4087416" cy="2825780"/>
                <a:chOff x="4146726" y="2045386"/>
                <a:chExt cx="3846618" cy="2659309"/>
              </a:xfrm>
            </p:grpSpPr>
            <p:grpSp>
              <p:nvGrpSpPr>
                <p:cNvPr id="48" name="组合 47"/>
                <p:cNvGrpSpPr/>
                <p:nvPr/>
              </p:nvGrpSpPr>
              <p:grpSpPr>
                <a:xfrm>
                  <a:off x="4146726" y="2045386"/>
                  <a:ext cx="3846618" cy="2659309"/>
                  <a:chOff x="4788534" y="2525002"/>
                  <a:chExt cx="2614932" cy="1807800"/>
                </a:xfrm>
              </p:grpSpPr>
              <p:sp>
                <p:nvSpPr>
                  <p:cNvPr id="55" name="矩形: 圆角 54"/>
                  <p:cNvSpPr/>
                  <p:nvPr>
                    <p:custDataLst>
                      <p:tags r:id="rId2"/>
                    </p:custDataLst>
                  </p:nvPr>
                </p:nvSpPr>
                <p:spPr>
                  <a:xfrm>
                    <a:off x="5019285" y="2707442"/>
                    <a:ext cx="2149401" cy="1443116"/>
                  </a:xfrm>
                  <a:prstGeom prst="roundRect">
                    <a:avLst>
                      <a:gd name="adj" fmla="val 0"/>
                    </a:avLst>
                  </a:prstGeom>
                  <a:solidFill>
                    <a:schemeClr val="bg1"/>
                  </a:solidFill>
                  <a:ln w="1905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nvGrpSpPr>
                  <p:cNvPr id="57" name="组合 56"/>
                  <p:cNvGrpSpPr/>
                  <p:nvPr/>
                </p:nvGrpSpPr>
                <p:grpSpPr>
                  <a:xfrm>
                    <a:off x="5219416" y="2914809"/>
                    <a:ext cx="1749139" cy="241819"/>
                    <a:chOff x="5219416" y="2914809"/>
                    <a:chExt cx="1749139" cy="241819"/>
                  </a:xfrm>
                </p:grpSpPr>
                <p:sp>
                  <p:nvSpPr>
                    <p:cNvPr id="71" name="下箭头 81"/>
                    <p:cNvSpPr/>
                    <p:nvPr/>
                  </p:nvSpPr>
                  <p:spPr>
                    <a:xfrm rot="10800000">
                      <a:off x="6014378" y="2914809"/>
                      <a:ext cx="159214" cy="194333"/>
                    </a:xfrm>
                    <a:prstGeom prst="downArrow">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49926" tIns="24963" rIns="49926" bIns="24963" rtlCol="0" anchor="ctr"/>
                    <a:lstStyle/>
                    <a:p>
                      <a:pPr algn="ctr"/>
                      <a:endParaRPr lang="zh-CN" altLang="en-US" sz="1050" b="1">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nvGrpSpPr>
                    <p:cNvPr id="72" name="组合 71"/>
                    <p:cNvGrpSpPr/>
                    <p:nvPr/>
                  </p:nvGrpSpPr>
                  <p:grpSpPr>
                    <a:xfrm>
                      <a:off x="5219416" y="2997414"/>
                      <a:ext cx="1749139" cy="159214"/>
                      <a:chOff x="5226627" y="2997414"/>
                      <a:chExt cx="1749139" cy="159214"/>
                    </a:xfrm>
                  </p:grpSpPr>
                  <p:sp>
                    <p:nvSpPr>
                      <p:cNvPr id="73" name="下箭头 86"/>
                      <p:cNvSpPr/>
                      <p:nvPr/>
                    </p:nvSpPr>
                    <p:spPr>
                      <a:xfrm rot="14076353" flipH="1">
                        <a:off x="6585165" y="2766026"/>
                        <a:ext cx="159214" cy="621989"/>
                      </a:xfrm>
                      <a:prstGeom prst="downArrow">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49926" tIns="24963" rIns="49926" bIns="24963" rtlCol="0" anchor="ctr"/>
                      <a:lstStyle/>
                      <a:p>
                        <a:pPr algn="ctr"/>
                        <a:endParaRPr lang="zh-CN" altLang="en-US" sz="1050" b="1">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74" name="下箭头 86"/>
                      <p:cNvSpPr/>
                      <p:nvPr/>
                    </p:nvSpPr>
                    <p:spPr>
                      <a:xfrm rot="7523647">
                        <a:off x="5458015" y="2766026"/>
                        <a:ext cx="159214" cy="621989"/>
                      </a:xfrm>
                      <a:prstGeom prst="downArrow">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49926" tIns="24963" rIns="49926" bIns="24963" rtlCol="0" anchor="ctr"/>
                      <a:lstStyle/>
                      <a:p>
                        <a:pPr algn="ctr"/>
                        <a:endParaRPr lang="zh-CN" altLang="en-US" sz="1050" b="1">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grpSp>
                <p:nvGrpSpPr>
                  <p:cNvPr id="58" name="组合 57"/>
                  <p:cNvGrpSpPr/>
                  <p:nvPr/>
                </p:nvGrpSpPr>
                <p:grpSpPr>
                  <a:xfrm>
                    <a:off x="4788534" y="2525002"/>
                    <a:ext cx="2614932" cy="360000"/>
                    <a:chOff x="4793722" y="2525002"/>
                    <a:chExt cx="2614932" cy="360000"/>
                  </a:xfrm>
                </p:grpSpPr>
                <p:sp>
                  <p:nvSpPr>
                    <p:cNvPr id="68" name="矩形: 圆角 21"/>
                    <p:cNvSpPr/>
                    <p:nvPr>
                      <p:custDataLst>
                        <p:tags r:id="rId6"/>
                      </p:custDataLst>
                    </p:nvPr>
                  </p:nvSpPr>
                  <p:spPr>
                    <a:xfrm>
                      <a:off x="4793722" y="2525002"/>
                      <a:ext cx="468000" cy="360000"/>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吸引</a:t>
                      </a:r>
                      <a:endParaRPr lang="zh-CN" altLang="en-US" sz="1600"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69" name="矩形: 圆角 30"/>
                    <p:cNvSpPr/>
                    <p:nvPr>
                      <p:custDataLst>
                        <p:tags r:id="rId7"/>
                      </p:custDataLst>
                    </p:nvPr>
                  </p:nvSpPr>
                  <p:spPr>
                    <a:xfrm>
                      <a:off x="5867188" y="2525002"/>
                      <a:ext cx="468000" cy="360000"/>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探究</a:t>
                      </a:r>
                    </a:p>
                  </p:txBody>
                </p:sp>
                <p:sp>
                  <p:nvSpPr>
                    <p:cNvPr id="70" name="矩形: 圆角 39"/>
                    <p:cNvSpPr/>
                    <p:nvPr>
                      <p:custDataLst>
                        <p:tags r:id="rId8"/>
                      </p:custDataLst>
                    </p:nvPr>
                  </p:nvSpPr>
                  <p:spPr>
                    <a:xfrm>
                      <a:off x="6940654" y="2525002"/>
                      <a:ext cx="468000" cy="360000"/>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解释</a:t>
                      </a:r>
                    </a:p>
                  </p:txBody>
                </p:sp>
              </p:grpSp>
              <p:grpSp>
                <p:nvGrpSpPr>
                  <p:cNvPr id="59" name="组合 58"/>
                  <p:cNvGrpSpPr/>
                  <p:nvPr/>
                </p:nvGrpSpPr>
                <p:grpSpPr>
                  <a:xfrm>
                    <a:off x="4788534" y="3972802"/>
                    <a:ext cx="2614932" cy="360000"/>
                    <a:chOff x="4793722" y="2525002"/>
                    <a:chExt cx="2614932" cy="360000"/>
                  </a:xfrm>
                </p:grpSpPr>
                <p:sp>
                  <p:nvSpPr>
                    <p:cNvPr id="65" name="矩形: 圆角 21"/>
                    <p:cNvSpPr/>
                    <p:nvPr>
                      <p:custDataLst>
                        <p:tags r:id="rId3"/>
                      </p:custDataLst>
                    </p:nvPr>
                  </p:nvSpPr>
                  <p:spPr>
                    <a:xfrm>
                      <a:off x="4793722" y="2525002"/>
                      <a:ext cx="468000" cy="360000"/>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运用</a:t>
                      </a:r>
                      <a:endParaRPr lang="zh-CN" altLang="en-US" sz="1600"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66" name="矩形: 圆角 30"/>
                    <p:cNvSpPr/>
                    <p:nvPr>
                      <p:custDataLst>
                        <p:tags r:id="rId4"/>
                      </p:custDataLst>
                    </p:nvPr>
                  </p:nvSpPr>
                  <p:spPr>
                    <a:xfrm>
                      <a:off x="5867188" y="2525002"/>
                      <a:ext cx="468000" cy="360000"/>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实践</a:t>
                      </a:r>
                    </a:p>
                  </p:txBody>
                </p:sp>
                <p:sp>
                  <p:nvSpPr>
                    <p:cNvPr id="67" name="矩形: 圆角 39"/>
                    <p:cNvSpPr/>
                    <p:nvPr>
                      <p:custDataLst>
                        <p:tags r:id="rId5"/>
                      </p:custDataLst>
                    </p:nvPr>
                  </p:nvSpPr>
                  <p:spPr>
                    <a:xfrm>
                      <a:off x="6940654" y="2525002"/>
                      <a:ext cx="468000" cy="360000"/>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理论</a:t>
                      </a:r>
                    </a:p>
                  </p:txBody>
                </p:sp>
              </p:grpSp>
              <p:grpSp>
                <p:nvGrpSpPr>
                  <p:cNvPr id="60" name="组合 59"/>
                  <p:cNvGrpSpPr/>
                  <p:nvPr/>
                </p:nvGrpSpPr>
                <p:grpSpPr>
                  <a:xfrm flipV="1">
                    <a:off x="5219416" y="3707451"/>
                    <a:ext cx="1749139" cy="241819"/>
                    <a:chOff x="5219416" y="2914809"/>
                    <a:chExt cx="1749139" cy="241819"/>
                  </a:xfrm>
                </p:grpSpPr>
                <p:sp>
                  <p:nvSpPr>
                    <p:cNvPr id="61" name="下箭头 81"/>
                    <p:cNvSpPr/>
                    <p:nvPr/>
                  </p:nvSpPr>
                  <p:spPr>
                    <a:xfrm rot="10800000">
                      <a:off x="6014378" y="2914809"/>
                      <a:ext cx="159214" cy="194333"/>
                    </a:xfrm>
                    <a:prstGeom prst="downArrow">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49926" tIns="24963" rIns="49926" bIns="24963" rtlCol="0" anchor="ctr"/>
                    <a:lstStyle/>
                    <a:p>
                      <a:pPr algn="ctr"/>
                      <a:endParaRPr lang="zh-CN" altLang="en-US" sz="1050" b="1">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nvGrpSpPr>
                    <p:cNvPr id="62" name="组合 61"/>
                    <p:cNvGrpSpPr/>
                    <p:nvPr/>
                  </p:nvGrpSpPr>
                  <p:grpSpPr>
                    <a:xfrm>
                      <a:off x="5219416" y="2997414"/>
                      <a:ext cx="1749139" cy="159214"/>
                      <a:chOff x="5226627" y="2997414"/>
                      <a:chExt cx="1749139" cy="159214"/>
                    </a:xfrm>
                  </p:grpSpPr>
                  <p:sp>
                    <p:nvSpPr>
                      <p:cNvPr id="63" name="下箭头 86"/>
                      <p:cNvSpPr/>
                      <p:nvPr/>
                    </p:nvSpPr>
                    <p:spPr>
                      <a:xfrm rot="14076353" flipH="1">
                        <a:off x="6585165" y="2766026"/>
                        <a:ext cx="159214" cy="621989"/>
                      </a:xfrm>
                      <a:prstGeom prst="downArrow">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49926" tIns="24963" rIns="49926" bIns="24963" rtlCol="0" anchor="ctr"/>
                      <a:lstStyle/>
                      <a:p>
                        <a:pPr algn="ctr"/>
                        <a:endParaRPr lang="zh-CN" altLang="en-US" sz="1050" b="1">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64" name="下箭头 86"/>
                      <p:cNvSpPr/>
                      <p:nvPr/>
                    </p:nvSpPr>
                    <p:spPr>
                      <a:xfrm rot="7523647">
                        <a:off x="5458015" y="2766026"/>
                        <a:ext cx="159214" cy="621989"/>
                      </a:xfrm>
                      <a:prstGeom prst="downArrow">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49926" tIns="24963" rIns="49926" bIns="24963" rtlCol="0" anchor="ctr"/>
                      <a:lstStyle/>
                      <a:p>
                        <a:pPr algn="ctr"/>
                        <a:endParaRPr lang="zh-CN" altLang="en-US" sz="1050" b="1">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grpSp>
            <p:sp>
              <p:nvSpPr>
                <p:cNvPr id="86" name="椭圆 85"/>
                <p:cNvSpPr/>
                <p:nvPr/>
              </p:nvSpPr>
              <p:spPr>
                <a:xfrm>
                  <a:off x="5613989" y="2923234"/>
                  <a:ext cx="903506" cy="903506"/>
                </a:xfrm>
                <a:prstGeom prst="ellipse">
                  <a:avLst/>
                </a:prstGeom>
                <a:solidFill>
                  <a:schemeClr val="accent3"/>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grpSp>
          <p:sp>
            <p:nvSpPr>
              <p:cNvPr id="110" name="文本框 109"/>
              <p:cNvSpPr txBox="1"/>
              <p:nvPr/>
            </p:nvSpPr>
            <p:spPr>
              <a:xfrm>
                <a:off x="5611406" y="3021041"/>
                <a:ext cx="960065" cy="707886"/>
              </a:xfrm>
              <a:prstGeom prst="rect">
                <a:avLst/>
              </a:prstGeom>
              <a:noFill/>
            </p:spPr>
            <p:txBody>
              <a:bodyPr wrap="squar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理论</a:t>
                </a:r>
                <a:endParaRPr lang="en-US" altLang="zh-CN" sz="2000">
                  <a:solidFill>
                    <a:schemeClr val="bg1"/>
                  </a:solidFill>
                  <a:latin typeface="思源黑体 CN Bold" panose="020B0800000000000000" pitchFamily="34" charset="-122"/>
                  <a:ea typeface="思源黑体 CN Bold" panose="020B0800000000000000" pitchFamily="34" charset="-122"/>
                </a:endParaRPr>
              </a:p>
              <a:p>
                <a:pPr algn="ctr"/>
                <a:r>
                  <a:rPr lang="zh-CN" altLang="en-US" sz="2000">
                    <a:solidFill>
                      <a:schemeClr val="bg1"/>
                    </a:solidFill>
                    <a:latin typeface="思源黑体 CN Bold" panose="020B0800000000000000" pitchFamily="34" charset="-122"/>
                    <a:ea typeface="思源黑体 CN Bold" panose="020B0800000000000000" pitchFamily="34" charset="-122"/>
                  </a:rPr>
                  <a:t>讲解</a:t>
                </a:r>
              </a:p>
            </p:txBody>
          </p:sp>
        </p:grpSp>
        <p:grpSp>
          <p:nvGrpSpPr>
            <p:cNvPr id="158" name="组合 157"/>
            <p:cNvGrpSpPr/>
            <p:nvPr/>
          </p:nvGrpSpPr>
          <p:grpSpPr>
            <a:xfrm>
              <a:off x="4431443" y="3052840"/>
              <a:ext cx="3329115" cy="417487"/>
              <a:chOff x="4432810" y="3052840"/>
              <a:chExt cx="3329115" cy="417487"/>
            </a:xfrm>
          </p:grpSpPr>
          <p:sp>
            <p:nvSpPr>
              <p:cNvPr id="156" name="文本框 155"/>
              <p:cNvSpPr txBox="1"/>
              <p:nvPr/>
            </p:nvSpPr>
            <p:spPr>
              <a:xfrm>
                <a:off x="4432810" y="3052840"/>
                <a:ext cx="1193290" cy="417358"/>
              </a:xfrm>
              <a:prstGeom prst="rect">
                <a:avLst/>
              </a:prstGeom>
              <a:noFill/>
            </p:spPr>
            <p:txBody>
              <a:bodyPr wrap="square">
                <a:spAutoFit/>
              </a:bodyPr>
              <a:lstStyle/>
              <a:p>
                <a:pPr algn="ctr">
                  <a:lnSpc>
                    <a:spcPct val="130000"/>
                  </a:lnSpc>
                </a:pPr>
                <a:r>
                  <a:rPr lang="zh-CN" altLang="en-US" sz="1800" dirty="0">
                    <a:solidFill>
                      <a:schemeClr val="accent1"/>
                    </a:solidFill>
                    <a:latin typeface="梦源黑体 CN W20" panose="020B0200000000000000" pitchFamily="34" charset="-122"/>
                    <a:ea typeface="梦源黑体 CN W20" panose="020B0200000000000000" pitchFamily="34" charset="-122"/>
                  </a:rPr>
                  <a:t>评价机制</a:t>
                </a:r>
              </a:p>
            </p:txBody>
          </p:sp>
          <p:sp>
            <p:nvSpPr>
              <p:cNvPr id="157" name="文本框 156"/>
              <p:cNvSpPr txBox="1"/>
              <p:nvPr/>
            </p:nvSpPr>
            <p:spPr>
              <a:xfrm>
                <a:off x="6568635" y="3052840"/>
                <a:ext cx="1193290" cy="417487"/>
              </a:xfrm>
              <a:prstGeom prst="rect">
                <a:avLst/>
              </a:prstGeom>
              <a:noFill/>
            </p:spPr>
            <p:txBody>
              <a:bodyPr wrap="square">
                <a:spAutoFit/>
              </a:bodyPr>
              <a:lstStyle/>
              <a:p>
                <a:pPr algn="ctr">
                  <a:lnSpc>
                    <a:spcPct val="130000"/>
                  </a:lnSpc>
                </a:pPr>
                <a:r>
                  <a:rPr lang="zh-CN" altLang="en-US" sz="1800" dirty="0">
                    <a:solidFill>
                      <a:schemeClr val="accent1"/>
                    </a:solidFill>
                    <a:latin typeface="梦源黑体 CN W20" panose="020B0200000000000000" pitchFamily="34" charset="-122"/>
                    <a:ea typeface="梦源黑体 CN W20" panose="020B0200000000000000" pitchFamily="34" charset="-122"/>
                  </a:rPr>
                  <a:t>思维深度</a:t>
                </a:r>
              </a:p>
            </p:txBody>
          </p:sp>
        </p:grpSp>
      </p:grpSp>
      <p:grpSp>
        <p:nvGrpSpPr>
          <p:cNvPr id="14" name="组合 13"/>
          <p:cNvGrpSpPr/>
          <p:nvPr/>
        </p:nvGrpSpPr>
        <p:grpSpPr>
          <a:xfrm>
            <a:off x="660400" y="5702953"/>
            <a:ext cx="10871200" cy="461665"/>
            <a:chOff x="660400" y="5702953"/>
            <a:chExt cx="10871200" cy="461665"/>
          </a:xfrm>
        </p:grpSpPr>
        <p:sp>
          <p:nvSpPr>
            <p:cNvPr id="150" name="文本框 149"/>
            <p:cNvSpPr txBox="1"/>
            <p:nvPr/>
          </p:nvSpPr>
          <p:spPr>
            <a:xfrm>
              <a:off x="660400" y="5702953"/>
              <a:ext cx="10871200" cy="461665"/>
            </a:xfrm>
            <a:prstGeom prst="rect">
              <a:avLst/>
            </a:prstGeom>
            <a:solidFill>
              <a:schemeClr val="accent2"/>
            </a:solidFill>
          </p:spPr>
          <p:txBody>
            <a:bodyPr wrap="square" anchor="ctr">
              <a:spAutoFit/>
            </a:bodyPr>
            <a:lstStyle/>
            <a:p>
              <a:pPr algn="ctr"/>
              <a:endParaRPr lang="zh-CN" altLang="en-US" sz="2400" dirty="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nvGrpSpPr>
            <p:cNvPr id="162" name="组合 161"/>
            <p:cNvGrpSpPr/>
            <p:nvPr/>
          </p:nvGrpSpPr>
          <p:grpSpPr>
            <a:xfrm>
              <a:off x="1625630" y="5762625"/>
              <a:ext cx="8940741" cy="344974"/>
              <a:chOff x="1628421" y="5767388"/>
              <a:chExt cx="8940741" cy="344974"/>
            </a:xfrm>
          </p:grpSpPr>
          <p:sp>
            <p:nvSpPr>
              <p:cNvPr id="159" name="矩形: 圆角 158"/>
              <p:cNvSpPr/>
              <p:nvPr/>
            </p:nvSpPr>
            <p:spPr>
              <a:xfrm>
                <a:off x="4431444" y="5767388"/>
                <a:ext cx="3329114" cy="344974"/>
              </a:xfrm>
              <a:prstGeom prst="roundRect">
                <a:avLst>
                  <a:gd name="adj" fmla="val 50000"/>
                </a:avLst>
              </a:prstGeom>
              <a:solidFill>
                <a:schemeClr val="bg1"/>
              </a:solidFill>
              <a:ln>
                <a:no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defRPr/>
                </a:pPr>
                <a:r>
                  <a:rPr lang="zh-CN" altLang="en-US" b="1" dirty="0">
                    <a:solidFill>
                      <a:schemeClr val="accent1">
                        <a:lumMod val="50000"/>
                      </a:schemeClr>
                    </a:solidFill>
                    <a:ea typeface="思源黑体 CN Bold" panose="020B0800000000000000" pitchFamily="34" charset="-122"/>
                    <a:cs typeface="+mn-ea"/>
                    <a:sym typeface="Arial" panose="020B0604020202020204" pitchFamily="34" charset="0"/>
                  </a:rPr>
                  <a:t>思想政治理论课综合实践</a:t>
                </a:r>
              </a:p>
            </p:txBody>
          </p:sp>
          <p:sp>
            <p:nvSpPr>
              <p:cNvPr id="160" name="矩形: 圆角 159"/>
              <p:cNvSpPr/>
              <p:nvPr/>
            </p:nvSpPr>
            <p:spPr>
              <a:xfrm>
                <a:off x="1628421" y="5767388"/>
                <a:ext cx="1830244" cy="344974"/>
              </a:xfrm>
              <a:prstGeom prst="roundRect">
                <a:avLst>
                  <a:gd name="adj" fmla="val 50000"/>
                </a:avLst>
              </a:prstGeom>
              <a:solidFill>
                <a:schemeClr val="bg1"/>
              </a:solidFill>
              <a:ln>
                <a:no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b="1" dirty="0">
                    <a:solidFill>
                      <a:schemeClr val="accent1">
                        <a:lumMod val="50000"/>
                      </a:schemeClr>
                    </a:solidFill>
                    <a:latin typeface="思源黑体 CN Bold" panose="020B0800000000000000" pitchFamily="34" charset="-122"/>
                    <a:ea typeface="思源黑体 CN Bold" panose="020B0800000000000000" pitchFamily="34" charset="-122"/>
                    <a:cs typeface="+mn-ea"/>
                    <a:sym typeface="Arial" panose="020B0604020202020204" pitchFamily="34" charset="0"/>
                  </a:rPr>
                  <a:t>情境创设</a:t>
                </a:r>
              </a:p>
            </p:txBody>
          </p:sp>
          <p:sp>
            <p:nvSpPr>
              <p:cNvPr id="161" name="矩形: 圆角 160"/>
              <p:cNvSpPr/>
              <p:nvPr/>
            </p:nvSpPr>
            <p:spPr>
              <a:xfrm>
                <a:off x="8738918" y="5767388"/>
                <a:ext cx="1830244" cy="344974"/>
              </a:xfrm>
              <a:prstGeom prst="roundRect">
                <a:avLst>
                  <a:gd name="adj" fmla="val 50000"/>
                </a:avLst>
              </a:prstGeom>
              <a:solidFill>
                <a:schemeClr val="bg1"/>
              </a:solidFill>
              <a:ln>
                <a:no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defRPr/>
                </a:pPr>
                <a:r>
                  <a:rPr lang="zh-CN" altLang="en-US" b="1" dirty="0">
                    <a:solidFill>
                      <a:schemeClr val="accent1">
                        <a:lumMod val="50000"/>
                      </a:schemeClr>
                    </a:solidFill>
                    <a:ea typeface="思源黑体 CN Bold" panose="020B0800000000000000" pitchFamily="34" charset="-122"/>
                    <a:cs typeface="+mn-ea"/>
                    <a:sym typeface="Arial" panose="020B0604020202020204" pitchFamily="34" charset="0"/>
                  </a:rPr>
                  <a:t>课综合实践</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154"/>
                                        </p:tgtEl>
                                        <p:attrNameLst>
                                          <p:attrName>style.visibility</p:attrName>
                                        </p:attrNameLst>
                                      </p:cBhvr>
                                      <p:to>
                                        <p:strVal val="visible"/>
                                      </p:to>
                                    </p:set>
                                    <p:animEffect transition="in" filter="fade">
                                      <p:cBhvr>
                                        <p:cTn id="21" dur="500"/>
                                        <p:tgtEl>
                                          <p:spTgt spid="15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49373" y="1011051"/>
            <a:ext cx="10289072" cy="4640444"/>
            <a:chOff x="949373" y="1011051"/>
            <a:chExt cx="10289072" cy="4640444"/>
          </a:xfrm>
        </p:grpSpPr>
        <p:grpSp>
          <p:nvGrpSpPr>
            <p:cNvPr id="244" name="组合 243"/>
            <p:cNvGrpSpPr/>
            <p:nvPr/>
          </p:nvGrpSpPr>
          <p:grpSpPr>
            <a:xfrm>
              <a:off x="949373" y="1011051"/>
              <a:ext cx="10289072" cy="4640444"/>
              <a:chOff x="949373" y="1011051"/>
              <a:chExt cx="10289072" cy="4640444"/>
            </a:xfrm>
          </p:grpSpPr>
          <p:sp>
            <p:nvSpPr>
              <p:cNvPr id="177" name="任意多边形: 形状 176"/>
              <p:cNvSpPr/>
              <p:nvPr/>
            </p:nvSpPr>
            <p:spPr>
              <a:xfrm rot="16200000">
                <a:off x="6757824" y="1170874"/>
                <a:ext cx="4640444" cy="4320798"/>
              </a:xfrm>
              <a:custGeom>
                <a:avLst/>
                <a:gdLst>
                  <a:gd name="connsiteX0" fmla="*/ 4640444 w 4640444"/>
                  <a:gd name="connsiteY0" fmla="*/ 4658291 h 4658291"/>
                  <a:gd name="connsiteX1" fmla="*/ 3482533 w 4640444"/>
                  <a:gd name="connsiteY1" fmla="*/ 7 h 4658291"/>
                  <a:gd name="connsiteX2" fmla="*/ 3419398 w 4640444"/>
                  <a:gd name="connsiteY2" fmla="*/ 84435 h 4658291"/>
                  <a:gd name="connsiteX3" fmla="*/ 2320225 w 4640444"/>
                  <a:gd name="connsiteY3" fmla="*/ 602802 h 4658291"/>
                  <a:gd name="connsiteX4" fmla="*/ 1221052 w 4640444"/>
                  <a:gd name="connsiteY4" fmla="*/ 84435 h 4658291"/>
                  <a:gd name="connsiteX5" fmla="*/ 1157912 w 4640444"/>
                  <a:gd name="connsiteY5" fmla="*/ 0 h 4658291"/>
                  <a:gd name="connsiteX6" fmla="*/ 0 w 4640444"/>
                  <a:gd name="connsiteY6" fmla="*/ 4658291 h 4658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40444" h="4658291">
                    <a:moveTo>
                      <a:pt x="4640444" y="4658291"/>
                    </a:moveTo>
                    <a:lnTo>
                      <a:pt x="3482533" y="7"/>
                    </a:lnTo>
                    <a:lnTo>
                      <a:pt x="3419398" y="84435"/>
                    </a:lnTo>
                    <a:cubicBezTo>
                      <a:pt x="3158134" y="401015"/>
                      <a:pt x="2762744" y="602802"/>
                      <a:pt x="2320225" y="602802"/>
                    </a:cubicBezTo>
                    <a:cubicBezTo>
                      <a:pt x="1877706" y="602802"/>
                      <a:pt x="1482316" y="401015"/>
                      <a:pt x="1221052" y="84435"/>
                    </a:cubicBezTo>
                    <a:lnTo>
                      <a:pt x="1157912" y="0"/>
                    </a:lnTo>
                    <a:lnTo>
                      <a:pt x="0" y="4658291"/>
                    </a:lnTo>
                    <a:close/>
                  </a:path>
                </a:pathLst>
              </a:custGeom>
              <a:gradFill>
                <a:gsLst>
                  <a:gs pos="0">
                    <a:schemeClr val="accent1">
                      <a:lumMod val="20000"/>
                      <a:lumOff val="80000"/>
                      <a:alpha val="38000"/>
                    </a:schemeClr>
                  </a:gs>
                  <a:gs pos="100000">
                    <a:schemeClr val="bg1"/>
                  </a:gs>
                </a:gsLst>
                <a:lin ang="5400000" scaled="1"/>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7" name="任意多边形: 形状 136"/>
              <p:cNvSpPr/>
              <p:nvPr/>
            </p:nvSpPr>
            <p:spPr>
              <a:xfrm rot="5400000" flipH="1">
                <a:off x="791642" y="1168782"/>
                <a:ext cx="4640444" cy="4324981"/>
              </a:xfrm>
              <a:custGeom>
                <a:avLst/>
                <a:gdLst>
                  <a:gd name="connsiteX0" fmla="*/ 4640444 w 4640444"/>
                  <a:gd name="connsiteY0" fmla="*/ 4658291 h 4658291"/>
                  <a:gd name="connsiteX1" fmla="*/ 3482533 w 4640444"/>
                  <a:gd name="connsiteY1" fmla="*/ 7 h 4658291"/>
                  <a:gd name="connsiteX2" fmla="*/ 3419398 w 4640444"/>
                  <a:gd name="connsiteY2" fmla="*/ 84435 h 4658291"/>
                  <a:gd name="connsiteX3" fmla="*/ 2320225 w 4640444"/>
                  <a:gd name="connsiteY3" fmla="*/ 602802 h 4658291"/>
                  <a:gd name="connsiteX4" fmla="*/ 1221052 w 4640444"/>
                  <a:gd name="connsiteY4" fmla="*/ 84435 h 4658291"/>
                  <a:gd name="connsiteX5" fmla="*/ 1157912 w 4640444"/>
                  <a:gd name="connsiteY5" fmla="*/ 0 h 4658291"/>
                  <a:gd name="connsiteX6" fmla="*/ 0 w 4640444"/>
                  <a:gd name="connsiteY6" fmla="*/ 4658291 h 4658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40444" h="4658291">
                    <a:moveTo>
                      <a:pt x="4640444" y="4658291"/>
                    </a:moveTo>
                    <a:lnTo>
                      <a:pt x="3482533" y="7"/>
                    </a:lnTo>
                    <a:lnTo>
                      <a:pt x="3419398" y="84435"/>
                    </a:lnTo>
                    <a:cubicBezTo>
                      <a:pt x="3158134" y="401015"/>
                      <a:pt x="2762744" y="602802"/>
                      <a:pt x="2320225" y="602802"/>
                    </a:cubicBezTo>
                    <a:cubicBezTo>
                      <a:pt x="1877706" y="602802"/>
                      <a:pt x="1482316" y="401015"/>
                      <a:pt x="1221052" y="84435"/>
                    </a:cubicBezTo>
                    <a:lnTo>
                      <a:pt x="1157912" y="0"/>
                    </a:lnTo>
                    <a:lnTo>
                      <a:pt x="0" y="4658291"/>
                    </a:lnTo>
                    <a:close/>
                  </a:path>
                </a:pathLst>
              </a:custGeom>
              <a:gradFill>
                <a:gsLst>
                  <a:gs pos="0">
                    <a:schemeClr val="accent1">
                      <a:lumMod val="20000"/>
                      <a:lumOff val="80000"/>
                      <a:alpha val="38000"/>
                    </a:schemeClr>
                  </a:gs>
                  <a:gs pos="100000">
                    <a:schemeClr val="bg1"/>
                  </a:gs>
                </a:gsLst>
                <a:lin ang="5400000" scaled="1"/>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椭圆 3"/>
              <p:cNvSpPr/>
              <p:nvPr/>
            </p:nvSpPr>
            <p:spPr>
              <a:xfrm>
                <a:off x="4671552" y="1908916"/>
                <a:ext cx="2848896" cy="2848896"/>
              </a:xfrm>
              <a:prstGeom prst="ellipse">
                <a:avLst/>
              </a:prstGeom>
              <a:solidFill>
                <a:schemeClr val="bg1">
                  <a:alpha val="19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a:off x="4059035" y="2871199"/>
                <a:ext cx="4073930" cy="924330"/>
                <a:chOff x="4048124" y="3233535"/>
                <a:chExt cx="4073930" cy="924330"/>
              </a:xfrm>
            </p:grpSpPr>
            <p:grpSp>
              <p:nvGrpSpPr>
                <p:cNvPr id="15" name="组合 14"/>
                <p:cNvGrpSpPr/>
                <p:nvPr/>
              </p:nvGrpSpPr>
              <p:grpSpPr>
                <a:xfrm>
                  <a:off x="7197724" y="3233535"/>
                  <a:ext cx="924330" cy="924330"/>
                  <a:chOff x="5611406" y="2781494"/>
                  <a:chExt cx="960065" cy="960065"/>
                </a:xfrm>
              </p:grpSpPr>
              <p:sp>
                <p:nvSpPr>
                  <p:cNvPr id="16" name="椭圆 15"/>
                  <p:cNvSpPr/>
                  <p:nvPr/>
                </p:nvSpPr>
                <p:spPr>
                  <a:xfrm>
                    <a:off x="5611406" y="2781494"/>
                    <a:ext cx="960065" cy="960065"/>
                  </a:xfrm>
                  <a:prstGeom prst="ellipse">
                    <a:avLst/>
                  </a:prstGeom>
                  <a:solidFill>
                    <a:schemeClr val="accent2"/>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sp>
                <p:nvSpPr>
                  <p:cNvPr id="17" name="文本框 16"/>
                  <p:cNvSpPr txBox="1"/>
                  <p:nvPr/>
                </p:nvSpPr>
                <p:spPr>
                  <a:xfrm>
                    <a:off x="5611406" y="2907584"/>
                    <a:ext cx="960065" cy="735253"/>
                  </a:xfrm>
                  <a:prstGeom prst="rect">
                    <a:avLst/>
                  </a:prstGeom>
                  <a:noFill/>
                </p:spPr>
                <p:txBody>
                  <a:bodyPr wrap="square">
                    <a:spAutoFit/>
                  </a:body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区域差异</a:t>
                    </a:r>
                  </a:p>
                </p:txBody>
              </p:sp>
            </p:grpSp>
            <p:grpSp>
              <p:nvGrpSpPr>
                <p:cNvPr id="18" name="组合 17"/>
                <p:cNvGrpSpPr/>
                <p:nvPr/>
              </p:nvGrpSpPr>
              <p:grpSpPr>
                <a:xfrm>
                  <a:off x="4048124" y="3233535"/>
                  <a:ext cx="924330" cy="924330"/>
                  <a:chOff x="5611406" y="2781494"/>
                  <a:chExt cx="960065" cy="960065"/>
                </a:xfrm>
              </p:grpSpPr>
              <p:sp>
                <p:nvSpPr>
                  <p:cNvPr id="19" name="椭圆 18"/>
                  <p:cNvSpPr/>
                  <p:nvPr/>
                </p:nvSpPr>
                <p:spPr>
                  <a:xfrm>
                    <a:off x="5611406" y="2781494"/>
                    <a:ext cx="960065" cy="960065"/>
                  </a:xfrm>
                  <a:prstGeom prst="ellipse">
                    <a:avLst/>
                  </a:prstGeom>
                  <a:solidFill>
                    <a:schemeClr val="accent2"/>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sp>
                <p:nvSpPr>
                  <p:cNvPr id="20" name="文本框 19"/>
                  <p:cNvSpPr txBox="1"/>
                  <p:nvPr/>
                </p:nvSpPr>
                <p:spPr>
                  <a:xfrm>
                    <a:off x="5611406" y="2907584"/>
                    <a:ext cx="960065" cy="735253"/>
                  </a:xfrm>
                  <a:prstGeom prst="rect">
                    <a:avLst/>
                  </a:prstGeom>
                  <a:noFill/>
                </p:spPr>
                <p:txBody>
                  <a:bodyPr wrap="square">
                    <a:spAutoFit/>
                  </a:body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教学成效</a:t>
                    </a:r>
                  </a:p>
                </p:txBody>
              </p:sp>
            </p:grpSp>
          </p:grpSp>
          <p:grpSp>
            <p:nvGrpSpPr>
              <p:cNvPr id="25" name="组合 24"/>
              <p:cNvGrpSpPr/>
              <p:nvPr/>
            </p:nvGrpSpPr>
            <p:grpSpPr>
              <a:xfrm>
                <a:off x="5511987" y="1329860"/>
                <a:ext cx="1168027" cy="4007007"/>
                <a:chOff x="5511987" y="1666608"/>
                <a:chExt cx="1168027" cy="4007007"/>
              </a:xfrm>
            </p:grpSpPr>
            <p:grpSp>
              <p:nvGrpSpPr>
                <p:cNvPr id="7" name="组合 6"/>
                <p:cNvGrpSpPr/>
                <p:nvPr/>
              </p:nvGrpSpPr>
              <p:grpSpPr>
                <a:xfrm>
                  <a:off x="5511987" y="3086101"/>
                  <a:ext cx="1168027" cy="1168024"/>
                  <a:chOff x="5596773" y="2766862"/>
                  <a:chExt cx="989330" cy="989329"/>
                </a:xfrm>
              </p:grpSpPr>
              <p:sp>
                <p:nvSpPr>
                  <p:cNvPr id="5" name="椭圆 4"/>
                  <p:cNvSpPr/>
                  <p:nvPr/>
                </p:nvSpPr>
                <p:spPr>
                  <a:xfrm>
                    <a:off x="5596774" y="2766862"/>
                    <a:ext cx="989329" cy="989329"/>
                  </a:xfrm>
                  <a:prstGeom prst="ellipse">
                    <a:avLst/>
                  </a:prstGeom>
                  <a:solidFill>
                    <a:schemeClr val="accent3"/>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sp>
                <p:nvSpPr>
                  <p:cNvPr id="6" name="文本框 5"/>
                  <p:cNvSpPr txBox="1"/>
                  <p:nvPr/>
                </p:nvSpPr>
                <p:spPr>
                  <a:xfrm>
                    <a:off x="5596773" y="2909594"/>
                    <a:ext cx="989329" cy="703863"/>
                  </a:xfrm>
                  <a:prstGeom prst="rect">
                    <a:avLst/>
                  </a:prstGeom>
                  <a:noFill/>
                </p:spPr>
                <p:txBody>
                  <a:bodyPr wrap="square" anchor="ctr">
                    <a:spAutoFit/>
                  </a:bodyPr>
                  <a:lstStyle/>
                  <a:p>
                    <a:pPr algn="ctr"/>
                    <a:r>
                      <a:rPr lang="zh-CN" altLang="en-US" sz="2400" dirty="0">
                        <a:solidFill>
                          <a:schemeClr val="bg1"/>
                        </a:solidFill>
                        <a:latin typeface="思源黑体 CN Bold" panose="020B0800000000000000" pitchFamily="34" charset="-122"/>
                        <a:ea typeface="思源黑体 CN Bold" panose="020B0800000000000000" pitchFamily="34" charset="-122"/>
                      </a:rPr>
                      <a:t>实践</a:t>
                    </a:r>
                    <a:endParaRPr lang="en-US" altLang="zh-CN" sz="2400" dirty="0">
                      <a:solidFill>
                        <a:schemeClr val="bg1"/>
                      </a:solidFill>
                      <a:latin typeface="思源黑体 CN Bold" panose="020B0800000000000000" pitchFamily="34" charset="-122"/>
                      <a:ea typeface="思源黑体 CN Bold" panose="020B0800000000000000" pitchFamily="34" charset="-122"/>
                    </a:endParaRPr>
                  </a:p>
                  <a:p>
                    <a:pPr algn="ctr"/>
                    <a:r>
                      <a:rPr lang="zh-CN" altLang="en-US" sz="2400" dirty="0">
                        <a:solidFill>
                          <a:schemeClr val="bg1"/>
                        </a:solidFill>
                        <a:latin typeface="思源黑体 CN Bold" panose="020B0800000000000000" pitchFamily="34" charset="-122"/>
                        <a:ea typeface="思源黑体 CN Bold" panose="020B0800000000000000" pitchFamily="34" charset="-122"/>
                      </a:rPr>
                      <a:t>困境</a:t>
                    </a:r>
                  </a:p>
                </p:txBody>
              </p:sp>
            </p:grpSp>
            <p:grpSp>
              <p:nvGrpSpPr>
                <p:cNvPr id="10" name="组合 9"/>
                <p:cNvGrpSpPr/>
                <p:nvPr/>
              </p:nvGrpSpPr>
              <p:grpSpPr>
                <a:xfrm>
                  <a:off x="5622924" y="1666608"/>
                  <a:ext cx="924330" cy="924330"/>
                  <a:chOff x="5611406" y="2686661"/>
                  <a:chExt cx="960065" cy="960065"/>
                </a:xfrm>
              </p:grpSpPr>
              <p:sp>
                <p:nvSpPr>
                  <p:cNvPr id="8" name="椭圆 7"/>
                  <p:cNvSpPr/>
                  <p:nvPr/>
                </p:nvSpPr>
                <p:spPr>
                  <a:xfrm>
                    <a:off x="5611406" y="2686661"/>
                    <a:ext cx="960065" cy="960065"/>
                  </a:xfrm>
                  <a:prstGeom prst="ellipse">
                    <a:avLst/>
                  </a:prstGeom>
                  <a:solidFill>
                    <a:schemeClr val="accent2"/>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sp>
                <p:nvSpPr>
                  <p:cNvPr id="9" name="文本框 8"/>
                  <p:cNvSpPr txBox="1"/>
                  <p:nvPr/>
                </p:nvSpPr>
                <p:spPr>
                  <a:xfrm>
                    <a:off x="5611406" y="2812751"/>
                    <a:ext cx="960065" cy="735253"/>
                  </a:xfrm>
                  <a:prstGeom prst="rect">
                    <a:avLst/>
                  </a:prstGeom>
                  <a:noFill/>
                </p:spPr>
                <p:txBody>
                  <a:bodyPr wrap="square">
                    <a:spAutoFit/>
                  </a:body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教学框架</a:t>
                    </a:r>
                  </a:p>
                </p:txBody>
              </p:sp>
            </p:grpSp>
            <p:grpSp>
              <p:nvGrpSpPr>
                <p:cNvPr id="22" name="组合 21"/>
                <p:cNvGrpSpPr/>
                <p:nvPr/>
              </p:nvGrpSpPr>
              <p:grpSpPr>
                <a:xfrm>
                  <a:off x="5622924" y="4749285"/>
                  <a:ext cx="924330" cy="924330"/>
                  <a:chOff x="5611406" y="2876326"/>
                  <a:chExt cx="960065" cy="960065"/>
                </a:xfrm>
              </p:grpSpPr>
              <p:sp>
                <p:nvSpPr>
                  <p:cNvPr id="23" name="椭圆 22"/>
                  <p:cNvSpPr/>
                  <p:nvPr/>
                </p:nvSpPr>
                <p:spPr>
                  <a:xfrm>
                    <a:off x="5611406" y="2876326"/>
                    <a:ext cx="960065" cy="960065"/>
                  </a:xfrm>
                  <a:prstGeom prst="ellipse">
                    <a:avLst/>
                  </a:prstGeom>
                  <a:solidFill>
                    <a:schemeClr val="accent2"/>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sp>
                <p:nvSpPr>
                  <p:cNvPr id="24" name="文本框 23"/>
                  <p:cNvSpPr txBox="1"/>
                  <p:nvPr/>
                </p:nvSpPr>
                <p:spPr>
                  <a:xfrm>
                    <a:off x="5611406" y="3002416"/>
                    <a:ext cx="960065" cy="735253"/>
                  </a:xfrm>
                  <a:prstGeom prst="rect">
                    <a:avLst/>
                  </a:prstGeom>
                  <a:noFill/>
                </p:spPr>
                <p:txBody>
                  <a:bodyPr wrap="square">
                    <a:spAutoFit/>
                  </a:body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实践报告</a:t>
                    </a:r>
                  </a:p>
                </p:txBody>
              </p:sp>
            </p:grpSp>
          </p:grpSp>
        </p:grpSp>
        <p:grpSp>
          <p:nvGrpSpPr>
            <p:cNvPr id="274" name="组合 273"/>
            <p:cNvGrpSpPr/>
            <p:nvPr/>
          </p:nvGrpSpPr>
          <p:grpSpPr>
            <a:xfrm>
              <a:off x="4984625" y="2971904"/>
              <a:ext cx="2228639" cy="751165"/>
              <a:chOff x="4984625" y="2971904"/>
              <a:chExt cx="2228639" cy="751165"/>
            </a:xfrm>
          </p:grpSpPr>
          <p:grpSp>
            <p:nvGrpSpPr>
              <p:cNvPr id="257" name="组合 256"/>
              <p:cNvGrpSpPr/>
              <p:nvPr/>
            </p:nvGrpSpPr>
            <p:grpSpPr>
              <a:xfrm>
                <a:off x="4984625" y="2971904"/>
                <a:ext cx="525272" cy="751165"/>
                <a:chOff x="4984625" y="2971904"/>
                <a:chExt cx="525272" cy="751165"/>
              </a:xfrm>
            </p:grpSpPr>
            <p:grpSp>
              <p:nvGrpSpPr>
                <p:cNvPr id="253" name="组合 252"/>
                <p:cNvGrpSpPr/>
                <p:nvPr/>
              </p:nvGrpSpPr>
              <p:grpSpPr>
                <a:xfrm>
                  <a:off x="4984625" y="2971904"/>
                  <a:ext cx="525272" cy="751165"/>
                  <a:chOff x="5011720" y="2990165"/>
                  <a:chExt cx="525272" cy="751165"/>
                </a:xfrm>
              </p:grpSpPr>
              <p:sp>
                <p:nvSpPr>
                  <p:cNvPr id="254" name="文本框 253"/>
                  <p:cNvSpPr txBox="1"/>
                  <p:nvPr/>
                </p:nvSpPr>
                <p:spPr>
                  <a:xfrm flipH="1">
                    <a:off x="5011720" y="2990165"/>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培训</a:t>
                    </a:r>
                  </a:p>
                </p:txBody>
              </p:sp>
              <p:sp>
                <p:nvSpPr>
                  <p:cNvPr id="255" name="文本框 254"/>
                  <p:cNvSpPr txBox="1"/>
                  <p:nvPr/>
                </p:nvSpPr>
                <p:spPr>
                  <a:xfrm flipH="1">
                    <a:off x="5011720" y="3442787"/>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rPr>
                      <a:t>价值</a:t>
                    </a:r>
                    <a:endPar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endParaRPr>
                  </a:p>
                </p:txBody>
              </p:sp>
            </p:grpSp>
            <p:cxnSp>
              <p:nvCxnSpPr>
                <p:cNvPr id="256" name="直接箭头连接符 255"/>
                <p:cNvCxnSpPr/>
                <p:nvPr/>
              </p:nvCxnSpPr>
              <p:spPr>
                <a:xfrm flipH="1">
                  <a:off x="5043672" y="3333367"/>
                  <a:ext cx="407179" cy="2094"/>
                </a:xfrm>
                <a:prstGeom prst="straightConnector1">
                  <a:avLst/>
                </a:prstGeom>
                <a:ln w="31750">
                  <a:solidFill>
                    <a:schemeClr val="accent1"/>
                  </a:solidFill>
                  <a:headEnd type="triangle"/>
                  <a:tailEnd type="triangle"/>
                </a:ln>
              </p:spPr>
              <p:style>
                <a:lnRef idx="2">
                  <a:schemeClr val="accent1"/>
                </a:lnRef>
                <a:fillRef idx="0">
                  <a:schemeClr val="accent1"/>
                </a:fillRef>
                <a:effectRef idx="1">
                  <a:schemeClr val="accent1"/>
                </a:effectRef>
                <a:fontRef idx="minor">
                  <a:schemeClr val="tx1"/>
                </a:fontRef>
              </p:style>
            </p:cxnSp>
          </p:grpSp>
          <p:grpSp>
            <p:nvGrpSpPr>
              <p:cNvPr id="258" name="组合 257"/>
              <p:cNvGrpSpPr/>
              <p:nvPr/>
            </p:nvGrpSpPr>
            <p:grpSpPr>
              <a:xfrm>
                <a:off x="6687992" y="2971904"/>
                <a:ext cx="525272" cy="751165"/>
                <a:chOff x="4984625" y="2971904"/>
                <a:chExt cx="525272" cy="751165"/>
              </a:xfrm>
            </p:grpSpPr>
            <p:grpSp>
              <p:nvGrpSpPr>
                <p:cNvPr id="259" name="组合 258"/>
                <p:cNvGrpSpPr/>
                <p:nvPr/>
              </p:nvGrpSpPr>
              <p:grpSpPr>
                <a:xfrm>
                  <a:off x="4984625" y="2971904"/>
                  <a:ext cx="525272" cy="751165"/>
                  <a:chOff x="5011720" y="2990165"/>
                  <a:chExt cx="525272" cy="751165"/>
                </a:xfrm>
              </p:grpSpPr>
              <p:sp>
                <p:nvSpPr>
                  <p:cNvPr id="261" name="文本框 260"/>
                  <p:cNvSpPr txBox="1"/>
                  <p:nvPr/>
                </p:nvSpPr>
                <p:spPr>
                  <a:xfrm flipH="1">
                    <a:off x="5011720" y="2990165"/>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探究</a:t>
                    </a:r>
                  </a:p>
                </p:txBody>
              </p:sp>
              <p:sp>
                <p:nvSpPr>
                  <p:cNvPr id="262" name="文本框 261"/>
                  <p:cNvSpPr txBox="1"/>
                  <p:nvPr/>
                </p:nvSpPr>
                <p:spPr>
                  <a:xfrm flipH="1">
                    <a:off x="5011720" y="3442787"/>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资源</a:t>
                    </a:r>
                  </a:p>
                </p:txBody>
              </p:sp>
            </p:grpSp>
            <p:cxnSp>
              <p:nvCxnSpPr>
                <p:cNvPr id="260" name="直接箭头连接符 259"/>
                <p:cNvCxnSpPr/>
                <p:nvPr/>
              </p:nvCxnSpPr>
              <p:spPr>
                <a:xfrm flipH="1">
                  <a:off x="5043672" y="3333367"/>
                  <a:ext cx="407179" cy="2094"/>
                </a:xfrm>
                <a:prstGeom prst="straightConnector1">
                  <a:avLst/>
                </a:prstGeom>
                <a:ln w="31750">
                  <a:solidFill>
                    <a:schemeClr val="accent1"/>
                  </a:solidFill>
                  <a:headEnd type="triangle"/>
                  <a:tailEnd type="triangle"/>
                </a:ln>
              </p:spPr>
              <p:style>
                <a:lnRef idx="2">
                  <a:schemeClr val="accent1"/>
                </a:lnRef>
                <a:fillRef idx="0">
                  <a:schemeClr val="accent1"/>
                </a:fillRef>
                <a:effectRef idx="1">
                  <a:schemeClr val="accent1"/>
                </a:effectRef>
                <a:fontRef idx="minor">
                  <a:schemeClr val="tx1"/>
                </a:fontRef>
              </p:style>
            </p:cxnSp>
          </p:grpSp>
        </p:grpSp>
        <p:grpSp>
          <p:nvGrpSpPr>
            <p:cNvPr id="273" name="组合 272"/>
            <p:cNvGrpSpPr/>
            <p:nvPr/>
          </p:nvGrpSpPr>
          <p:grpSpPr>
            <a:xfrm rot="16200000">
              <a:off x="5058823" y="2753898"/>
              <a:ext cx="2080257" cy="1158937"/>
              <a:chOff x="5120924" y="2148296"/>
              <a:chExt cx="2080257" cy="1158937"/>
            </a:xfrm>
          </p:grpSpPr>
          <p:grpSp>
            <p:nvGrpSpPr>
              <p:cNvPr id="263" name="组合 262"/>
              <p:cNvGrpSpPr/>
              <p:nvPr/>
            </p:nvGrpSpPr>
            <p:grpSpPr>
              <a:xfrm>
                <a:off x="5120924" y="2148298"/>
                <a:ext cx="407179" cy="1158935"/>
                <a:chOff x="5120924" y="2757838"/>
                <a:chExt cx="407179" cy="1158935"/>
              </a:xfrm>
            </p:grpSpPr>
            <p:grpSp>
              <p:nvGrpSpPr>
                <p:cNvPr id="264" name="组合 263"/>
                <p:cNvGrpSpPr/>
                <p:nvPr/>
              </p:nvGrpSpPr>
              <p:grpSpPr>
                <a:xfrm>
                  <a:off x="5157099" y="2757838"/>
                  <a:ext cx="298543" cy="1158935"/>
                  <a:chOff x="5184194" y="2776099"/>
                  <a:chExt cx="298543" cy="1158935"/>
                </a:xfrm>
              </p:grpSpPr>
              <p:sp>
                <p:nvSpPr>
                  <p:cNvPr id="266" name="文本框 265"/>
                  <p:cNvSpPr txBox="1"/>
                  <p:nvPr/>
                </p:nvSpPr>
                <p:spPr>
                  <a:xfrm rot="5400000" flipH="1">
                    <a:off x="5070830" y="2889463"/>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问题</a:t>
                    </a:r>
                  </a:p>
                </p:txBody>
              </p:sp>
              <p:sp>
                <p:nvSpPr>
                  <p:cNvPr id="267" name="文本框 266"/>
                  <p:cNvSpPr txBox="1"/>
                  <p:nvPr/>
                </p:nvSpPr>
                <p:spPr>
                  <a:xfrm rot="5400000" flipH="1">
                    <a:off x="5070830" y="3523126"/>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研究</a:t>
                    </a:r>
                  </a:p>
                </p:txBody>
              </p:sp>
            </p:grpSp>
            <p:cxnSp>
              <p:nvCxnSpPr>
                <p:cNvPr id="265" name="直接箭头连接符 264"/>
                <p:cNvCxnSpPr/>
                <p:nvPr/>
              </p:nvCxnSpPr>
              <p:spPr>
                <a:xfrm flipH="1">
                  <a:off x="5120924" y="3333370"/>
                  <a:ext cx="407179" cy="2094"/>
                </a:xfrm>
                <a:prstGeom prst="straightConnector1">
                  <a:avLst/>
                </a:prstGeom>
                <a:ln w="31750">
                  <a:solidFill>
                    <a:schemeClr val="accent1"/>
                  </a:solidFill>
                  <a:headEnd type="triangle"/>
                  <a:tailEnd type="triangle"/>
                </a:ln>
              </p:spPr>
              <p:style>
                <a:lnRef idx="2">
                  <a:schemeClr val="accent1"/>
                </a:lnRef>
                <a:fillRef idx="0">
                  <a:schemeClr val="accent1"/>
                </a:fillRef>
                <a:effectRef idx="1">
                  <a:schemeClr val="accent1"/>
                </a:effectRef>
                <a:fontRef idx="minor">
                  <a:schemeClr val="tx1"/>
                </a:fontRef>
              </p:style>
            </p:cxnSp>
          </p:grpSp>
          <p:grpSp>
            <p:nvGrpSpPr>
              <p:cNvPr id="268" name="组合 267"/>
              <p:cNvGrpSpPr/>
              <p:nvPr/>
            </p:nvGrpSpPr>
            <p:grpSpPr>
              <a:xfrm>
                <a:off x="6794002" y="2148296"/>
                <a:ext cx="407179" cy="1158936"/>
                <a:chOff x="5090635" y="2757836"/>
                <a:chExt cx="407179" cy="1158936"/>
              </a:xfrm>
            </p:grpSpPr>
            <p:grpSp>
              <p:nvGrpSpPr>
                <p:cNvPr id="269" name="组合 268"/>
                <p:cNvGrpSpPr/>
                <p:nvPr/>
              </p:nvGrpSpPr>
              <p:grpSpPr>
                <a:xfrm>
                  <a:off x="5144952" y="2757836"/>
                  <a:ext cx="298543" cy="1158936"/>
                  <a:chOff x="5172047" y="2776097"/>
                  <a:chExt cx="298543" cy="1158936"/>
                </a:xfrm>
              </p:grpSpPr>
              <p:sp>
                <p:nvSpPr>
                  <p:cNvPr id="271" name="文本框 270"/>
                  <p:cNvSpPr txBox="1"/>
                  <p:nvPr/>
                </p:nvSpPr>
                <p:spPr>
                  <a:xfrm rot="5400000" flipH="1">
                    <a:off x="5058683" y="2889461"/>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问题</a:t>
                    </a:r>
                  </a:p>
                </p:txBody>
              </p:sp>
              <p:sp>
                <p:nvSpPr>
                  <p:cNvPr id="272" name="文本框 271"/>
                  <p:cNvSpPr txBox="1"/>
                  <p:nvPr/>
                </p:nvSpPr>
                <p:spPr>
                  <a:xfrm rot="5400000" flipH="1">
                    <a:off x="5058683" y="3523125"/>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对策</a:t>
                    </a:r>
                  </a:p>
                </p:txBody>
              </p:sp>
            </p:grpSp>
            <p:cxnSp>
              <p:nvCxnSpPr>
                <p:cNvPr id="270" name="直接箭头连接符 269"/>
                <p:cNvCxnSpPr/>
                <p:nvPr/>
              </p:nvCxnSpPr>
              <p:spPr>
                <a:xfrm flipH="1">
                  <a:off x="5090635" y="3333368"/>
                  <a:ext cx="407179" cy="2094"/>
                </a:xfrm>
                <a:prstGeom prst="straightConnector1">
                  <a:avLst/>
                </a:prstGeom>
                <a:ln w="31750">
                  <a:solidFill>
                    <a:schemeClr val="accent1"/>
                  </a:solidFill>
                  <a:headEnd type="triangle"/>
                  <a:tailEnd type="triangle"/>
                </a:ln>
              </p:spPr>
              <p:style>
                <a:lnRef idx="2">
                  <a:schemeClr val="accent1"/>
                </a:lnRef>
                <a:fillRef idx="0">
                  <a:schemeClr val="accent1"/>
                </a:fillRef>
                <a:effectRef idx="1">
                  <a:schemeClr val="accent1"/>
                </a:effectRef>
                <a:fontRef idx="minor">
                  <a:schemeClr val="tx1"/>
                </a:fontRef>
              </p:style>
            </p:cxnSp>
          </p:grpSp>
        </p:grpSp>
      </p:grpSp>
      <p:sp>
        <p:nvSpPr>
          <p:cNvPr id="215" name="箭头: 左右 214"/>
          <p:cNvSpPr/>
          <p:nvPr/>
        </p:nvSpPr>
        <p:spPr>
          <a:xfrm>
            <a:off x="4191000" y="5252972"/>
            <a:ext cx="3810000" cy="777146"/>
          </a:xfrm>
          <a:prstGeom prst="leftRightArrow">
            <a:avLst>
              <a:gd name="adj1" fmla="val 65034"/>
              <a:gd name="adj2" fmla="val 56128"/>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依托教研共同体</a:t>
            </a:r>
          </a:p>
        </p:txBody>
      </p:sp>
      <p:grpSp>
        <p:nvGrpSpPr>
          <p:cNvPr id="11" name="组合 10"/>
          <p:cNvGrpSpPr/>
          <p:nvPr/>
        </p:nvGrpSpPr>
        <p:grpSpPr>
          <a:xfrm>
            <a:off x="1065321" y="1148289"/>
            <a:ext cx="10062450" cy="4891663"/>
            <a:chOff x="1065321" y="1148289"/>
            <a:chExt cx="10062450" cy="4891663"/>
          </a:xfrm>
        </p:grpSpPr>
        <p:grpSp>
          <p:nvGrpSpPr>
            <p:cNvPr id="181" name="组合 180"/>
            <p:cNvGrpSpPr/>
            <p:nvPr/>
          </p:nvGrpSpPr>
          <p:grpSpPr>
            <a:xfrm flipH="1">
              <a:off x="8184963" y="2167312"/>
              <a:ext cx="2941715" cy="2633016"/>
              <a:chOff x="1023917" y="2167311"/>
              <a:chExt cx="2941715" cy="2633016"/>
            </a:xfrm>
          </p:grpSpPr>
          <p:sp>
            <p:nvSpPr>
              <p:cNvPr id="182" name="矩形: 圆角 181"/>
              <p:cNvSpPr/>
              <p:nvPr>
                <p:custDataLst>
                  <p:tags r:id="rId7"/>
                </p:custDataLst>
              </p:nvPr>
            </p:nvSpPr>
            <p:spPr>
              <a:xfrm>
                <a:off x="1023917" y="2167311"/>
                <a:ext cx="2941715" cy="2633016"/>
              </a:xfrm>
              <a:prstGeom prst="roundRect">
                <a:avLst>
                  <a:gd name="adj" fmla="val 2469"/>
                </a:avLst>
              </a:prstGeom>
              <a:noFill/>
              <a:ln w="12700">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81473" tIns="40737" rIns="81473" bIns="40737" rtlCol="0" anchor="ctr"/>
              <a:lstStyle/>
              <a:p>
                <a:pPr algn="ctr"/>
                <a:endParaRPr lang="zh-CN" altLang="en-US" sz="1605">
                  <a:cs typeface="思源黑体 CN Medium" panose="020B0600000000000000" pitchFamily="34" charset="-122"/>
                </a:endParaRPr>
              </a:p>
            </p:txBody>
          </p:sp>
          <p:sp>
            <p:nvSpPr>
              <p:cNvPr id="183" name="矩形: 圆角 182"/>
              <p:cNvSpPr/>
              <p:nvPr/>
            </p:nvSpPr>
            <p:spPr>
              <a:xfrm>
                <a:off x="1139643" y="2275577"/>
                <a:ext cx="2710264" cy="444933"/>
              </a:xfrm>
              <a:prstGeom prst="roundRect">
                <a:avLst>
                  <a:gd name="adj" fmla="val 16667"/>
                </a:avLst>
              </a:prstGeom>
              <a:solidFill>
                <a:schemeClr val="accent2"/>
              </a:solidFill>
              <a:ln>
                <a:no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b="1" dirty="0">
                    <a:solidFill>
                      <a:schemeClr val="bg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访谈分析师生需求</a:t>
                </a:r>
              </a:p>
            </p:txBody>
          </p:sp>
          <p:sp>
            <p:nvSpPr>
              <p:cNvPr id="185" name="矩形: 圆角 184"/>
              <p:cNvSpPr/>
              <p:nvPr/>
            </p:nvSpPr>
            <p:spPr>
              <a:xfrm>
                <a:off x="2562095" y="4191758"/>
                <a:ext cx="1287812" cy="444933"/>
              </a:xfrm>
              <a:prstGeom prst="roundRect">
                <a:avLst>
                  <a:gd name="adj" fmla="val 3822"/>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教学策略</a:t>
                </a:r>
              </a:p>
            </p:txBody>
          </p:sp>
          <p:sp>
            <p:nvSpPr>
              <p:cNvPr id="186" name="矩形: 圆角 185"/>
              <p:cNvSpPr/>
              <p:nvPr/>
            </p:nvSpPr>
            <p:spPr>
              <a:xfrm>
                <a:off x="1139645" y="2800526"/>
                <a:ext cx="2710263" cy="1129642"/>
              </a:xfrm>
              <a:prstGeom prst="roundRect">
                <a:avLst>
                  <a:gd name="adj" fmla="val 3851"/>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89" name="矩形: 圆角 188"/>
              <p:cNvSpPr/>
              <p:nvPr/>
            </p:nvSpPr>
            <p:spPr>
              <a:xfrm>
                <a:off x="1139644" y="4191758"/>
                <a:ext cx="1287812" cy="444933"/>
              </a:xfrm>
              <a:prstGeom prst="roundRect">
                <a:avLst>
                  <a:gd name="adj" fmla="val 3109"/>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教学理论</a:t>
                </a:r>
              </a:p>
            </p:txBody>
          </p:sp>
        </p:grpSp>
        <p:grpSp>
          <p:nvGrpSpPr>
            <p:cNvPr id="166" name="组合 165"/>
            <p:cNvGrpSpPr/>
            <p:nvPr/>
          </p:nvGrpSpPr>
          <p:grpSpPr>
            <a:xfrm>
              <a:off x="1065322" y="2167311"/>
              <a:ext cx="2941715" cy="2633016"/>
              <a:chOff x="1023917" y="2167311"/>
              <a:chExt cx="2941715" cy="2633016"/>
            </a:xfrm>
          </p:grpSpPr>
          <p:sp>
            <p:nvSpPr>
              <p:cNvPr id="133" name="矩形: 圆角 132"/>
              <p:cNvSpPr/>
              <p:nvPr>
                <p:custDataLst>
                  <p:tags r:id="rId6"/>
                </p:custDataLst>
              </p:nvPr>
            </p:nvSpPr>
            <p:spPr>
              <a:xfrm>
                <a:off x="1023917" y="2167311"/>
                <a:ext cx="2941715" cy="2633016"/>
              </a:xfrm>
              <a:prstGeom prst="roundRect">
                <a:avLst>
                  <a:gd name="adj" fmla="val 2469"/>
                </a:avLst>
              </a:prstGeom>
              <a:noFill/>
              <a:ln w="12700">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81473" tIns="40737" rIns="81473" bIns="40737" rtlCol="0" anchor="ctr"/>
              <a:lstStyle/>
              <a:p>
                <a:pPr algn="ctr"/>
                <a:endParaRPr lang="zh-CN" altLang="en-US" sz="1605">
                  <a:cs typeface="思源黑体 CN Medium" panose="020B0600000000000000" pitchFamily="34" charset="-122"/>
                </a:endParaRPr>
              </a:p>
            </p:txBody>
          </p:sp>
          <p:sp>
            <p:nvSpPr>
              <p:cNvPr id="158" name="矩形: 圆角 157"/>
              <p:cNvSpPr/>
              <p:nvPr/>
            </p:nvSpPr>
            <p:spPr>
              <a:xfrm>
                <a:off x="1139643" y="2258011"/>
                <a:ext cx="2710264" cy="444933"/>
              </a:xfrm>
              <a:prstGeom prst="roundRect">
                <a:avLst>
                  <a:gd name="adj" fmla="val 16667"/>
                </a:avLst>
              </a:prstGeom>
              <a:solidFill>
                <a:schemeClr val="accent2"/>
              </a:solidFill>
              <a:ln>
                <a:no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b="1" dirty="0">
                    <a:solidFill>
                      <a:schemeClr val="bg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梳理高中课标及议题式</a:t>
                </a:r>
              </a:p>
            </p:txBody>
          </p:sp>
          <p:sp>
            <p:nvSpPr>
              <p:cNvPr id="162" name="矩形: 圆角 161"/>
              <p:cNvSpPr/>
              <p:nvPr/>
            </p:nvSpPr>
            <p:spPr>
              <a:xfrm>
                <a:off x="1139643" y="2802120"/>
                <a:ext cx="2710264" cy="444933"/>
              </a:xfrm>
              <a:prstGeom prst="roundRect">
                <a:avLst>
                  <a:gd name="adj" fmla="val 9531"/>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奠定研究基础</a:t>
                </a:r>
              </a:p>
            </p:txBody>
          </p:sp>
        </p:grpSp>
        <p:sp>
          <p:nvSpPr>
            <p:cNvPr id="190" name="左大括号 189"/>
            <p:cNvSpPr/>
            <p:nvPr/>
          </p:nvSpPr>
          <p:spPr>
            <a:xfrm rot="5400000">
              <a:off x="9522342" y="3344553"/>
              <a:ext cx="265666" cy="1428750"/>
            </a:xfrm>
            <a:prstGeom prst="leftBrace">
              <a:avLst>
                <a:gd name="adj1" fmla="val 53102"/>
                <a:gd name="adj2" fmla="val 49977"/>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Medium" panose="020B0600000000000000" pitchFamily="34" charset="-122"/>
              </a:endParaRPr>
            </a:p>
          </p:txBody>
        </p:sp>
        <p:grpSp>
          <p:nvGrpSpPr>
            <p:cNvPr id="202" name="组合 201"/>
            <p:cNvGrpSpPr/>
            <p:nvPr/>
          </p:nvGrpSpPr>
          <p:grpSpPr>
            <a:xfrm>
              <a:off x="1065321" y="5243138"/>
              <a:ext cx="2941715" cy="796814"/>
              <a:chOff x="5367261" y="5209329"/>
              <a:chExt cx="1265314" cy="321361"/>
            </a:xfrm>
          </p:grpSpPr>
          <p:sp>
            <p:nvSpPr>
              <p:cNvPr id="198" name="矩形: 圆角 197"/>
              <p:cNvSpPr/>
              <p:nvPr/>
            </p:nvSpPr>
            <p:spPr>
              <a:xfrm>
                <a:off x="5367261" y="5209329"/>
                <a:ext cx="1265314" cy="321361"/>
              </a:xfrm>
              <a:prstGeom prst="roundRect">
                <a:avLst>
                  <a:gd name="adj" fmla="val 2129"/>
                </a:avLst>
              </a:prstGeom>
              <a:gradFill>
                <a:gsLst>
                  <a:gs pos="0">
                    <a:schemeClr val="accent1">
                      <a:lumMod val="10000"/>
                      <a:lumOff val="90000"/>
                    </a:schemeClr>
                  </a:gs>
                  <a:gs pos="100000">
                    <a:schemeClr val="bg1">
                      <a:lumMod val="0"/>
                      <a:lumOff val="100000"/>
                    </a:schemeClr>
                  </a:gs>
                </a:gsLst>
                <a:lin ang="5400000" scaled="1"/>
              </a:gra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endParaRPr lang="zh-CN" altLang="en-US" b="1">
                  <a:solidFill>
                    <a:prstClr val="white"/>
                  </a:solidFill>
                  <a:latin typeface="思源黑体 CN Bold" panose="020B0800000000000000" pitchFamily="34" charset="-122"/>
                  <a:ea typeface="思源黑体 CN Bold" panose="020B0800000000000000" pitchFamily="34" charset="-122"/>
                  <a:cs typeface="+mn-ea"/>
                </a:endParaRPr>
              </a:p>
            </p:txBody>
          </p:sp>
          <p:sp>
            <p:nvSpPr>
              <p:cNvPr id="200" name="文本框 199"/>
              <p:cNvSpPr txBox="1"/>
              <p:nvPr/>
            </p:nvSpPr>
            <p:spPr>
              <a:xfrm>
                <a:off x="5501177" y="5289326"/>
                <a:ext cx="997484" cy="186193"/>
              </a:xfrm>
              <a:prstGeom prst="rect">
                <a:avLst/>
              </a:prstGeom>
              <a:noFill/>
            </p:spPr>
            <p:txBody>
              <a:bodyPr wrap="square">
                <a:spAutoFit/>
              </a:bodyPr>
              <a:lstStyle/>
              <a:p>
                <a:pPr algn="ctr"/>
                <a:r>
                  <a:rPr lang="zh-CN" altLang="en-US" sz="2400" b="1" dirty="0">
                    <a:solidFill>
                      <a:schemeClr val="accent1"/>
                    </a:solidFill>
                    <a:latin typeface="思源黑体 CN Bold" panose="020B0800000000000000" pitchFamily="34" charset="-122"/>
                    <a:ea typeface="思源黑体 CN Bold" panose="020B0800000000000000" pitchFamily="34" charset="-122"/>
                  </a:rPr>
                  <a:t>循环优化教学</a:t>
                </a:r>
              </a:p>
            </p:txBody>
          </p:sp>
        </p:grpSp>
        <p:grpSp>
          <p:nvGrpSpPr>
            <p:cNvPr id="203" name="组合 202"/>
            <p:cNvGrpSpPr/>
            <p:nvPr/>
          </p:nvGrpSpPr>
          <p:grpSpPr>
            <a:xfrm>
              <a:off x="8186056" y="5243138"/>
              <a:ext cx="2941715" cy="796814"/>
              <a:chOff x="5367261" y="5209329"/>
              <a:chExt cx="1265314" cy="321361"/>
            </a:xfrm>
          </p:grpSpPr>
          <p:sp>
            <p:nvSpPr>
              <p:cNvPr id="204" name="矩形: 圆角 203"/>
              <p:cNvSpPr/>
              <p:nvPr/>
            </p:nvSpPr>
            <p:spPr>
              <a:xfrm>
                <a:off x="5367261" y="5209329"/>
                <a:ext cx="1265314" cy="321361"/>
              </a:xfrm>
              <a:prstGeom prst="roundRect">
                <a:avLst>
                  <a:gd name="adj" fmla="val 2129"/>
                </a:avLst>
              </a:prstGeom>
              <a:gradFill>
                <a:gsLst>
                  <a:gs pos="0">
                    <a:schemeClr val="accent1">
                      <a:lumMod val="10000"/>
                      <a:lumOff val="90000"/>
                    </a:schemeClr>
                  </a:gs>
                  <a:gs pos="100000">
                    <a:schemeClr val="bg1">
                      <a:lumMod val="0"/>
                      <a:lumOff val="100000"/>
                    </a:schemeClr>
                  </a:gs>
                </a:gsLst>
                <a:lin ang="5400000" scaled="1"/>
              </a:gra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endParaRPr lang="zh-CN" altLang="en-US" b="1">
                  <a:solidFill>
                    <a:prstClr val="white"/>
                  </a:solidFill>
                  <a:latin typeface="思源黑体 CN Bold" panose="020B0800000000000000" pitchFamily="34" charset="-122"/>
                  <a:ea typeface="思源黑体 CN Bold" panose="020B0800000000000000" pitchFamily="34" charset="-122"/>
                  <a:cs typeface="+mn-ea"/>
                </a:endParaRPr>
              </a:p>
            </p:txBody>
          </p:sp>
          <p:sp>
            <p:nvSpPr>
              <p:cNvPr id="205" name="文本框 204"/>
              <p:cNvSpPr txBox="1"/>
              <p:nvPr/>
            </p:nvSpPr>
            <p:spPr>
              <a:xfrm>
                <a:off x="5501177" y="5289326"/>
                <a:ext cx="997484" cy="186193"/>
              </a:xfrm>
              <a:prstGeom prst="rect">
                <a:avLst/>
              </a:prstGeom>
              <a:noFill/>
            </p:spPr>
            <p:txBody>
              <a:bodyPr wrap="square">
                <a:spAutoFit/>
              </a:bodyPr>
              <a:lstStyle/>
              <a:p>
                <a:pPr algn="ctr"/>
                <a:r>
                  <a:rPr lang="zh-CN" altLang="en-US" sz="2400" b="1" dirty="0">
                    <a:solidFill>
                      <a:schemeClr val="accent1"/>
                    </a:solidFill>
                    <a:ea typeface="思源黑体 CN Bold" panose="020B0800000000000000" pitchFamily="34" charset="-122"/>
                  </a:rPr>
                  <a:t>调整教学策略</a:t>
                </a:r>
              </a:p>
            </p:txBody>
          </p:sp>
        </p:grpSp>
        <p:sp>
          <p:nvSpPr>
            <p:cNvPr id="209" name="箭头: 右 208"/>
            <p:cNvSpPr/>
            <p:nvPr/>
          </p:nvSpPr>
          <p:spPr>
            <a:xfrm rot="5400000">
              <a:off x="9479168" y="4519410"/>
              <a:ext cx="352014" cy="1009650"/>
            </a:xfrm>
            <a:prstGeom prst="rightArrow">
              <a:avLst>
                <a:gd name="adj1" fmla="val 50000"/>
                <a:gd name="adj2" fmla="val 75255"/>
              </a:avLst>
            </a:prstGeom>
            <a:gradFill flip="none" rotWithShape="1">
              <a:gsLst>
                <a:gs pos="0">
                  <a:schemeClr val="accent1"/>
                </a:gs>
                <a:gs pos="100000">
                  <a:schemeClr val="accent1">
                    <a:lumMod val="30000"/>
                    <a:lumOff val="70000"/>
                    <a:alpha val="15000"/>
                  </a:schemeClr>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sp>
          <p:nvSpPr>
            <p:cNvPr id="210" name="箭头: 右 209"/>
            <p:cNvSpPr/>
            <p:nvPr/>
          </p:nvSpPr>
          <p:spPr>
            <a:xfrm rot="5400000">
              <a:off x="2360171" y="4519410"/>
              <a:ext cx="352014" cy="1009650"/>
            </a:xfrm>
            <a:prstGeom prst="rightArrow">
              <a:avLst>
                <a:gd name="adj1" fmla="val 50000"/>
                <a:gd name="adj2" fmla="val 75255"/>
              </a:avLst>
            </a:prstGeom>
            <a:gradFill flip="none" rotWithShape="1">
              <a:gsLst>
                <a:gs pos="0">
                  <a:schemeClr val="accent1"/>
                </a:gs>
                <a:gs pos="100000">
                  <a:schemeClr val="accent1">
                    <a:lumMod val="30000"/>
                    <a:lumOff val="70000"/>
                    <a:alpha val="15000"/>
                  </a:schemeClr>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pic>
          <p:nvPicPr>
            <p:cNvPr id="211" name="图片 210"/>
            <p:cNvPicPr>
              <a:picLocks noChangeAspect="1"/>
            </p:cNvPicPr>
            <p:nvPr/>
          </p:nvPicPr>
          <p:blipFill>
            <a:blip r:embed="rId9">
              <a:extLst>
                <a:ext uri="{BEBA8EAE-BF5A-486C-A8C5-ECC9F3942E4B}">
                  <a14:imgProps xmlns:a14="http://schemas.microsoft.com/office/drawing/2010/main">
                    <a14:imgLayer r:embed="rId10">
                      <a14:imgEffect>
                        <a14:artisticBlur/>
                      </a14:imgEffect>
                    </a14:imgLayer>
                  </a14:imgProps>
                </a:ext>
                <a:ext uri="{28A0092B-C50C-407E-A947-70E740481C1C}">
                  <a14:useLocalDpi xmlns:a14="http://schemas.microsoft.com/office/drawing/2010/main" val="0"/>
                </a:ext>
              </a:extLst>
            </a:blip>
            <a:srcRect t="9339" b="9339"/>
            <a:stretch>
              <a:fillRect/>
            </a:stretch>
          </p:blipFill>
          <p:spPr>
            <a:xfrm>
              <a:off x="1187006" y="3333364"/>
              <a:ext cx="2704305" cy="1394299"/>
            </a:xfrm>
            <a:prstGeom prst="roundRect">
              <a:avLst>
                <a:gd name="adj" fmla="val 3643"/>
              </a:avLst>
            </a:prstGeom>
            <a:solidFill>
              <a:schemeClr val="bg1"/>
            </a:solidFill>
            <a:ln w="19050">
              <a:solidFill>
                <a:schemeClr val="accent2"/>
              </a:solidFill>
            </a:ln>
          </p:spPr>
        </p:pic>
        <p:grpSp>
          <p:nvGrpSpPr>
            <p:cNvPr id="231" name="组合 230"/>
            <p:cNvGrpSpPr/>
            <p:nvPr/>
          </p:nvGrpSpPr>
          <p:grpSpPr>
            <a:xfrm>
              <a:off x="1291093" y="1148289"/>
              <a:ext cx="9609167" cy="795339"/>
              <a:chOff x="1291093" y="1274763"/>
              <a:chExt cx="9609167" cy="795339"/>
            </a:xfrm>
          </p:grpSpPr>
          <p:grpSp>
            <p:nvGrpSpPr>
              <p:cNvPr id="224" name="组合 223"/>
              <p:cNvGrpSpPr/>
              <p:nvPr/>
            </p:nvGrpSpPr>
            <p:grpSpPr>
              <a:xfrm>
                <a:off x="1291093" y="1458054"/>
                <a:ext cx="9609167" cy="612048"/>
                <a:chOff x="1291093" y="1458054"/>
                <a:chExt cx="9609167" cy="612048"/>
              </a:xfrm>
            </p:grpSpPr>
            <p:grpSp>
              <p:nvGrpSpPr>
                <p:cNvPr id="219" name="组合 218"/>
                <p:cNvGrpSpPr/>
                <p:nvPr/>
              </p:nvGrpSpPr>
              <p:grpSpPr>
                <a:xfrm>
                  <a:off x="1291093" y="1458054"/>
                  <a:ext cx="2490170" cy="612048"/>
                  <a:chOff x="5393744" y="1282661"/>
                  <a:chExt cx="1545006" cy="379740"/>
                </a:xfrm>
              </p:grpSpPr>
              <p:sp>
                <p:nvSpPr>
                  <p:cNvPr id="217" name="菱形 216"/>
                  <p:cNvSpPr/>
                  <p:nvPr/>
                </p:nvSpPr>
                <p:spPr>
                  <a:xfrm>
                    <a:off x="5393744" y="1282661"/>
                    <a:ext cx="1545006" cy="260737"/>
                  </a:xfrm>
                  <a:prstGeom prst="diamond">
                    <a:avLst/>
                  </a:prstGeom>
                  <a:gradFill>
                    <a:gsLst>
                      <a:gs pos="1000">
                        <a:schemeClr val="accent1">
                          <a:lumMod val="60000"/>
                          <a:lumOff val="40000"/>
                        </a:schemeClr>
                      </a:gs>
                      <a:gs pos="100000">
                        <a:schemeClr val="accent1">
                          <a:lumMod val="60000"/>
                          <a:lumOff val="40000"/>
                          <a:alpha val="0"/>
                        </a:schemeClr>
                      </a:gs>
                    </a:gsLst>
                    <a:lin ang="16200000" scaled="0"/>
                  </a:gradFill>
                  <a:ln w="29375">
                    <a:gradFill>
                      <a:gsLst>
                        <a:gs pos="25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20855" tIns="60429" rIns="120855" bIns="60429" rtlCol="0" anchor="ctr"/>
                  <a:lstStyle/>
                  <a:p>
                    <a:pPr algn="ctr"/>
                    <a:endParaRPr lang="zh-CN" altLang="en-US" sz="3200">
                      <a:effectLst>
                        <a:glow rad="63500">
                          <a:schemeClr val="bg1">
                            <a:alpha val="40000"/>
                          </a:schemeClr>
                        </a:glow>
                        <a:outerShdw blurRad="50800" dist="38100" dir="2700000" algn="tl" rotWithShape="0">
                          <a:schemeClr val="bg1">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218" name="旁门左道出品"/>
                  <p:cNvSpPr/>
                  <p:nvPr/>
                </p:nvSpPr>
                <p:spPr>
                  <a:xfrm>
                    <a:off x="5540815" y="1451305"/>
                    <a:ext cx="1250856" cy="211096"/>
                  </a:xfrm>
                  <a:prstGeom prst="diamond">
                    <a:avLst/>
                  </a:prstGeom>
                  <a:gradFill>
                    <a:gsLst>
                      <a:gs pos="1000">
                        <a:schemeClr val="accent1">
                          <a:lumMod val="60000"/>
                          <a:lumOff val="40000"/>
                        </a:schemeClr>
                      </a:gs>
                      <a:gs pos="91000">
                        <a:schemeClr val="accent1">
                          <a:lumMod val="60000"/>
                          <a:lumOff val="40000"/>
                          <a:alpha val="0"/>
                        </a:schemeClr>
                      </a:gs>
                    </a:gsLst>
                    <a:lin ang="16200000" scaled="0"/>
                  </a:gradFill>
                  <a:ln w="12588">
                    <a:gradFill>
                      <a:gsLst>
                        <a:gs pos="41000">
                          <a:schemeClr val="accent1">
                            <a:alpha val="0"/>
                          </a:schemeClr>
                        </a:gs>
                        <a:gs pos="90000">
                          <a:schemeClr val="accent1">
                            <a:alpha val="51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20855" tIns="60429" rIns="120855" bIns="60429" rtlCol="0" anchor="ctr"/>
                  <a:lstStyle/>
                  <a:p>
                    <a:pPr algn="ctr"/>
                    <a:endParaRPr lang="zh-CN" altLang="en-US" sz="3200">
                      <a:effectLst>
                        <a:glow rad="63500">
                          <a:schemeClr val="bg1">
                            <a:alpha val="40000"/>
                          </a:schemeClr>
                        </a:glow>
                        <a:outerShdw blurRad="50800" dist="38100" dir="2700000" algn="tl" rotWithShape="0">
                          <a:schemeClr val="bg1">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nvGrpSpPr>
                <p:cNvPr id="220" name="组合 219"/>
                <p:cNvGrpSpPr/>
                <p:nvPr/>
              </p:nvGrpSpPr>
              <p:grpSpPr>
                <a:xfrm>
                  <a:off x="8410090" y="1458054"/>
                  <a:ext cx="2490170" cy="612048"/>
                  <a:chOff x="5393744" y="1282661"/>
                  <a:chExt cx="1545006" cy="379740"/>
                </a:xfrm>
              </p:grpSpPr>
              <p:sp>
                <p:nvSpPr>
                  <p:cNvPr id="222" name="菱形 221"/>
                  <p:cNvSpPr/>
                  <p:nvPr/>
                </p:nvSpPr>
                <p:spPr>
                  <a:xfrm>
                    <a:off x="5393744" y="1282661"/>
                    <a:ext cx="1545006" cy="260737"/>
                  </a:xfrm>
                  <a:prstGeom prst="diamond">
                    <a:avLst/>
                  </a:prstGeom>
                  <a:gradFill>
                    <a:gsLst>
                      <a:gs pos="1000">
                        <a:schemeClr val="accent1">
                          <a:lumMod val="60000"/>
                          <a:lumOff val="40000"/>
                        </a:schemeClr>
                      </a:gs>
                      <a:gs pos="100000">
                        <a:schemeClr val="accent1">
                          <a:lumMod val="60000"/>
                          <a:lumOff val="40000"/>
                          <a:alpha val="0"/>
                        </a:schemeClr>
                      </a:gs>
                    </a:gsLst>
                    <a:lin ang="16200000" scaled="0"/>
                  </a:gradFill>
                  <a:ln w="29375">
                    <a:gradFill>
                      <a:gsLst>
                        <a:gs pos="25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20855" tIns="60429" rIns="120855" bIns="60429" rtlCol="0" anchor="ctr"/>
                  <a:lstStyle/>
                  <a:p>
                    <a:pPr algn="ctr"/>
                    <a:endParaRPr lang="zh-CN" altLang="en-US" sz="3200">
                      <a:effectLst>
                        <a:glow rad="63500">
                          <a:schemeClr val="bg1">
                            <a:alpha val="40000"/>
                          </a:schemeClr>
                        </a:glow>
                        <a:outerShdw blurRad="50800" dist="38100" dir="2700000" algn="tl" rotWithShape="0">
                          <a:schemeClr val="bg1">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223" name="旁门左道出品"/>
                  <p:cNvSpPr/>
                  <p:nvPr/>
                </p:nvSpPr>
                <p:spPr>
                  <a:xfrm>
                    <a:off x="5540815" y="1451305"/>
                    <a:ext cx="1250856" cy="211096"/>
                  </a:xfrm>
                  <a:prstGeom prst="diamond">
                    <a:avLst/>
                  </a:prstGeom>
                  <a:gradFill>
                    <a:gsLst>
                      <a:gs pos="1000">
                        <a:schemeClr val="accent1">
                          <a:lumMod val="60000"/>
                          <a:lumOff val="40000"/>
                        </a:schemeClr>
                      </a:gs>
                      <a:gs pos="91000">
                        <a:schemeClr val="accent1">
                          <a:lumMod val="60000"/>
                          <a:lumOff val="40000"/>
                          <a:alpha val="0"/>
                        </a:schemeClr>
                      </a:gs>
                    </a:gsLst>
                    <a:lin ang="16200000" scaled="0"/>
                  </a:gradFill>
                  <a:ln w="12588">
                    <a:gradFill>
                      <a:gsLst>
                        <a:gs pos="41000">
                          <a:schemeClr val="accent1">
                            <a:alpha val="0"/>
                          </a:schemeClr>
                        </a:gs>
                        <a:gs pos="90000">
                          <a:schemeClr val="accent1">
                            <a:alpha val="51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20855" tIns="60429" rIns="120855" bIns="60429" rtlCol="0" anchor="ctr"/>
                  <a:lstStyle/>
                  <a:p>
                    <a:pPr algn="ctr"/>
                    <a:endParaRPr lang="zh-CN" altLang="en-US" sz="3200">
                      <a:effectLst>
                        <a:glow rad="63500">
                          <a:schemeClr val="bg1">
                            <a:alpha val="40000"/>
                          </a:schemeClr>
                        </a:glow>
                        <a:outerShdw blurRad="50800" dist="38100" dir="2700000" algn="tl" rotWithShape="0">
                          <a:schemeClr val="bg1">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grpSp>
            <p:nvGrpSpPr>
              <p:cNvPr id="230" name="组合 229"/>
              <p:cNvGrpSpPr/>
              <p:nvPr/>
            </p:nvGrpSpPr>
            <p:grpSpPr>
              <a:xfrm>
                <a:off x="1395623" y="1274763"/>
                <a:ext cx="9504637" cy="430887"/>
                <a:chOff x="1395622" y="1274763"/>
                <a:chExt cx="9504637" cy="430887"/>
              </a:xfrm>
            </p:grpSpPr>
            <p:sp>
              <p:nvSpPr>
                <p:cNvPr id="228" name="文本框 227"/>
                <p:cNvSpPr txBox="1"/>
                <p:nvPr/>
              </p:nvSpPr>
              <p:spPr>
                <a:xfrm>
                  <a:off x="1395622" y="1274763"/>
                  <a:ext cx="2281110" cy="430887"/>
                </a:xfrm>
                <a:prstGeom prst="rect">
                  <a:avLst/>
                </a:prstGeom>
                <a:noFill/>
                <a:effectLst/>
              </p:spPr>
              <p:txBody>
                <a:bodyPr wrap="square" lIns="0" tIns="0" rIns="0" bIns="0" rtlCol="0">
                  <a:spAutoFit/>
                </a:bodyPr>
                <a:lstStyle/>
                <a:p>
                  <a:pPr algn="ctr"/>
                  <a:r>
                    <a:rPr lang="zh-CN" altLang="en-US" sz="2800" b="1" dirty="0">
                      <a:effectLst>
                        <a:glow rad="177800">
                          <a:schemeClr val="bg1">
                            <a:alpha val="82000"/>
                          </a:schemeClr>
                        </a:glow>
                        <a:outerShdw blurRad="50800" dist="38100" dir="2700000" algn="tl" rotWithShape="0">
                          <a:schemeClr val="bg1">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文献研究法</a:t>
                  </a:r>
                </a:p>
              </p:txBody>
            </p:sp>
            <p:sp>
              <p:nvSpPr>
                <p:cNvPr id="229" name="文本框 228"/>
                <p:cNvSpPr txBox="1"/>
                <p:nvPr/>
              </p:nvSpPr>
              <p:spPr>
                <a:xfrm>
                  <a:off x="8410089" y="1274763"/>
                  <a:ext cx="2490170" cy="430887"/>
                </a:xfrm>
                <a:prstGeom prst="rect">
                  <a:avLst/>
                </a:prstGeom>
                <a:noFill/>
                <a:effectLst/>
              </p:spPr>
              <p:txBody>
                <a:bodyPr wrap="square" lIns="0" tIns="0" rIns="0" bIns="0" rtlCol="0">
                  <a:spAutoFit/>
                </a:bodyPr>
                <a:lstStyle/>
                <a:p>
                  <a:pPr algn="ctr"/>
                  <a:r>
                    <a:rPr lang="zh-CN" altLang="en-US" sz="2800" b="1" dirty="0">
                      <a:effectLst>
                        <a:glow rad="177800">
                          <a:schemeClr val="bg1">
                            <a:alpha val="82000"/>
                          </a:schemeClr>
                        </a:glow>
                        <a:outerShdw blurRad="50800" dist="38100" dir="2700000" algn="tl" rotWithShape="0">
                          <a:schemeClr val="bg1">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调查研究法</a:t>
                  </a:r>
                </a:p>
              </p:txBody>
            </p:sp>
          </p:grpSp>
        </p:grpSp>
        <p:sp>
          <p:nvSpPr>
            <p:cNvPr id="90" name="文本框 89"/>
            <p:cNvSpPr txBox="1"/>
            <p:nvPr/>
          </p:nvSpPr>
          <p:spPr>
            <a:xfrm>
              <a:off x="8300687" y="2872639"/>
              <a:ext cx="2710263" cy="369332"/>
            </a:xfrm>
            <a:prstGeom prst="rect">
              <a:avLst/>
            </a:prstGeom>
            <a:noFill/>
          </p:spPr>
          <p:txBody>
            <a:bodyPr wrap="square">
              <a:spAutoFit/>
            </a:bodyPr>
            <a:lstStyle/>
            <a:p>
              <a:pPr algn="ctr"/>
              <a:r>
                <a:rPr lang="zh-CN" altLang="en-US" b="1" dirty="0">
                  <a:solidFill>
                    <a:srgbClr val="C00000"/>
                  </a:solidFill>
                  <a:ea typeface="思源黑体 CN Bold" panose="020B0800000000000000" pitchFamily="34" charset="-122"/>
                </a:rPr>
                <a:t>针对性调整教学策略</a:t>
              </a:r>
            </a:p>
          </p:txBody>
        </p:sp>
        <p:sp>
          <p:nvSpPr>
            <p:cNvPr id="91" name="文本框 90"/>
            <p:cNvSpPr txBox="1"/>
            <p:nvPr/>
          </p:nvSpPr>
          <p:spPr>
            <a:xfrm>
              <a:off x="8300687" y="3228107"/>
              <a:ext cx="2704308" cy="584775"/>
            </a:xfrm>
            <a:prstGeom prst="rect">
              <a:avLst/>
            </a:prstGeom>
            <a:noFill/>
          </p:spPr>
          <p:txBody>
            <a:bodyPr wrap="square">
              <a:spAutoFit/>
            </a:bodyPr>
            <a:lstStyle/>
            <a:p>
              <a:pPr algn="ctr"/>
              <a:r>
                <a:rPr lang="zh-CN" altLang="en-US" sz="1600" dirty="0">
                  <a:latin typeface="思源黑体 CN Medium" panose="020B0600000000000000" pitchFamily="34" charset="-122"/>
                  <a:ea typeface="思源黑体 CN Medium" panose="020B0600000000000000" pitchFamily="34" charset="-122"/>
                </a:rPr>
                <a:t>理论研究与框架构建理论研究与框架构建</a:t>
              </a:r>
            </a:p>
          </p:txBody>
        </p:sp>
      </p:grpSp>
      <p:grpSp>
        <p:nvGrpSpPr>
          <p:cNvPr id="30" name="组合 29"/>
          <p:cNvGrpSpPr/>
          <p:nvPr/>
        </p:nvGrpSpPr>
        <p:grpSpPr>
          <a:xfrm>
            <a:off x="512068" y="785179"/>
            <a:ext cx="11167864" cy="5514338"/>
            <a:chOff x="512068" y="785179"/>
            <a:chExt cx="11167864" cy="5514338"/>
          </a:xfrm>
        </p:grpSpPr>
        <p:sp>
          <p:nvSpPr>
            <p:cNvPr id="192" name="矩形: 圆角 191"/>
            <p:cNvSpPr/>
            <p:nvPr>
              <p:custDataLst>
                <p:tags r:id="rId1"/>
              </p:custDataLst>
            </p:nvPr>
          </p:nvSpPr>
          <p:spPr>
            <a:xfrm>
              <a:off x="723900" y="785179"/>
              <a:ext cx="10744200" cy="5514338"/>
            </a:xfrm>
            <a:prstGeom prst="roundRect">
              <a:avLst>
                <a:gd name="adj" fmla="val 1991"/>
              </a:avLst>
            </a:prstGeom>
            <a:noFill/>
            <a:ln w="1905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grpSp>
          <p:nvGrpSpPr>
            <p:cNvPr id="277" name="组合 276"/>
            <p:cNvGrpSpPr/>
            <p:nvPr/>
          </p:nvGrpSpPr>
          <p:grpSpPr>
            <a:xfrm>
              <a:off x="627771" y="1263650"/>
              <a:ext cx="10934077" cy="120174"/>
              <a:chOff x="627771" y="1263650"/>
              <a:chExt cx="10934077" cy="120174"/>
            </a:xfrm>
          </p:grpSpPr>
          <p:sp>
            <p:nvSpPr>
              <p:cNvPr id="275" name="等腰三角形 274"/>
              <p:cNvSpPr/>
              <p:nvPr/>
            </p:nvSpPr>
            <p:spPr>
              <a:xfrm rot="10800000">
                <a:off x="627771" y="1263650"/>
                <a:ext cx="187494" cy="12017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等腰三角形 275"/>
              <p:cNvSpPr/>
              <p:nvPr/>
            </p:nvSpPr>
            <p:spPr>
              <a:xfrm rot="10800000">
                <a:off x="11374354" y="1263650"/>
                <a:ext cx="187494" cy="12017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512068" y="2144626"/>
              <a:ext cx="11167864" cy="2655702"/>
              <a:chOff x="512068" y="2144626"/>
              <a:chExt cx="11167864" cy="2655702"/>
            </a:xfrm>
          </p:grpSpPr>
          <p:sp>
            <p:nvSpPr>
              <p:cNvPr id="14" name="矩形: 圆角 13"/>
              <p:cNvSpPr/>
              <p:nvPr>
                <p:custDataLst>
                  <p:tags r:id="rId2"/>
                </p:custDataLst>
              </p:nvPr>
            </p:nvSpPr>
            <p:spPr>
              <a:xfrm flipH="1">
                <a:off x="11242626" y="2144627"/>
                <a:ext cx="437306" cy="2655701"/>
              </a:xfrm>
              <a:prstGeom prst="roundRect">
                <a:avLst>
                  <a:gd name="adj" fmla="val 4713"/>
                </a:avLst>
              </a:prstGeom>
              <a:solidFill>
                <a:srgbClr val="0070C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1473" tIns="40737" rIns="81473" bIns="40737" rtlCol="0" anchor="ctr"/>
              <a:lstStyle/>
              <a:p>
                <a:pPr algn="ctr"/>
                <a:endParaRPr lang="zh-CN" altLang="en-US" sz="1605">
                  <a:cs typeface="思源黑体 CN Medium" panose="020B0600000000000000" pitchFamily="34" charset="-122"/>
                </a:endParaRPr>
              </a:p>
            </p:txBody>
          </p:sp>
          <p:sp>
            <p:nvSpPr>
              <p:cNvPr id="26" name="文本框 25"/>
              <p:cNvSpPr txBox="1"/>
              <p:nvPr>
                <p:custDataLst>
                  <p:tags r:id="rId3"/>
                </p:custDataLst>
              </p:nvPr>
            </p:nvSpPr>
            <p:spPr>
              <a:xfrm flipH="1">
                <a:off x="11321931" y="2959516"/>
                <a:ext cx="278695" cy="1025921"/>
              </a:xfrm>
              <a:prstGeom prst="rect">
                <a:avLst/>
              </a:prstGeom>
              <a:noFill/>
              <a:effectLst/>
            </p:spPr>
            <p:txBody>
              <a:bodyPr vert="eaVert" wrap="none" lIns="0" tIns="0" rIns="0" bIns="0" rtlCol="0">
                <a:spAutoFit/>
              </a:bodyPr>
              <a:lstStyle/>
              <a:p>
                <a:pPr algn="ctr"/>
                <a:r>
                  <a:rPr lang="zh-CN" altLang="en-US" sz="2000" b="1" dirty="0">
                    <a:solidFill>
                      <a:schemeClr val="bg1"/>
                    </a:solidFill>
                    <a:effectLst>
                      <a:outerShdw blurRad="50800" dist="38100" dir="2700000" algn="tl" rotWithShape="0">
                        <a:schemeClr val="accent2">
                          <a:lumMod val="50000"/>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职业素养</a:t>
                </a:r>
              </a:p>
            </p:txBody>
          </p:sp>
          <p:sp>
            <p:nvSpPr>
              <p:cNvPr id="27" name="矩形: 圆角 26"/>
              <p:cNvSpPr/>
              <p:nvPr>
                <p:custDataLst>
                  <p:tags r:id="rId4"/>
                </p:custDataLst>
              </p:nvPr>
            </p:nvSpPr>
            <p:spPr>
              <a:xfrm>
                <a:off x="512068" y="2144626"/>
                <a:ext cx="437306" cy="2655701"/>
              </a:xfrm>
              <a:prstGeom prst="roundRect">
                <a:avLst>
                  <a:gd name="adj" fmla="val 4713"/>
                </a:avLst>
              </a:prstGeom>
              <a:solidFill>
                <a:srgbClr val="0070C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1473" tIns="40737" rIns="81473" bIns="40737" rtlCol="0" anchor="ctr"/>
              <a:lstStyle/>
              <a:p>
                <a:pPr algn="ctr"/>
                <a:endParaRPr lang="zh-CN" altLang="en-US" sz="1605">
                  <a:cs typeface="思源黑体 CN Medium" panose="020B0600000000000000" pitchFamily="34" charset="-122"/>
                </a:endParaRPr>
              </a:p>
            </p:txBody>
          </p:sp>
          <p:sp>
            <p:nvSpPr>
              <p:cNvPr id="28" name="文本框 27"/>
              <p:cNvSpPr txBox="1"/>
              <p:nvPr>
                <p:custDataLst>
                  <p:tags r:id="rId5"/>
                </p:custDataLst>
              </p:nvPr>
            </p:nvSpPr>
            <p:spPr>
              <a:xfrm>
                <a:off x="591374" y="2959515"/>
                <a:ext cx="278695" cy="1025921"/>
              </a:xfrm>
              <a:prstGeom prst="rect">
                <a:avLst/>
              </a:prstGeom>
              <a:noFill/>
              <a:effectLst/>
            </p:spPr>
            <p:txBody>
              <a:bodyPr vert="eaVert" wrap="none" lIns="0" tIns="0" rIns="0" bIns="0" rtlCol="0">
                <a:spAutoFit/>
              </a:bodyPr>
              <a:lstStyle/>
              <a:p>
                <a:pPr algn="ctr"/>
                <a:r>
                  <a:rPr lang="zh-CN" altLang="en-US" sz="2000" b="1" dirty="0">
                    <a:solidFill>
                      <a:schemeClr val="bg1"/>
                    </a:solidFill>
                    <a:effectLst>
                      <a:outerShdw blurRad="50800" dist="38100" dir="2700000" algn="tl" rotWithShape="0">
                        <a:schemeClr val="accent2">
                          <a:lumMod val="50000"/>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职业素养</a:t>
                </a:r>
              </a:p>
            </p:txBody>
          </p:sp>
        </p:grpSp>
      </p:grpSp>
      <p:sp>
        <p:nvSpPr>
          <p:cNvPr id="197" name="矩形: 对角圆角 196"/>
          <p:cNvSpPr/>
          <p:nvPr/>
        </p:nvSpPr>
        <p:spPr>
          <a:xfrm>
            <a:off x="3632201" y="509022"/>
            <a:ext cx="4927600" cy="575180"/>
          </a:xfrm>
          <a:prstGeom prst="round2DiagRect">
            <a:avLst/>
          </a:prstGeom>
          <a:solidFill>
            <a:schemeClr val="accent1"/>
          </a:solidFill>
          <a:ln>
            <a:no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400" b="1"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实践困境与对策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7"/>
                                        </p:tgtEl>
                                        <p:attrNameLst>
                                          <p:attrName>style.visibility</p:attrName>
                                        </p:attrNameLst>
                                      </p:cBhvr>
                                      <p:to>
                                        <p:strVal val="visible"/>
                                      </p:to>
                                    </p:set>
                                    <p:animEffect transition="in" filter="fade">
                                      <p:cBhvr>
                                        <p:cTn id="7" dur="500"/>
                                        <p:tgtEl>
                                          <p:spTgt spid="1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500"/>
                            </p:stCondLst>
                            <p:childTnLst>
                              <p:par>
                                <p:cTn id="19" presetID="16" presetClass="entr" presetSubtype="37"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arn(outVertical)">
                                      <p:cBhvr>
                                        <p:cTn id="21" dur="750"/>
                                        <p:tgtEl>
                                          <p:spTgt spid="11"/>
                                        </p:tgtEl>
                                      </p:cBhvr>
                                    </p:animEffect>
                                  </p:childTnLst>
                                </p:cTn>
                              </p:par>
                            </p:childTnLst>
                          </p:cTn>
                        </p:par>
                        <p:par>
                          <p:cTn id="22" fill="hold">
                            <p:stCondLst>
                              <p:cond delay="1500"/>
                            </p:stCondLst>
                            <p:childTnLst>
                              <p:par>
                                <p:cTn id="23" presetID="16" presetClass="entr" presetSubtype="37" fill="hold" grpId="0" nodeType="afterEffect">
                                  <p:stCondLst>
                                    <p:cond delay="0"/>
                                  </p:stCondLst>
                                  <p:childTnLst>
                                    <p:set>
                                      <p:cBhvr>
                                        <p:cTn id="24" dur="1" fill="hold">
                                          <p:stCondLst>
                                            <p:cond delay="0"/>
                                          </p:stCondLst>
                                        </p:cTn>
                                        <p:tgtEl>
                                          <p:spTgt spid="215"/>
                                        </p:tgtEl>
                                        <p:attrNameLst>
                                          <p:attrName>style.visibility</p:attrName>
                                        </p:attrNameLst>
                                      </p:cBhvr>
                                      <p:to>
                                        <p:strVal val="visible"/>
                                      </p:to>
                                    </p:set>
                                    <p:animEffect transition="in" filter="barn(outVertical)">
                                      <p:cBhvr>
                                        <p:cTn id="25"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bldLvl="0" animBg="1"/>
      <p:bldP spid="197"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41" name="组合 40"/>
          <p:cNvGrpSpPr/>
          <p:nvPr/>
        </p:nvGrpSpPr>
        <p:grpSpPr>
          <a:xfrm>
            <a:off x="452438" y="908050"/>
            <a:ext cx="11296650" cy="5616575"/>
            <a:chOff x="452438" y="908050"/>
            <a:chExt cx="11296650" cy="5616575"/>
          </a:xfrm>
        </p:grpSpPr>
        <p:sp>
          <p:nvSpPr>
            <p:cNvPr id="112" name="设计师康帅原创作品-倒卖必究5-1"/>
            <p:cNvSpPr/>
            <p:nvPr/>
          </p:nvSpPr>
          <p:spPr>
            <a:xfrm>
              <a:off x="452438" y="908051"/>
              <a:ext cx="910432" cy="5616574"/>
            </a:xfrm>
            <a:prstGeom prst="rect">
              <a:avLst/>
            </a:prstGeom>
            <a:solidFill>
              <a:schemeClr val="bg1"/>
            </a:solidFill>
            <a:ln>
              <a:gradFill>
                <a:gsLst>
                  <a:gs pos="0">
                    <a:schemeClr val="accent1">
                      <a:lumMod val="5000"/>
                      <a:lumOff val="95000"/>
                    </a:schemeClr>
                  </a:gs>
                  <a:gs pos="100000">
                    <a:schemeClr val="accent1">
                      <a:lumMod val="20000"/>
                      <a:lumOff val="8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黑体 CN Medium" panose="020B0600000000000000" pitchFamily="34" charset="-122"/>
              </a:endParaRPr>
            </a:p>
          </p:txBody>
        </p:sp>
        <p:sp>
          <p:nvSpPr>
            <p:cNvPr id="113" name="矩形: 圆顶角 112"/>
            <p:cNvSpPr/>
            <p:nvPr/>
          </p:nvSpPr>
          <p:spPr>
            <a:xfrm>
              <a:off x="455038" y="6435715"/>
              <a:ext cx="905233" cy="88910"/>
            </a:xfrm>
            <a:prstGeom prst="round2SameRect">
              <a:avLst>
                <a:gd name="adj1" fmla="val 0"/>
                <a:gd name="adj2" fmla="val 38770"/>
              </a:avLst>
            </a:prstGeom>
            <a:gradFill flip="none" rotWithShape="1">
              <a:gsLst>
                <a:gs pos="0">
                  <a:schemeClr val="accent1">
                    <a:lumMod val="60000"/>
                    <a:lumOff val="40000"/>
                  </a:schemeClr>
                </a:gs>
                <a:gs pos="8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sp>
          <p:nvSpPr>
            <p:cNvPr id="110" name="矩形: 圆顶角 206"/>
            <p:cNvSpPr/>
            <p:nvPr/>
          </p:nvSpPr>
          <p:spPr>
            <a:xfrm flipV="1">
              <a:off x="452438" y="908050"/>
              <a:ext cx="910432" cy="622700"/>
            </a:xfrm>
            <a:prstGeom prst="round2SameRect">
              <a:avLst>
                <a:gd name="adj1" fmla="val 50000"/>
                <a:gd name="adj2" fmla="val 0"/>
              </a:avLst>
            </a:prstGeom>
            <a:gradFill flip="none" rotWithShape="1">
              <a:gsLst>
                <a:gs pos="0">
                  <a:schemeClr val="accent1">
                    <a:lumMod val="60000"/>
                    <a:lumOff val="40000"/>
                  </a:schemeClr>
                </a:gs>
                <a:gs pos="45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sp>
          <p:nvSpPr>
            <p:cNvPr id="111" name="文本框 18"/>
            <p:cNvSpPr txBox="1"/>
            <p:nvPr/>
          </p:nvSpPr>
          <p:spPr>
            <a:xfrm>
              <a:off x="558841" y="995766"/>
              <a:ext cx="697627" cy="400110"/>
            </a:xfrm>
            <a:prstGeom prst="rect">
              <a:avLst/>
            </a:prstGeom>
            <a:noFill/>
          </p:spPr>
          <p:txBody>
            <a:bodyPr wrap="none">
              <a:spAutoFit/>
            </a:bodyPr>
            <a:lstStyle>
              <a:defPPr>
                <a:defRPr lang="en-US"/>
              </a:defPPr>
              <a:lvl1pPr algn="dist">
                <a:defRPr sz="6000" b="1">
                  <a:solidFill>
                    <a:srgbClr val="0E6ABE"/>
                  </a:solidFill>
                  <a:latin typeface="汉仪雅酷黑 85W" panose="020B0904020202020204" pitchFamily="34" charset="-122"/>
                  <a:ea typeface="汉仪雅酷黑 85W" panose="020B0904020202020204" pitchFamily="34" charset="-122"/>
                </a:defRPr>
              </a:lvl1pPr>
            </a:lstStyle>
            <a:p>
              <a:pPr algn="ctr">
                <a:defRPr/>
              </a:pPr>
              <a:r>
                <a:rPr kumimoji="0" lang="zh-CN" altLang="en-US" sz="2000" b="1" i="0" u="none" strike="noStrike" kern="1200" cap="none" spc="0" normalizeH="0" baseline="0" noProof="0" dirty="0">
                  <a:ln>
                    <a:noFill/>
                  </a:ln>
                  <a:solidFill>
                    <a:schemeClr val="bg1"/>
                  </a:solidFill>
                  <a:effectLst/>
                  <a:uLnTx/>
                  <a:uFillTx/>
                  <a:latin typeface="+mj-ea"/>
                  <a:ea typeface="+mj-ea"/>
                  <a:cs typeface="思源黑体 CN Medium" panose="020B0600000000000000" pitchFamily="34" charset="-122"/>
                </a:rPr>
                <a:t>教学</a:t>
              </a:r>
            </a:p>
          </p:txBody>
        </p:sp>
        <p:sp>
          <p:nvSpPr>
            <p:cNvPr id="106" name="平行四边形 33"/>
            <p:cNvSpPr/>
            <p:nvPr>
              <p:custDataLst>
                <p:tags r:id="rId49"/>
              </p:custDataLst>
            </p:nvPr>
          </p:nvSpPr>
          <p:spPr>
            <a:xfrm rot="5400000" flipV="1">
              <a:off x="-91405" y="4894314"/>
              <a:ext cx="1998118" cy="710057"/>
            </a:xfrm>
            <a:prstGeom prst="roundRect">
              <a:avLst>
                <a:gd name="adj" fmla="val 9341"/>
              </a:avLst>
            </a:prstGeom>
            <a:gradFill>
              <a:gsLst>
                <a:gs pos="0">
                  <a:schemeClr val="bg1"/>
                </a:gs>
                <a:gs pos="100000">
                  <a:schemeClr val="accent1">
                    <a:lumMod val="20000"/>
                    <a:lumOff val="80000"/>
                    <a:alpha val="20000"/>
                  </a:schemeClr>
                </a:gs>
              </a:gsLst>
              <a:lin ang="2700000" scaled="1"/>
            </a:gra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83210" tIns="41605" rIns="83210" bIns="4160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buClrTx/>
                <a:buSzTx/>
                <a:buFontTx/>
                <a:buNone/>
                <a:defRPr/>
              </a:pPr>
              <a:endParaRPr kumimoji="0" lang="zh-CN" altLang="en-US" sz="1640" b="0" i="0" u="none" strike="noStrike" kern="1200" cap="none" spc="0" normalizeH="0" baseline="0" noProof="0" dirty="0">
                <a:ln>
                  <a:noFill/>
                </a:ln>
                <a:solidFill>
                  <a:prstClr val="white"/>
                </a:solidFill>
                <a:effectLst/>
                <a:uLnTx/>
                <a:uFillTx/>
                <a:latin typeface="+mj-ea"/>
                <a:ea typeface="+mj-ea"/>
                <a:cs typeface="思源黑体 CN Medium" panose="020B0600000000000000" pitchFamily="34" charset="-122"/>
              </a:endParaRPr>
            </a:p>
          </p:txBody>
        </p:sp>
        <p:sp>
          <p:nvSpPr>
            <p:cNvPr id="107" name="文本框 18"/>
            <p:cNvSpPr txBox="1"/>
            <p:nvPr/>
          </p:nvSpPr>
          <p:spPr>
            <a:xfrm>
              <a:off x="669743" y="4694369"/>
              <a:ext cx="475822" cy="1109944"/>
            </a:xfrm>
            <a:prstGeom prst="rect">
              <a:avLst/>
            </a:prstGeom>
            <a:noFill/>
            <a:effectLst/>
          </p:spPr>
          <p:txBody>
            <a:bodyPr vert="eaVert" wrap="none" lIns="83210" tIns="41605" rIns="83210" bIns="41605">
              <a:spAutoFit/>
            </a:bodyPr>
            <a:lstStyle>
              <a:defPPr>
                <a:defRPr lang="en-US"/>
              </a:defPPr>
              <a:lvl1pPr algn="dist">
                <a:defRPr sz="6000" b="1">
                  <a:solidFill>
                    <a:srgbClr val="0E6ABE"/>
                  </a:solidFill>
                  <a:latin typeface="汉仪雅酷黑 85W" panose="020B0904020202020204" pitchFamily="34" charset="-122"/>
                  <a:ea typeface="汉仪雅酷黑 85W" panose="020B0904020202020204" pitchFamily="34"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2000" b="1" i="0" u="none" strike="noStrike" kern="1200" cap="none" spc="0" normalizeH="0" baseline="0" noProof="0">
                  <a:ln>
                    <a:noFill/>
                  </a:ln>
                  <a:solidFill>
                    <a:schemeClr val="tx1"/>
                  </a:solidFill>
                  <a:effectLst/>
                  <a:uLnTx/>
                  <a:uFillTx/>
                  <a:latin typeface="+mj-ea"/>
                  <a:ea typeface="+mj-ea"/>
                  <a:cs typeface="思源黑体 CN Medium" panose="020B0600000000000000" pitchFamily="34" charset="-122"/>
                </a:rPr>
                <a:t>案例分析</a:t>
              </a:r>
              <a:endParaRPr kumimoji="0" lang="en-US" altLang="zh-CN" sz="2000" b="1" i="0" u="none" strike="noStrike" kern="1200" cap="none" spc="0" normalizeH="0" baseline="0" noProof="0" dirty="0">
                <a:ln>
                  <a:noFill/>
                </a:ln>
                <a:solidFill>
                  <a:schemeClr val="tx1"/>
                </a:solidFill>
                <a:effectLst/>
                <a:uLnTx/>
                <a:uFillTx/>
                <a:latin typeface="+mj-ea"/>
                <a:ea typeface="+mj-ea"/>
                <a:cs typeface="思源黑体 CN Medium" panose="020B0600000000000000" pitchFamily="34" charset="-122"/>
              </a:endParaRPr>
            </a:p>
          </p:txBody>
        </p:sp>
        <p:grpSp>
          <p:nvGrpSpPr>
            <p:cNvPr id="123" name="组合 122"/>
            <p:cNvGrpSpPr/>
            <p:nvPr/>
          </p:nvGrpSpPr>
          <p:grpSpPr>
            <a:xfrm>
              <a:off x="547949" y="3606861"/>
              <a:ext cx="719411" cy="565257"/>
              <a:chOff x="553563" y="3385405"/>
              <a:chExt cx="719411" cy="565257"/>
            </a:xfrm>
          </p:grpSpPr>
          <p:sp>
            <p:nvSpPr>
              <p:cNvPr id="104" name="菱形 103"/>
              <p:cNvSpPr/>
              <p:nvPr/>
            </p:nvSpPr>
            <p:spPr>
              <a:xfrm rot="5400000" flipH="1">
                <a:off x="680366" y="3258604"/>
                <a:ext cx="465807" cy="719409"/>
              </a:xfrm>
              <a:prstGeom prst="diamond">
                <a:avLst/>
              </a:prstGeom>
              <a:gradFill flip="none" rotWithShape="1">
                <a:gsLst>
                  <a:gs pos="0">
                    <a:schemeClr val="accent1">
                      <a:alpha val="7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sp>
            <p:nvSpPr>
              <p:cNvPr id="105" name="菱形 104"/>
              <p:cNvSpPr/>
              <p:nvPr/>
            </p:nvSpPr>
            <p:spPr>
              <a:xfrm rot="5400000" flipH="1">
                <a:off x="680364" y="3358054"/>
                <a:ext cx="465807" cy="719409"/>
              </a:xfrm>
              <a:prstGeom prst="diamond">
                <a:avLst/>
              </a:prstGeom>
              <a:gradFill flip="none" rotWithShape="1">
                <a:gsLst>
                  <a:gs pos="0">
                    <a:schemeClr val="accent1">
                      <a:alpha val="7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grpSp>
        <p:sp>
          <p:nvSpPr>
            <p:cNvPr id="121" name="平行四边形 33"/>
            <p:cNvSpPr/>
            <p:nvPr>
              <p:custDataLst>
                <p:tags r:id="rId50"/>
              </p:custDataLst>
            </p:nvPr>
          </p:nvSpPr>
          <p:spPr>
            <a:xfrm rot="5400000" flipV="1">
              <a:off x="-91405" y="2332089"/>
              <a:ext cx="1998118" cy="710057"/>
            </a:xfrm>
            <a:prstGeom prst="roundRect">
              <a:avLst>
                <a:gd name="adj" fmla="val 9341"/>
              </a:avLst>
            </a:prstGeom>
            <a:gradFill>
              <a:gsLst>
                <a:gs pos="0">
                  <a:schemeClr val="bg1"/>
                </a:gs>
                <a:gs pos="100000">
                  <a:schemeClr val="accent1">
                    <a:lumMod val="20000"/>
                    <a:lumOff val="80000"/>
                    <a:alpha val="20000"/>
                  </a:schemeClr>
                </a:gs>
              </a:gsLst>
              <a:lin ang="2700000" scaled="1"/>
            </a:gra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83210" tIns="41605" rIns="83210" bIns="4160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buClrTx/>
                <a:buSzTx/>
                <a:buFontTx/>
                <a:buNone/>
                <a:defRPr/>
              </a:pPr>
              <a:endParaRPr kumimoji="0" lang="zh-CN" altLang="en-US" sz="1640" b="0" i="0" u="none" strike="noStrike" kern="1200" cap="none" spc="0" normalizeH="0" baseline="0" noProof="0" dirty="0">
                <a:ln>
                  <a:noFill/>
                </a:ln>
                <a:solidFill>
                  <a:prstClr val="white"/>
                </a:solidFill>
                <a:effectLst/>
                <a:uLnTx/>
                <a:uFillTx/>
                <a:latin typeface="+mj-ea"/>
                <a:ea typeface="+mj-ea"/>
                <a:cs typeface="思源黑体 CN Medium" panose="020B0600000000000000" pitchFamily="34" charset="-122"/>
              </a:endParaRPr>
            </a:p>
          </p:txBody>
        </p:sp>
        <p:sp>
          <p:nvSpPr>
            <p:cNvPr id="122" name="文本框 18"/>
            <p:cNvSpPr txBox="1"/>
            <p:nvPr/>
          </p:nvSpPr>
          <p:spPr>
            <a:xfrm>
              <a:off x="669743" y="2132144"/>
              <a:ext cx="475822" cy="1109944"/>
            </a:xfrm>
            <a:prstGeom prst="rect">
              <a:avLst/>
            </a:prstGeom>
            <a:noFill/>
            <a:effectLst/>
          </p:spPr>
          <p:txBody>
            <a:bodyPr vert="eaVert" wrap="none" lIns="83210" tIns="41605" rIns="83210" bIns="41605">
              <a:spAutoFit/>
            </a:bodyPr>
            <a:lstStyle>
              <a:defPPr>
                <a:defRPr lang="en-US"/>
              </a:defPPr>
              <a:lvl1pPr algn="dist">
                <a:defRPr sz="6000" b="1">
                  <a:solidFill>
                    <a:srgbClr val="0E6ABE"/>
                  </a:solidFill>
                  <a:latin typeface="汉仪雅酷黑 85W" panose="020B0904020202020204" pitchFamily="34" charset="-122"/>
                  <a:ea typeface="汉仪雅酷黑 85W" panose="020B0904020202020204" pitchFamily="34"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2000" b="1" i="0" u="none" strike="noStrike" kern="1200" cap="none" spc="0" normalizeH="0" baseline="0" noProof="0">
                  <a:ln>
                    <a:noFill/>
                  </a:ln>
                  <a:solidFill>
                    <a:schemeClr val="tx1"/>
                  </a:solidFill>
                  <a:effectLst/>
                  <a:uLnTx/>
                  <a:uFillTx/>
                  <a:latin typeface="+mj-ea"/>
                  <a:ea typeface="+mj-ea"/>
                  <a:cs typeface="思源黑体 CN Medium" panose="020B0600000000000000" pitchFamily="34" charset="-122"/>
                </a:rPr>
                <a:t>理论考试</a:t>
              </a:r>
              <a:endParaRPr kumimoji="0" lang="en-US" altLang="zh-CN" sz="2000" b="1" i="0" u="none" strike="noStrike" kern="1200" cap="none" spc="0" normalizeH="0" baseline="0" noProof="0" dirty="0">
                <a:ln>
                  <a:noFill/>
                </a:ln>
                <a:solidFill>
                  <a:schemeClr val="tx1"/>
                </a:solidFill>
                <a:effectLst/>
                <a:uLnTx/>
                <a:uFillTx/>
                <a:latin typeface="+mj-ea"/>
                <a:ea typeface="+mj-ea"/>
                <a:cs typeface="思源黑体 CN Medium" panose="020B0600000000000000" pitchFamily="34" charset="-122"/>
              </a:endParaRPr>
            </a:p>
          </p:txBody>
        </p:sp>
        <p:sp>
          <p:nvSpPr>
            <p:cNvPr id="185" name="梯形 184"/>
            <p:cNvSpPr/>
            <p:nvPr/>
          </p:nvSpPr>
          <p:spPr>
            <a:xfrm rot="5400000" flipH="1">
              <a:off x="-1302056" y="3577127"/>
              <a:ext cx="5581650" cy="243500"/>
            </a:xfrm>
            <a:prstGeom prst="trapezoid">
              <a:avLst>
                <a:gd name="adj" fmla="val 85000"/>
              </a:avLst>
            </a:prstGeom>
            <a:gradFill flip="none" rotWithShape="1">
              <a:gsLst>
                <a:gs pos="0">
                  <a:schemeClr val="accent1">
                    <a:alpha val="0"/>
                  </a:schemeClr>
                </a:gs>
                <a:gs pos="100000">
                  <a:schemeClr val="accent1">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88" name="设计师康帅原创作品-倒卖必究5-1"/>
            <p:cNvSpPr/>
            <p:nvPr/>
          </p:nvSpPr>
          <p:spPr>
            <a:xfrm flipH="1">
              <a:off x="10838656" y="908051"/>
              <a:ext cx="910432" cy="5616574"/>
            </a:xfrm>
            <a:prstGeom prst="rect">
              <a:avLst/>
            </a:prstGeom>
            <a:solidFill>
              <a:schemeClr val="bg1"/>
            </a:solidFill>
            <a:ln>
              <a:gradFill>
                <a:gsLst>
                  <a:gs pos="0">
                    <a:schemeClr val="accent1">
                      <a:lumMod val="5000"/>
                      <a:lumOff val="95000"/>
                    </a:schemeClr>
                  </a:gs>
                  <a:gs pos="100000">
                    <a:schemeClr val="accent1">
                      <a:lumMod val="20000"/>
                      <a:lumOff val="8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黑体 CN Medium" panose="020B0600000000000000" pitchFamily="34" charset="-122"/>
              </a:endParaRPr>
            </a:p>
          </p:txBody>
        </p:sp>
        <p:sp>
          <p:nvSpPr>
            <p:cNvPr id="189" name="矩形: 圆顶角 188"/>
            <p:cNvSpPr/>
            <p:nvPr/>
          </p:nvSpPr>
          <p:spPr>
            <a:xfrm flipH="1">
              <a:off x="10841255" y="6435715"/>
              <a:ext cx="905233" cy="88910"/>
            </a:xfrm>
            <a:prstGeom prst="round2SameRect">
              <a:avLst>
                <a:gd name="adj1" fmla="val 0"/>
                <a:gd name="adj2" fmla="val 38770"/>
              </a:avLst>
            </a:prstGeom>
            <a:gradFill flip="none" rotWithShape="1">
              <a:gsLst>
                <a:gs pos="0">
                  <a:schemeClr val="accent1">
                    <a:lumMod val="60000"/>
                    <a:lumOff val="40000"/>
                  </a:schemeClr>
                </a:gs>
                <a:gs pos="8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sp>
          <p:nvSpPr>
            <p:cNvPr id="190" name="矩形: 圆顶角 206"/>
            <p:cNvSpPr/>
            <p:nvPr/>
          </p:nvSpPr>
          <p:spPr>
            <a:xfrm flipH="1" flipV="1">
              <a:off x="10838656" y="908050"/>
              <a:ext cx="910432" cy="622700"/>
            </a:xfrm>
            <a:prstGeom prst="round2SameRect">
              <a:avLst>
                <a:gd name="adj1" fmla="val 50000"/>
                <a:gd name="adj2" fmla="val 0"/>
              </a:avLst>
            </a:prstGeom>
            <a:gradFill flip="none" rotWithShape="1">
              <a:gsLst>
                <a:gs pos="0">
                  <a:schemeClr val="accent1">
                    <a:lumMod val="60000"/>
                    <a:lumOff val="40000"/>
                  </a:schemeClr>
                </a:gs>
                <a:gs pos="45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sp>
          <p:nvSpPr>
            <p:cNvPr id="191" name="文本框 18"/>
            <p:cNvSpPr txBox="1"/>
            <p:nvPr/>
          </p:nvSpPr>
          <p:spPr>
            <a:xfrm flipH="1">
              <a:off x="10945058" y="995766"/>
              <a:ext cx="697627" cy="400110"/>
            </a:xfrm>
            <a:prstGeom prst="rect">
              <a:avLst/>
            </a:prstGeom>
            <a:noFill/>
          </p:spPr>
          <p:txBody>
            <a:bodyPr wrap="none">
              <a:spAutoFit/>
            </a:bodyPr>
            <a:lstStyle>
              <a:defPPr>
                <a:defRPr lang="en-US"/>
              </a:defPPr>
              <a:lvl1pPr algn="dist">
                <a:defRPr sz="6000" b="1">
                  <a:solidFill>
                    <a:srgbClr val="0E6ABE"/>
                  </a:solidFill>
                  <a:latin typeface="汉仪雅酷黑 85W" panose="020B0904020202020204" pitchFamily="34" charset="-122"/>
                  <a:ea typeface="汉仪雅酷黑 85W" panose="020B0904020202020204" pitchFamily="34" charset="-122"/>
                </a:defRPr>
              </a:lvl1pPr>
            </a:lstStyle>
            <a:p>
              <a:pPr algn="ctr">
                <a:defRPr/>
              </a:pPr>
              <a:r>
                <a:rPr kumimoji="0" lang="zh-CN" altLang="en-US" sz="2000" b="1" i="0" u="none" strike="noStrike" kern="1200" cap="none" spc="0" normalizeH="0" baseline="0" noProof="0" dirty="0">
                  <a:ln>
                    <a:noFill/>
                  </a:ln>
                  <a:solidFill>
                    <a:schemeClr val="bg1"/>
                  </a:solidFill>
                  <a:effectLst/>
                  <a:uLnTx/>
                  <a:uFillTx/>
                  <a:latin typeface="+mj-ea"/>
                  <a:ea typeface="+mj-ea"/>
                  <a:cs typeface="思源黑体 CN Medium" panose="020B0600000000000000" pitchFamily="34" charset="-122"/>
                </a:rPr>
                <a:t>教学</a:t>
              </a:r>
            </a:p>
          </p:txBody>
        </p:sp>
        <p:sp>
          <p:nvSpPr>
            <p:cNvPr id="192" name="平行四边形 33"/>
            <p:cNvSpPr/>
            <p:nvPr>
              <p:custDataLst>
                <p:tags r:id="rId51"/>
              </p:custDataLst>
            </p:nvPr>
          </p:nvSpPr>
          <p:spPr>
            <a:xfrm rot="16200000" flipH="1" flipV="1">
              <a:off x="10294813" y="4894314"/>
              <a:ext cx="1998118" cy="710057"/>
            </a:xfrm>
            <a:prstGeom prst="roundRect">
              <a:avLst>
                <a:gd name="adj" fmla="val 9341"/>
              </a:avLst>
            </a:prstGeom>
            <a:gradFill>
              <a:gsLst>
                <a:gs pos="0">
                  <a:schemeClr val="bg1"/>
                </a:gs>
                <a:gs pos="100000">
                  <a:schemeClr val="accent1">
                    <a:lumMod val="20000"/>
                    <a:lumOff val="80000"/>
                    <a:alpha val="20000"/>
                  </a:schemeClr>
                </a:gs>
              </a:gsLst>
              <a:lin ang="2700000" scaled="1"/>
            </a:gra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83210" tIns="41605" rIns="83210" bIns="4160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buClrTx/>
                <a:buSzTx/>
                <a:buFontTx/>
                <a:buNone/>
                <a:defRPr/>
              </a:pPr>
              <a:endParaRPr kumimoji="0" lang="zh-CN" altLang="en-US" sz="1640" b="0" i="0" u="none" strike="noStrike" kern="1200" cap="none" spc="0" normalizeH="0" baseline="0" noProof="0" dirty="0">
                <a:ln>
                  <a:noFill/>
                </a:ln>
                <a:solidFill>
                  <a:prstClr val="white"/>
                </a:solidFill>
                <a:effectLst/>
                <a:uLnTx/>
                <a:uFillTx/>
                <a:latin typeface="+mj-ea"/>
                <a:ea typeface="+mj-ea"/>
                <a:cs typeface="思源黑体 CN Medium" panose="020B0600000000000000" pitchFamily="34" charset="-122"/>
              </a:endParaRPr>
            </a:p>
          </p:txBody>
        </p:sp>
        <p:sp>
          <p:nvSpPr>
            <p:cNvPr id="193" name="文本框 18"/>
            <p:cNvSpPr txBox="1"/>
            <p:nvPr/>
          </p:nvSpPr>
          <p:spPr>
            <a:xfrm flipH="1">
              <a:off x="11055961" y="4694369"/>
              <a:ext cx="475822" cy="1109944"/>
            </a:xfrm>
            <a:prstGeom prst="rect">
              <a:avLst/>
            </a:prstGeom>
            <a:noFill/>
            <a:effectLst/>
          </p:spPr>
          <p:txBody>
            <a:bodyPr vert="eaVert" wrap="none" lIns="83210" tIns="41605" rIns="83210" bIns="41605">
              <a:spAutoFit/>
            </a:bodyPr>
            <a:lstStyle>
              <a:defPPr>
                <a:defRPr lang="en-US"/>
              </a:defPPr>
              <a:lvl1pPr algn="dist">
                <a:defRPr sz="6000" b="1">
                  <a:solidFill>
                    <a:srgbClr val="0E6ABE"/>
                  </a:solidFill>
                  <a:latin typeface="汉仪雅酷黑 85W" panose="020B0904020202020204" pitchFamily="34" charset="-122"/>
                  <a:ea typeface="汉仪雅酷黑 85W" panose="020B0904020202020204" pitchFamily="34"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2000" b="1" i="0" u="none" strike="noStrike" kern="1200" cap="none" spc="0" normalizeH="0" baseline="0" noProof="0">
                  <a:ln>
                    <a:noFill/>
                  </a:ln>
                  <a:solidFill>
                    <a:schemeClr val="tx1"/>
                  </a:solidFill>
                  <a:effectLst/>
                  <a:uLnTx/>
                  <a:uFillTx/>
                  <a:latin typeface="+mj-ea"/>
                  <a:ea typeface="+mj-ea"/>
                  <a:cs typeface="思源黑体 CN Medium" panose="020B0600000000000000" pitchFamily="34" charset="-122"/>
                </a:rPr>
                <a:t>伦理考核</a:t>
              </a:r>
              <a:endParaRPr kumimoji="0" lang="en-US" altLang="zh-CN" sz="2000" b="1" i="0" u="none" strike="noStrike" kern="1200" cap="none" spc="0" normalizeH="0" baseline="0" noProof="0" dirty="0">
                <a:ln>
                  <a:noFill/>
                </a:ln>
                <a:solidFill>
                  <a:schemeClr val="tx1"/>
                </a:solidFill>
                <a:effectLst/>
                <a:uLnTx/>
                <a:uFillTx/>
                <a:latin typeface="+mj-ea"/>
                <a:ea typeface="+mj-ea"/>
                <a:cs typeface="思源黑体 CN Medium" panose="020B0600000000000000" pitchFamily="34" charset="-122"/>
              </a:endParaRPr>
            </a:p>
          </p:txBody>
        </p:sp>
        <p:grpSp>
          <p:nvGrpSpPr>
            <p:cNvPr id="194" name="组合 193"/>
            <p:cNvGrpSpPr/>
            <p:nvPr/>
          </p:nvGrpSpPr>
          <p:grpSpPr>
            <a:xfrm flipH="1">
              <a:off x="10934166" y="3606861"/>
              <a:ext cx="719411" cy="565257"/>
              <a:chOff x="553563" y="3385405"/>
              <a:chExt cx="719411" cy="565257"/>
            </a:xfrm>
          </p:grpSpPr>
          <p:sp>
            <p:nvSpPr>
              <p:cNvPr id="198" name="菱形 197"/>
              <p:cNvSpPr/>
              <p:nvPr/>
            </p:nvSpPr>
            <p:spPr>
              <a:xfrm rot="5400000" flipH="1">
                <a:off x="680366" y="3258604"/>
                <a:ext cx="465807" cy="719409"/>
              </a:xfrm>
              <a:prstGeom prst="diamond">
                <a:avLst/>
              </a:prstGeom>
              <a:gradFill flip="none" rotWithShape="1">
                <a:gsLst>
                  <a:gs pos="0">
                    <a:schemeClr val="accent1">
                      <a:alpha val="7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sp>
            <p:nvSpPr>
              <p:cNvPr id="199" name="菱形 198"/>
              <p:cNvSpPr/>
              <p:nvPr/>
            </p:nvSpPr>
            <p:spPr>
              <a:xfrm rot="5400000" flipH="1">
                <a:off x="680364" y="3358054"/>
                <a:ext cx="465807" cy="719409"/>
              </a:xfrm>
              <a:prstGeom prst="diamond">
                <a:avLst/>
              </a:prstGeom>
              <a:gradFill flip="none" rotWithShape="1">
                <a:gsLst>
                  <a:gs pos="0">
                    <a:schemeClr val="accent1">
                      <a:alpha val="7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grpSp>
        <p:sp>
          <p:nvSpPr>
            <p:cNvPr id="195" name="平行四边形 33"/>
            <p:cNvSpPr/>
            <p:nvPr>
              <p:custDataLst>
                <p:tags r:id="rId52"/>
              </p:custDataLst>
            </p:nvPr>
          </p:nvSpPr>
          <p:spPr>
            <a:xfrm rot="16200000" flipH="1" flipV="1">
              <a:off x="10294813" y="2332089"/>
              <a:ext cx="1998118" cy="710057"/>
            </a:xfrm>
            <a:prstGeom prst="roundRect">
              <a:avLst>
                <a:gd name="adj" fmla="val 9341"/>
              </a:avLst>
            </a:prstGeom>
            <a:gradFill>
              <a:gsLst>
                <a:gs pos="0">
                  <a:schemeClr val="bg1"/>
                </a:gs>
                <a:gs pos="100000">
                  <a:schemeClr val="accent1">
                    <a:lumMod val="20000"/>
                    <a:lumOff val="80000"/>
                    <a:alpha val="20000"/>
                  </a:schemeClr>
                </a:gs>
              </a:gsLst>
              <a:lin ang="2700000" scaled="1"/>
            </a:gra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83210" tIns="41605" rIns="83210" bIns="4160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buClrTx/>
                <a:buSzTx/>
                <a:buFontTx/>
                <a:buNone/>
                <a:defRPr/>
              </a:pPr>
              <a:endParaRPr kumimoji="0" lang="zh-CN" altLang="en-US" sz="1640" b="0" i="0" u="none" strike="noStrike" kern="1200" cap="none" spc="0" normalizeH="0" baseline="0" noProof="0" dirty="0">
                <a:ln>
                  <a:noFill/>
                </a:ln>
                <a:solidFill>
                  <a:prstClr val="white"/>
                </a:solidFill>
                <a:effectLst/>
                <a:uLnTx/>
                <a:uFillTx/>
                <a:latin typeface="+mj-ea"/>
                <a:ea typeface="+mj-ea"/>
                <a:cs typeface="思源黑体 CN Medium" panose="020B0600000000000000" pitchFamily="34" charset="-122"/>
              </a:endParaRPr>
            </a:p>
          </p:txBody>
        </p:sp>
        <p:sp>
          <p:nvSpPr>
            <p:cNvPr id="196" name="文本框 18"/>
            <p:cNvSpPr txBox="1"/>
            <p:nvPr/>
          </p:nvSpPr>
          <p:spPr>
            <a:xfrm flipH="1">
              <a:off x="11055961" y="2132144"/>
              <a:ext cx="475822" cy="1109944"/>
            </a:xfrm>
            <a:prstGeom prst="rect">
              <a:avLst/>
            </a:prstGeom>
            <a:noFill/>
            <a:effectLst/>
          </p:spPr>
          <p:txBody>
            <a:bodyPr vert="eaVert" wrap="none" lIns="83210" tIns="41605" rIns="83210" bIns="41605">
              <a:spAutoFit/>
            </a:bodyPr>
            <a:lstStyle>
              <a:defPPr>
                <a:defRPr lang="en-US"/>
              </a:defPPr>
              <a:lvl1pPr algn="dist">
                <a:defRPr sz="6000" b="1">
                  <a:solidFill>
                    <a:srgbClr val="0E6ABE"/>
                  </a:solidFill>
                  <a:latin typeface="汉仪雅酷黑 85W" panose="020B0904020202020204" pitchFamily="34" charset="-122"/>
                  <a:ea typeface="汉仪雅酷黑 85W" panose="020B0904020202020204" pitchFamily="34"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思源黑体 CN Medium" panose="020B0600000000000000" pitchFamily="34" charset="-122"/>
                </a:rPr>
                <a:t>软件实操</a:t>
              </a:r>
              <a:endParaRPr kumimoji="0" lang="en-US" altLang="zh-CN" sz="2000" b="1" i="0" u="none" strike="noStrike" kern="1200" cap="none" spc="0" normalizeH="0" baseline="0" noProof="0" dirty="0">
                <a:ln>
                  <a:noFill/>
                </a:ln>
                <a:solidFill>
                  <a:schemeClr val="tx1"/>
                </a:solidFill>
                <a:effectLst/>
                <a:uLnTx/>
                <a:uFillTx/>
                <a:latin typeface="+mj-ea"/>
                <a:ea typeface="+mj-ea"/>
                <a:cs typeface="思源黑体 CN Medium" panose="020B0600000000000000" pitchFamily="34" charset="-122"/>
              </a:endParaRPr>
            </a:p>
          </p:txBody>
        </p:sp>
        <p:sp>
          <p:nvSpPr>
            <p:cNvPr id="197" name="梯形 196"/>
            <p:cNvSpPr/>
            <p:nvPr/>
          </p:nvSpPr>
          <p:spPr>
            <a:xfrm rot="16200000">
              <a:off x="7922727" y="3577128"/>
              <a:ext cx="5581650" cy="243497"/>
            </a:xfrm>
            <a:prstGeom prst="trapezoid">
              <a:avLst>
                <a:gd name="adj" fmla="val 85000"/>
              </a:avLst>
            </a:prstGeom>
            <a:gradFill flip="none" rotWithShape="1">
              <a:gsLst>
                <a:gs pos="0">
                  <a:schemeClr val="accent1">
                    <a:alpha val="0"/>
                  </a:schemeClr>
                </a:gs>
                <a:gs pos="100000">
                  <a:schemeClr val="accent1">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sp>
        <p:nvSpPr>
          <p:cNvPr id="140" name="圆角矩形 16"/>
          <p:cNvSpPr/>
          <p:nvPr>
            <p:custDataLst>
              <p:tags r:id="rId1"/>
            </p:custDataLst>
          </p:nvPr>
        </p:nvSpPr>
        <p:spPr>
          <a:xfrm>
            <a:off x="1720668" y="908050"/>
            <a:ext cx="7185660" cy="442821"/>
          </a:xfrm>
          <a:prstGeom prst="roundRect">
            <a:avLst>
              <a:gd name="adj" fmla="val 0"/>
            </a:avLst>
          </a:prstGeom>
          <a:solidFill>
            <a:schemeClr val="accent2"/>
          </a:solidFill>
          <a:ln>
            <a:solidFill>
              <a:schemeClr val="accent2"/>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2000">
                <a:latin typeface="+mj-ea"/>
                <a:ea typeface="+mj-ea"/>
                <a:cs typeface="演示霸榜 Bold" panose="02000600000000000000" pitchFamily="2" charset="-122"/>
                <a:sym typeface="+mn-ea"/>
              </a:rPr>
              <a:t>四维分析框架</a:t>
            </a:r>
            <a:endParaRPr lang="zh-CN" altLang="en-US" sz="2000" dirty="0">
              <a:latin typeface="+mj-ea"/>
              <a:ea typeface="+mj-ea"/>
              <a:cs typeface="演示霸榜 Bold" panose="02000600000000000000" pitchFamily="2" charset="-122"/>
              <a:sym typeface="+mn-ea"/>
            </a:endParaRPr>
          </a:p>
        </p:txBody>
      </p:sp>
      <p:grpSp>
        <p:nvGrpSpPr>
          <p:cNvPr id="44" name="组合 43"/>
          <p:cNvGrpSpPr/>
          <p:nvPr/>
        </p:nvGrpSpPr>
        <p:grpSpPr>
          <a:xfrm>
            <a:off x="2429572" y="1895249"/>
            <a:ext cx="3450089" cy="495301"/>
            <a:chOff x="2429572" y="1895249"/>
            <a:chExt cx="3450089" cy="495301"/>
          </a:xfrm>
        </p:grpSpPr>
        <p:sp>
          <p:nvSpPr>
            <p:cNvPr id="143" name="圆角矩形 36"/>
            <p:cNvSpPr/>
            <p:nvPr>
              <p:custDataLst>
                <p:tags r:id="rId45"/>
              </p:custDataLst>
            </p:nvPr>
          </p:nvSpPr>
          <p:spPr>
            <a:xfrm>
              <a:off x="2429572" y="1895249"/>
              <a:ext cx="779780" cy="495301"/>
            </a:xfrm>
            <a:prstGeom prst="roundRect">
              <a:avLst>
                <a:gd name="adj" fmla="val 6895"/>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600" b="1" dirty="0">
                  <a:solidFill>
                    <a:schemeClr val="tx1"/>
                  </a:solidFill>
                  <a:latin typeface="+mj-ea"/>
                  <a:ea typeface="+mj-ea"/>
                  <a:sym typeface="+mn-ea"/>
                </a:rPr>
                <a:t>知识核</a:t>
              </a:r>
            </a:p>
          </p:txBody>
        </p:sp>
        <p:sp>
          <p:nvSpPr>
            <p:cNvPr id="144" name="圆角矩形 37"/>
            <p:cNvSpPr/>
            <p:nvPr>
              <p:custDataLst>
                <p:tags r:id="rId46"/>
              </p:custDataLst>
            </p:nvPr>
          </p:nvSpPr>
          <p:spPr>
            <a:xfrm>
              <a:off x="3319675" y="1895249"/>
              <a:ext cx="779780"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600" b="1">
                  <a:solidFill>
                    <a:schemeClr val="tx1"/>
                  </a:solidFill>
                  <a:latin typeface="+mj-ea"/>
                  <a:ea typeface="+mj-ea"/>
                  <a:sym typeface="+mn-ea"/>
                </a:rPr>
                <a:t>能力核</a:t>
              </a:r>
              <a:endParaRPr lang="zh-CN" altLang="en-US" sz="1600" b="1" dirty="0">
                <a:solidFill>
                  <a:schemeClr val="tx1"/>
                </a:solidFill>
                <a:latin typeface="+mj-ea"/>
                <a:ea typeface="+mj-ea"/>
                <a:sym typeface="+mn-ea"/>
              </a:endParaRPr>
            </a:p>
          </p:txBody>
        </p:sp>
        <p:sp>
          <p:nvSpPr>
            <p:cNvPr id="145" name="圆角矩形 38"/>
            <p:cNvSpPr/>
            <p:nvPr>
              <p:custDataLst>
                <p:tags r:id="rId47"/>
              </p:custDataLst>
            </p:nvPr>
          </p:nvSpPr>
          <p:spPr>
            <a:xfrm>
              <a:off x="4209778" y="1895249"/>
              <a:ext cx="779780"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600" b="1">
                  <a:solidFill>
                    <a:schemeClr val="tx1"/>
                  </a:solidFill>
                  <a:latin typeface="+mj-ea"/>
                  <a:ea typeface="+mj-ea"/>
                  <a:sym typeface="+mn-ea"/>
                </a:rPr>
                <a:t>价值核</a:t>
              </a:r>
              <a:endParaRPr lang="zh-CN" altLang="en-US" sz="1600" b="1" dirty="0">
                <a:solidFill>
                  <a:schemeClr val="tx1"/>
                </a:solidFill>
                <a:latin typeface="+mj-ea"/>
                <a:ea typeface="+mj-ea"/>
                <a:sym typeface="+mn-ea"/>
              </a:endParaRPr>
            </a:p>
          </p:txBody>
        </p:sp>
        <p:sp>
          <p:nvSpPr>
            <p:cNvPr id="146" name="圆角矩形 40"/>
            <p:cNvSpPr/>
            <p:nvPr>
              <p:custDataLst>
                <p:tags r:id="rId48"/>
              </p:custDataLst>
            </p:nvPr>
          </p:nvSpPr>
          <p:spPr>
            <a:xfrm>
              <a:off x="5099881" y="1895249"/>
              <a:ext cx="779780"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600" b="1">
                  <a:solidFill>
                    <a:schemeClr val="tx1"/>
                  </a:solidFill>
                  <a:latin typeface="+mj-ea"/>
                  <a:ea typeface="+mj-ea"/>
                  <a:sym typeface="+mn-ea"/>
                </a:rPr>
                <a:t>发展核</a:t>
              </a:r>
            </a:p>
          </p:txBody>
        </p:sp>
      </p:grpSp>
      <p:grpSp>
        <p:nvGrpSpPr>
          <p:cNvPr id="43" name="组合 42"/>
          <p:cNvGrpSpPr/>
          <p:nvPr/>
        </p:nvGrpSpPr>
        <p:grpSpPr>
          <a:xfrm>
            <a:off x="1720668" y="1424941"/>
            <a:ext cx="647015" cy="994638"/>
            <a:chOff x="1720668" y="1424941"/>
            <a:chExt cx="647015" cy="994638"/>
          </a:xfrm>
        </p:grpSpPr>
        <p:sp>
          <p:nvSpPr>
            <p:cNvPr id="142" name="圆角矩形 18"/>
            <p:cNvSpPr/>
            <p:nvPr>
              <p:custDataLst>
                <p:tags r:id="rId43"/>
              </p:custDataLst>
            </p:nvPr>
          </p:nvSpPr>
          <p:spPr>
            <a:xfrm>
              <a:off x="1720668" y="1424941"/>
              <a:ext cx="379339" cy="994638"/>
            </a:xfrm>
            <a:prstGeom prst="roundRect">
              <a:avLst/>
            </a:prstGeom>
            <a:solidFill>
              <a:schemeClr val="accent2"/>
            </a:solidFill>
            <a:ln>
              <a:solidFill>
                <a:schemeClr val="accent2"/>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400" dirty="0">
                  <a:latin typeface="+mj-ea"/>
                  <a:ea typeface="+mj-ea"/>
                  <a:sym typeface="+mn-ea"/>
                </a:rPr>
                <a:t>框架构建</a:t>
              </a:r>
            </a:p>
          </p:txBody>
        </p:sp>
        <p:sp>
          <p:nvSpPr>
            <p:cNvPr id="171" name="左大括号 170"/>
            <p:cNvSpPr/>
            <p:nvPr>
              <p:custDataLst>
                <p:tags r:id="rId44"/>
              </p:custDataLst>
            </p:nvPr>
          </p:nvSpPr>
          <p:spPr>
            <a:xfrm>
              <a:off x="2182081" y="1495653"/>
              <a:ext cx="185602" cy="923925"/>
            </a:xfrm>
            <a:prstGeom prst="leftBrace">
              <a:avLst>
                <a:gd name="adj1" fmla="val 0"/>
                <a:gd name="adj2" fmla="val 50000"/>
              </a:avLst>
            </a:prstGeom>
            <a:ln>
              <a:solidFill>
                <a:schemeClr val="accent2"/>
              </a:solidFill>
            </a:ln>
          </p:spPr>
          <p:style>
            <a:lnRef idx="2">
              <a:srgbClr val="EE5253"/>
            </a:lnRef>
            <a:fillRef idx="0">
              <a:srgbClr val="FFFFFF"/>
            </a:fillRef>
            <a:effectRef idx="0">
              <a:srgbClr val="FFFFFF"/>
            </a:effectRef>
            <a:fontRef idx="minor">
              <a:srgbClr val="000000"/>
            </a:fontRef>
          </p:style>
          <p:txBody>
            <a:bodyPr rtlCol="0" anchor="ctr"/>
            <a:lstStyle/>
            <a:p>
              <a:pPr algn="ctr"/>
              <a:endParaRPr lang="zh-CN" altLang="en-US">
                <a:latin typeface="+mj-ea"/>
                <a:ea typeface="+mj-ea"/>
              </a:endParaRPr>
            </a:p>
          </p:txBody>
        </p:sp>
      </p:grpSp>
      <p:grpSp>
        <p:nvGrpSpPr>
          <p:cNvPr id="50" name="组合 49"/>
          <p:cNvGrpSpPr/>
          <p:nvPr/>
        </p:nvGrpSpPr>
        <p:grpSpPr>
          <a:xfrm>
            <a:off x="4974698" y="2638653"/>
            <a:ext cx="398915" cy="3885971"/>
            <a:chOff x="4974698" y="2638653"/>
            <a:chExt cx="398915" cy="3885971"/>
          </a:xfrm>
        </p:grpSpPr>
        <p:sp>
          <p:nvSpPr>
            <p:cNvPr id="211" name="箭头: 五边形 210"/>
            <p:cNvSpPr/>
            <p:nvPr/>
          </p:nvSpPr>
          <p:spPr>
            <a:xfrm rot="5400000">
              <a:off x="3231170" y="4382181"/>
              <a:ext cx="3885971" cy="398915"/>
            </a:xfrm>
            <a:prstGeom prst="homePlate">
              <a:avLst/>
            </a:prstGeom>
            <a:gradFill flip="none" rotWithShape="1">
              <a:gsLst>
                <a:gs pos="0">
                  <a:schemeClr val="accent3">
                    <a:alpha val="0"/>
                  </a:schemeClr>
                </a:gs>
                <a:gs pos="49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212" name="文本框 211"/>
            <p:cNvSpPr txBox="1"/>
            <p:nvPr/>
          </p:nvSpPr>
          <p:spPr>
            <a:xfrm>
              <a:off x="5019374" y="3580989"/>
              <a:ext cx="309562" cy="2800767"/>
            </a:xfrm>
            <a:prstGeom prst="rect">
              <a:avLst/>
            </a:prstGeom>
            <a:noFill/>
          </p:spPr>
          <p:txBody>
            <a:bodyPr wrap="square">
              <a:spAutoFit/>
            </a:bodyPr>
            <a:lstStyle/>
            <a:p>
              <a:pPr algn="ctr"/>
              <a:r>
                <a:rPr lang="zh-CN" altLang="en-US" sz="1600" b="1" dirty="0">
                  <a:solidFill>
                    <a:schemeClr val="bg1"/>
                  </a:solidFill>
                  <a:latin typeface="+mj-ea"/>
                  <a:ea typeface="+mj-ea"/>
                  <a:cs typeface="+mn-ea"/>
                  <a:sym typeface="+mn-lt"/>
                </a:rPr>
                <a:t>实现从知识到素养的转变</a:t>
              </a:r>
            </a:p>
          </p:txBody>
        </p:sp>
      </p:grpSp>
      <p:grpSp>
        <p:nvGrpSpPr>
          <p:cNvPr id="48" name="组合 47"/>
          <p:cNvGrpSpPr/>
          <p:nvPr/>
        </p:nvGrpSpPr>
        <p:grpSpPr>
          <a:xfrm>
            <a:off x="1720668" y="2570800"/>
            <a:ext cx="3086344" cy="1997616"/>
            <a:chOff x="1720668" y="2570800"/>
            <a:chExt cx="3086344" cy="1997616"/>
          </a:xfrm>
        </p:grpSpPr>
        <p:sp>
          <p:nvSpPr>
            <p:cNvPr id="135" name="圆角矩形 43"/>
            <p:cNvSpPr/>
            <p:nvPr>
              <p:custDataLst>
                <p:tags r:id="rId33"/>
              </p:custDataLst>
            </p:nvPr>
          </p:nvSpPr>
          <p:spPr>
            <a:xfrm>
              <a:off x="2391472" y="2879090"/>
              <a:ext cx="1120140" cy="603250"/>
            </a:xfrm>
            <a:prstGeom prst="roundRect">
              <a:avLst/>
            </a:prstGeom>
            <a:solidFill>
              <a:srgbClr val="FFFFFF"/>
            </a:solidFill>
            <a:ln>
              <a:solidFill>
                <a:schemeClr val="accent1">
                  <a:lumMod val="20000"/>
                  <a:lumOff val="80000"/>
                </a:schemeClr>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200">
                  <a:latin typeface="+mj-ea"/>
                  <a:ea typeface="+mj-ea"/>
                  <a:sym typeface="+mn-ea"/>
                </a:rPr>
                <a:t>输入文本</a:t>
              </a:r>
            </a:p>
          </p:txBody>
        </p:sp>
        <p:sp>
          <p:nvSpPr>
            <p:cNvPr id="138" name="圆角矩形 54"/>
            <p:cNvSpPr/>
            <p:nvPr>
              <p:custDataLst>
                <p:tags r:id="rId34"/>
              </p:custDataLst>
            </p:nvPr>
          </p:nvSpPr>
          <p:spPr>
            <a:xfrm>
              <a:off x="3686872" y="2879090"/>
              <a:ext cx="1120140" cy="603250"/>
            </a:xfrm>
            <a:prstGeom prst="roundRect">
              <a:avLst/>
            </a:prstGeom>
            <a:solidFill>
              <a:srgbClr val="FFFFFF"/>
            </a:solidFill>
            <a:ln>
              <a:solidFill>
                <a:schemeClr val="accent1">
                  <a:lumMod val="20000"/>
                  <a:lumOff val="80000"/>
                </a:schemeClr>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141" name="圆角矩形 17"/>
            <p:cNvSpPr/>
            <p:nvPr>
              <p:custDataLst>
                <p:tags r:id="rId35"/>
              </p:custDataLst>
            </p:nvPr>
          </p:nvSpPr>
          <p:spPr>
            <a:xfrm>
              <a:off x="1720668" y="2570800"/>
              <a:ext cx="379339" cy="1983330"/>
            </a:xfrm>
            <a:prstGeom prst="roundRect">
              <a:avLst/>
            </a:prstGeom>
            <a:solidFill>
              <a:schemeClr val="accent1"/>
            </a:solidFill>
            <a:ln>
              <a:solidFill>
                <a:schemeClr val="accent1"/>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600">
                  <a:latin typeface="+mj-ea"/>
                  <a:ea typeface="+mj-ea"/>
                  <a:sym typeface="+mn-ea"/>
                </a:rPr>
                <a:t>知识核维度</a:t>
              </a:r>
              <a:endParaRPr lang="zh-CN" altLang="en-US" sz="1600" dirty="0">
                <a:latin typeface="+mj-ea"/>
                <a:ea typeface="+mj-ea"/>
                <a:sym typeface="+mn-ea"/>
              </a:endParaRPr>
            </a:p>
          </p:txBody>
        </p:sp>
        <p:sp>
          <p:nvSpPr>
            <p:cNvPr id="148" name="圆角矩形 45"/>
            <p:cNvSpPr/>
            <p:nvPr>
              <p:custDataLst>
                <p:tags r:id="rId36"/>
              </p:custDataLst>
            </p:nvPr>
          </p:nvSpPr>
          <p:spPr>
            <a:xfrm>
              <a:off x="2391472" y="3912234"/>
              <a:ext cx="1120140" cy="647065"/>
            </a:xfrm>
            <a:prstGeom prst="roundRect">
              <a:avLst/>
            </a:prstGeom>
            <a:solidFill>
              <a:srgbClr val="FF9F43"/>
            </a:soli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dirty="0">
                <a:latin typeface="+mj-ea"/>
                <a:ea typeface="+mj-ea"/>
                <a:sym typeface="+mn-ea"/>
              </a:endParaRPr>
            </a:p>
          </p:txBody>
        </p:sp>
        <p:sp>
          <p:nvSpPr>
            <p:cNvPr id="149" name="圆角矩形 51"/>
            <p:cNvSpPr/>
            <p:nvPr>
              <p:custDataLst>
                <p:tags r:id="rId37"/>
              </p:custDataLst>
            </p:nvPr>
          </p:nvSpPr>
          <p:spPr>
            <a:xfrm>
              <a:off x="3686872" y="3912234"/>
              <a:ext cx="1120140" cy="647065"/>
            </a:xfrm>
            <a:prstGeom prst="roundRect">
              <a:avLst/>
            </a:prstGeom>
            <a:solidFill>
              <a:srgbClr val="FF9F43"/>
            </a:soli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163" name="圆角矩形 42"/>
            <p:cNvSpPr/>
            <p:nvPr>
              <p:custDataLst>
                <p:tags r:id="rId38"/>
              </p:custDataLst>
            </p:nvPr>
          </p:nvSpPr>
          <p:spPr>
            <a:xfrm>
              <a:off x="2515515" y="2630170"/>
              <a:ext cx="872055" cy="385445"/>
            </a:xfrm>
            <a:prstGeom prst="roundRect">
              <a:avLst/>
            </a:prstGeom>
            <a:gradFill>
              <a:gsLst>
                <a:gs pos="93000">
                  <a:schemeClr val="accent1">
                    <a:lumMod val="60000"/>
                    <a:lumOff val="40000"/>
                  </a:schemeClr>
                </a:gs>
                <a:gs pos="0">
                  <a:srgbClr val="FFFFFF">
                    <a:alpha val="55000"/>
                  </a:srgbClr>
                </a:gs>
                <a:gs pos="100000">
                  <a:schemeClr val="accent1"/>
                </a:gs>
              </a:gsLst>
              <a:lin ang="16200000" scaled="1"/>
            </a:gradFill>
            <a:ln>
              <a:noFill/>
            </a:ln>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400" b="1">
                  <a:solidFill>
                    <a:schemeClr val="accent1"/>
                  </a:solidFill>
                  <a:effectLst>
                    <a:glow rad="63500">
                      <a:schemeClr val="bg1"/>
                    </a:glow>
                  </a:effectLst>
                  <a:latin typeface="+mj-ea"/>
                  <a:ea typeface="+mj-ea"/>
                  <a:sym typeface="+mn-ea"/>
                </a:rPr>
                <a:t>目标定位</a:t>
              </a:r>
              <a:endParaRPr lang="zh-CN" altLang="en-US" sz="1400" b="1" dirty="0">
                <a:solidFill>
                  <a:schemeClr val="accent1"/>
                </a:solidFill>
                <a:effectLst>
                  <a:glow rad="63500">
                    <a:schemeClr val="bg1"/>
                  </a:glow>
                </a:effectLst>
                <a:latin typeface="+mj-ea"/>
                <a:ea typeface="+mj-ea"/>
                <a:sym typeface="+mn-ea"/>
              </a:endParaRPr>
            </a:p>
          </p:txBody>
        </p:sp>
        <p:sp>
          <p:nvSpPr>
            <p:cNvPr id="164" name="圆角矩形 44"/>
            <p:cNvSpPr/>
            <p:nvPr>
              <p:custDataLst>
                <p:tags r:id="rId39"/>
              </p:custDataLst>
            </p:nvPr>
          </p:nvSpPr>
          <p:spPr>
            <a:xfrm>
              <a:off x="2515515" y="3625215"/>
              <a:ext cx="872055" cy="385445"/>
            </a:xfrm>
            <a:prstGeom prst="roundRect">
              <a:avLst/>
            </a:prstGeom>
          </p:spPr>
          <p:style>
            <a:lnRef idx="2">
              <a:srgbClr val="FFFFFF"/>
            </a:lnRef>
            <a:fillRef idx="1">
              <a:srgbClr val="FF9F43"/>
            </a:fillRef>
            <a:effectRef idx="1">
              <a:srgbClr val="FF9F43"/>
            </a:effectRef>
            <a:fontRef idx="minor">
              <a:srgbClr val="000000"/>
            </a:fontRef>
          </p:style>
          <p:txBody>
            <a:bodyPr rtlCol="0" anchor="ctr"/>
            <a:lstStyle/>
            <a:p>
              <a:pPr algn="ctr"/>
              <a:r>
                <a:rPr lang="zh-CN" altLang="en-US" sz="1400" b="1" dirty="0">
                  <a:solidFill>
                    <a:schemeClr val="bg1"/>
                  </a:solidFill>
                  <a:effectLst>
                    <a:outerShdw blurRad="38100" dist="38100" dir="2700000" algn="tl">
                      <a:srgbClr val="000000">
                        <a:alpha val="43137"/>
                      </a:srgbClr>
                    </a:outerShdw>
                  </a:effectLst>
                  <a:latin typeface="+mj-ea"/>
                  <a:ea typeface="+mj-ea"/>
                  <a:sym typeface="+mn-ea"/>
                </a:rPr>
                <a:t>方法一</a:t>
              </a:r>
            </a:p>
          </p:txBody>
        </p:sp>
        <p:sp>
          <p:nvSpPr>
            <p:cNvPr id="166" name="圆角矩形 50"/>
            <p:cNvSpPr/>
            <p:nvPr>
              <p:custDataLst>
                <p:tags r:id="rId40"/>
              </p:custDataLst>
            </p:nvPr>
          </p:nvSpPr>
          <p:spPr>
            <a:xfrm>
              <a:off x="3810915" y="3625215"/>
              <a:ext cx="872055" cy="385445"/>
            </a:xfrm>
            <a:prstGeom prst="roundRect">
              <a:avLst/>
            </a:prstGeom>
          </p:spPr>
          <p:style>
            <a:lnRef idx="2">
              <a:srgbClr val="FFFFFF"/>
            </a:lnRef>
            <a:fillRef idx="1">
              <a:srgbClr val="FF9F43"/>
            </a:fillRef>
            <a:effectRef idx="1">
              <a:srgbClr val="FF9F43"/>
            </a:effectRef>
            <a:fontRef idx="minor">
              <a:srgbClr val="000000"/>
            </a:fontRef>
          </p:style>
          <p:txBody>
            <a:bodyPr rtlCol="0" anchor="ctr"/>
            <a:lstStyle/>
            <a:p>
              <a:pPr algn="ctr"/>
              <a:r>
                <a:rPr lang="zh-CN" altLang="en-US" sz="1400" b="1" dirty="0">
                  <a:solidFill>
                    <a:schemeClr val="bg1"/>
                  </a:solidFill>
                  <a:effectLst>
                    <a:outerShdw blurRad="38100" dist="38100" dir="2700000" algn="tl">
                      <a:srgbClr val="000000">
                        <a:alpha val="43137"/>
                      </a:srgbClr>
                    </a:outerShdw>
                  </a:effectLst>
                  <a:latin typeface="+mj-ea"/>
                  <a:ea typeface="+mj-ea"/>
                  <a:sym typeface="+mn-ea"/>
                </a:rPr>
                <a:t>方法二</a:t>
              </a:r>
              <a:endParaRPr lang="en-US" altLang="zh-CN" sz="1400" b="1" dirty="0">
                <a:solidFill>
                  <a:schemeClr val="bg1"/>
                </a:solidFill>
                <a:effectLst>
                  <a:outerShdw blurRad="38100" dist="38100" dir="2700000" algn="tl">
                    <a:srgbClr val="000000">
                      <a:alpha val="43137"/>
                    </a:srgbClr>
                  </a:outerShdw>
                </a:effectLst>
                <a:latin typeface="+mj-ea"/>
                <a:ea typeface="+mj-ea"/>
                <a:sym typeface="+mn-ea"/>
              </a:endParaRPr>
            </a:p>
          </p:txBody>
        </p:sp>
        <p:sp>
          <p:nvSpPr>
            <p:cNvPr id="167" name="圆角矩形 52"/>
            <p:cNvSpPr/>
            <p:nvPr>
              <p:custDataLst>
                <p:tags r:id="rId41"/>
              </p:custDataLst>
            </p:nvPr>
          </p:nvSpPr>
          <p:spPr>
            <a:xfrm>
              <a:off x="3810915" y="2630170"/>
              <a:ext cx="872055" cy="385445"/>
            </a:xfrm>
            <a:prstGeom prst="roundRect">
              <a:avLst/>
            </a:prstGeom>
            <a:gradFill>
              <a:gsLst>
                <a:gs pos="93000">
                  <a:schemeClr val="accent1">
                    <a:lumMod val="60000"/>
                    <a:lumOff val="40000"/>
                  </a:schemeClr>
                </a:gs>
                <a:gs pos="0">
                  <a:srgbClr val="FFFFFF">
                    <a:alpha val="55000"/>
                  </a:srgbClr>
                </a:gs>
                <a:gs pos="100000">
                  <a:schemeClr val="accent1"/>
                </a:gs>
              </a:gsLst>
              <a:lin ang="16200000" scaled="1"/>
            </a:gradFill>
            <a:ln>
              <a:noFill/>
            </a:ln>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400" b="1">
                  <a:solidFill>
                    <a:schemeClr val="accent1"/>
                  </a:solidFill>
                  <a:effectLst>
                    <a:glow rad="63500">
                      <a:schemeClr val="bg1"/>
                    </a:glow>
                  </a:effectLst>
                  <a:latin typeface="+mj-ea"/>
                  <a:ea typeface="+mj-ea"/>
                  <a:sym typeface="+mn-ea"/>
                </a:rPr>
                <a:t>核心内容</a:t>
              </a:r>
              <a:endParaRPr lang="en-US" altLang="zh-CN" sz="1400" b="1" dirty="0">
                <a:solidFill>
                  <a:schemeClr val="accent1"/>
                </a:solidFill>
                <a:effectLst>
                  <a:glow rad="63500">
                    <a:schemeClr val="bg1"/>
                  </a:glow>
                </a:effectLst>
                <a:latin typeface="+mj-ea"/>
                <a:ea typeface="+mj-ea"/>
                <a:sym typeface="+mn-ea"/>
              </a:endParaRPr>
            </a:p>
          </p:txBody>
        </p:sp>
        <p:sp>
          <p:nvSpPr>
            <p:cNvPr id="170" name="左大括号 169"/>
            <p:cNvSpPr/>
            <p:nvPr>
              <p:custDataLst>
                <p:tags r:id="rId42"/>
              </p:custDataLst>
            </p:nvPr>
          </p:nvSpPr>
          <p:spPr>
            <a:xfrm>
              <a:off x="2182081" y="2585086"/>
              <a:ext cx="185602" cy="1983330"/>
            </a:xfrm>
            <a:prstGeom prst="leftBrace">
              <a:avLst>
                <a:gd name="adj1" fmla="val 0"/>
                <a:gd name="adj2" fmla="val 50000"/>
              </a:avLst>
            </a:prstGeom>
            <a:ln>
              <a:solidFill>
                <a:schemeClr val="accent1"/>
              </a:solidFill>
            </a:ln>
          </p:spPr>
          <p:style>
            <a:lnRef idx="2">
              <a:srgbClr val="EE5253"/>
            </a:lnRef>
            <a:fillRef idx="0">
              <a:srgbClr val="FFFFFF"/>
            </a:fillRef>
            <a:effectRef idx="0">
              <a:srgbClr val="FFFFFF"/>
            </a:effectRef>
            <a:fontRef idx="minor">
              <a:srgbClr val="000000"/>
            </a:fontRef>
          </p:style>
          <p:txBody>
            <a:bodyPr rtlCol="0" anchor="ctr"/>
            <a:lstStyle/>
            <a:p>
              <a:pPr algn="ctr"/>
              <a:endParaRPr lang="zh-CN" altLang="en-US">
                <a:latin typeface="+mj-ea"/>
                <a:ea typeface="+mj-ea"/>
              </a:endParaRPr>
            </a:p>
          </p:txBody>
        </p:sp>
        <p:sp>
          <p:nvSpPr>
            <p:cNvPr id="232" name="文本框 231"/>
            <p:cNvSpPr txBox="1"/>
            <p:nvPr/>
          </p:nvSpPr>
          <p:spPr>
            <a:xfrm>
              <a:off x="2618118" y="3021730"/>
              <a:ext cx="666849" cy="400110"/>
            </a:xfrm>
            <a:prstGeom prst="rect">
              <a:avLst/>
            </a:prstGeom>
            <a:noFill/>
          </p:spPr>
          <p:txBody>
            <a:bodyPr wrap="none" lIns="0" tIns="0" rIns="0" bIns="0">
              <a:spAutoFit/>
            </a:bodyPr>
            <a:lstStyle/>
            <a:p>
              <a:pPr algn="ctr"/>
              <a:r>
                <a:rPr lang="zh-CN" altLang="en-US" sz="1300" b="1" dirty="0">
                  <a:latin typeface="+mj-ea"/>
                  <a:ea typeface="+mj-ea"/>
                  <a:cs typeface="+mn-ea"/>
                  <a:sym typeface="+mn-lt"/>
                </a:rPr>
                <a:t>专业知识</a:t>
              </a:r>
              <a:endParaRPr lang="en-US" altLang="zh-CN" sz="1300" b="1" dirty="0">
                <a:latin typeface="+mj-ea"/>
                <a:ea typeface="+mj-ea"/>
                <a:cs typeface="+mn-ea"/>
                <a:sym typeface="+mn-lt"/>
              </a:endParaRPr>
            </a:p>
            <a:p>
              <a:pPr algn="ctr"/>
              <a:r>
                <a:rPr lang="zh-CN" altLang="en-US" sz="1300" b="1" dirty="0">
                  <a:latin typeface="+mj-ea"/>
                  <a:ea typeface="+mj-ea"/>
                  <a:cs typeface="+mn-ea"/>
                  <a:sym typeface="+mn-lt"/>
                </a:rPr>
                <a:t>体系</a:t>
              </a:r>
            </a:p>
          </p:txBody>
        </p:sp>
        <p:sp>
          <p:nvSpPr>
            <p:cNvPr id="233" name="文本框 232"/>
            <p:cNvSpPr txBox="1"/>
            <p:nvPr/>
          </p:nvSpPr>
          <p:spPr>
            <a:xfrm>
              <a:off x="3913518" y="3021730"/>
              <a:ext cx="666849" cy="400110"/>
            </a:xfrm>
            <a:prstGeom prst="rect">
              <a:avLst/>
            </a:prstGeom>
            <a:noFill/>
          </p:spPr>
          <p:txBody>
            <a:bodyPr wrap="none" lIns="0" tIns="0" rIns="0" bIns="0">
              <a:spAutoFit/>
            </a:bodyPr>
            <a:lstStyle/>
            <a:p>
              <a:pPr algn="ctr"/>
              <a:r>
                <a:rPr lang="zh-CN" altLang="en-US" sz="1300" b="1" dirty="0">
                  <a:latin typeface="+mj-ea"/>
                  <a:ea typeface="+mj-ea"/>
                  <a:cs typeface="+mn-ea"/>
                  <a:sym typeface="+mn-lt"/>
                </a:rPr>
                <a:t>会计概念</a:t>
              </a:r>
              <a:endParaRPr lang="en-US" altLang="zh-CN" sz="1300" b="1" dirty="0">
                <a:latin typeface="+mj-ea"/>
                <a:ea typeface="+mj-ea"/>
                <a:cs typeface="+mn-ea"/>
                <a:sym typeface="+mn-lt"/>
              </a:endParaRPr>
            </a:p>
            <a:p>
              <a:pPr algn="ctr"/>
              <a:r>
                <a:rPr lang="zh-CN" altLang="en-US" sz="1300" b="1" dirty="0">
                  <a:latin typeface="+mj-ea"/>
                  <a:ea typeface="+mj-ea"/>
                  <a:cs typeface="+mn-ea"/>
                  <a:sym typeface="+mn-lt"/>
                </a:rPr>
                <a:t>框架</a:t>
              </a:r>
            </a:p>
          </p:txBody>
        </p:sp>
        <p:sp>
          <p:nvSpPr>
            <p:cNvPr id="234" name="文本框 233"/>
            <p:cNvSpPr txBox="1"/>
            <p:nvPr/>
          </p:nvSpPr>
          <p:spPr>
            <a:xfrm>
              <a:off x="2618118" y="4069162"/>
              <a:ext cx="666849" cy="400110"/>
            </a:xfrm>
            <a:prstGeom prst="rect">
              <a:avLst/>
            </a:prstGeom>
            <a:noFill/>
          </p:spPr>
          <p:txBody>
            <a:bodyPr wrap="none" lIns="0" tIns="0" rIns="0" bIns="0">
              <a:spAutoFit/>
            </a:bodyPr>
            <a:lstStyle/>
            <a:p>
              <a:pPr algn="ctr"/>
              <a:r>
                <a:rPr lang="zh-CN" altLang="en-US" sz="1300" b="1" dirty="0">
                  <a:solidFill>
                    <a:schemeClr val="bg1"/>
                  </a:solidFill>
                  <a:effectLst>
                    <a:outerShdw blurRad="38100" dist="38100" dir="2700000" algn="tl">
                      <a:srgbClr val="000000">
                        <a:alpha val="43137"/>
                      </a:srgbClr>
                    </a:outerShdw>
                  </a:effectLst>
                  <a:latin typeface="+mj-ea"/>
                  <a:ea typeface="+mj-ea"/>
                  <a:cs typeface="+mn-ea"/>
                  <a:sym typeface="+mn-lt"/>
                </a:rPr>
                <a:t>准则对比</a:t>
              </a:r>
              <a:endParaRPr lang="en-US" altLang="zh-CN" sz="1300" b="1" dirty="0">
                <a:solidFill>
                  <a:schemeClr val="bg1"/>
                </a:solidFill>
                <a:effectLst>
                  <a:outerShdw blurRad="38100" dist="38100" dir="2700000" algn="tl">
                    <a:srgbClr val="000000">
                      <a:alpha val="43137"/>
                    </a:srgbClr>
                  </a:outerShdw>
                </a:effectLst>
                <a:latin typeface="+mj-ea"/>
                <a:ea typeface="+mj-ea"/>
                <a:cs typeface="+mn-ea"/>
                <a:sym typeface="+mn-lt"/>
              </a:endParaRPr>
            </a:p>
            <a:p>
              <a:pPr algn="ctr"/>
              <a:r>
                <a:rPr lang="zh-CN" altLang="en-US" sz="1300" b="1" dirty="0">
                  <a:solidFill>
                    <a:schemeClr val="bg1"/>
                  </a:solidFill>
                  <a:effectLst>
                    <a:outerShdw blurRad="38100" dist="38100" dir="2700000" algn="tl">
                      <a:srgbClr val="000000">
                        <a:alpha val="43137"/>
                      </a:srgbClr>
                    </a:outerShdw>
                  </a:effectLst>
                  <a:latin typeface="+mj-ea"/>
                  <a:ea typeface="+mj-ea"/>
                  <a:cs typeface="+mn-ea"/>
                  <a:sym typeface="+mn-lt"/>
                </a:rPr>
                <a:t>教学法</a:t>
              </a:r>
            </a:p>
          </p:txBody>
        </p:sp>
        <p:sp>
          <p:nvSpPr>
            <p:cNvPr id="235" name="文本框 234"/>
            <p:cNvSpPr txBox="1"/>
            <p:nvPr/>
          </p:nvSpPr>
          <p:spPr>
            <a:xfrm>
              <a:off x="3913518" y="4069162"/>
              <a:ext cx="666849" cy="400110"/>
            </a:xfrm>
            <a:prstGeom prst="rect">
              <a:avLst/>
            </a:prstGeom>
            <a:noFill/>
          </p:spPr>
          <p:txBody>
            <a:bodyPr wrap="none" lIns="0" tIns="0" rIns="0" bIns="0">
              <a:spAutoFit/>
            </a:bodyPr>
            <a:lstStyle/>
            <a:p>
              <a:pPr algn="ctr"/>
              <a:r>
                <a:rPr lang="zh-CN" altLang="en-US" sz="1300" b="1" dirty="0">
                  <a:solidFill>
                    <a:schemeClr val="bg1"/>
                  </a:solidFill>
                  <a:effectLst>
                    <a:outerShdw blurRad="38100" dist="38100" dir="2700000" algn="tl">
                      <a:srgbClr val="000000">
                        <a:alpha val="43137"/>
                      </a:srgbClr>
                    </a:outerShdw>
                  </a:effectLst>
                  <a:latin typeface="+mj-ea"/>
                  <a:ea typeface="+mj-ea"/>
                  <a:cs typeface="+mn-ea"/>
                  <a:sym typeface="+mn-lt"/>
                </a:rPr>
                <a:t>修订专题</a:t>
              </a:r>
              <a:endParaRPr lang="en-US" altLang="zh-CN" sz="1300" b="1" dirty="0">
                <a:solidFill>
                  <a:schemeClr val="bg1"/>
                </a:solidFill>
                <a:effectLst>
                  <a:outerShdw blurRad="38100" dist="38100" dir="2700000" algn="tl">
                    <a:srgbClr val="000000">
                      <a:alpha val="43137"/>
                    </a:srgbClr>
                  </a:outerShdw>
                </a:effectLst>
                <a:latin typeface="+mj-ea"/>
                <a:ea typeface="+mj-ea"/>
                <a:cs typeface="+mn-ea"/>
                <a:sym typeface="+mn-lt"/>
              </a:endParaRPr>
            </a:p>
            <a:p>
              <a:pPr algn="ctr"/>
              <a:r>
                <a:rPr lang="zh-CN" altLang="en-US" sz="1300" b="1" dirty="0">
                  <a:solidFill>
                    <a:schemeClr val="bg1"/>
                  </a:solidFill>
                  <a:effectLst>
                    <a:outerShdw blurRad="38100" dist="38100" dir="2700000" algn="tl">
                      <a:srgbClr val="000000">
                        <a:alpha val="43137"/>
                      </a:srgbClr>
                    </a:outerShdw>
                  </a:effectLst>
                  <a:latin typeface="+mj-ea"/>
                  <a:ea typeface="+mj-ea"/>
                  <a:cs typeface="+mn-ea"/>
                  <a:sym typeface="+mn-lt"/>
                </a:rPr>
                <a:t>研讨</a:t>
              </a:r>
            </a:p>
          </p:txBody>
        </p:sp>
      </p:grpSp>
      <p:grpSp>
        <p:nvGrpSpPr>
          <p:cNvPr id="49" name="组合 48"/>
          <p:cNvGrpSpPr/>
          <p:nvPr/>
        </p:nvGrpSpPr>
        <p:grpSpPr>
          <a:xfrm>
            <a:off x="1720668" y="4693285"/>
            <a:ext cx="3086344" cy="1831340"/>
            <a:chOff x="1720668" y="4693285"/>
            <a:chExt cx="3086344" cy="1831340"/>
          </a:xfrm>
        </p:grpSpPr>
        <p:sp>
          <p:nvSpPr>
            <p:cNvPr id="136" name="圆角矩形 47"/>
            <p:cNvSpPr/>
            <p:nvPr>
              <p:custDataLst>
                <p:tags r:id="rId23"/>
              </p:custDataLst>
            </p:nvPr>
          </p:nvSpPr>
          <p:spPr>
            <a:xfrm>
              <a:off x="2391472" y="4942205"/>
              <a:ext cx="1120140" cy="603250"/>
            </a:xfrm>
            <a:prstGeom prst="roundRect">
              <a:avLst/>
            </a:prstGeom>
            <a:solidFill>
              <a:srgbClr val="FFFFFF"/>
            </a:solidFill>
            <a:ln>
              <a:solidFill>
                <a:schemeClr val="accent3">
                  <a:lumMod val="20000"/>
                  <a:lumOff val="80000"/>
                </a:schemeClr>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200">
                  <a:latin typeface="+mj-ea"/>
                  <a:ea typeface="+mj-ea"/>
                  <a:sym typeface="+mn-ea"/>
                </a:rPr>
                <a:t>输入文本</a:t>
              </a:r>
            </a:p>
          </p:txBody>
        </p:sp>
        <p:sp>
          <p:nvSpPr>
            <p:cNvPr id="137" name="圆角矩形 49"/>
            <p:cNvSpPr/>
            <p:nvPr>
              <p:custDataLst>
                <p:tags r:id="rId24"/>
              </p:custDataLst>
            </p:nvPr>
          </p:nvSpPr>
          <p:spPr>
            <a:xfrm>
              <a:off x="2391472" y="5921375"/>
              <a:ext cx="1120140" cy="603250"/>
            </a:xfrm>
            <a:prstGeom prst="roundRect">
              <a:avLst/>
            </a:prstGeom>
            <a:solidFill>
              <a:srgbClr val="FFFFFF"/>
            </a:solidFill>
            <a:ln>
              <a:solidFill>
                <a:schemeClr val="accent3">
                  <a:lumMod val="20000"/>
                  <a:lumOff val="80000"/>
                </a:schemeClr>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200">
                  <a:latin typeface="+mj-ea"/>
                  <a:ea typeface="+mj-ea"/>
                  <a:sym typeface="+mn-ea"/>
                </a:rPr>
                <a:t>输入文本</a:t>
              </a:r>
            </a:p>
          </p:txBody>
        </p:sp>
        <p:sp>
          <p:nvSpPr>
            <p:cNvPr id="139" name="圆角矩形 56"/>
            <p:cNvSpPr/>
            <p:nvPr>
              <p:custDataLst>
                <p:tags r:id="rId25"/>
              </p:custDataLst>
            </p:nvPr>
          </p:nvSpPr>
          <p:spPr>
            <a:xfrm>
              <a:off x="3686872" y="4942205"/>
              <a:ext cx="1120140" cy="603250"/>
            </a:xfrm>
            <a:prstGeom prst="roundRect">
              <a:avLst/>
            </a:prstGeom>
            <a:solidFill>
              <a:srgbClr val="FFFFFF"/>
            </a:solidFill>
            <a:ln>
              <a:solidFill>
                <a:schemeClr val="accent3">
                  <a:lumMod val="20000"/>
                  <a:lumOff val="80000"/>
                </a:schemeClr>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165" name="圆角矩形 46"/>
            <p:cNvSpPr/>
            <p:nvPr>
              <p:custDataLst>
                <p:tags r:id="rId26"/>
              </p:custDataLst>
            </p:nvPr>
          </p:nvSpPr>
          <p:spPr>
            <a:xfrm>
              <a:off x="2515515" y="4693285"/>
              <a:ext cx="872055" cy="385445"/>
            </a:xfrm>
            <a:prstGeom prst="roundRect">
              <a:avLst/>
            </a:prstGeom>
            <a:gradFill>
              <a:gsLst>
                <a:gs pos="95000">
                  <a:schemeClr val="accent3"/>
                </a:gs>
                <a:gs pos="0">
                  <a:srgbClr val="FFFFFF">
                    <a:alpha val="55000"/>
                  </a:srgbClr>
                </a:gs>
                <a:gs pos="100000">
                  <a:schemeClr val="accent3"/>
                </a:gs>
              </a:gsLst>
              <a:lin ang="16200000" scaled="1"/>
            </a:gradFill>
            <a:ln>
              <a:noFill/>
            </a:ln>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400" b="1" dirty="0">
                  <a:solidFill>
                    <a:schemeClr val="accent3"/>
                  </a:solidFill>
                  <a:effectLst>
                    <a:glow rad="63500">
                      <a:schemeClr val="bg1"/>
                    </a:glow>
                  </a:effectLst>
                  <a:latin typeface="+mj-ea"/>
                  <a:ea typeface="+mj-ea"/>
                  <a:sym typeface="+mn-ea"/>
                </a:rPr>
                <a:t>目标定位</a:t>
              </a:r>
            </a:p>
          </p:txBody>
        </p:sp>
        <p:sp>
          <p:nvSpPr>
            <p:cNvPr id="168" name="圆角矩形 55"/>
            <p:cNvSpPr/>
            <p:nvPr>
              <p:custDataLst>
                <p:tags r:id="rId27"/>
              </p:custDataLst>
            </p:nvPr>
          </p:nvSpPr>
          <p:spPr>
            <a:xfrm>
              <a:off x="3810915" y="4693285"/>
              <a:ext cx="872055" cy="385445"/>
            </a:xfrm>
            <a:prstGeom prst="roundRect">
              <a:avLst/>
            </a:prstGeom>
            <a:gradFill>
              <a:gsLst>
                <a:gs pos="95000">
                  <a:schemeClr val="accent3"/>
                </a:gs>
                <a:gs pos="0">
                  <a:srgbClr val="FFFFFF">
                    <a:alpha val="55000"/>
                  </a:srgbClr>
                </a:gs>
                <a:gs pos="100000">
                  <a:schemeClr val="accent3"/>
                </a:gs>
              </a:gsLst>
              <a:lin ang="16200000" scaled="1"/>
            </a:gradFill>
            <a:ln>
              <a:noFill/>
            </a:ln>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400" b="1">
                  <a:solidFill>
                    <a:schemeClr val="accent3"/>
                  </a:solidFill>
                  <a:effectLst>
                    <a:glow rad="63500">
                      <a:schemeClr val="bg1"/>
                    </a:glow>
                  </a:effectLst>
                  <a:latin typeface="+mj-ea"/>
                  <a:ea typeface="+mj-ea"/>
                  <a:sym typeface="+mn-ea"/>
                </a:rPr>
                <a:t>核心内容</a:t>
              </a:r>
              <a:endParaRPr lang="en-US" altLang="zh-CN" sz="1400" b="1">
                <a:solidFill>
                  <a:schemeClr val="accent3"/>
                </a:solidFill>
                <a:effectLst>
                  <a:glow rad="63500">
                    <a:schemeClr val="bg1"/>
                  </a:glow>
                </a:effectLst>
                <a:latin typeface="+mj-ea"/>
                <a:ea typeface="+mj-ea"/>
                <a:sym typeface="+mn-ea"/>
              </a:endParaRPr>
            </a:p>
          </p:txBody>
        </p:sp>
        <p:sp>
          <p:nvSpPr>
            <p:cNvPr id="169" name="圆角矩形 48"/>
            <p:cNvSpPr/>
            <p:nvPr>
              <p:custDataLst>
                <p:tags r:id="rId28"/>
              </p:custDataLst>
            </p:nvPr>
          </p:nvSpPr>
          <p:spPr>
            <a:xfrm>
              <a:off x="2515515" y="5672455"/>
              <a:ext cx="872055" cy="385445"/>
            </a:xfrm>
            <a:prstGeom prst="roundRect">
              <a:avLst/>
            </a:prstGeom>
            <a:gradFill>
              <a:gsLst>
                <a:gs pos="95000">
                  <a:schemeClr val="accent3"/>
                </a:gs>
                <a:gs pos="0">
                  <a:srgbClr val="FFFFFF">
                    <a:alpha val="55000"/>
                  </a:srgbClr>
                </a:gs>
                <a:gs pos="100000">
                  <a:schemeClr val="accent3"/>
                </a:gs>
              </a:gsLst>
              <a:lin ang="16200000" scaled="1"/>
            </a:gra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400" b="1" dirty="0">
                  <a:solidFill>
                    <a:schemeClr val="accent3"/>
                  </a:solidFill>
                  <a:effectLst>
                    <a:glow rad="63500">
                      <a:schemeClr val="bg1"/>
                    </a:glow>
                  </a:effectLst>
                  <a:latin typeface="+mj-ea"/>
                  <a:ea typeface="+mj-ea"/>
                  <a:sym typeface="+mn-ea"/>
                </a:rPr>
                <a:t>方法一</a:t>
              </a:r>
            </a:p>
          </p:txBody>
        </p:sp>
        <p:sp>
          <p:nvSpPr>
            <p:cNvPr id="172" name="圆角矩形 49"/>
            <p:cNvSpPr/>
            <p:nvPr>
              <p:custDataLst>
                <p:tags r:id="rId29"/>
              </p:custDataLst>
            </p:nvPr>
          </p:nvSpPr>
          <p:spPr>
            <a:xfrm>
              <a:off x="3686872" y="5921375"/>
              <a:ext cx="1120140" cy="603250"/>
            </a:xfrm>
            <a:prstGeom prst="roundRect">
              <a:avLst/>
            </a:prstGeom>
            <a:solidFill>
              <a:srgbClr val="FFFFFF"/>
            </a:solidFill>
            <a:ln>
              <a:solidFill>
                <a:schemeClr val="accent3">
                  <a:lumMod val="20000"/>
                  <a:lumOff val="80000"/>
                </a:schemeClr>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200" dirty="0">
                  <a:latin typeface="+mj-ea"/>
                  <a:ea typeface="+mj-ea"/>
                  <a:sym typeface="+mn-ea"/>
                </a:rPr>
                <a:t>输入文本</a:t>
              </a:r>
            </a:p>
          </p:txBody>
        </p:sp>
        <p:sp>
          <p:nvSpPr>
            <p:cNvPr id="173" name="圆角矩形 48"/>
            <p:cNvSpPr/>
            <p:nvPr>
              <p:custDataLst>
                <p:tags r:id="rId30"/>
              </p:custDataLst>
            </p:nvPr>
          </p:nvSpPr>
          <p:spPr>
            <a:xfrm>
              <a:off x="3810915" y="5672455"/>
              <a:ext cx="872055" cy="385445"/>
            </a:xfrm>
            <a:prstGeom prst="roundRect">
              <a:avLst/>
            </a:prstGeom>
            <a:gradFill>
              <a:gsLst>
                <a:gs pos="95000">
                  <a:schemeClr val="accent3"/>
                </a:gs>
                <a:gs pos="0">
                  <a:srgbClr val="FFFFFF">
                    <a:alpha val="55000"/>
                  </a:srgbClr>
                </a:gs>
                <a:gs pos="100000">
                  <a:schemeClr val="accent3"/>
                </a:gs>
              </a:gsLst>
              <a:lin ang="16200000" scaled="1"/>
            </a:gra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400" b="1" dirty="0">
                  <a:solidFill>
                    <a:schemeClr val="accent3"/>
                  </a:solidFill>
                  <a:effectLst>
                    <a:glow rad="63500">
                      <a:schemeClr val="bg1"/>
                    </a:glow>
                  </a:effectLst>
                  <a:latin typeface="+mj-ea"/>
                  <a:ea typeface="+mj-ea"/>
                  <a:sym typeface="+mn-ea"/>
                </a:rPr>
                <a:t>方法二</a:t>
              </a:r>
            </a:p>
          </p:txBody>
        </p:sp>
        <p:sp>
          <p:nvSpPr>
            <p:cNvPr id="200" name="圆角矩形 17"/>
            <p:cNvSpPr/>
            <p:nvPr>
              <p:custDataLst>
                <p:tags r:id="rId31"/>
              </p:custDataLst>
            </p:nvPr>
          </p:nvSpPr>
          <p:spPr>
            <a:xfrm>
              <a:off x="1720668" y="4705351"/>
              <a:ext cx="379339" cy="1808070"/>
            </a:xfrm>
            <a:prstGeom prst="roundRect">
              <a:avLst/>
            </a:prstGeom>
            <a:solidFill>
              <a:schemeClr val="accent3"/>
            </a:solidFill>
            <a:ln>
              <a:solidFill>
                <a:schemeClr val="accent3"/>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600" dirty="0">
                  <a:latin typeface="+mj-ea"/>
                  <a:ea typeface="+mj-ea"/>
                  <a:sym typeface="+mn-ea"/>
                </a:rPr>
                <a:t>能力核维度</a:t>
              </a:r>
            </a:p>
          </p:txBody>
        </p:sp>
        <p:sp>
          <p:nvSpPr>
            <p:cNvPr id="201" name="左大括号 200"/>
            <p:cNvSpPr/>
            <p:nvPr>
              <p:custDataLst>
                <p:tags r:id="rId32"/>
              </p:custDataLst>
            </p:nvPr>
          </p:nvSpPr>
          <p:spPr>
            <a:xfrm>
              <a:off x="2182081" y="4695826"/>
              <a:ext cx="185602" cy="1808070"/>
            </a:xfrm>
            <a:prstGeom prst="leftBrace">
              <a:avLst>
                <a:gd name="adj1" fmla="val 0"/>
                <a:gd name="adj2" fmla="val 50000"/>
              </a:avLst>
            </a:prstGeom>
            <a:ln>
              <a:solidFill>
                <a:schemeClr val="accent5"/>
              </a:solidFill>
            </a:ln>
          </p:spPr>
          <p:style>
            <a:lnRef idx="2">
              <a:srgbClr val="EE5253"/>
            </a:lnRef>
            <a:fillRef idx="0">
              <a:srgbClr val="FFFFFF"/>
            </a:fillRef>
            <a:effectRef idx="0">
              <a:srgbClr val="FFFFFF"/>
            </a:effectRef>
            <a:fontRef idx="minor">
              <a:srgbClr val="000000"/>
            </a:fontRef>
          </p:style>
          <p:txBody>
            <a:bodyPr rtlCol="0" anchor="ctr"/>
            <a:lstStyle/>
            <a:p>
              <a:pPr algn="ctr"/>
              <a:endParaRPr lang="zh-CN" altLang="en-US">
                <a:latin typeface="+mj-ea"/>
                <a:ea typeface="+mj-ea"/>
              </a:endParaRPr>
            </a:p>
          </p:txBody>
        </p:sp>
        <p:sp>
          <p:nvSpPr>
            <p:cNvPr id="236" name="文本框 235"/>
            <p:cNvSpPr txBox="1"/>
            <p:nvPr/>
          </p:nvSpPr>
          <p:spPr>
            <a:xfrm>
              <a:off x="2618116" y="5064842"/>
              <a:ext cx="666849" cy="400110"/>
            </a:xfrm>
            <a:prstGeom prst="rect">
              <a:avLst/>
            </a:prstGeom>
            <a:noFill/>
          </p:spPr>
          <p:txBody>
            <a:bodyPr wrap="none" lIns="0" tIns="0" rIns="0" bIns="0">
              <a:spAutoFit/>
            </a:bodyPr>
            <a:lstStyle/>
            <a:p>
              <a:pPr algn="ctr"/>
              <a:r>
                <a:rPr lang="zh-CN" altLang="en-US" sz="1300" b="1" dirty="0">
                  <a:latin typeface="+mj-ea"/>
                  <a:ea typeface="+mj-ea"/>
                  <a:cs typeface="+mn-ea"/>
                  <a:sym typeface="+mn-lt"/>
                </a:rPr>
                <a:t>培养职业</a:t>
              </a:r>
              <a:br>
                <a:rPr lang="en-US" altLang="zh-CN" sz="1300" b="1" dirty="0">
                  <a:latin typeface="+mj-ea"/>
                  <a:ea typeface="+mj-ea"/>
                  <a:cs typeface="+mn-ea"/>
                  <a:sym typeface="+mn-lt"/>
                </a:rPr>
              </a:br>
              <a:r>
                <a:rPr lang="zh-CN" altLang="en-US" sz="1300" b="1" dirty="0">
                  <a:latin typeface="+mj-ea"/>
                  <a:ea typeface="+mj-ea"/>
                  <a:cs typeface="+mn-ea"/>
                </a:rPr>
                <a:t>胜任</a:t>
              </a:r>
              <a:r>
                <a:rPr lang="zh-CN" altLang="en-US" sz="1300" b="1" dirty="0">
                  <a:latin typeface="+mj-ea"/>
                  <a:ea typeface="+mj-ea"/>
                  <a:cs typeface="+mn-ea"/>
                  <a:sym typeface="+mn-lt"/>
                </a:rPr>
                <a:t>能力</a:t>
              </a:r>
            </a:p>
          </p:txBody>
        </p:sp>
        <p:sp>
          <p:nvSpPr>
            <p:cNvPr id="237" name="文本框 236"/>
            <p:cNvSpPr txBox="1"/>
            <p:nvPr/>
          </p:nvSpPr>
          <p:spPr>
            <a:xfrm>
              <a:off x="3913517" y="5064842"/>
              <a:ext cx="666849" cy="400110"/>
            </a:xfrm>
            <a:prstGeom prst="rect">
              <a:avLst/>
            </a:prstGeom>
            <a:noFill/>
          </p:spPr>
          <p:txBody>
            <a:bodyPr wrap="none" lIns="0" tIns="0" rIns="0" bIns="0">
              <a:spAutoFit/>
            </a:bodyPr>
            <a:lstStyle/>
            <a:p>
              <a:pPr algn="ctr"/>
              <a:r>
                <a:rPr lang="zh-CN" altLang="en-US" sz="1300" b="1" dirty="0">
                  <a:latin typeface="+mj-ea"/>
                  <a:ea typeface="+mj-ea"/>
                  <a:cs typeface="+mn-ea"/>
                  <a:sym typeface="+mn-lt"/>
                </a:rPr>
                <a:t>会计实务</a:t>
              </a:r>
              <a:endParaRPr lang="en-US" altLang="zh-CN" sz="1300" b="1" dirty="0">
                <a:latin typeface="+mj-ea"/>
                <a:ea typeface="+mj-ea"/>
                <a:cs typeface="+mn-ea"/>
                <a:sym typeface="+mn-lt"/>
              </a:endParaRPr>
            </a:p>
            <a:p>
              <a:pPr algn="ctr"/>
              <a:r>
                <a:rPr lang="zh-CN" altLang="en-US" sz="1300" b="1" dirty="0">
                  <a:latin typeface="+mj-ea"/>
                  <a:ea typeface="+mj-ea"/>
                  <a:cs typeface="+mn-ea"/>
                  <a:sym typeface="+mn-lt"/>
                </a:rPr>
                <a:t>操作技能</a:t>
              </a:r>
            </a:p>
          </p:txBody>
        </p:sp>
        <p:sp>
          <p:nvSpPr>
            <p:cNvPr id="238" name="文本框 237"/>
            <p:cNvSpPr txBox="1"/>
            <p:nvPr/>
          </p:nvSpPr>
          <p:spPr>
            <a:xfrm>
              <a:off x="2618117" y="6057823"/>
              <a:ext cx="666849" cy="400110"/>
            </a:xfrm>
            <a:prstGeom prst="rect">
              <a:avLst/>
            </a:prstGeom>
            <a:noFill/>
          </p:spPr>
          <p:txBody>
            <a:bodyPr wrap="none" lIns="0" tIns="0" rIns="0" bIns="0">
              <a:spAutoFit/>
            </a:bodyPr>
            <a:lstStyle/>
            <a:p>
              <a:pPr algn="ctr"/>
              <a:r>
                <a:rPr lang="zh-CN" altLang="en-US" sz="1300" b="1" dirty="0">
                  <a:latin typeface="+mj-ea"/>
                  <a:ea typeface="+mj-ea"/>
                  <a:cs typeface="+mn-ea"/>
                  <a:sym typeface="+mn-lt"/>
                </a:rPr>
                <a:t>企业仿真</a:t>
              </a:r>
              <a:endParaRPr lang="en-US" altLang="zh-CN" sz="1300" b="1" dirty="0">
                <a:latin typeface="+mj-ea"/>
                <a:ea typeface="+mj-ea"/>
                <a:cs typeface="+mn-ea"/>
                <a:sym typeface="+mn-lt"/>
              </a:endParaRPr>
            </a:p>
            <a:p>
              <a:pPr algn="ctr"/>
              <a:r>
                <a:rPr lang="zh-CN" altLang="en-US" sz="1300" b="1" dirty="0">
                  <a:latin typeface="+mj-ea"/>
                  <a:ea typeface="+mj-ea"/>
                  <a:cs typeface="+mn-ea"/>
                  <a:sym typeface="+mn-lt"/>
                </a:rPr>
                <a:t>综合实训</a:t>
              </a:r>
            </a:p>
          </p:txBody>
        </p:sp>
        <p:sp>
          <p:nvSpPr>
            <p:cNvPr id="239" name="文本框 238"/>
            <p:cNvSpPr txBox="1"/>
            <p:nvPr/>
          </p:nvSpPr>
          <p:spPr>
            <a:xfrm>
              <a:off x="3913517" y="6057823"/>
              <a:ext cx="666849" cy="400110"/>
            </a:xfrm>
            <a:prstGeom prst="rect">
              <a:avLst/>
            </a:prstGeom>
            <a:noFill/>
          </p:spPr>
          <p:txBody>
            <a:bodyPr wrap="none" lIns="0" tIns="0" rIns="0" bIns="0">
              <a:spAutoFit/>
            </a:bodyPr>
            <a:lstStyle/>
            <a:p>
              <a:pPr algn="ctr"/>
              <a:r>
                <a:rPr lang="zh-CN" altLang="en-US" sz="1300" b="1" dirty="0">
                  <a:latin typeface="+mj-ea"/>
                  <a:ea typeface="+mj-ea"/>
                  <a:cs typeface="+mn-ea"/>
                  <a:sym typeface="+mn-lt"/>
                </a:rPr>
                <a:t>财务软件</a:t>
              </a:r>
              <a:endParaRPr lang="en-US" altLang="zh-CN" sz="1300" b="1" dirty="0">
                <a:latin typeface="+mj-ea"/>
                <a:ea typeface="+mj-ea"/>
                <a:cs typeface="+mn-ea"/>
                <a:sym typeface="+mn-lt"/>
              </a:endParaRPr>
            </a:p>
            <a:p>
              <a:pPr algn="ctr"/>
              <a:r>
                <a:rPr lang="zh-CN" altLang="en-US" sz="1300" b="1" dirty="0">
                  <a:latin typeface="+mj-ea"/>
                  <a:ea typeface="+mj-ea"/>
                  <a:cs typeface="+mn-ea"/>
                  <a:sym typeface="+mn-lt"/>
                </a:rPr>
                <a:t>实操训练</a:t>
              </a:r>
            </a:p>
          </p:txBody>
        </p:sp>
      </p:grpSp>
      <p:grpSp>
        <p:nvGrpSpPr>
          <p:cNvPr id="51" name="组合 50"/>
          <p:cNvGrpSpPr/>
          <p:nvPr/>
        </p:nvGrpSpPr>
        <p:grpSpPr>
          <a:xfrm>
            <a:off x="5526739" y="2585086"/>
            <a:ext cx="3355629" cy="3939539"/>
            <a:chOff x="5526739" y="2585086"/>
            <a:chExt cx="3355629" cy="3939539"/>
          </a:xfrm>
        </p:grpSpPr>
        <p:sp>
          <p:nvSpPr>
            <p:cNvPr id="150" name="圆角矩形 59"/>
            <p:cNvSpPr/>
            <p:nvPr>
              <p:custDataLst>
                <p:tags r:id="rId11"/>
              </p:custDataLst>
            </p:nvPr>
          </p:nvSpPr>
          <p:spPr>
            <a:xfrm>
              <a:off x="7005943" y="2596515"/>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任务一：</a:t>
              </a:r>
              <a:r>
                <a:rPr lang="zh-CN" altLang="en-US" sz="1200" dirty="0">
                  <a:solidFill>
                    <a:srgbClr val="000000"/>
                  </a:solidFill>
                  <a:latin typeface="+mn-ea"/>
                </a:rPr>
                <a:t>企业会计准则</a:t>
              </a:r>
              <a:endParaRPr lang="zh-CN" altLang="en-US" sz="1200" dirty="0">
                <a:solidFill>
                  <a:srgbClr val="000000"/>
                </a:solidFill>
                <a:latin typeface="+mn-ea"/>
                <a:sym typeface="+mn-ea"/>
              </a:endParaRPr>
            </a:p>
          </p:txBody>
        </p:sp>
        <p:sp>
          <p:nvSpPr>
            <p:cNvPr id="151" name="圆角矩形 60"/>
            <p:cNvSpPr/>
            <p:nvPr>
              <p:custDataLst>
                <p:tags r:id="rId12"/>
              </p:custDataLst>
            </p:nvPr>
          </p:nvSpPr>
          <p:spPr>
            <a:xfrm>
              <a:off x="7005943" y="3100070"/>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任务二：</a:t>
              </a:r>
              <a:r>
                <a:rPr lang="zh-CN" altLang="en-US" sz="1200" dirty="0">
                  <a:solidFill>
                    <a:srgbClr val="000000"/>
                  </a:solidFill>
                  <a:latin typeface="+mn-ea"/>
                  <a:sym typeface="+mn-ea"/>
                </a:rPr>
                <a:t>会计要素确认</a:t>
              </a:r>
            </a:p>
          </p:txBody>
        </p:sp>
        <p:sp>
          <p:nvSpPr>
            <p:cNvPr id="152" name="圆角矩形 61"/>
            <p:cNvSpPr/>
            <p:nvPr>
              <p:custDataLst>
                <p:tags r:id="rId13"/>
              </p:custDataLst>
            </p:nvPr>
          </p:nvSpPr>
          <p:spPr>
            <a:xfrm>
              <a:off x="7005943" y="3603625"/>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任务三：</a:t>
              </a:r>
              <a:r>
                <a:rPr lang="zh-CN" altLang="en-US" sz="1200" dirty="0">
                  <a:solidFill>
                    <a:srgbClr val="000000"/>
                  </a:solidFill>
                  <a:latin typeface="+mn-ea"/>
                  <a:sym typeface="+mn-ea"/>
                </a:rPr>
                <a:t>财务报告编制</a:t>
              </a:r>
            </a:p>
          </p:txBody>
        </p:sp>
        <p:sp>
          <p:nvSpPr>
            <p:cNvPr id="153" name="圆角矩形 62"/>
            <p:cNvSpPr/>
            <p:nvPr>
              <p:custDataLst>
                <p:tags r:id="rId14"/>
              </p:custDataLst>
            </p:nvPr>
          </p:nvSpPr>
          <p:spPr>
            <a:xfrm>
              <a:off x="7005943" y="4107180"/>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任务四：</a:t>
              </a:r>
              <a:r>
                <a:rPr lang="zh-CN" altLang="en-US" sz="1200" dirty="0">
                  <a:solidFill>
                    <a:srgbClr val="000000"/>
                  </a:solidFill>
                  <a:latin typeface="+mn-ea"/>
                  <a:sym typeface="+mn-ea"/>
                </a:rPr>
                <a:t>财务数据分析</a:t>
              </a:r>
            </a:p>
          </p:txBody>
        </p:sp>
        <p:sp>
          <p:nvSpPr>
            <p:cNvPr id="154" name="圆角矩形 63"/>
            <p:cNvSpPr/>
            <p:nvPr>
              <p:custDataLst>
                <p:tags r:id="rId15"/>
              </p:custDataLst>
            </p:nvPr>
          </p:nvSpPr>
          <p:spPr>
            <a:xfrm>
              <a:off x="7005943" y="4610735"/>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任务五：</a:t>
              </a:r>
              <a:r>
                <a:rPr lang="zh-CN" altLang="en-US" sz="1200" dirty="0">
                  <a:solidFill>
                    <a:srgbClr val="000000"/>
                  </a:solidFill>
                  <a:latin typeface="+mn-ea"/>
                  <a:sym typeface="+mn-ea"/>
                </a:rPr>
                <a:t>职业判断</a:t>
              </a:r>
            </a:p>
          </p:txBody>
        </p:sp>
        <p:sp>
          <p:nvSpPr>
            <p:cNvPr id="155" name="圆角矩形 64"/>
            <p:cNvSpPr/>
            <p:nvPr>
              <p:custDataLst>
                <p:tags r:id="rId16"/>
              </p:custDataLst>
            </p:nvPr>
          </p:nvSpPr>
          <p:spPr>
            <a:xfrm>
              <a:off x="7005943" y="5114290"/>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任务六：</a:t>
              </a:r>
              <a:r>
                <a:rPr lang="zh-CN" altLang="en-US" sz="1200" dirty="0">
                  <a:solidFill>
                    <a:srgbClr val="000000"/>
                  </a:solidFill>
                  <a:latin typeface="+mn-ea"/>
                  <a:sym typeface="+mn-ea"/>
                </a:rPr>
                <a:t>决策能力</a:t>
              </a:r>
            </a:p>
          </p:txBody>
        </p:sp>
        <p:sp>
          <p:nvSpPr>
            <p:cNvPr id="156" name="圆角矩形 65"/>
            <p:cNvSpPr/>
            <p:nvPr>
              <p:custDataLst>
                <p:tags r:id="rId17"/>
              </p:custDataLst>
            </p:nvPr>
          </p:nvSpPr>
          <p:spPr>
            <a:xfrm>
              <a:off x="7005943" y="5617845"/>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wrap="none" rtlCol="0" anchor="ctr"/>
            <a:lstStyle/>
            <a:p>
              <a:pPr algn="l"/>
              <a:r>
                <a:rPr lang="zh-CN" altLang="en-US" sz="1200" dirty="0">
                  <a:solidFill>
                    <a:schemeClr val="accent5">
                      <a:lumMod val="75000"/>
                    </a:schemeClr>
                  </a:solidFill>
                  <a:latin typeface="+mj-ea"/>
                  <a:ea typeface="+mj-ea"/>
                  <a:sym typeface="+mn-ea"/>
                </a:rPr>
                <a:t>任务七：</a:t>
              </a:r>
              <a:r>
                <a:rPr lang="zh-CN" altLang="en-US" sz="1200" dirty="0">
                  <a:solidFill>
                    <a:srgbClr val="000000"/>
                  </a:solidFill>
                  <a:latin typeface="+mn-ea"/>
                  <a:sym typeface="+mn-ea"/>
                </a:rPr>
                <a:t>信息化工具应用</a:t>
              </a:r>
            </a:p>
          </p:txBody>
        </p:sp>
        <p:sp>
          <p:nvSpPr>
            <p:cNvPr id="157" name="圆角矩形 66"/>
            <p:cNvSpPr/>
            <p:nvPr>
              <p:custDataLst>
                <p:tags r:id="rId18"/>
              </p:custDataLst>
            </p:nvPr>
          </p:nvSpPr>
          <p:spPr>
            <a:xfrm>
              <a:off x="7005943" y="6121400"/>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任务八：</a:t>
              </a:r>
              <a:r>
                <a:rPr lang="zh-CN" altLang="en-US" sz="1200" dirty="0">
                  <a:solidFill>
                    <a:srgbClr val="000000"/>
                  </a:solidFill>
                  <a:latin typeface="+mn-ea"/>
                  <a:sym typeface="+mn-ea"/>
                </a:rPr>
                <a:t>软件实操训练</a:t>
              </a:r>
            </a:p>
          </p:txBody>
        </p:sp>
        <p:sp>
          <p:nvSpPr>
            <p:cNvPr id="213" name="圆角矩形 54"/>
            <p:cNvSpPr/>
            <p:nvPr>
              <p:custDataLst>
                <p:tags r:id="rId19"/>
              </p:custDataLst>
            </p:nvPr>
          </p:nvSpPr>
          <p:spPr>
            <a:xfrm>
              <a:off x="5526739" y="2585086"/>
              <a:ext cx="1120140" cy="898298"/>
            </a:xfrm>
            <a:prstGeom prst="roundRect">
              <a:avLst>
                <a:gd name="adj" fmla="val 6204"/>
              </a:avLst>
            </a:prstGeom>
            <a:solidFill>
              <a:schemeClr val="accent5">
                <a:lumMod val="20000"/>
                <a:lumOff val="80000"/>
              </a:schemeClr>
            </a:soli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214" name="圆角矩形 54"/>
            <p:cNvSpPr/>
            <p:nvPr>
              <p:custDataLst>
                <p:tags r:id="rId20"/>
              </p:custDataLst>
            </p:nvPr>
          </p:nvSpPr>
          <p:spPr>
            <a:xfrm>
              <a:off x="5526739" y="3598833"/>
              <a:ext cx="1120140" cy="898298"/>
            </a:xfrm>
            <a:prstGeom prst="roundRect">
              <a:avLst>
                <a:gd name="adj" fmla="val 6204"/>
              </a:avLst>
            </a:prstGeom>
            <a:solidFill>
              <a:schemeClr val="accent5">
                <a:lumMod val="20000"/>
                <a:lumOff val="80000"/>
              </a:schemeClr>
            </a:soli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215" name="圆角矩形 54"/>
            <p:cNvSpPr/>
            <p:nvPr>
              <p:custDataLst>
                <p:tags r:id="rId21"/>
              </p:custDataLst>
            </p:nvPr>
          </p:nvSpPr>
          <p:spPr>
            <a:xfrm>
              <a:off x="5526739" y="4612580"/>
              <a:ext cx="1120140" cy="898298"/>
            </a:xfrm>
            <a:prstGeom prst="roundRect">
              <a:avLst>
                <a:gd name="adj" fmla="val 6204"/>
              </a:avLst>
            </a:prstGeom>
            <a:solidFill>
              <a:schemeClr val="accent5">
                <a:lumMod val="20000"/>
                <a:lumOff val="80000"/>
              </a:schemeClr>
            </a:soli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216" name="圆角矩形 54"/>
            <p:cNvSpPr/>
            <p:nvPr>
              <p:custDataLst>
                <p:tags r:id="rId22"/>
              </p:custDataLst>
            </p:nvPr>
          </p:nvSpPr>
          <p:spPr>
            <a:xfrm>
              <a:off x="5526739" y="5626327"/>
              <a:ext cx="1120140" cy="898298"/>
            </a:xfrm>
            <a:prstGeom prst="roundRect">
              <a:avLst>
                <a:gd name="adj" fmla="val 6204"/>
              </a:avLst>
            </a:prstGeom>
            <a:solidFill>
              <a:schemeClr val="accent5">
                <a:lumMod val="20000"/>
                <a:lumOff val="80000"/>
              </a:schemeClr>
            </a:soli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grpSp>
          <p:nvGrpSpPr>
            <p:cNvPr id="219" name="组合 218"/>
            <p:cNvGrpSpPr/>
            <p:nvPr/>
          </p:nvGrpSpPr>
          <p:grpSpPr>
            <a:xfrm>
              <a:off x="6753945" y="2925704"/>
              <a:ext cx="147638" cy="217063"/>
              <a:chOff x="498595" y="2633759"/>
              <a:chExt cx="115019" cy="149988"/>
            </a:xfrm>
          </p:grpSpPr>
          <p:sp>
            <p:nvSpPr>
              <p:cNvPr id="220" name="直角三角形 219"/>
              <p:cNvSpPr/>
              <p:nvPr/>
            </p:nvSpPr>
            <p:spPr>
              <a:xfrm rot="10800000" flipH="1">
                <a:off x="498595" y="2708753"/>
                <a:ext cx="115019" cy="74994"/>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dirty="0">
                  <a:solidFill>
                    <a:prstClr val="white"/>
                  </a:solidFill>
                  <a:latin typeface="+mj-ea"/>
                  <a:ea typeface="+mj-ea"/>
                </a:endParaRPr>
              </a:p>
            </p:txBody>
          </p:sp>
          <p:sp>
            <p:nvSpPr>
              <p:cNvPr id="221" name="直角三角形 220"/>
              <p:cNvSpPr/>
              <p:nvPr/>
            </p:nvSpPr>
            <p:spPr>
              <a:xfrm rot="10800000" flipH="1" flipV="1">
                <a:off x="498595" y="2633759"/>
                <a:ext cx="115019" cy="74994"/>
              </a:xfrm>
              <a:prstGeom prst="rtTriangl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mj-ea"/>
                  <a:ea typeface="+mj-ea"/>
                </a:endParaRPr>
              </a:p>
            </p:txBody>
          </p:sp>
        </p:grpSp>
        <p:grpSp>
          <p:nvGrpSpPr>
            <p:cNvPr id="222" name="组合 221"/>
            <p:cNvGrpSpPr/>
            <p:nvPr/>
          </p:nvGrpSpPr>
          <p:grpSpPr>
            <a:xfrm>
              <a:off x="6753945" y="3939451"/>
              <a:ext cx="147638" cy="217063"/>
              <a:chOff x="498595" y="2633759"/>
              <a:chExt cx="115019" cy="149988"/>
            </a:xfrm>
          </p:grpSpPr>
          <p:sp>
            <p:nvSpPr>
              <p:cNvPr id="223" name="直角三角形 222"/>
              <p:cNvSpPr/>
              <p:nvPr/>
            </p:nvSpPr>
            <p:spPr>
              <a:xfrm rot="10800000" flipH="1">
                <a:off x="498595" y="2708753"/>
                <a:ext cx="115019" cy="74994"/>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dirty="0">
                  <a:solidFill>
                    <a:prstClr val="white"/>
                  </a:solidFill>
                  <a:latin typeface="+mj-ea"/>
                  <a:ea typeface="+mj-ea"/>
                </a:endParaRPr>
              </a:p>
            </p:txBody>
          </p:sp>
          <p:sp>
            <p:nvSpPr>
              <p:cNvPr id="224" name="直角三角形 223"/>
              <p:cNvSpPr/>
              <p:nvPr/>
            </p:nvSpPr>
            <p:spPr>
              <a:xfrm rot="10800000" flipH="1" flipV="1">
                <a:off x="498595" y="2633759"/>
                <a:ext cx="115019" cy="74994"/>
              </a:xfrm>
              <a:prstGeom prst="rtTriangl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mj-ea"/>
                  <a:ea typeface="+mj-ea"/>
                </a:endParaRPr>
              </a:p>
            </p:txBody>
          </p:sp>
        </p:grpSp>
        <p:grpSp>
          <p:nvGrpSpPr>
            <p:cNvPr id="225" name="组合 224"/>
            <p:cNvGrpSpPr/>
            <p:nvPr/>
          </p:nvGrpSpPr>
          <p:grpSpPr>
            <a:xfrm>
              <a:off x="6753945" y="4953198"/>
              <a:ext cx="147638" cy="217063"/>
              <a:chOff x="498595" y="2633759"/>
              <a:chExt cx="115019" cy="149988"/>
            </a:xfrm>
          </p:grpSpPr>
          <p:sp>
            <p:nvSpPr>
              <p:cNvPr id="226" name="直角三角形 225"/>
              <p:cNvSpPr/>
              <p:nvPr/>
            </p:nvSpPr>
            <p:spPr>
              <a:xfrm rot="10800000" flipH="1">
                <a:off x="498595" y="2708753"/>
                <a:ext cx="115019" cy="74994"/>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dirty="0">
                  <a:solidFill>
                    <a:prstClr val="white"/>
                  </a:solidFill>
                  <a:latin typeface="+mj-ea"/>
                  <a:ea typeface="+mj-ea"/>
                </a:endParaRPr>
              </a:p>
            </p:txBody>
          </p:sp>
          <p:sp>
            <p:nvSpPr>
              <p:cNvPr id="227" name="直角三角形 226"/>
              <p:cNvSpPr/>
              <p:nvPr/>
            </p:nvSpPr>
            <p:spPr>
              <a:xfrm rot="10800000" flipH="1" flipV="1">
                <a:off x="498595" y="2633759"/>
                <a:ext cx="115019" cy="74994"/>
              </a:xfrm>
              <a:prstGeom prst="rtTriangl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mj-ea"/>
                  <a:ea typeface="+mj-ea"/>
                </a:endParaRPr>
              </a:p>
            </p:txBody>
          </p:sp>
        </p:grpSp>
        <p:grpSp>
          <p:nvGrpSpPr>
            <p:cNvPr id="228" name="组合 227"/>
            <p:cNvGrpSpPr/>
            <p:nvPr/>
          </p:nvGrpSpPr>
          <p:grpSpPr>
            <a:xfrm>
              <a:off x="6753945" y="5966945"/>
              <a:ext cx="147638" cy="217063"/>
              <a:chOff x="498595" y="2633759"/>
              <a:chExt cx="115019" cy="149988"/>
            </a:xfrm>
          </p:grpSpPr>
          <p:sp>
            <p:nvSpPr>
              <p:cNvPr id="229" name="直角三角形 228"/>
              <p:cNvSpPr/>
              <p:nvPr/>
            </p:nvSpPr>
            <p:spPr>
              <a:xfrm rot="10800000" flipH="1">
                <a:off x="498595" y="2708753"/>
                <a:ext cx="115019" cy="74994"/>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dirty="0">
                  <a:solidFill>
                    <a:prstClr val="white"/>
                  </a:solidFill>
                  <a:latin typeface="+mj-ea"/>
                  <a:ea typeface="+mj-ea"/>
                </a:endParaRPr>
              </a:p>
            </p:txBody>
          </p:sp>
          <p:sp>
            <p:nvSpPr>
              <p:cNvPr id="230" name="直角三角形 229"/>
              <p:cNvSpPr/>
              <p:nvPr/>
            </p:nvSpPr>
            <p:spPr>
              <a:xfrm rot="10800000" flipH="1" flipV="1">
                <a:off x="498595" y="2633759"/>
                <a:ext cx="115019" cy="74994"/>
              </a:xfrm>
              <a:prstGeom prst="rtTriangl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mj-ea"/>
                  <a:ea typeface="+mj-ea"/>
                </a:endParaRPr>
              </a:p>
            </p:txBody>
          </p:sp>
        </p:grpSp>
        <p:pic>
          <p:nvPicPr>
            <p:cNvPr id="34" name="图片 33"/>
            <p:cNvPicPr>
              <a:picLocks noChangeAspect="1"/>
            </p:cNvPicPr>
            <p:nvPr/>
          </p:nvPicPr>
          <p:blipFill rotWithShape="1">
            <a:blip r:embed="rId54">
              <a:extLst>
                <a:ext uri="{BEBA8EAE-BF5A-486C-A8C5-ECC9F3942E4B}">
                  <a14:imgProps xmlns:a14="http://schemas.microsoft.com/office/drawing/2010/main">
                    <a14:imgLayer r:embed="rId55">
                      <a14:imgEffect>
                        <a14:artisticBlur/>
                      </a14:imgEffect>
                    </a14:imgLayer>
                  </a14:imgProps>
                </a:ext>
                <a:ext uri="{28A0092B-C50C-407E-A947-70E740481C1C}">
                  <a14:useLocalDpi xmlns:a14="http://schemas.microsoft.com/office/drawing/2010/main" val="0"/>
                </a:ext>
              </a:extLst>
            </a:blip>
            <a:srcRect l="3711" r="3711"/>
            <a:stretch>
              <a:fillRect/>
            </a:stretch>
          </p:blipFill>
          <p:spPr>
            <a:xfrm>
              <a:off x="5612778" y="2650398"/>
              <a:ext cx="948063" cy="767674"/>
            </a:xfrm>
            <a:prstGeom prst="rect">
              <a:avLst/>
            </a:prstGeom>
          </p:spPr>
        </p:pic>
        <p:pic>
          <p:nvPicPr>
            <p:cNvPr id="36" name="图片 35"/>
            <p:cNvPicPr>
              <a:picLocks noChangeAspect="1"/>
            </p:cNvPicPr>
            <p:nvPr/>
          </p:nvPicPr>
          <p:blipFill rotWithShape="1">
            <a:blip r:embed="rId56">
              <a:extLst>
                <a:ext uri="{BEBA8EAE-BF5A-486C-A8C5-ECC9F3942E4B}">
                  <a14:imgProps xmlns:a14="http://schemas.microsoft.com/office/drawing/2010/main">
                    <a14:imgLayer r:embed="rId57">
                      <a14:imgEffect>
                        <a14:artisticBlur/>
                      </a14:imgEffect>
                    </a14:imgLayer>
                  </a14:imgProps>
                </a:ext>
                <a:ext uri="{28A0092B-C50C-407E-A947-70E740481C1C}">
                  <a14:useLocalDpi xmlns:a14="http://schemas.microsoft.com/office/drawing/2010/main" val="0"/>
                </a:ext>
              </a:extLst>
            </a:blip>
            <a:srcRect l="4260" r="4260"/>
            <a:stretch>
              <a:fillRect/>
            </a:stretch>
          </p:blipFill>
          <p:spPr>
            <a:xfrm>
              <a:off x="5612778" y="3664145"/>
              <a:ext cx="948063" cy="767674"/>
            </a:xfrm>
            <a:prstGeom prst="rect">
              <a:avLst/>
            </a:prstGeom>
          </p:spPr>
        </p:pic>
        <p:pic>
          <p:nvPicPr>
            <p:cNvPr id="38" name="图片 37"/>
            <p:cNvPicPr>
              <a:picLocks noChangeAspect="1"/>
            </p:cNvPicPr>
            <p:nvPr/>
          </p:nvPicPr>
          <p:blipFill rotWithShape="1">
            <a:blip r:embed="rId58">
              <a:extLst>
                <a:ext uri="{BEBA8EAE-BF5A-486C-A8C5-ECC9F3942E4B}">
                  <a14:imgProps xmlns:a14="http://schemas.microsoft.com/office/drawing/2010/main">
                    <a14:imgLayer r:embed="rId59">
                      <a14:imgEffect>
                        <a14:artisticBlur/>
                      </a14:imgEffect>
                    </a14:imgLayer>
                  </a14:imgProps>
                </a:ext>
                <a:ext uri="{28A0092B-C50C-407E-A947-70E740481C1C}">
                  <a14:useLocalDpi xmlns:a14="http://schemas.microsoft.com/office/drawing/2010/main" val="0"/>
                </a:ext>
              </a:extLst>
            </a:blip>
            <a:srcRect l="3703" r="3703"/>
            <a:stretch>
              <a:fillRect/>
            </a:stretch>
          </p:blipFill>
          <p:spPr>
            <a:xfrm>
              <a:off x="5612778" y="4677892"/>
              <a:ext cx="948063" cy="767674"/>
            </a:xfrm>
            <a:prstGeom prst="rect">
              <a:avLst/>
            </a:prstGeom>
          </p:spPr>
        </p:pic>
        <p:pic>
          <p:nvPicPr>
            <p:cNvPr id="40" name="图片 39"/>
            <p:cNvPicPr>
              <a:picLocks noChangeAspect="1"/>
            </p:cNvPicPr>
            <p:nvPr/>
          </p:nvPicPr>
          <p:blipFill rotWithShape="1">
            <a:blip r:embed="rId60">
              <a:extLst>
                <a:ext uri="{BEBA8EAE-BF5A-486C-A8C5-ECC9F3942E4B}">
                  <a14:imgProps xmlns:a14="http://schemas.microsoft.com/office/drawing/2010/main">
                    <a14:imgLayer r:embed="rId61">
                      <a14:imgEffect>
                        <a14:artisticBlur/>
                      </a14:imgEffect>
                    </a14:imgLayer>
                  </a14:imgProps>
                </a:ext>
                <a:ext uri="{28A0092B-C50C-407E-A947-70E740481C1C}">
                  <a14:useLocalDpi xmlns:a14="http://schemas.microsoft.com/office/drawing/2010/main" val="0"/>
                </a:ext>
              </a:extLst>
            </a:blip>
            <a:srcRect l="7356" r="7356"/>
            <a:stretch>
              <a:fillRect/>
            </a:stretch>
          </p:blipFill>
          <p:spPr>
            <a:xfrm>
              <a:off x="5612778" y="5691639"/>
              <a:ext cx="948063" cy="767674"/>
            </a:xfrm>
            <a:prstGeom prst="rect">
              <a:avLst/>
            </a:prstGeom>
          </p:spPr>
        </p:pic>
      </p:grpSp>
      <p:grpSp>
        <p:nvGrpSpPr>
          <p:cNvPr id="42" name="组合 41"/>
          <p:cNvGrpSpPr/>
          <p:nvPr/>
        </p:nvGrpSpPr>
        <p:grpSpPr>
          <a:xfrm>
            <a:off x="9169862" y="908050"/>
            <a:ext cx="1348105" cy="5616575"/>
            <a:chOff x="9169862" y="908050"/>
            <a:chExt cx="1348105" cy="5616575"/>
          </a:xfrm>
        </p:grpSpPr>
        <p:sp>
          <p:nvSpPr>
            <p:cNvPr id="158" name="圆角矩形 68"/>
            <p:cNvSpPr/>
            <p:nvPr>
              <p:custDataLst>
                <p:tags r:id="rId6"/>
              </p:custDataLst>
            </p:nvPr>
          </p:nvSpPr>
          <p:spPr>
            <a:xfrm>
              <a:off x="9209649" y="1548540"/>
              <a:ext cx="1268530" cy="1116246"/>
            </a:xfrm>
            <a:prstGeom prst="roundRect">
              <a:avLst>
                <a:gd name="adj" fmla="val 4128"/>
              </a:avLst>
            </a:prstGeom>
            <a:gradFill flip="none" rotWithShape="1">
              <a:gsLst>
                <a:gs pos="44000">
                  <a:schemeClr val="accent2">
                    <a:lumMod val="20000"/>
                    <a:lumOff val="80000"/>
                    <a:alpha val="70000"/>
                  </a:schemeClr>
                </a:gs>
                <a:gs pos="100000">
                  <a:schemeClr val="accent2">
                    <a:alpha val="50000"/>
                  </a:schemeClr>
                </a:gs>
              </a:gsLst>
              <a:lin ang="8100000" scaled="1"/>
              <a:tileRect/>
            </a:gradFill>
            <a:ln>
              <a:no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159" name="圆角矩形 69"/>
            <p:cNvSpPr/>
            <p:nvPr>
              <p:custDataLst>
                <p:tags r:id="rId7"/>
              </p:custDataLst>
            </p:nvPr>
          </p:nvSpPr>
          <p:spPr>
            <a:xfrm>
              <a:off x="9169862" y="908050"/>
              <a:ext cx="1348105" cy="442821"/>
            </a:xfrm>
            <a:prstGeom prst="roundRect">
              <a:avLst>
                <a:gd name="adj" fmla="val 0"/>
              </a:avLst>
            </a:prstGeom>
            <a:solidFill>
              <a:schemeClr val="accent2"/>
            </a:solidFill>
            <a:ln>
              <a:solidFill>
                <a:schemeClr val="accent2"/>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2000">
                  <a:latin typeface="+mj-ea"/>
                  <a:ea typeface="+mj-ea"/>
                  <a:cs typeface="演示霸榜 Bold" panose="02000600000000000000" pitchFamily="2" charset="-122"/>
                  <a:sym typeface="+mn-ea"/>
                </a:rPr>
                <a:t>保障措施</a:t>
              </a:r>
            </a:p>
          </p:txBody>
        </p:sp>
        <p:sp>
          <p:nvSpPr>
            <p:cNvPr id="181" name="圆角矩形 68"/>
            <p:cNvSpPr/>
            <p:nvPr>
              <p:custDataLst>
                <p:tags r:id="rId8"/>
              </p:custDataLst>
            </p:nvPr>
          </p:nvSpPr>
          <p:spPr>
            <a:xfrm>
              <a:off x="9209649" y="2835153"/>
              <a:ext cx="1268530" cy="1116246"/>
            </a:xfrm>
            <a:prstGeom prst="roundRect">
              <a:avLst>
                <a:gd name="adj" fmla="val 4128"/>
              </a:avLst>
            </a:prstGeom>
            <a:gradFill flip="none" rotWithShape="1">
              <a:gsLst>
                <a:gs pos="44000">
                  <a:schemeClr val="accent2">
                    <a:lumMod val="20000"/>
                    <a:lumOff val="80000"/>
                    <a:alpha val="70000"/>
                  </a:schemeClr>
                </a:gs>
                <a:gs pos="100000">
                  <a:schemeClr val="accent2">
                    <a:alpha val="50000"/>
                  </a:schemeClr>
                </a:gs>
              </a:gsLst>
              <a:lin ang="8100000" scaled="1"/>
              <a:tileRect/>
            </a:gradFill>
            <a:ln>
              <a:no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182" name="圆角矩形 68"/>
            <p:cNvSpPr/>
            <p:nvPr>
              <p:custDataLst>
                <p:tags r:id="rId9"/>
              </p:custDataLst>
            </p:nvPr>
          </p:nvSpPr>
          <p:spPr>
            <a:xfrm>
              <a:off x="9209649" y="4121766"/>
              <a:ext cx="1268530" cy="1116246"/>
            </a:xfrm>
            <a:prstGeom prst="roundRect">
              <a:avLst>
                <a:gd name="adj" fmla="val 4128"/>
              </a:avLst>
            </a:prstGeom>
            <a:gradFill flip="none" rotWithShape="1">
              <a:gsLst>
                <a:gs pos="44000">
                  <a:schemeClr val="accent2">
                    <a:lumMod val="20000"/>
                    <a:lumOff val="80000"/>
                    <a:alpha val="70000"/>
                  </a:schemeClr>
                </a:gs>
                <a:gs pos="100000">
                  <a:schemeClr val="accent2">
                    <a:alpha val="50000"/>
                  </a:schemeClr>
                </a:gs>
              </a:gsLst>
              <a:lin ang="8100000" scaled="1"/>
              <a:tileRect/>
            </a:gradFill>
            <a:ln>
              <a:no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183" name="圆角矩形 68"/>
            <p:cNvSpPr/>
            <p:nvPr>
              <p:custDataLst>
                <p:tags r:id="rId10"/>
              </p:custDataLst>
            </p:nvPr>
          </p:nvSpPr>
          <p:spPr>
            <a:xfrm>
              <a:off x="9209649" y="5408379"/>
              <a:ext cx="1268530" cy="1116246"/>
            </a:xfrm>
            <a:prstGeom prst="roundRect">
              <a:avLst>
                <a:gd name="adj" fmla="val 4128"/>
              </a:avLst>
            </a:prstGeom>
            <a:gradFill flip="none" rotWithShape="1">
              <a:gsLst>
                <a:gs pos="44000">
                  <a:schemeClr val="accent2">
                    <a:lumMod val="20000"/>
                    <a:lumOff val="80000"/>
                    <a:alpha val="70000"/>
                  </a:schemeClr>
                </a:gs>
                <a:gs pos="100000">
                  <a:schemeClr val="accent2">
                    <a:alpha val="50000"/>
                  </a:schemeClr>
                </a:gs>
              </a:gsLst>
              <a:lin ang="8100000" scaled="1"/>
              <a:tileRect/>
            </a:gradFill>
            <a:ln>
              <a:no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245" name="文本框 244"/>
            <p:cNvSpPr txBox="1"/>
            <p:nvPr/>
          </p:nvSpPr>
          <p:spPr>
            <a:xfrm>
              <a:off x="9345795" y="1673660"/>
              <a:ext cx="996238" cy="866006"/>
            </a:xfrm>
            <a:prstGeom prst="rect">
              <a:avLst/>
            </a:prstGeom>
            <a:noFill/>
          </p:spPr>
          <p:txBody>
            <a:bodyPr wrap="square" lIns="0" tIns="0" rIns="0" bIns="0">
              <a:spAutoFit/>
            </a:bodyPr>
            <a:lstStyle/>
            <a:p>
              <a:pPr algn="ctr">
                <a:lnSpc>
                  <a:spcPct val="120000"/>
                </a:lnSpc>
              </a:pPr>
              <a:r>
                <a:rPr lang="zh-CN" altLang="en-US" sz="1600" b="1" dirty="0">
                  <a:latin typeface="+mj-ea"/>
                  <a:ea typeface="+mj-ea"/>
                  <a:cs typeface="+mn-ea"/>
                  <a:sym typeface="+mn-lt"/>
                </a:rPr>
                <a:t>建设</a:t>
              </a:r>
              <a:r>
                <a:rPr lang="en-US" altLang="zh-CN" sz="1600" b="1" dirty="0">
                  <a:latin typeface="+mj-ea"/>
                  <a:ea typeface="+mj-ea"/>
                  <a:cs typeface="+mn-ea"/>
                  <a:sym typeface="+mn-lt"/>
                </a:rPr>
                <a:t>"</a:t>
              </a:r>
              <a:r>
                <a:rPr lang="zh-CN" altLang="en-US" sz="1600" b="1" dirty="0">
                  <a:latin typeface="+mj-ea"/>
                  <a:ea typeface="+mj-ea"/>
                  <a:cs typeface="+mn-ea"/>
                  <a:sym typeface="+mn-lt"/>
                </a:rPr>
                <a:t>四维一体</a:t>
              </a:r>
              <a:r>
                <a:rPr lang="en-US" altLang="zh-CN" sz="1600" b="1" dirty="0">
                  <a:latin typeface="+mj-ea"/>
                  <a:ea typeface="+mj-ea"/>
                  <a:cs typeface="+mn-ea"/>
                  <a:sym typeface="+mn-lt"/>
                </a:rPr>
                <a:t>"</a:t>
              </a:r>
              <a:r>
                <a:rPr lang="zh-CN" altLang="en-US" sz="1600" b="1" dirty="0">
                  <a:latin typeface="+mj-ea"/>
                  <a:ea typeface="+mj-ea"/>
                  <a:cs typeface="+mn-ea"/>
                  <a:sym typeface="+mn-lt"/>
                </a:rPr>
                <a:t>的课程资源库</a:t>
              </a:r>
            </a:p>
          </p:txBody>
        </p:sp>
        <p:sp>
          <p:nvSpPr>
            <p:cNvPr id="247" name="文本框 246"/>
            <p:cNvSpPr txBox="1"/>
            <p:nvPr/>
          </p:nvSpPr>
          <p:spPr>
            <a:xfrm>
              <a:off x="9426758" y="2960273"/>
              <a:ext cx="834313" cy="866006"/>
            </a:xfrm>
            <a:prstGeom prst="rect">
              <a:avLst/>
            </a:prstGeom>
            <a:noFill/>
          </p:spPr>
          <p:txBody>
            <a:bodyPr wrap="square" lIns="0" tIns="0" rIns="0" bIns="0">
              <a:spAutoFit/>
            </a:bodyPr>
            <a:lstStyle/>
            <a:p>
              <a:pPr algn="ctr">
                <a:lnSpc>
                  <a:spcPct val="120000"/>
                </a:lnSpc>
              </a:pPr>
              <a:r>
                <a:rPr lang="zh-CN" altLang="en-US" sz="1600" b="1" dirty="0">
                  <a:latin typeface="+mj-ea"/>
                  <a:ea typeface="+mj-ea"/>
                  <a:cs typeface="+mn-ea"/>
                  <a:sym typeface="+mn-lt"/>
                </a:rPr>
                <a:t>打造</a:t>
              </a:r>
              <a:r>
                <a:rPr lang="en-US" altLang="zh-CN" sz="1600" b="1" dirty="0">
                  <a:latin typeface="+mj-ea"/>
                  <a:ea typeface="+mj-ea"/>
                  <a:cs typeface="+mn-ea"/>
                  <a:sym typeface="+mn-lt"/>
                </a:rPr>
                <a:t>"</a:t>
              </a:r>
              <a:r>
                <a:rPr lang="zh-CN" altLang="en-US" sz="1600" b="1" dirty="0">
                  <a:latin typeface="+mj-ea"/>
                  <a:ea typeface="+mj-ea"/>
                  <a:cs typeface="+mn-ea"/>
                  <a:sym typeface="+mn-lt"/>
                </a:rPr>
                <a:t>双师型</a:t>
              </a:r>
              <a:r>
                <a:rPr lang="en-US" altLang="zh-CN" sz="1600" b="1" dirty="0">
                  <a:latin typeface="+mj-ea"/>
                  <a:ea typeface="+mj-ea"/>
                  <a:cs typeface="+mn-ea"/>
                  <a:sym typeface="+mn-lt"/>
                </a:rPr>
                <a:t>"</a:t>
              </a:r>
              <a:r>
                <a:rPr lang="zh-CN" altLang="en-US" sz="1600" b="1" dirty="0">
                  <a:latin typeface="+mj-ea"/>
                  <a:ea typeface="+mj-ea"/>
                  <a:cs typeface="+mn-ea"/>
                  <a:sym typeface="+mn-lt"/>
                </a:rPr>
                <a:t>教学团队</a:t>
              </a:r>
            </a:p>
          </p:txBody>
        </p:sp>
        <p:sp>
          <p:nvSpPr>
            <p:cNvPr id="248" name="文本框 247"/>
            <p:cNvSpPr txBox="1"/>
            <p:nvPr/>
          </p:nvSpPr>
          <p:spPr>
            <a:xfrm>
              <a:off x="9350558" y="4246886"/>
              <a:ext cx="986713" cy="866006"/>
            </a:xfrm>
            <a:prstGeom prst="rect">
              <a:avLst/>
            </a:prstGeom>
            <a:noFill/>
          </p:spPr>
          <p:txBody>
            <a:bodyPr wrap="square" lIns="0" tIns="0" rIns="0" bIns="0">
              <a:spAutoFit/>
            </a:bodyPr>
            <a:lstStyle/>
            <a:p>
              <a:pPr algn="ctr">
                <a:lnSpc>
                  <a:spcPct val="120000"/>
                </a:lnSpc>
              </a:pPr>
              <a:r>
                <a:rPr lang="zh-CN" altLang="en-US" sz="1600" b="1" dirty="0">
                  <a:latin typeface="+mj-ea"/>
                  <a:ea typeface="+mj-ea"/>
                  <a:cs typeface="+mn-ea"/>
                  <a:sym typeface="+mn-lt"/>
                </a:rPr>
                <a:t>建立动态能力标准调整机制</a:t>
              </a:r>
            </a:p>
          </p:txBody>
        </p:sp>
        <p:sp>
          <p:nvSpPr>
            <p:cNvPr id="249" name="文本框 248"/>
            <p:cNvSpPr txBox="1"/>
            <p:nvPr/>
          </p:nvSpPr>
          <p:spPr>
            <a:xfrm>
              <a:off x="9388658" y="5533499"/>
              <a:ext cx="910513" cy="866006"/>
            </a:xfrm>
            <a:prstGeom prst="rect">
              <a:avLst/>
            </a:prstGeom>
            <a:noFill/>
          </p:spPr>
          <p:txBody>
            <a:bodyPr wrap="square" lIns="0" tIns="0" rIns="0" bIns="0">
              <a:spAutoFit/>
            </a:bodyPr>
            <a:lstStyle/>
            <a:p>
              <a:pPr algn="ctr">
                <a:lnSpc>
                  <a:spcPct val="120000"/>
                </a:lnSpc>
              </a:pPr>
              <a:r>
                <a:rPr lang="zh-CN" altLang="en-US" sz="1600" b="1" dirty="0">
                  <a:latin typeface="+mj-ea"/>
                  <a:ea typeface="+mj-ea"/>
                  <a:cs typeface="+mn-ea"/>
                  <a:sym typeface="+mn-lt"/>
                </a:rPr>
                <a:t>完善校企协同育人平台</a:t>
              </a:r>
            </a:p>
          </p:txBody>
        </p:sp>
      </p:grpSp>
      <p:grpSp>
        <p:nvGrpSpPr>
          <p:cNvPr id="52" name="组合 51"/>
          <p:cNvGrpSpPr/>
          <p:nvPr/>
        </p:nvGrpSpPr>
        <p:grpSpPr>
          <a:xfrm>
            <a:off x="8457736" y="2726916"/>
            <a:ext cx="617220" cy="2611119"/>
            <a:chOff x="8457736" y="2726916"/>
            <a:chExt cx="617220" cy="2611119"/>
          </a:xfrm>
        </p:grpSpPr>
        <p:sp>
          <p:nvSpPr>
            <p:cNvPr id="178" name="星形: 五角 177"/>
            <p:cNvSpPr/>
            <p:nvPr/>
          </p:nvSpPr>
          <p:spPr>
            <a:xfrm rot="20393623">
              <a:off x="8457736" y="4720815"/>
              <a:ext cx="617220" cy="617220"/>
            </a:xfrm>
            <a:prstGeom prst="star5">
              <a:avLst>
                <a:gd name="adj" fmla="val 19106"/>
                <a:gd name="hf" fmla="val 105146"/>
                <a:gd name="vf" fmla="val 11055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79" name="星形: 五角 178"/>
            <p:cNvSpPr/>
            <p:nvPr/>
          </p:nvSpPr>
          <p:spPr>
            <a:xfrm rot="20393623">
              <a:off x="8457736" y="2726916"/>
              <a:ext cx="617220" cy="617220"/>
            </a:xfrm>
            <a:prstGeom prst="star5">
              <a:avLst>
                <a:gd name="adj" fmla="val 19106"/>
                <a:gd name="hf" fmla="val 105146"/>
                <a:gd name="vf" fmla="val 11055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51" name="文本框 250"/>
            <p:cNvSpPr txBox="1"/>
            <p:nvPr/>
          </p:nvSpPr>
          <p:spPr>
            <a:xfrm>
              <a:off x="8708452" y="2962244"/>
              <a:ext cx="153888" cy="184666"/>
            </a:xfrm>
            <a:prstGeom prst="rect">
              <a:avLst/>
            </a:prstGeom>
            <a:noFill/>
          </p:spPr>
          <p:txBody>
            <a:bodyPr wrap="none" lIns="0" tIns="0" rIns="0" bIns="0">
              <a:spAutoFit/>
            </a:bodyPr>
            <a:lstStyle/>
            <a:p>
              <a:r>
                <a:rPr lang="zh-CN" altLang="en-US" sz="1200" b="1" dirty="0">
                  <a:solidFill>
                    <a:srgbClr val="FFFF00"/>
                  </a:solidFill>
                  <a:latin typeface="+mj-ea"/>
                  <a:ea typeface="+mj-ea"/>
                  <a:cs typeface="+mn-ea"/>
                  <a:sym typeface="+mn-lt"/>
                </a:rPr>
                <a:t>教</a:t>
              </a:r>
              <a:endParaRPr lang="zh-CN" altLang="en-US" sz="1200" dirty="0">
                <a:latin typeface="+mj-ea"/>
                <a:ea typeface="+mj-ea"/>
              </a:endParaRPr>
            </a:p>
          </p:txBody>
        </p:sp>
        <p:sp>
          <p:nvSpPr>
            <p:cNvPr id="252" name="文本框 251"/>
            <p:cNvSpPr txBox="1"/>
            <p:nvPr/>
          </p:nvSpPr>
          <p:spPr>
            <a:xfrm>
              <a:off x="8703690" y="4965667"/>
              <a:ext cx="153888" cy="184666"/>
            </a:xfrm>
            <a:prstGeom prst="rect">
              <a:avLst/>
            </a:prstGeom>
            <a:noFill/>
          </p:spPr>
          <p:txBody>
            <a:bodyPr wrap="none" lIns="0" tIns="0" rIns="0" bIns="0">
              <a:spAutoFit/>
            </a:bodyPr>
            <a:lstStyle/>
            <a:p>
              <a:r>
                <a:rPr lang="zh-CN" altLang="en-US" sz="1200" b="1" dirty="0">
                  <a:solidFill>
                    <a:srgbClr val="FFFF00"/>
                  </a:solidFill>
                  <a:latin typeface="+mj-ea"/>
                  <a:ea typeface="+mj-ea"/>
                  <a:cs typeface="+mn-ea"/>
                  <a:sym typeface="+mn-lt"/>
                </a:rPr>
                <a:t>学</a:t>
              </a:r>
              <a:endParaRPr lang="zh-CN" altLang="en-US" sz="1200" dirty="0">
                <a:latin typeface="+mj-ea"/>
                <a:ea typeface="+mj-ea"/>
              </a:endParaRPr>
            </a:p>
          </p:txBody>
        </p:sp>
      </p:grpSp>
      <p:grpSp>
        <p:nvGrpSpPr>
          <p:cNvPr id="45" name="组合 44"/>
          <p:cNvGrpSpPr/>
          <p:nvPr/>
        </p:nvGrpSpPr>
        <p:grpSpPr>
          <a:xfrm>
            <a:off x="2825811" y="1478293"/>
            <a:ext cx="2670309" cy="423307"/>
            <a:chOff x="2825811" y="1478293"/>
            <a:chExt cx="2670309" cy="423307"/>
          </a:xfrm>
        </p:grpSpPr>
        <p:cxnSp>
          <p:nvCxnSpPr>
            <p:cNvPr id="19" name="连接符: 肘形 18"/>
            <p:cNvCxnSpPr/>
            <p:nvPr/>
          </p:nvCxnSpPr>
          <p:spPr>
            <a:xfrm rot="5400000" flipH="1" flipV="1">
              <a:off x="4154616" y="560095"/>
              <a:ext cx="12700" cy="2670309"/>
            </a:xfrm>
            <a:prstGeom prst="bentConnector3">
              <a:avLst>
                <a:gd name="adj1" fmla="val 1800000"/>
              </a:avLst>
            </a:prstGeom>
            <a:ln w="127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7" name="文本框 126"/>
            <p:cNvSpPr txBox="1"/>
            <p:nvPr/>
          </p:nvSpPr>
          <p:spPr>
            <a:xfrm>
              <a:off x="3376136" y="1478293"/>
              <a:ext cx="1569660" cy="369332"/>
            </a:xfrm>
            <a:prstGeom prst="rect">
              <a:avLst/>
            </a:prstGeom>
            <a:solidFill>
              <a:schemeClr val="bg1"/>
            </a:solidFill>
          </p:spPr>
          <p:txBody>
            <a:bodyPr wrap="none">
              <a:spAutoFit/>
            </a:bodyPr>
            <a:lstStyle/>
            <a:p>
              <a:r>
                <a:rPr lang="zh-CN" altLang="en-US" b="0" i="0" dirty="0">
                  <a:solidFill>
                    <a:schemeClr val="accent2">
                      <a:lumMod val="75000"/>
                    </a:schemeClr>
                  </a:solidFill>
                  <a:effectLst/>
                  <a:latin typeface="+mj-ea"/>
                  <a:ea typeface="+mj-ea"/>
                </a:rPr>
                <a:t>四维驱动模型</a:t>
              </a:r>
              <a:endParaRPr lang="zh-CN" altLang="en-US" dirty="0">
                <a:solidFill>
                  <a:schemeClr val="accent2">
                    <a:lumMod val="75000"/>
                  </a:schemeClr>
                </a:solidFill>
                <a:latin typeface="+mj-ea"/>
                <a:ea typeface="+mj-ea"/>
              </a:endParaRPr>
            </a:p>
          </p:txBody>
        </p:sp>
      </p:grpSp>
      <p:grpSp>
        <p:nvGrpSpPr>
          <p:cNvPr id="47" name="组合 46"/>
          <p:cNvGrpSpPr/>
          <p:nvPr/>
        </p:nvGrpSpPr>
        <p:grpSpPr>
          <a:xfrm>
            <a:off x="6316511" y="1478293"/>
            <a:ext cx="2252030" cy="423306"/>
            <a:chOff x="6316511" y="1478293"/>
            <a:chExt cx="2252030" cy="423306"/>
          </a:xfrm>
        </p:grpSpPr>
        <p:cxnSp>
          <p:nvCxnSpPr>
            <p:cNvPr id="128" name="连接符: 肘形 127"/>
            <p:cNvCxnSpPr/>
            <p:nvPr/>
          </p:nvCxnSpPr>
          <p:spPr>
            <a:xfrm rot="5400000" flipH="1" flipV="1">
              <a:off x="7436176" y="769234"/>
              <a:ext cx="12700" cy="2252030"/>
            </a:xfrm>
            <a:prstGeom prst="bentConnector3">
              <a:avLst>
                <a:gd name="adj1" fmla="val 1800000"/>
              </a:avLst>
            </a:prstGeom>
            <a:ln w="127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9" name="文本框 128"/>
            <p:cNvSpPr txBox="1"/>
            <p:nvPr/>
          </p:nvSpPr>
          <p:spPr>
            <a:xfrm>
              <a:off x="6657696" y="1478293"/>
              <a:ext cx="1569660" cy="369332"/>
            </a:xfrm>
            <a:prstGeom prst="rect">
              <a:avLst/>
            </a:prstGeom>
            <a:solidFill>
              <a:schemeClr val="bg1"/>
            </a:solidFill>
          </p:spPr>
          <p:txBody>
            <a:bodyPr wrap="none">
              <a:spAutoFit/>
            </a:bodyPr>
            <a:lstStyle/>
            <a:p>
              <a:r>
                <a:rPr lang="zh-CN" altLang="en-US" b="0" i="0" dirty="0">
                  <a:solidFill>
                    <a:schemeClr val="accent2">
                      <a:lumMod val="75000"/>
                    </a:schemeClr>
                  </a:solidFill>
                  <a:effectLst/>
                  <a:latin typeface="+mj-ea"/>
                  <a:ea typeface="+mj-ea"/>
                </a:rPr>
                <a:t>四位一体框架</a:t>
              </a:r>
              <a:endParaRPr lang="zh-CN" altLang="en-US" dirty="0">
                <a:solidFill>
                  <a:schemeClr val="accent2">
                    <a:lumMod val="75000"/>
                  </a:schemeClr>
                </a:solidFill>
                <a:latin typeface="+mj-ea"/>
                <a:ea typeface="+mj-ea"/>
              </a:endParaRPr>
            </a:p>
          </p:txBody>
        </p:sp>
      </p:grpSp>
      <p:grpSp>
        <p:nvGrpSpPr>
          <p:cNvPr id="46" name="组合 45"/>
          <p:cNvGrpSpPr/>
          <p:nvPr/>
        </p:nvGrpSpPr>
        <p:grpSpPr>
          <a:xfrm>
            <a:off x="5989984" y="1895249"/>
            <a:ext cx="2892384" cy="495301"/>
            <a:chOff x="5989984" y="1895249"/>
            <a:chExt cx="2892384" cy="495301"/>
          </a:xfrm>
        </p:grpSpPr>
        <p:sp>
          <p:nvSpPr>
            <p:cNvPr id="147" name="圆角矩形 41"/>
            <p:cNvSpPr/>
            <p:nvPr>
              <p:custDataLst>
                <p:tags r:id="rId2"/>
              </p:custDataLst>
            </p:nvPr>
          </p:nvSpPr>
          <p:spPr>
            <a:xfrm>
              <a:off x="5989984" y="1895249"/>
              <a:ext cx="640354"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600" b="1" dirty="0">
                  <a:solidFill>
                    <a:schemeClr val="tx1"/>
                  </a:solidFill>
                  <a:latin typeface="+mj-ea"/>
                  <a:ea typeface="+mj-ea"/>
                  <a:sym typeface="+mn-ea"/>
                </a:rPr>
                <a:t>目标</a:t>
              </a:r>
            </a:p>
          </p:txBody>
        </p:sp>
        <p:sp>
          <p:nvSpPr>
            <p:cNvPr id="217" name="圆角矩形 41"/>
            <p:cNvSpPr/>
            <p:nvPr>
              <p:custDataLst>
                <p:tags r:id="rId3"/>
              </p:custDataLst>
            </p:nvPr>
          </p:nvSpPr>
          <p:spPr>
            <a:xfrm>
              <a:off x="6740661" y="1895249"/>
              <a:ext cx="640354"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600" b="1" dirty="0">
                  <a:solidFill>
                    <a:schemeClr val="tx1"/>
                  </a:solidFill>
                  <a:latin typeface="+mj-ea"/>
                  <a:ea typeface="+mj-ea"/>
                  <a:sym typeface="+mn-ea"/>
                </a:rPr>
                <a:t>内容</a:t>
              </a:r>
            </a:p>
          </p:txBody>
        </p:sp>
        <p:sp>
          <p:nvSpPr>
            <p:cNvPr id="218" name="圆角矩形 41"/>
            <p:cNvSpPr/>
            <p:nvPr>
              <p:custDataLst>
                <p:tags r:id="rId4"/>
              </p:custDataLst>
            </p:nvPr>
          </p:nvSpPr>
          <p:spPr>
            <a:xfrm>
              <a:off x="7491338" y="1895249"/>
              <a:ext cx="640354"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600" b="1">
                  <a:solidFill>
                    <a:schemeClr val="tx1"/>
                  </a:solidFill>
                  <a:latin typeface="+mj-ea"/>
                  <a:ea typeface="+mj-ea"/>
                  <a:sym typeface="+mn-ea"/>
                </a:rPr>
                <a:t>方法</a:t>
              </a:r>
              <a:endParaRPr lang="zh-CN" altLang="en-US" sz="1600" b="1" dirty="0">
                <a:solidFill>
                  <a:schemeClr val="tx1"/>
                </a:solidFill>
                <a:latin typeface="+mj-ea"/>
                <a:ea typeface="+mj-ea"/>
                <a:sym typeface="+mn-ea"/>
              </a:endParaRPr>
            </a:p>
          </p:txBody>
        </p:sp>
        <p:sp>
          <p:nvSpPr>
            <p:cNvPr id="132" name="圆角矩形 41"/>
            <p:cNvSpPr/>
            <p:nvPr>
              <p:custDataLst>
                <p:tags r:id="rId5"/>
              </p:custDataLst>
            </p:nvPr>
          </p:nvSpPr>
          <p:spPr>
            <a:xfrm>
              <a:off x="8242014" y="1895249"/>
              <a:ext cx="640354"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600" b="1">
                  <a:solidFill>
                    <a:schemeClr val="tx1"/>
                  </a:solidFill>
                  <a:latin typeface="+mj-ea"/>
                  <a:ea typeface="+mj-ea"/>
                  <a:sym typeface="+mn-ea"/>
                </a:rPr>
                <a:t>评价</a:t>
              </a:r>
              <a:endParaRPr lang="zh-CN" altLang="en-US" sz="1600" b="1" dirty="0">
                <a:solidFill>
                  <a:schemeClr val="tx1"/>
                </a:solidFill>
                <a:latin typeface="+mj-ea"/>
                <a:ea typeface="+mj-ea"/>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randombar(horizontal)">
                                      <p:cBhvr>
                                        <p:cTn id="7" dur="500"/>
                                        <p:tgtEl>
                                          <p:spTgt spid="1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wipe(left)">
                                      <p:cBhvr>
                                        <p:cTn id="12" dur="25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down)">
                                      <p:cBhvr>
                                        <p:cTn id="17" dur="35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wipe(up)">
                                      <p:cBhvr>
                                        <p:cTn id="22" dur="350"/>
                                        <p:tgtEl>
                                          <p:spTgt spid="4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wipe(down)">
                                      <p:cBhvr>
                                        <p:cTn id="27" dur="350"/>
                                        <p:tgtEl>
                                          <p:spTgt spid="4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wipe(up)">
                                      <p:cBhvr>
                                        <p:cTn id="32" dur="35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wipe(left)">
                                      <p:cBhvr>
                                        <p:cTn id="37" dur="500"/>
                                        <p:tgtEl>
                                          <p:spTgt spid="4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wipe(left)">
                                      <p:cBhvr>
                                        <p:cTn id="42" dur="500"/>
                                        <p:tgtEl>
                                          <p:spTgt spid="4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wipe(up)">
                                      <p:cBhvr>
                                        <p:cTn id="47" dur="500"/>
                                        <p:tgtEl>
                                          <p:spTgt spid="5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wipe(left)">
                                      <p:cBhvr>
                                        <p:cTn id="52" dur="500"/>
                                        <p:tgtEl>
                                          <p:spTgt spid="51"/>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nodeType="click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randombar(horizontal)">
                                      <p:cBhvr>
                                        <p:cTn id="57" dur="500"/>
                                        <p:tgtEl>
                                          <p:spTgt spid="52"/>
                                        </p:tgtEl>
                                      </p:cBhvr>
                                    </p:animEffect>
                                  </p:childTnLst>
                                </p:cTn>
                              </p:par>
                            </p:childTnLst>
                          </p:cTn>
                        </p:par>
                      </p:childTnLst>
                    </p:cTn>
                  </p:par>
                  <p:par>
                    <p:cTn id="58" fill="hold">
                      <p:stCondLst>
                        <p:cond delay="indefinite"/>
                      </p:stCondLst>
                      <p:childTnLst>
                        <p:par>
                          <p:cTn id="59" fill="hold">
                            <p:stCondLst>
                              <p:cond delay="0"/>
                            </p:stCondLst>
                            <p:childTnLst>
                              <p:par>
                                <p:cTn id="60" presetID="26" presetClass="emph" presetSubtype="0" fill="hold" nodeType="clickEffect">
                                  <p:stCondLst>
                                    <p:cond delay="0"/>
                                  </p:stCondLst>
                                  <p:childTnLst>
                                    <p:animEffect transition="out" filter="fade">
                                      <p:cBhvr>
                                        <p:cTn id="61" dur="500" tmFilter="0, 0; .2, .5; .8, .5; 1, 0"/>
                                        <p:tgtEl>
                                          <p:spTgt spid="52"/>
                                        </p:tgtEl>
                                      </p:cBhvr>
                                    </p:animEffect>
                                    <p:animScale>
                                      <p:cBhvr>
                                        <p:cTn id="62" dur="250" autoRev="1" fill="hold"/>
                                        <p:tgtEl>
                                          <p:spTgt spid="52"/>
                                        </p:tgtEl>
                                      </p:cBhvr>
                                      <p:by x="105000" y="105000"/>
                                    </p:animScale>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wipe(up)">
                                      <p:cBhvr>
                                        <p:cTn id="67" dur="500"/>
                                        <p:tgtEl>
                                          <p:spTgt spid="42"/>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nodeType="click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barn(inVertical)">
                                      <p:cBhvr>
                                        <p:cTn id="72" dur="7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9" name="组合 28"/>
          <p:cNvGrpSpPr/>
          <p:nvPr/>
        </p:nvGrpSpPr>
        <p:grpSpPr>
          <a:xfrm>
            <a:off x="442914" y="6071507"/>
            <a:ext cx="11306174" cy="472167"/>
            <a:chOff x="442914" y="6071507"/>
            <a:chExt cx="11306174" cy="472167"/>
          </a:xfrm>
        </p:grpSpPr>
        <p:sp>
          <p:nvSpPr>
            <p:cNvPr id="41" name="箭头: 五边形 40"/>
            <p:cNvSpPr/>
            <p:nvPr/>
          </p:nvSpPr>
          <p:spPr>
            <a:xfrm>
              <a:off x="442914" y="6071507"/>
              <a:ext cx="3817256" cy="472167"/>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箭头: V 形 41"/>
            <p:cNvSpPr/>
            <p:nvPr/>
          </p:nvSpPr>
          <p:spPr>
            <a:xfrm>
              <a:off x="4187373" y="6071507"/>
              <a:ext cx="3817256" cy="472167"/>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V 形 42"/>
            <p:cNvSpPr/>
            <p:nvPr/>
          </p:nvSpPr>
          <p:spPr>
            <a:xfrm>
              <a:off x="7931832" y="6071507"/>
              <a:ext cx="3817256" cy="472167"/>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TextBox 50"/>
            <p:cNvSpPr txBox="1"/>
            <p:nvPr/>
          </p:nvSpPr>
          <p:spPr>
            <a:xfrm>
              <a:off x="1582101" y="6153702"/>
              <a:ext cx="1538883" cy="307777"/>
            </a:xfrm>
            <a:prstGeom prst="rect">
              <a:avLst/>
            </a:prstGeom>
            <a:noFill/>
          </p:spPr>
          <p:txBody>
            <a:bodyPr wrap="none" lIns="0" tIns="0" rIns="0" bIns="0" rtlCol="0">
              <a:spAutoFit/>
            </a:bodyPr>
            <a:lstStyle/>
            <a:p>
              <a:pPr algn="ctr"/>
              <a:r>
                <a:rPr lang="zh-CN" altLang="en-US" sz="2000" b="1" dirty="0">
                  <a:solidFill>
                    <a:schemeClr val="bg1"/>
                  </a:solidFill>
                  <a:latin typeface="思源黑体 CN Bold" panose="020B0800000000000000" pitchFamily="34" charset="-122"/>
                  <a:ea typeface="思源黑体 CN Bold" panose="020B0800000000000000" pitchFamily="34" charset="-122"/>
                </a:rPr>
                <a:t>案例分析报告</a:t>
              </a:r>
              <a:endParaRPr lang="id-ID" sz="2000" b="1" dirty="0">
                <a:solidFill>
                  <a:schemeClr val="bg1"/>
                </a:solidFill>
                <a:latin typeface="思源黑体 CN Bold" panose="020B0800000000000000" pitchFamily="34" charset="-122"/>
                <a:ea typeface="思源黑体 CN Bold" panose="020B0800000000000000" pitchFamily="34" charset="-122"/>
              </a:endParaRPr>
            </a:p>
          </p:txBody>
        </p:sp>
        <p:sp>
          <p:nvSpPr>
            <p:cNvPr id="45" name="TextBox 50"/>
            <p:cNvSpPr txBox="1"/>
            <p:nvPr/>
          </p:nvSpPr>
          <p:spPr>
            <a:xfrm>
              <a:off x="5297758" y="6153702"/>
              <a:ext cx="1538883" cy="307777"/>
            </a:xfrm>
            <a:prstGeom prst="rect">
              <a:avLst/>
            </a:prstGeom>
            <a:noFill/>
          </p:spPr>
          <p:txBody>
            <a:bodyPr wrap="none" lIns="0" tIns="0" rIns="0" bIns="0" rtlCol="0">
              <a:spAutoFit/>
            </a:bodyPr>
            <a:lstStyle/>
            <a:p>
              <a:pPr algn="ctr"/>
              <a:r>
                <a:rPr lang="zh-CN" altLang="en-US" sz="2000" b="1">
                  <a:solidFill>
                    <a:schemeClr val="bg1"/>
                  </a:solidFill>
                  <a:latin typeface="思源黑体 CN Bold" panose="020B0800000000000000" pitchFamily="34" charset="-122"/>
                  <a:ea typeface="思源黑体 CN Bold" panose="020B0800000000000000" pitchFamily="34" charset="-122"/>
                </a:rPr>
                <a:t>实务操作考核</a:t>
              </a:r>
              <a:endParaRPr lang="id-ID" sz="2000" b="1" dirty="0">
                <a:solidFill>
                  <a:schemeClr val="bg1"/>
                </a:solidFill>
                <a:latin typeface="思源黑体 CN Bold" panose="020B0800000000000000" pitchFamily="34" charset="-122"/>
                <a:ea typeface="思源黑体 CN Bold" panose="020B0800000000000000" pitchFamily="34" charset="-122"/>
              </a:endParaRPr>
            </a:p>
          </p:txBody>
        </p:sp>
        <p:sp>
          <p:nvSpPr>
            <p:cNvPr id="46" name="TextBox 50"/>
            <p:cNvSpPr txBox="1"/>
            <p:nvPr/>
          </p:nvSpPr>
          <p:spPr>
            <a:xfrm>
              <a:off x="9085986" y="6153702"/>
              <a:ext cx="1538883" cy="307777"/>
            </a:xfrm>
            <a:prstGeom prst="rect">
              <a:avLst/>
            </a:prstGeom>
            <a:noFill/>
          </p:spPr>
          <p:txBody>
            <a:bodyPr wrap="none" lIns="0" tIns="0" rIns="0" bIns="0" rtlCol="0">
              <a:spAutoFit/>
            </a:bodyPr>
            <a:lstStyle/>
            <a:p>
              <a:pPr algn="ctr"/>
              <a:r>
                <a:rPr lang="zh-CN" altLang="en-US" sz="2000" b="1" dirty="0">
                  <a:solidFill>
                    <a:schemeClr val="bg1"/>
                  </a:solidFill>
                  <a:latin typeface="思源黑体 CN Bold" panose="020B0800000000000000" pitchFamily="34" charset="-122"/>
                  <a:ea typeface="思源黑体 CN Bold" panose="020B0800000000000000" pitchFamily="34" charset="-122"/>
                </a:rPr>
                <a:t>伦理情景测试</a:t>
              </a:r>
              <a:endParaRPr lang="id-ID" sz="2000" b="1"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26" name="组合 25"/>
          <p:cNvGrpSpPr/>
          <p:nvPr/>
        </p:nvGrpSpPr>
        <p:grpSpPr>
          <a:xfrm>
            <a:off x="414338" y="908050"/>
            <a:ext cx="9510712" cy="3312469"/>
            <a:chOff x="414338" y="908050"/>
            <a:chExt cx="9510712" cy="3312469"/>
          </a:xfrm>
        </p:grpSpPr>
        <p:sp>
          <p:nvSpPr>
            <p:cNvPr id="55" name="Rounded Rectangle"/>
            <p:cNvSpPr/>
            <p:nvPr/>
          </p:nvSpPr>
          <p:spPr>
            <a:xfrm flipH="1">
              <a:off x="442913" y="908050"/>
              <a:ext cx="9482137" cy="3312469"/>
            </a:xfrm>
            <a:prstGeom prst="rect">
              <a:avLst/>
            </a:prstGeom>
            <a:solidFill>
              <a:schemeClr val="bg1"/>
            </a:solidFill>
            <a:ln w="6350">
              <a:gradFill flip="none" rotWithShape="1">
                <a:gsLst>
                  <a:gs pos="0">
                    <a:schemeClr val="bg1"/>
                  </a:gs>
                  <a:gs pos="76000">
                    <a:schemeClr val="accent1"/>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grpSp>
          <p:nvGrpSpPr>
            <p:cNvPr id="23" name="组合 22"/>
            <p:cNvGrpSpPr/>
            <p:nvPr/>
          </p:nvGrpSpPr>
          <p:grpSpPr>
            <a:xfrm>
              <a:off x="414338" y="1227024"/>
              <a:ext cx="3157539" cy="2705051"/>
              <a:chOff x="414338" y="1227024"/>
              <a:chExt cx="3157539" cy="2705051"/>
            </a:xfrm>
          </p:grpSpPr>
          <p:pic>
            <p:nvPicPr>
              <p:cNvPr id="47" name="图片 46"/>
              <p:cNvPicPr>
                <a:picLocks noChangeAspect="1"/>
              </p:cNvPicPr>
              <p:nvPr/>
            </p:nvPicPr>
            <p:blipFill rotWithShape="1">
              <a:blip r:embed="rId2"/>
              <a:srcRect l="15384" t="11556" r="10492" b="17778"/>
              <a:stretch>
                <a:fillRect/>
              </a:stretch>
            </p:blipFill>
            <p:spPr>
              <a:xfrm>
                <a:off x="414338" y="1227024"/>
                <a:ext cx="2094714" cy="2705051"/>
              </a:xfrm>
              <a:prstGeom prst="rect">
                <a:avLst/>
              </a:prstGeom>
            </p:spPr>
          </p:pic>
          <p:grpSp>
            <p:nvGrpSpPr>
              <p:cNvPr id="48" name="组合 47"/>
              <p:cNvGrpSpPr/>
              <p:nvPr/>
            </p:nvGrpSpPr>
            <p:grpSpPr>
              <a:xfrm rot="16200000">
                <a:off x="1598509" y="1945126"/>
                <a:ext cx="2677890" cy="1268847"/>
                <a:chOff x="4661685" y="5249549"/>
                <a:chExt cx="2868632" cy="799706"/>
              </a:xfrm>
            </p:grpSpPr>
            <p:sp>
              <p:nvSpPr>
                <p:cNvPr id="49" name="Freeform 6"/>
                <p:cNvSpPr/>
                <p:nvPr/>
              </p:nvSpPr>
              <p:spPr bwMode="auto">
                <a:xfrm rot="5400000">
                  <a:off x="5696148" y="4340704"/>
                  <a:ext cx="799706" cy="2617395"/>
                </a:xfrm>
                <a:custGeom>
                  <a:avLst/>
                  <a:gdLst>
                    <a:gd name="T0" fmla="*/ 0 w 574"/>
                    <a:gd name="T1" fmla="*/ 0 h 1190"/>
                    <a:gd name="T2" fmla="*/ 0 w 574"/>
                    <a:gd name="T3" fmla="*/ 487 h 1190"/>
                    <a:gd name="T4" fmla="*/ 166 w 574"/>
                    <a:gd name="T5" fmla="*/ 595 h 1190"/>
                    <a:gd name="T6" fmla="*/ 166 w 574"/>
                    <a:gd name="T7" fmla="*/ 595 h 1190"/>
                    <a:gd name="T8" fmla="*/ 166 w 574"/>
                    <a:gd name="T9" fmla="*/ 595 h 1190"/>
                    <a:gd name="T10" fmla="*/ 0 w 574"/>
                    <a:gd name="T11" fmla="*/ 704 h 1190"/>
                    <a:gd name="T12" fmla="*/ 0 w 574"/>
                    <a:gd name="T13" fmla="*/ 1190 h 1190"/>
                    <a:gd name="T14" fmla="*/ 424 w 574"/>
                    <a:gd name="T15" fmla="*/ 689 h 1190"/>
                    <a:gd name="T16" fmla="*/ 424 w 574"/>
                    <a:gd name="T17" fmla="*/ 689 h 1190"/>
                    <a:gd name="T18" fmla="*/ 424 w 574"/>
                    <a:gd name="T19" fmla="*/ 689 h 1190"/>
                    <a:gd name="T20" fmla="*/ 425 w 574"/>
                    <a:gd name="T21" fmla="*/ 689 h 1190"/>
                    <a:gd name="T22" fmla="*/ 425 w 574"/>
                    <a:gd name="T23" fmla="*/ 795 h 1190"/>
                    <a:gd name="T24" fmla="*/ 574 w 574"/>
                    <a:gd name="T25" fmla="*/ 592 h 1190"/>
                    <a:gd name="T26" fmla="*/ 425 w 574"/>
                    <a:gd name="T27" fmla="*/ 389 h 1190"/>
                    <a:gd name="T28" fmla="*/ 425 w 574"/>
                    <a:gd name="T29" fmla="*/ 501 h 1190"/>
                    <a:gd name="T30" fmla="*/ 424 w 574"/>
                    <a:gd name="T31" fmla="*/ 502 h 1190"/>
                    <a:gd name="T32" fmla="*/ 0 w 574"/>
                    <a:gd name="T33"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4" h="1190">
                      <a:moveTo>
                        <a:pt x="0" y="0"/>
                      </a:moveTo>
                      <a:cubicBezTo>
                        <a:pt x="0" y="487"/>
                        <a:pt x="0" y="487"/>
                        <a:pt x="0" y="487"/>
                      </a:cubicBezTo>
                      <a:cubicBezTo>
                        <a:pt x="0" y="487"/>
                        <a:pt x="65" y="541"/>
                        <a:pt x="166" y="595"/>
                      </a:cubicBezTo>
                      <a:cubicBezTo>
                        <a:pt x="166" y="595"/>
                        <a:pt x="166" y="595"/>
                        <a:pt x="166" y="595"/>
                      </a:cubicBezTo>
                      <a:cubicBezTo>
                        <a:pt x="166" y="595"/>
                        <a:pt x="166" y="595"/>
                        <a:pt x="166" y="595"/>
                      </a:cubicBezTo>
                      <a:cubicBezTo>
                        <a:pt x="65" y="649"/>
                        <a:pt x="0" y="704"/>
                        <a:pt x="0" y="704"/>
                      </a:cubicBezTo>
                      <a:cubicBezTo>
                        <a:pt x="0" y="1190"/>
                        <a:pt x="0" y="1190"/>
                        <a:pt x="0" y="1190"/>
                      </a:cubicBezTo>
                      <a:cubicBezTo>
                        <a:pt x="135" y="877"/>
                        <a:pt x="369" y="722"/>
                        <a:pt x="424" y="689"/>
                      </a:cubicBezTo>
                      <a:cubicBezTo>
                        <a:pt x="424" y="689"/>
                        <a:pt x="424" y="689"/>
                        <a:pt x="424" y="689"/>
                      </a:cubicBezTo>
                      <a:cubicBezTo>
                        <a:pt x="424" y="689"/>
                        <a:pt x="424" y="689"/>
                        <a:pt x="424" y="689"/>
                      </a:cubicBezTo>
                      <a:cubicBezTo>
                        <a:pt x="424" y="689"/>
                        <a:pt x="425" y="689"/>
                        <a:pt x="425" y="689"/>
                      </a:cubicBezTo>
                      <a:cubicBezTo>
                        <a:pt x="425" y="795"/>
                        <a:pt x="425" y="795"/>
                        <a:pt x="425" y="795"/>
                      </a:cubicBezTo>
                      <a:cubicBezTo>
                        <a:pt x="574" y="592"/>
                        <a:pt x="574" y="592"/>
                        <a:pt x="574" y="592"/>
                      </a:cubicBezTo>
                      <a:cubicBezTo>
                        <a:pt x="425" y="389"/>
                        <a:pt x="425" y="389"/>
                        <a:pt x="425" y="389"/>
                      </a:cubicBezTo>
                      <a:cubicBezTo>
                        <a:pt x="425" y="501"/>
                        <a:pt x="425" y="501"/>
                        <a:pt x="425" y="501"/>
                      </a:cubicBezTo>
                      <a:cubicBezTo>
                        <a:pt x="425" y="501"/>
                        <a:pt x="424" y="502"/>
                        <a:pt x="424" y="502"/>
                      </a:cubicBezTo>
                      <a:cubicBezTo>
                        <a:pt x="369" y="468"/>
                        <a:pt x="135" y="313"/>
                        <a:pt x="0" y="0"/>
                      </a:cubicBezTo>
                      <a:close/>
                    </a:path>
                  </a:pathLst>
                </a:custGeom>
                <a:gradFill flip="none" rotWithShape="1">
                  <a:gsLst>
                    <a:gs pos="0">
                      <a:schemeClr val="accent3">
                        <a:lumMod val="40000"/>
                        <a:lumOff val="60000"/>
                      </a:schemeClr>
                    </a:gs>
                    <a:gs pos="83000">
                      <a:schemeClr val="accent3">
                        <a:lumMod val="20000"/>
                        <a:lumOff val="80000"/>
                        <a:alpha val="0"/>
                      </a:schemeClr>
                    </a:gs>
                  </a:gsLst>
                  <a:lin ang="108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zh-CN" altLang="en-US" dirty="0">
                    <a:solidFill>
                      <a:prstClr val="white"/>
                    </a:solidFill>
                    <a:latin typeface="Source Han Sans Normal"/>
                    <a:ea typeface="微软雅黑 Light" panose="020B0502040204020203" pitchFamily="34" charset="-122"/>
                  </a:endParaRPr>
                </a:p>
              </p:txBody>
            </p:sp>
            <p:sp>
              <p:nvSpPr>
                <p:cNvPr id="50" name="任意多边形: 形状 49"/>
                <p:cNvSpPr/>
                <p:nvPr/>
              </p:nvSpPr>
              <p:spPr bwMode="auto">
                <a:xfrm rot="5400000" flipV="1">
                  <a:off x="5813169" y="4139408"/>
                  <a:ext cx="565664" cy="2868632"/>
                </a:xfrm>
                <a:custGeom>
                  <a:avLst/>
                  <a:gdLst>
                    <a:gd name="connsiteX0" fmla="*/ 0 w 1728432"/>
                    <a:gd name="connsiteY0" fmla="*/ 2041171 h 2041171"/>
                    <a:gd name="connsiteX1" fmla="*/ 1600788 w 1728432"/>
                    <a:gd name="connsiteY1" fmla="*/ 1267606 h 2041171"/>
                    <a:gd name="connsiteX2" fmla="*/ 1728432 w 1728432"/>
                    <a:gd name="connsiteY2" fmla="*/ 1253786 h 2041171"/>
                    <a:gd name="connsiteX3" fmla="*/ 1728432 w 1728432"/>
                    <a:gd name="connsiteY3" fmla="*/ 787385 h 2041171"/>
                    <a:gd name="connsiteX4" fmla="*/ 1600788 w 1728432"/>
                    <a:gd name="connsiteY4" fmla="*/ 773565 h 2041171"/>
                    <a:gd name="connsiteX5" fmla="*/ 0 w 1728432"/>
                    <a:gd name="connsiteY5" fmla="*/ 0 h 2041171"/>
                    <a:gd name="connsiteX6" fmla="*/ 0 w 1728432"/>
                    <a:gd name="connsiteY6" fmla="*/ 1020586 h 204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8432" h="2041171">
                      <a:moveTo>
                        <a:pt x="0" y="2041171"/>
                      </a:moveTo>
                      <a:cubicBezTo>
                        <a:pt x="454125" y="1670283"/>
                        <a:pt x="859344" y="1365561"/>
                        <a:pt x="1600788" y="1267606"/>
                      </a:cubicBezTo>
                      <a:lnTo>
                        <a:pt x="1728432" y="1253786"/>
                      </a:lnTo>
                      <a:lnTo>
                        <a:pt x="1728432" y="787385"/>
                      </a:lnTo>
                      <a:lnTo>
                        <a:pt x="1600788" y="773565"/>
                      </a:lnTo>
                      <a:cubicBezTo>
                        <a:pt x="859344" y="675611"/>
                        <a:pt x="454125" y="370888"/>
                        <a:pt x="0" y="0"/>
                      </a:cubicBezTo>
                      <a:lnTo>
                        <a:pt x="0" y="1020586"/>
                      </a:lnTo>
                      <a:close/>
                    </a:path>
                  </a:pathLst>
                </a:custGeom>
                <a:noFill/>
                <a:ln w="12700" cap="flat" cmpd="sng" algn="ctr">
                  <a:gradFill>
                    <a:gsLst>
                      <a:gs pos="20000">
                        <a:schemeClr val="accent3">
                          <a:alpha val="0"/>
                        </a:schemeClr>
                      </a:gs>
                      <a:gs pos="85000">
                        <a:schemeClr val="accent3">
                          <a:alpha val="0"/>
                        </a:schemeClr>
                      </a:gs>
                      <a:gs pos="57000">
                        <a:schemeClr val="accent3">
                          <a:alpha val="40000"/>
                        </a:schemeClr>
                      </a:gs>
                    </a:gsLst>
                    <a:lin ang="0" scaled="0"/>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Light" panose="020B0502040204020203" pitchFamily="34" charset="-122"/>
                    <a:cs typeface="+mn-cs"/>
                  </a:endParaRPr>
                </a:p>
              </p:txBody>
            </p:sp>
          </p:grpSp>
          <p:sp>
            <p:nvSpPr>
              <p:cNvPr id="51" name="文本框 50"/>
              <p:cNvSpPr txBox="1"/>
              <p:nvPr/>
            </p:nvSpPr>
            <p:spPr>
              <a:xfrm>
                <a:off x="2653258" y="2117884"/>
                <a:ext cx="538609" cy="923330"/>
              </a:xfrm>
              <a:prstGeom prst="rect">
                <a:avLst/>
              </a:prstGeom>
              <a:noFill/>
            </p:spPr>
            <p:txBody>
              <a:bodyPr wrap="none" lIns="0" tIns="0" rIns="0" bIns="0">
                <a:spAutoFit/>
              </a:bodyPr>
              <a:lstStyle/>
              <a:p>
                <a:r>
                  <a:rPr lang="zh-CN" altLang="en-US" sz="2000" b="1" spc="100" dirty="0">
                    <a:solidFill>
                      <a:srgbClr val="C00000"/>
                    </a:solidFill>
                    <a:effectLst>
                      <a:glow rad="127000">
                        <a:schemeClr val="bg1"/>
                      </a:glow>
                    </a:effectLst>
                    <a:latin typeface="思源黑体 CN Bold" panose="020B0800000000000000" pitchFamily="34" charset="-122"/>
                    <a:ea typeface="思源黑体 CN Bold" panose="020B0800000000000000" pitchFamily="34" charset="-122"/>
                  </a:rPr>
                  <a:t>能力</a:t>
                </a:r>
                <a:endParaRPr lang="en-US" altLang="zh-CN" sz="2000" b="1" spc="100" dirty="0">
                  <a:solidFill>
                    <a:srgbClr val="C00000"/>
                  </a:solidFill>
                  <a:effectLst>
                    <a:glow rad="127000">
                      <a:schemeClr val="bg1"/>
                    </a:glow>
                  </a:effectLst>
                  <a:latin typeface="思源黑体 CN Bold" panose="020B0800000000000000" pitchFamily="34" charset="-122"/>
                  <a:ea typeface="思源黑体 CN Bold" panose="020B0800000000000000" pitchFamily="34" charset="-122"/>
                </a:endParaRPr>
              </a:p>
              <a:p>
                <a:r>
                  <a:rPr lang="zh-CN" altLang="en-US" sz="2000" b="1" spc="100" dirty="0">
                    <a:solidFill>
                      <a:srgbClr val="C00000"/>
                    </a:solidFill>
                    <a:effectLst>
                      <a:glow rad="127000">
                        <a:schemeClr val="bg1"/>
                      </a:glow>
                    </a:effectLst>
                    <a:latin typeface="思源黑体 CN Bold" panose="020B0800000000000000" pitchFamily="34" charset="-122"/>
                    <a:ea typeface="思源黑体 CN Bold" panose="020B0800000000000000" pitchFamily="34" charset="-122"/>
                  </a:rPr>
                  <a:t>分析</a:t>
                </a:r>
                <a:endParaRPr lang="en-US" altLang="zh-CN" sz="2000" b="1" spc="100" dirty="0">
                  <a:solidFill>
                    <a:srgbClr val="C00000"/>
                  </a:solidFill>
                  <a:effectLst>
                    <a:glow rad="127000">
                      <a:schemeClr val="bg1"/>
                    </a:glow>
                  </a:effectLst>
                  <a:latin typeface="思源黑体 CN Bold" panose="020B0800000000000000" pitchFamily="34" charset="-122"/>
                  <a:ea typeface="思源黑体 CN Bold" panose="020B0800000000000000" pitchFamily="34" charset="-122"/>
                </a:endParaRPr>
              </a:p>
              <a:p>
                <a:r>
                  <a:rPr lang="zh-CN" altLang="en-US" sz="2000" b="1" spc="100" dirty="0">
                    <a:solidFill>
                      <a:srgbClr val="C00000"/>
                    </a:solidFill>
                    <a:effectLst>
                      <a:glow rad="127000">
                        <a:schemeClr val="bg1"/>
                      </a:glow>
                    </a:effectLst>
                    <a:latin typeface="思源黑体 CN Bold" panose="020B0800000000000000" pitchFamily="34" charset="-122"/>
                    <a:ea typeface="思源黑体 CN Bold" panose="020B0800000000000000" pitchFamily="34" charset="-122"/>
                  </a:rPr>
                  <a:t>框架</a:t>
                </a:r>
                <a:endParaRPr lang="zh-CN" altLang="en-US" sz="2000" dirty="0"/>
              </a:p>
            </p:txBody>
          </p:sp>
        </p:grpSp>
      </p:grpSp>
      <p:grpSp>
        <p:nvGrpSpPr>
          <p:cNvPr id="24" name="组合 23"/>
          <p:cNvGrpSpPr/>
          <p:nvPr/>
        </p:nvGrpSpPr>
        <p:grpSpPr>
          <a:xfrm>
            <a:off x="3599506" y="1505111"/>
            <a:ext cx="2224581" cy="2148877"/>
            <a:chOff x="3599506" y="1505111"/>
            <a:chExt cx="2224581" cy="2148877"/>
          </a:xfrm>
        </p:grpSpPr>
        <p:sp>
          <p:nvSpPr>
            <p:cNvPr id="60" name="任意多边形: 形状 59"/>
            <p:cNvSpPr/>
            <p:nvPr/>
          </p:nvSpPr>
          <p:spPr>
            <a:xfrm rot="195361">
              <a:off x="4139674" y="1505111"/>
              <a:ext cx="991800" cy="987918"/>
            </a:xfrm>
            <a:custGeom>
              <a:avLst/>
              <a:gdLst>
                <a:gd name="connsiteX0" fmla="*/ 1074234 w 2148468"/>
                <a:gd name="connsiteY0" fmla="*/ 0 h 2140059"/>
                <a:gd name="connsiteX1" fmla="*/ 2148468 w 2148468"/>
                <a:gd name="connsiteY1" fmla="*/ 1074234 h 2140059"/>
                <a:gd name="connsiteX2" fmla="*/ 1290730 w 2148468"/>
                <a:gd name="connsiteY2" fmla="*/ 2126644 h 2140059"/>
                <a:gd name="connsiteX3" fmla="*/ 1202824 w 2148468"/>
                <a:gd name="connsiteY3" fmla="*/ 2140059 h 2140059"/>
                <a:gd name="connsiteX4" fmla="*/ 1191039 w 2148468"/>
                <a:gd name="connsiteY4" fmla="*/ 2094223 h 2140059"/>
                <a:gd name="connsiteX5" fmla="*/ 165100 w 2148468"/>
                <a:gd name="connsiteY5" fmla="*/ 1339433 h 2140059"/>
                <a:gd name="connsiteX6" fmla="*/ 55266 w 2148468"/>
                <a:gd name="connsiteY6" fmla="*/ 1344979 h 2140059"/>
                <a:gd name="connsiteX7" fmla="*/ 36510 w 2148468"/>
                <a:gd name="connsiteY7" fmla="*/ 1347842 h 2140059"/>
                <a:gd name="connsiteX8" fmla="*/ 21825 w 2148468"/>
                <a:gd name="connsiteY8" fmla="*/ 1290730 h 2140059"/>
                <a:gd name="connsiteX9" fmla="*/ 0 w 2148468"/>
                <a:gd name="connsiteY9" fmla="*/ 1074234 h 2140059"/>
                <a:gd name="connsiteX10" fmla="*/ 1074234 w 2148468"/>
                <a:gd name="connsiteY10" fmla="*/ 0 h 214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48468" h="2140059">
                  <a:moveTo>
                    <a:pt x="1074234" y="0"/>
                  </a:moveTo>
                  <a:cubicBezTo>
                    <a:pt x="1667517" y="0"/>
                    <a:pt x="2148468" y="480951"/>
                    <a:pt x="2148468" y="1074234"/>
                  </a:cubicBezTo>
                  <a:cubicBezTo>
                    <a:pt x="2148468" y="1593357"/>
                    <a:pt x="1780240" y="2026475"/>
                    <a:pt x="1290730" y="2126644"/>
                  </a:cubicBezTo>
                  <a:lnTo>
                    <a:pt x="1202824" y="2140059"/>
                  </a:lnTo>
                  <a:lnTo>
                    <a:pt x="1191039" y="2094223"/>
                  </a:lnTo>
                  <a:cubicBezTo>
                    <a:pt x="1055028" y="1656936"/>
                    <a:pt x="647143" y="1339433"/>
                    <a:pt x="165100" y="1339433"/>
                  </a:cubicBezTo>
                  <a:cubicBezTo>
                    <a:pt x="128020" y="1339433"/>
                    <a:pt x="91379" y="1341312"/>
                    <a:pt x="55266" y="1344979"/>
                  </a:cubicBezTo>
                  <a:lnTo>
                    <a:pt x="36510" y="1347842"/>
                  </a:lnTo>
                  <a:lnTo>
                    <a:pt x="21825" y="1290730"/>
                  </a:lnTo>
                  <a:cubicBezTo>
                    <a:pt x="7515" y="1220800"/>
                    <a:pt x="0" y="1148395"/>
                    <a:pt x="0" y="1074234"/>
                  </a:cubicBezTo>
                  <a:cubicBezTo>
                    <a:pt x="0" y="480951"/>
                    <a:pt x="480951" y="0"/>
                    <a:pt x="107423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1" name="任意多边形: 形状 60"/>
            <p:cNvSpPr/>
            <p:nvPr/>
          </p:nvSpPr>
          <p:spPr>
            <a:xfrm>
              <a:off x="3599506" y="2174675"/>
              <a:ext cx="986949" cy="991801"/>
            </a:xfrm>
            <a:custGeom>
              <a:avLst/>
              <a:gdLst>
                <a:gd name="connsiteX0" fmla="*/ 1074234 w 2137957"/>
                <a:gd name="connsiteY0" fmla="*/ 0 h 2148468"/>
                <a:gd name="connsiteX1" fmla="*/ 2126644 w 2137957"/>
                <a:gd name="connsiteY1" fmla="*/ 857739 h 2148468"/>
                <a:gd name="connsiteX2" fmla="*/ 2137957 w 2137957"/>
                <a:gd name="connsiteY2" fmla="*/ 931869 h 2148468"/>
                <a:gd name="connsiteX3" fmla="*/ 2051316 w 2137957"/>
                <a:gd name="connsiteY3" fmla="*/ 954147 h 2148468"/>
                <a:gd name="connsiteX4" fmla="*/ 1296526 w 2137957"/>
                <a:gd name="connsiteY4" fmla="*/ 1980085 h 2148468"/>
                <a:gd name="connsiteX5" fmla="*/ 1302072 w 2137957"/>
                <a:gd name="connsiteY5" fmla="*/ 2089919 h 2148468"/>
                <a:gd name="connsiteX6" fmla="*/ 1307037 w 2137957"/>
                <a:gd name="connsiteY6" fmla="*/ 2122451 h 2148468"/>
                <a:gd name="connsiteX7" fmla="*/ 1290730 w 2137957"/>
                <a:gd name="connsiteY7" fmla="*/ 2126644 h 2148468"/>
                <a:gd name="connsiteX8" fmla="*/ 1074234 w 2137957"/>
                <a:gd name="connsiteY8" fmla="*/ 2148468 h 2148468"/>
                <a:gd name="connsiteX9" fmla="*/ 0 w 2137957"/>
                <a:gd name="connsiteY9" fmla="*/ 1074234 h 2148468"/>
                <a:gd name="connsiteX10" fmla="*/ 1074234 w 2137957"/>
                <a:gd name="connsiteY10" fmla="*/ 0 h 214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37957" h="2148468">
                  <a:moveTo>
                    <a:pt x="1074234" y="0"/>
                  </a:moveTo>
                  <a:cubicBezTo>
                    <a:pt x="1593357" y="0"/>
                    <a:pt x="2026475" y="368228"/>
                    <a:pt x="2126644" y="857739"/>
                  </a:cubicBezTo>
                  <a:lnTo>
                    <a:pt x="2137957" y="931869"/>
                  </a:lnTo>
                  <a:lnTo>
                    <a:pt x="2051316" y="954147"/>
                  </a:lnTo>
                  <a:cubicBezTo>
                    <a:pt x="1614029" y="1090157"/>
                    <a:pt x="1296526" y="1498043"/>
                    <a:pt x="1296526" y="1980085"/>
                  </a:cubicBezTo>
                  <a:cubicBezTo>
                    <a:pt x="1296526" y="2017165"/>
                    <a:pt x="1298405" y="2053807"/>
                    <a:pt x="1302072" y="2089919"/>
                  </a:cubicBezTo>
                  <a:lnTo>
                    <a:pt x="1307037" y="2122451"/>
                  </a:lnTo>
                  <a:lnTo>
                    <a:pt x="1290730" y="2126644"/>
                  </a:lnTo>
                  <a:cubicBezTo>
                    <a:pt x="1220800" y="2140953"/>
                    <a:pt x="1148395" y="2148468"/>
                    <a:pt x="1074234" y="2148468"/>
                  </a:cubicBezTo>
                  <a:cubicBezTo>
                    <a:pt x="480951" y="2148468"/>
                    <a:pt x="0" y="1667517"/>
                    <a:pt x="0" y="1074234"/>
                  </a:cubicBezTo>
                  <a:cubicBezTo>
                    <a:pt x="0" y="480951"/>
                    <a:pt x="480951" y="0"/>
                    <a:pt x="1074234"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2" name="任意多边形: 形状 61"/>
            <p:cNvSpPr/>
            <p:nvPr/>
          </p:nvSpPr>
          <p:spPr>
            <a:xfrm rot="292312">
              <a:off x="4280396" y="2667374"/>
              <a:ext cx="991800" cy="986614"/>
            </a:xfrm>
            <a:custGeom>
              <a:avLst/>
              <a:gdLst>
                <a:gd name="connsiteX0" fmla="*/ 927122 w 2148468"/>
                <a:gd name="connsiteY0" fmla="*/ 0 h 2137232"/>
                <a:gd name="connsiteX1" fmla="*/ 942528 w 2148468"/>
                <a:gd name="connsiteY1" fmla="*/ 59914 h 2137232"/>
                <a:gd name="connsiteX2" fmla="*/ 1968466 w 2148468"/>
                <a:gd name="connsiteY2" fmla="*/ 814703 h 2137232"/>
                <a:gd name="connsiteX3" fmla="*/ 2078300 w 2148468"/>
                <a:gd name="connsiteY3" fmla="*/ 809157 h 2137232"/>
                <a:gd name="connsiteX4" fmla="*/ 2115578 w 2148468"/>
                <a:gd name="connsiteY4" fmla="*/ 803468 h 2137232"/>
                <a:gd name="connsiteX5" fmla="*/ 2126644 w 2148468"/>
                <a:gd name="connsiteY5" fmla="*/ 846503 h 2137232"/>
                <a:gd name="connsiteX6" fmla="*/ 2148468 w 2148468"/>
                <a:gd name="connsiteY6" fmla="*/ 1062998 h 2137232"/>
                <a:gd name="connsiteX7" fmla="*/ 1074234 w 2148468"/>
                <a:gd name="connsiteY7" fmla="*/ 2137232 h 2137232"/>
                <a:gd name="connsiteX8" fmla="*/ 0 w 2148468"/>
                <a:gd name="connsiteY8" fmla="*/ 1062998 h 2137232"/>
                <a:gd name="connsiteX9" fmla="*/ 857739 w 2148468"/>
                <a:gd name="connsiteY9" fmla="*/ 10589 h 2137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8468" h="2137232">
                  <a:moveTo>
                    <a:pt x="927122" y="0"/>
                  </a:moveTo>
                  <a:lnTo>
                    <a:pt x="942528" y="59914"/>
                  </a:lnTo>
                  <a:cubicBezTo>
                    <a:pt x="1078538" y="497200"/>
                    <a:pt x="1486424" y="814703"/>
                    <a:pt x="1968466" y="814703"/>
                  </a:cubicBezTo>
                  <a:cubicBezTo>
                    <a:pt x="2005546" y="814703"/>
                    <a:pt x="2042188" y="812825"/>
                    <a:pt x="2078300" y="809157"/>
                  </a:cubicBezTo>
                  <a:lnTo>
                    <a:pt x="2115578" y="803468"/>
                  </a:lnTo>
                  <a:lnTo>
                    <a:pt x="2126644" y="846503"/>
                  </a:lnTo>
                  <a:cubicBezTo>
                    <a:pt x="2140953" y="916433"/>
                    <a:pt x="2148468" y="988838"/>
                    <a:pt x="2148468" y="1062998"/>
                  </a:cubicBezTo>
                  <a:cubicBezTo>
                    <a:pt x="2148468" y="1656281"/>
                    <a:pt x="1667517" y="2137232"/>
                    <a:pt x="1074234" y="2137232"/>
                  </a:cubicBezTo>
                  <a:cubicBezTo>
                    <a:pt x="480951" y="2137232"/>
                    <a:pt x="0" y="1656281"/>
                    <a:pt x="0" y="1062998"/>
                  </a:cubicBezTo>
                  <a:cubicBezTo>
                    <a:pt x="0" y="543876"/>
                    <a:pt x="368228" y="110757"/>
                    <a:pt x="857739" y="1058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3" name="任意多边形: 形状 62"/>
            <p:cNvSpPr/>
            <p:nvPr/>
          </p:nvSpPr>
          <p:spPr>
            <a:xfrm>
              <a:off x="4839669" y="1995739"/>
              <a:ext cx="984418" cy="991801"/>
            </a:xfrm>
            <a:custGeom>
              <a:avLst/>
              <a:gdLst>
                <a:gd name="connsiteX0" fmla="*/ 1058241 w 2132475"/>
                <a:gd name="connsiteY0" fmla="*/ 0 h 2148468"/>
                <a:gd name="connsiteX1" fmla="*/ 2132475 w 2132475"/>
                <a:gd name="connsiteY1" fmla="*/ 1074234 h 2148468"/>
                <a:gd name="connsiteX2" fmla="*/ 1058241 w 2132475"/>
                <a:gd name="connsiteY2" fmla="*/ 2148468 h 2148468"/>
                <a:gd name="connsiteX3" fmla="*/ 5832 w 2132475"/>
                <a:gd name="connsiteY3" fmla="*/ 1290730 h 2148468"/>
                <a:gd name="connsiteX4" fmla="*/ 0 w 2132475"/>
                <a:gd name="connsiteY4" fmla="*/ 1252521 h 2148468"/>
                <a:gd name="connsiteX5" fmla="*/ 60367 w 2132475"/>
                <a:gd name="connsiteY5" fmla="*/ 1236999 h 2148468"/>
                <a:gd name="connsiteX6" fmla="*/ 815157 w 2132475"/>
                <a:gd name="connsiteY6" fmla="*/ 211060 h 2148468"/>
                <a:gd name="connsiteX7" fmla="*/ 809611 w 2132475"/>
                <a:gd name="connsiteY7" fmla="*/ 101226 h 2148468"/>
                <a:gd name="connsiteX8" fmla="*/ 799164 w 2132475"/>
                <a:gd name="connsiteY8" fmla="*/ 32774 h 2148468"/>
                <a:gd name="connsiteX9" fmla="*/ 841746 w 2132475"/>
                <a:gd name="connsiteY9" fmla="*/ 21825 h 2148468"/>
                <a:gd name="connsiteX10" fmla="*/ 1058241 w 2132475"/>
                <a:gd name="connsiteY10" fmla="*/ 0 h 214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32475" h="2148468">
                  <a:moveTo>
                    <a:pt x="1058241" y="0"/>
                  </a:moveTo>
                  <a:cubicBezTo>
                    <a:pt x="1651524" y="0"/>
                    <a:pt x="2132475" y="480951"/>
                    <a:pt x="2132475" y="1074234"/>
                  </a:cubicBezTo>
                  <a:cubicBezTo>
                    <a:pt x="2132475" y="1667517"/>
                    <a:pt x="1651524" y="2148468"/>
                    <a:pt x="1058241" y="2148468"/>
                  </a:cubicBezTo>
                  <a:cubicBezTo>
                    <a:pt x="539119" y="2148468"/>
                    <a:pt x="106000" y="1780240"/>
                    <a:pt x="5832" y="1290730"/>
                  </a:cubicBezTo>
                  <a:lnTo>
                    <a:pt x="0" y="1252521"/>
                  </a:lnTo>
                  <a:lnTo>
                    <a:pt x="60367" y="1236999"/>
                  </a:lnTo>
                  <a:cubicBezTo>
                    <a:pt x="497654" y="1100988"/>
                    <a:pt x="815157" y="693103"/>
                    <a:pt x="815157" y="211060"/>
                  </a:cubicBezTo>
                  <a:cubicBezTo>
                    <a:pt x="815157" y="173980"/>
                    <a:pt x="813279" y="137339"/>
                    <a:pt x="809611" y="101226"/>
                  </a:cubicBezTo>
                  <a:lnTo>
                    <a:pt x="799164" y="32774"/>
                  </a:lnTo>
                  <a:lnTo>
                    <a:pt x="841746" y="21825"/>
                  </a:lnTo>
                  <a:cubicBezTo>
                    <a:pt x="911676" y="7515"/>
                    <a:pt x="984081" y="0"/>
                    <a:pt x="1058241"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4" name="TextBox 50"/>
            <p:cNvSpPr txBox="1"/>
            <p:nvPr/>
          </p:nvSpPr>
          <p:spPr>
            <a:xfrm>
              <a:off x="4340498" y="1675855"/>
              <a:ext cx="615553" cy="369332"/>
            </a:xfrm>
            <a:prstGeom prst="rect">
              <a:avLst/>
            </a:prstGeom>
            <a:noFill/>
          </p:spPr>
          <p:txBody>
            <a:bodyPr wrap="none" lIns="0" tIns="0" rIns="0" bIns="0" rtlCol="0">
              <a:spAutoFit/>
            </a:bodyPr>
            <a:lstStyle/>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专业</a:t>
              </a:r>
              <a:endParaRPr lang="en-US" altLang="zh-CN" sz="1200" b="1" dirty="0">
                <a:solidFill>
                  <a:schemeClr val="bg1"/>
                </a:solidFill>
                <a:latin typeface="思源黑体 CN Bold" panose="020B0800000000000000" pitchFamily="34" charset="-122"/>
                <a:ea typeface="思源黑体 CN Bold" panose="020B0800000000000000" pitchFamily="34" charset="-122"/>
              </a:endParaRPr>
            </a:p>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认知能力</a:t>
              </a:r>
              <a:endParaRPr lang="id-ID" sz="1200" b="1" dirty="0">
                <a:solidFill>
                  <a:schemeClr val="bg1"/>
                </a:solidFill>
                <a:latin typeface="思源黑体 CN Bold" panose="020B0800000000000000" pitchFamily="34" charset="-122"/>
                <a:ea typeface="思源黑体 CN Bold" panose="020B0800000000000000" pitchFamily="34" charset="-122"/>
              </a:endParaRPr>
            </a:p>
          </p:txBody>
        </p:sp>
        <p:sp>
          <p:nvSpPr>
            <p:cNvPr id="125" name="TextBox 50"/>
            <p:cNvSpPr txBox="1"/>
            <p:nvPr/>
          </p:nvSpPr>
          <p:spPr>
            <a:xfrm>
              <a:off x="3703910" y="2372768"/>
              <a:ext cx="615553" cy="369332"/>
            </a:xfrm>
            <a:prstGeom prst="rect">
              <a:avLst/>
            </a:prstGeom>
            <a:noFill/>
          </p:spPr>
          <p:txBody>
            <a:bodyPr wrap="none" lIns="0" tIns="0" rIns="0" bIns="0" rtlCol="0">
              <a:spAutoFit/>
            </a:bodyPr>
            <a:lstStyle/>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持续</a:t>
              </a:r>
              <a:endParaRPr lang="en-US" altLang="zh-CN" sz="1200" b="1" dirty="0">
                <a:solidFill>
                  <a:schemeClr val="bg1"/>
                </a:solidFill>
                <a:latin typeface="思源黑体 CN Bold" panose="020B0800000000000000" pitchFamily="34" charset="-122"/>
                <a:ea typeface="思源黑体 CN Bold" panose="020B0800000000000000" pitchFamily="34" charset="-122"/>
              </a:endParaRPr>
            </a:p>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发展能力</a:t>
              </a:r>
              <a:endParaRPr lang="id-ID" sz="1200" b="1" dirty="0">
                <a:solidFill>
                  <a:schemeClr val="bg1"/>
                </a:solidFill>
                <a:latin typeface="思源黑体 CN Bold" panose="020B0800000000000000" pitchFamily="34" charset="-122"/>
                <a:ea typeface="思源黑体 CN Bold" panose="020B0800000000000000" pitchFamily="34" charset="-122"/>
              </a:endParaRPr>
            </a:p>
          </p:txBody>
        </p:sp>
        <p:sp>
          <p:nvSpPr>
            <p:cNvPr id="126" name="TextBox 50"/>
            <p:cNvSpPr txBox="1"/>
            <p:nvPr/>
          </p:nvSpPr>
          <p:spPr>
            <a:xfrm>
              <a:off x="4435747" y="3045868"/>
              <a:ext cx="615553" cy="369332"/>
            </a:xfrm>
            <a:prstGeom prst="rect">
              <a:avLst/>
            </a:prstGeom>
            <a:noFill/>
          </p:spPr>
          <p:txBody>
            <a:bodyPr wrap="none" lIns="0" tIns="0" rIns="0" bIns="0" rtlCol="0">
              <a:spAutoFit/>
            </a:bodyPr>
            <a:lstStyle/>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职业</a:t>
              </a:r>
              <a:endParaRPr lang="en-US" altLang="zh-CN" sz="1200" b="1" dirty="0">
                <a:solidFill>
                  <a:schemeClr val="bg1"/>
                </a:solidFill>
                <a:latin typeface="思源黑体 CN Bold" panose="020B0800000000000000" pitchFamily="34" charset="-122"/>
                <a:ea typeface="思源黑体 CN Bold" panose="020B0800000000000000" pitchFamily="34" charset="-122"/>
              </a:endParaRPr>
            </a:p>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判断能力</a:t>
              </a:r>
              <a:endParaRPr lang="id-ID" sz="1200" b="1" dirty="0">
                <a:solidFill>
                  <a:schemeClr val="bg1"/>
                </a:solidFill>
                <a:latin typeface="思源黑体 CN Bold" panose="020B0800000000000000" pitchFamily="34" charset="-122"/>
                <a:ea typeface="思源黑体 CN Bold" panose="020B0800000000000000" pitchFamily="34" charset="-122"/>
              </a:endParaRPr>
            </a:p>
          </p:txBody>
        </p:sp>
        <p:sp>
          <p:nvSpPr>
            <p:cNvPr id="127" name="TextBox 50"/>
            <p:cNvSpPr txBox="1"/>
            <p:nvPr/>
          </p:nvSpPr>
          <p:spPr>
            <a:xfrm>
              <a:off x="5105672" y="2325143"/>
              <a:ext cx="615553" cy="369332"/>
            </a:xfrm>
            <a:prstGeom prst="rect">
              <a:avLst/>
            </a:prstGeom>
            <a:noFill/>
          </p:spPr>
          <p:txBody>
            <a:bodyPr wrap="none" lIns="0" tIns="0" rIns="0" bIns="0" rtlCol="0">
              <a:spAutoFit/>
            </a:bodyPr>
            <a:lstStyle/>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实务</a:t>
              </a:r>
              <a:endParaRPr lang="en-US" altLang="zh-CN" sz="1200" b="1" dirty="0">
                <a:solidFill>
                  <a:schemeClr val="bg1"/>
                </a:solidFill>
                <a:latin typeface="思源黑体 CN Bold" panose="020B0800000000000000" pitchFamily="34" charset="-122"/>
                <a:ea typeface="思源黑体 CN Bold" panose="020B0800000000000000" pitchFamily="34" charset="-122"/>
              </a:endParaRPr>
            </a:p>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操作能力</a:t>
              </a:r>
              <a:endParaRPr lang="id-ID" sz="1200" b="1"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31" name="组合 30"/>
          <p:cNvGrpSpPr/>
          <p:nvPr/>
        </p:nvGrpSpPr>
        <p:grpSpPr>
          <a:xfrm>
            <a:off x="2928370" y="668582"/>
            <a:ext cx="6856980" cy="3599710"/>
            <a:chOff x="2928370" y="668582"/>
            <a:chExt cx="6856980" cy="3599710"/>
          </a:xfrm>
        </p:grpSpPr>
        <p:sp>
          <p:nvSpPr>
            <p:cNvPr id="52" name="弧形 51"/>
            <p:cNvSpPr/>
            <p:nvPr/>
          </p:nvSpPr>
          <p:spPr>
            <a:xfrm rot="2488300">
              <a:off x="2928370" y="668582"/>
              <a:ext cx="3599710" cy="3599710"/>
            </a:xfrm>
            <a:prstGeom prst="arc">
              <a:avLst>
                <a:gd name="adj1" fmla="val 16200000"/>
                <a:gd name="adj2" fmla="val 501903"/>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5" name="组合 24"/>
            <p:cNvGrpSpPr/>
            <p:nvPr/>
          </p:nvGrpSpPr>
          <p:grpSpPr>
            <a:xfrm>
              <a:off x="5551487" y="985180"/>
              <a:ext cx="4233863" cy="3163027"/>
              <a:chOff x="5551487" y="985180"/>
              <a:chExt cx="4233863" cy="3163027"/>
            </a:xfrm>
          </p:grpSpPr>
          <p:sp>
            <p:nvSpPr>
              <p:cNvPr id="53" name="Rounded Rectangle"/>
              <p:cNvSpPr/>
              <p:nvPr/>
            </p:nvSpPr>
            <p:spPr>
              <a:xfrm flipH="1">
                <a:off x="6047000" y="1070816"/>
                <a:ext cx="3718729" cy="797102"/>
              </a:xfrm>
              <a:prstGeom prst="rect">
                <a:avLst/>
              </a:prstGeom>
              <a:gradFill>
                <a:gsLst>
                  <a:gs pos="0">
                    <a:schemeClr val="bg1"/>
                  </a:gs>
                  <a:gs pos="100000">
                    <a:schemeClr val="accent1">
                      <a:lumMod val="20000"/>
                      <a:lumOff val="80000"/>
                      <a:alpha val="20000"/>
                    </a:schemeClr>
                  </a:gs>
                </a:gsLst>
                <a:lin ang="10800000" scaled="1"/>
              </a:gradFill>
              <a:ln w="6350">
                <a:gradFill flip="none" rotWithShape="1">
                  <a:gsLst>
                    <a:gs pos="0">
                      <a:schemeClr val="bg1"/>
                    </a:gs>
                    <a:gs pos="76000">
                      <a:schemeClr val="accent1">
                        <a:alpha val="50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sp>
            <p:nvSpPr>
              <p:cNvPr id="54" name="Rounded Rectangle"/>
              <p:cNvSpPr/>
              <p:nvPr/>
            </p:nvSpPr>
            <p:spPr>
              <a:xfrm flipH="1">
                <a:off x="6524624" y="2165732"/>
                <a:ext cx="3260726" cy="797102"/>
              </a:xfrm>
              <a:prstGeom prst="rect">
                <a:avLst/>
              </a:prstGeom>
              <a:gradFill>
                <a:gsLst>
                  <a:gs pos="0">
                    <a:schemeClr val="bg1"/>
                  </a:gs>
                  <a:gs pos="100000">
                    <a:schemeClr val="accent1">
                      <a:lumMod val="20000"/>
                      <a:lumOff val="80000"/>
                      <a:alpha val="20000"/>
                    </a:schemeClr>
                  </a:gs>
                </a:gsLst>
                <a:lin ang="10800000" scaled="1"/>
              </a:gradFill>
              <a:ln w="6350">
                <a:gradFill flip="none" rotWithShape="1">
                  <a:gsLst>
                    <a:gs pos="0">
                      <a:schemeClr val="bg1"/>
                    </a:gs>
                    <a:gs pos="76000">
                      <a:schemeClr val="accent1">
                        <a:alpha val="50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sp>
            <p:nvSpPr>
              <p:cNvPr id="237" name="Rounded Rectangle"/>
              <p:cNvSpPr/>
              <p:nvPr/>
            </p:nvSpPr>
            <p:spPr>
              <a:xfrm flipH="1">
                <a:off x="6047000" y="3265468"/>
                <a:ext cx="3718729" cy="797102"/>
              </a:xfrm>
              <a:prstGeom prst="rect">
                <a:avLst/>
              </a:prstGeom>
              <a:gradFill>
                <a:gsLst>
                  <a:gs pos="0">
                    <a:schemeClr val="bg1"/>
                  </a:gs>
                  <a:gs pos="100000">
                    <a:schemeClr val="accent1">
                      <a:lumMod val="20000"/>
                      <a:lumOff val="80000"/>
                      <a:alpha val="20000"/>
                    </a:schemeClr>
                  </a:gs>
                </a:gsLst>
                <a:lin ang="10800000" scaled="1"/>
              </a:gradFill>
              <a:ln w="6350">
                <a:gradFill flip="none" rotWithShape="1">
                  <a:gsLst>
                    <a:gs pos="0">
                      <a:schemeClr val="bg1"/>
                    </a:gs>
                    <a:gs pos="76000">
                      <a:schemeClr val="accent1">
                        <a:alpha val="50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pic>
            <p:nvPicPr>
              <p:cNvPr id="22" name="图片 21"/>
              <p:cNvPicPr>
                <a:picLocks noChangeAspect="1"/>
              </p:cNvPicPr>
              <p:nvPr/>
            </p:nvPicPr>
            <p:blipFill rotWithShape="1">
              <a:blip r:embed="rId3">
                <a:extLst>
                  <a:ext uri="{28A0092B-C50C-407E-A947-70E740481C1C}">
                    <a14:useLocalDpi xmlns:a14="http://schemas.microsoft.com/office/drawing/2010/main" val="0"/>
                  </a:ext>
                </a:extLst>
              </a:blip>
              <a:srcRect l="18777" r="18777"/>
              <a:stretch>
                <a:fillRect/>
              </a:stretch>
            </p:blipFill>
            <p:spPr>
              <a:xfrm>
                <a:off x="6072010" y="2080096"/>
                <a:ext cx="968375" cy="968375"/>
              </a:xfrm>
              <a:prstGeom prst="ellipse">
                <a:avLst/>
              </a:prstGeom>
              <a:ln w="31750">
                <a:solidFill>
                  <a:srgbClr val="C00000"/>
                </a:solidFill>
              </a:ln>
            </p:spPr>
          </p:pic>
          <p:pic>
            <p:nvPicPr>
              <p:cNvPr id="20" name="图片 19"/>
              <p:cNvPicPr>
                <a:picLocks noChangeAspect="1"/>
              </p:cNvPicPr>
              <p:nvPr/>
            </p:nvPicPr>
            <p:blipFill rotWithShape="1">
              <a:blip r:embed="rId4">
                <a:extLst>
                  <a:ext uri="{28A0092B-C50C-407E-A947-70E740481C1C}">
                    <a14:useLocalDpi xmlns:a14="http://schemas.microsoft.com/office/drawing/2010/main" val="0"/>
                  </a:ext>
                </a:extLst>
              </a:blip>
              <a:srcRect l="16667" r="16667"/>
              <a:stretch>
                <a:fillRect/>
              </a:stretch>
            </p:blipFill>
            <p:spPr>
              <a:xfrm>
                <a:off x="5551487" y="985180"/>
                <a:ext cx="968375" cy="968375"/>
              </a:xfrm>
              <a:prstGeom prst="ellipse">
                <a:avLst/>
              </a:prstGeom>
              <a:ln w="31750">
                <a:solidFill>
                  <a:srgbClr val="C00000"/>
                </a:solidFill>
              </a:ln>
            </p:spPr>
          </p:pic>
          <p:pic>
            <p:nvPicPr>
              <p:cNvPr id="3" name="图片 2"/>
              <p:cNvPicPr>
                <a:picLocks noChangeAspect="1"/>
              </p:cNvPicPr>
              <p:nvPr/>
            </p:nvPicPr>
            <p:blipFill rotWithShape="1">
              <a:blip r:embed="rId5">
                <a:extLst>
                  <a:ext uri="{28A0092B-C50C-407E-A947-70E740481C1C}">
                    <a14:useLocalDpi xmlns:a14="http://schemas.microsoft.com/office/drawing/2010/main" val="0"/>
                  </a:ext>
                </a:extLst>
              </a:blip>
              <a:srcRect l="16667" r="16667"/>
              <a:stretch>
                <a:fillRect/>
              </a:stretch>
            </p:blipFill>
            <p:spPr>
              <a:xfrm>
                <a:off x="5551487" y="3179832"/>
                <a:ext cx="968375" cy="968375"/>
              </a:xfrm>
              <a:prstGeom prst="ellipse">
                <a:avLst/>
              </a:prstGeom>
              <a:ln w="31750">
                <a:solidFill>
                  <a:srgbClr val="C00000"/>
                </a:solidFill>
              </a:ln>
            </p:spPr>
          </p:pic>
          <p:grpSp>
            <p:nvGrpSpPr>
              <p:cNvPr id="109" name="组合 108"/>
              <p:cNvGrpSpPr/>
              <p:nvPr/>
            </p:nvGrpSpPr>
            <p:grpSpPr>
              <a:xfrm>
                <a:off x="6640120" y="1362421"/>
                <a:ext cx="141698" cy="213893"/>
                <a:chOff x="6640120" y="1281114"/>
                <a:chExt cx="141698" cy="213893"/>
              </a:xfrm>
            </p:grpSpPr>
            <p:grpSp>
              <p:nvGrpSpPr>
                <p:cNvPr id="99" name="组合 98"/>
                <p:cNvGrpSpPr/>
                <p:nvPr/>
              </p:nvGrpSpPr>
              <p:grpSpPr>
                <a:xfrm flipV="1">
                  <a:off x="6640120" y="1319938"/>
                  <a:ext cx="65419" cy="136244"/>
                  <a:chOff x="10385217" y="-2695670"/>
                  <a:chExt cx="988829" cy="1018610"/>
                </a:xfrm>
              </p:grpSpPr>
              <p:cxnSp>
                <p:nvCxnSpPr>
                  <p:cNvPr id="100" name="米菲PPT45-3"/>
                  <p:cNvCxnSpPr/>
                  <p:nvPr/>
                </p:nvCxnSpPr>
                <p:spPr>
                  <a:xfrm>
                    <a:off x="10385398" y="-2695670"/>
                    <a:ext cx="988648" cy="494072"/>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01" name="米菲PPT45-4"/>
                  <p:cNvCxnSpPr/>
                  <p:nvPr/>
                </p:nvCxnSpPr>
                <p:spPr>
                  <a:xfrm flipV="1">
                    <a:off x="10385217" y="-2171132"/>
                    <a:ext cx="988647" cy="494072"/>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07" name="组合 106"/>
                <p:cNvGrpSpPr/>
                <p:nvPr/>
              </p:nvGrpSpPr>
              <p:grpSpPr>
                <a:xfrm>
                  <a:off x="6681815" y="1281114"/>
                  <a:ext cx="100003" cy="213893"/>
                  <a:chOff x="7729565" y="95251"/>
                  <a:chExt cx="100003" cy="213893"/>
                </a:xfrm>
              </p:grpSpPr>
              <p:cxnSp>
                <p:nvCxnSpPr>
                  <p:cNvPr id="103" name="米菲PPT45-2"/>
                  <p:cNvCxnSpPr/>
                  <p:nvPr/>
                </p:nvCxnSpPr>
                <p:spPr>
                  <a:xfrm>
                    <a:off x="7729565" y="95251"/>
                    <a:ext cx="100003" cy="104355"/>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06" name="米菲PPT45-2"/>
                  <p:cNvCxnSpPr/>
                  <p:nvPr/>
                </p:nvCxnSpPr>
                <p:spPr>
                  <a:xfrm flipV="1">
                    <a:off x="7729565" y="204789"/>
                    <a:ext cx="100003" cy="104355"/>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110" name="组合 109"/>
              <p:cNvGrpSpPr/>
              <p:nvPr/>
            </p:nvGrpSpPr>
            <p:grpSpPr>
              <a:xfrm>
                <a:off x="6640120" y="3557073"/>
                <a:ext cx="141698" cy="213893"/>
                <a:chOff x="6640120" y="1281114"/>
                <a:chExt cx="141698" cy="213893"/>
              </a:xfrm>
            </p:grpSpPr>
            <p:grpSp>
              <p:nvGrpSpPr>
                <p:cNvPr id="111" name="组合 110"/>
                <p:cNvGrpSpPr/>
                <p:nvPr/>
              </p:nvGrpSpPr>
              <p:grpSpPr>
                <a:xfrm flipV="1">
                  <a:off x="6640120" y="1319938"/>
                  <a:ext cx="65419" cy="136244"/>
                  <a:chOff x="10385217" y="-2695670"/>
                  <a:chExt cx="988829" cy="1018610"/>
                </a:xfrm>
              </p:grpSpPr>
              <p:cxnSp>
                <p:nvCxnSpPr>
                  <p:cNvPr id="115" name="米菲PPT45-3"/>
                  <p:cNvCxnSpPr/>
                  <p:nvPr/>
                </p:nvCxnSpPr>
                <p:spPr>
                  <a:xfrm>
                    <a:off x="10385398" y="-2695670"/>
                    <a:ext cx="988648" cy="494072"/>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16" name="米菲PPT45-4"/>
                  <p:cNvCxnSpPr/>
                  <p:nvPr/>
                </p:nvCxnSpPr>
                <p:spPr>
                  <a:xfrm flipV="1">
                    <a:off x="10385217" y="-2171132"/>
                    <a:ext cx="988647" cy="494072"/>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12" name="组合 111"/>
                <p:cNvGrpSpPr/>
                <p:nvPr/>
              </p:nvGrpSpPr>
              <p:grpSpPr>
                <a:xfrm>
                  <a:off x="6681815" y="1281114"/>
                  <a:ext cx="100003" cy="213893"/>
                  <a:chOff x="7729565" y="95251"/>
                  <a:chExt cx="100003" cy="213893"/>
                </a:xfrm>
              </p:grpSpPr>
              <p:cxnSp>
                <p:nvCxnSpPr>
                  <p:cNvPr id="113" name="米菲PPT45-2"/>
                  <p:cNvCxnSpPr/>
                  <p:nvPr/>
                </p:nvCxnSpPr>
                <p:spPr>
                  <a:xfrm>
                    <a:off x="7729565" y="95251"/>
                    <a:ext cx="100003" cy="104355"/>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14" name="米菲PPT45-2"/>
                  <p:cNvCxnSpPr/>
                  <p:nvPr/>
                </p:nvCxnSpPr>
                <p:spPr>
                  <a:xfrm flipV="1">
                    <a:off x="7729565" y="204789"/>
                    <a:ext cx="100003" cy="104355"/>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117" name="组合 116"/>
              <p:cNvGrpSpPr/>
              <p:nvPr/>
            </p:nvGrpSpPr>
            <p:grpSpPr>
              <a:xfrm>
                <a:off x="7173520" y="2457337"/>
                <a:ext cx="141698" cy="213893"/>
                <a:chOff x="6640120" y="1281114"/>
                <a:chExt cx="141698" cy="213893"/>
              </a:xfrm>
            </p:grpSpPr>
            <p:grpSp>
              <p:nvGrpSpPr>
                <p:cNvPr id="118" name="组合 117"/>
                <p:cNvGrpSpPr/>
                <p:nvPr/>
              </p:nvGrpSpPr>
              <p:grpSpPr>
                <a:xfrm flipV="1">
                  <a:off x="6640120" y="1319938"/>
                  <a:ext cx="65419" cy="136244"/>
                  <a:chOff x="10385217" y="-2695670"/>
                  <a:chExt cx="988829" cy="1018610"/>
                </a:xfrm>
              </p:grpSpPr>
              <p:cxnSp>
                <p:nvCxnSpPr>
                  <p:cNvPr id="122" name="米菲PPT45-3"/>
                  <p:cNvCxnSpPr/>
                  <p:nvPr/>
                </p:nvCxnSpPr>
                <p:spPr>
                  <a:xfrm>
                    <a:off x="10385398" y="-2695670"/>
                    <a:ext cx="988648" cy="494072"/>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23" name="米菲PPT45-4"/>
                  <p:cNvCxnSpPr/>
                  <p:nvPr/>
                </p:nvCxnSpPr>
                <p:spPr>
                  <a:xfrm flipV="1">
                    <a:off x="10385217" y="-2171132"/>
                    <a:ext cx="988647" cy="494072"/>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p:nvGrpSpPr>
              <p:grpSpPr>
                <a:xfrm>
                  <a:off x="6681815" y="1281114"/>
                  <a:ext cx="100003" cy="213893"/>
                  <a:chOff x="7729565" y="95251"/>
                  <a:chExt cx="100003" cy="213893"/>
                </a:xfrm>
              </p:grpSpPr>
              <p:cxnSp>
                <p:nvCxnSpPr>
                  <p:cNvPr id="120" name="米菲PPT45-2"/>
                  <p:cNvCxnSpPr/>
                  <p:nvPr/>
                </p:nvCxnSpPr>
                <p:spPr>
                  <a:xfrm>
                    <a:off x="7729565" y="95251"/>
                    <a:ext cx="100003" cy="104355"/>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21" name="米菲PPT45-2"/>
                  <p:cNvCxnSpPr/>
                  <p:nvPr/>
                </p:nvCxnSpPr>
                <p:spPr>
                  <a:xfrm flipV="1">
                    <a:off x="7729565" y="204789"/>
                    <a:ext cx="100003" cy="104355"/>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sp>
            <p:nvSpPr>
              <p:cNvPr id="128" name="文本框 127"/>
              <p:cNvSpPr txBox="1"/>
              <p:nvPr/>
            </p:nvSpPr>
            <p:spPr>
              <a:xfrm>
                <a:off x="6889865" y="1205641"/>
                <a:ext cx="2830903" cy="527452"/>
              </a:xfrm>
              <a:prstGeom prst="rect">
                <a:avLst/>
              </a:prstGeom>
              <a:noFill/>
            </p:spPr>
            <p:txBody>
              <a:bodyPr wrap="none" lIns="0" tIns="0" rIns="0" bIns="0">
                <a:spAutoFit/>
              </a:bodyPr>
              <a:lstStyle/>
              <a:p>
                <a:pPr marL="285750" indent="-285750">
                  <a:lnSpc>
                    <a:spcPct val="11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n-ea"/>
                    <a:sym typeface="+mn-lt"/>
                  </a:rPr>
                  <a:t>账务处理能力、财务软件</a:t>
                </a:r>
              </a:p>
              <a:p>
                <a:pPr marL="285750" indent="-285750">
                  <a:lnSpc>
                    <a:spcPct val="11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n-ea"/>
                    <a:sym typeface="+mn-lt"/>
                  </a:rPr>
                  <a:t>税务筹划能力</a:t>
                </a:r>
                <a:r>
                  <a:rPr lang="en-US" altLang="zh-CN" sz="1600" dirty="0">
                    <a:latin typeface="思源黑体 CN Bold" panose="020B0800000000000000" pitchFamily="34" charset="-122"/>
                    <a:ea typeface="思源黑体 CN Bold" panose="020B0800000000000000" pitchFamily="34" charset="-122"/>
                    <a:cs typeface="+mn-ea"/>
                    <a:sym typeface="+mn-lt"/>
                  </a:rPr>
                  <a:t>/</a:t>
                </a:r>
                <a:r>
                  <a:rPr lang="zh-CN" altLang="en-US" sz="1600" dirty="0">
                    <a:latin typeface="思源黑体 CN Bold" panose="020B0800000000000000" pitchFamily="34" charset="-122"/>
                    <a:ea typeface="思源黑体 CN Bold" panose="020B0800000000000000" pitchFamily="34" charset="-122"/>
                    <a:cs typeface="+mn-ea"/>
                    <a:sym typeface="+mn-lt"/>
                  </a:rPr>
                  <a:t>财务分析能力</a:t>
                </a:r>
                <a:endParaRPr lang="zh-CN" altLang="en-US" sz="1600" dirty="0"/>
              </a:p>
            </p:txBody>
          </p:sp>
          <p:sp>
            <p:nvSpPr>
              <p:cNvPr id="130" name="文本框 129"/>
              <p:cNvSpPr txBox="1"/>
              <p:nvPr/>
            </p:nvSpPr>
            <p:spPr>
              <a:xfrm>
                <a:off x="7493115" y="2300557"/>
                <a:ext cx="1930016" cy="527452"/>
              </a:xfrm>
              <a:prstGeom prst="rect">
                <a:avLst/>
              </a:prstGeom>
              <a:noFill/>
            </p:spPr>
            <p:txBody>
              <a:bodyPr wrap="none" lIns="0" tIns="0" rIns="0" bIns="0">
                <a:spAutoFit/>
              </a:bodyPr>
              <a:lstStyle/>
              <a:p>
                <a:pPr marL="285750" indent="-285750">
                  <a:lnSpc>
                    <a:spcPct val="11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n-ea"/>
                    <a:sym typeface="+mn-lt"/>
                  </a:rPr>
                  <a:t>会计政策选择能力</a:t>
                </a:r>
              </a:p>
              <a:p>
                <a:pPr marL="285750" indent="-285750">
                  <a:lnSpc>
                    <a:spcPct val="11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n-ea"/>
                    <a:sym typeface="+mn-lt"/>
                  </a:rPr>
                  <a:t>会计估计判断能力</a:t>
                </a:r>
                <a:endParaRPr lang="zh-CN" altLang="en-US" sz="1600" dirty="0"/>
              </a:p>
            </p:txBody>
          </p:sp>
          <p:sp>
            <p:nvSpPr>
              <p:cNvPr id="131" name="文本框 130"/>
              <p:cNvSpPr txBox="1"/>
              <p:nvPr/>
            </p:nvSpPr>
            <p:spPr>
              <a:xfrm>
                <a:off x="6889865" y="3400293"/>
                <a:ext cx="2545569" cy="527645"/>
              </a:xfrm>
              <a:prstGeom prst="rect">
                <a:avLst/>
              </a:prstGeom>
              <a:noFill/>
            </p:spPr>
            <p:txBody>
              <a:bodyPr wrap="none" lIns="0" tIns="0" rIns="0" bIns="0">
                <a:spAutoFit/>
              </a:bodyPr>
              <a:lstStyle/>
              <a:p>
                <a:pPr marL="285750" indent="-285750">
                  <a:lnSpc>
                    <a:spcPct val="11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n-ea"/>
                    <a:sym typeface="+mn-lt"/>
                  </a:rPr>
                  <a:t>智能工具应用能力</a:t>
                </a:r>
                <a:endParaRPr lang="en-US" altLang="zh-CN" sz="1600" dirty="0">
                  <a:latin typeface="思源黑体 CN Bold" panose="020B0800000000000000" pitchFamily="34" charset="-122"/>
                  <a:ea typeface="思源黑体 CN Bold" panose="020B0800000000000000" pitchFamily="34" charset="-122"/>
                  <a:cs typeface="+mn-ea"/>
                  <a:sym typeface="+mn-lt"/>
                </a:endParaRPr>
              </a:p>
              <a:p>
                <a:pPr marL="285750" indent="-285750">
                  <a:lnSpc>
                    <a:spcPct val="11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n-ea"/>
                    <a:sym typeface="+mn-lt"/>
                  </a:rPr>
                  <a:t>业财融合能力、</a:t>
                </a:r>
                <a:r>
                  <a:rPr lang="zh-CN" altLang="en-US" sz="1600" dirty="0">
                    <a:latin typeface="思源黑体 CN Bold" panose="020B0800000000000000" pitchFamily="34" charset="-122"/>
                    <a:ea typeface="思源黑体 CN Bold" panose="020B0800000000000000" pitchFamily="34" charset="-122"/>
                    <a:cs typeface="+mn-ea"/>
                  </a:rPr>
                  <a:t>创新思维</a:t>
                </a:r>
              </a:p>
            </p:txBody>
          </p:sp>
        </p:grpSp>
      </p:grpSp>
      <p:grpSp>
        <p:nvGrpSpPr>
          <p:cNvPr id="28" name="组合 27"/>
          <p:cNvGrpSpPr/>
          <p:nvPr/>
        </p:nvGrpSpPr>
        <p:grpSpPr>
          <a:xfrm>
            <a:off x="9962197" y="827088"/>
            <a:ext cx="1786891" cy="5078412"/>
            <a:chOff x="9962197" y="827088"/>
            <a:chExt cx="1786891" cy="5078412"/>
          </a:xfrm>
        </p:grpSpPr>
        <p:sp>
          <p:nvSpPr>
            <p:cNvPr id="166" name="左大括号 165"/>
            <p:cNvSpPr/>
            <p:nvPr/>
          </p:nvSpPr>
          <p:spPr>
            <a:xfrm>
              <a:off x="9962197" y="1133474"/>
              <a:ext cx="499111" cy="4600575"/>
            </a:xfrm>
            <a:prstGeom prst="leftBrace">
              <a:avLst>
                <a:gd name="adj1" fmla="val 0"/>
                <a:gd name="adj2" fmla="val 34831"/>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 name="矩形 95"/>
            <p:cNvSpPr/>
            <p:nvPr/>
          </p:nvSpPr>
          <p:spPr>
            <a:xfrm>
              <a:off x="10473444" y="908050"/>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0" name="文本框 139"/>
            <p:cNvSpPr txBox="1"/>
            <p:nvPr/>
          </p:nvSpPr>
          <p:spPr>
            <a:xfrm>
              <a:off x="10734764" y="978615"/>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方法创新</a:t>
              </a:r>
              <a:endParaRPr lang="zh-CN" altLang="en-US" sz="1600" dirty="0"/>
            </a:p>
          </p:txBody>
        </p:sp>
        <p:sp>
          <p:nvSpPr>
            <p:cNvPr id="141" name="椭圆 140"/>
            <p:cNvSpPr/>
            <p:nvPr/>
          </p:nvSpPr>
          <p:spPr>
            <a:xfrm>
              <a:off x="10390188" y="827088"/>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1</a:t>
              </a:r>
              <a:endParaRPr lang="zh-CN" altLang="en-US" sz="1400" dirty="0"/>
            </a:p>
          </p:txBody>
        </p:sp>
        <p:sp>
          <p:nvSpPr>
            <p:cNvPr id="142" name="矩形 141"/>
            <p:cNvSpPr/>
            <p:nvPr/>
          </p:nvSpPr>
          <p:spPr>
            <a:xfrm>
              <a:off x="10473444" y="1484312"/>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3" name="文本框 142"/>
            <p:cNvSpPr txBox="1"/>
            <p:nvPr/>
          </p:nvSpPr>
          <p:spPr>
            <a:xfrm>
              <a:off x="10734764" y="1554877"/>
              <a:ext cx="615553" cy="246221"/>
            </a:xfrm>
            <a:prstGeom prst="rect">
              <a:avLst/>
            </a:prstGeom>
            <a:noFill/>
          </p:spPr>
          <p:txBody>
            <a:bodyPr wrap="none" lIns="0" tIns="0" rIns="0" bIns="0">
              <a:spAutoFit/>
            </a:bodyPr>
            <a:lstStyle/>
            <a:p>
              <a:r>
                <a:rPr lang="zh-CN" altLang="en-US" sz="1600" dirty="0">
                  <a:latin typeface="思源黑体 CN Bold" panose="020B0800000000000000" pitchFamily="34" charset="-122"/>
                  <a:ea typeface="思源黑体 CN Bold" panose="020B0800000000000000" pitchFamily="34" charset="-122"/>
                  <a:cs typeface="+mn-ea"/>
                  <a:sym typeface="+mn-lt"/>
                </a:rPr>
                <a:t>系统性</a:t>
              </a:r>
              <a:endParaRPr lang="zh-CN" altLang="en-US" sz="1600" dirty="0"/>
            </a:p>
          </p:txBody>
        </p:sp>
        <p:sp>
          <p:nvSpPr>
            <p:cNvPr id="144" name="椭圆 143"/>
            <p:cNvSpPr/>
            <p:nvPr/>
          </p:nvSpPr>
          <p:spPr>
            <a:xfrm>
              <a:off x="10390188" y="1403350"/>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2</a:t>
              </a:r>
              <a:endParaRPr lang="zh-CN" altLang="en-US" sz="1400" dirty="0"/>
            </a:p>
          </p:txBody>
        </p:sp>
        <p:sp>
          <p:nvSpPr>
            <p:cNvPr id="145" name="矩形 144"/>
            <p:cNvSpPr/>
            <p:nvPr/>
          </p:nvSpPr>
          <p:spPr>
            <a:xfrm>
              <a:off x="10473444" y="2060574"/>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6" name="文本框 145"/>
            <p:cNvSpPr txBox="1"/>
            <p:nvPr/>
          </p:nvSpPr>
          <p:spPr>
            <a:xfrm>
              <a:off x="10734764" y="2131139"/>
              <a:ext cx="615553"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前瞻性</a:t>
              </a:r>
              <a:endParaRPr lang="zh-CN" altLang="en-US" sz="1600" dirty="0"/>
            </a:p>
          </p:txBody>
        </p:sp>
        <p:sp>
          <p:nvSpPr>
            <p:cNvPr id="147" name="椭圆 146"/>
            <p:cNvSpPr/>
            <p:nvPr/>
          </p:nvSpPr>
          <p:spPr>
            <a:xfrm>
              <a:off x="10390188" y="1979612"/>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3</a:t>
              </a:r>
              <a:endParaRPr lang="zh-CN" altLang="en-US" sz="1400" dirty="0"/>
            </a:p>
          </p:txBody>
        </p:sp>
        <p:sp>
          <p:nvSpPr>
            <p:cNvPr id="148" name="矩形 147"/>
            <p:cNvSpPr/>
            <p:nvPr/>
          </p:nvSpPr>
          <p:spPr>
            <a:xfrm>
              <a:off x="10473444" y="2636836"/>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9" name="文本框 148"/>
            <p:cNvSpPr txBox="1"/>
            <p:nvPr/>
          </p:nvSpPr>
          <p:spPr>
            <a:xfrm>
              <a:off x="10734764" y="2707401"/>
              <a:ext cx="615553"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实践性</a:t>
              </a:r>
              <a:endParaRPr lang="zh-CN" altLang="en-US" sz="1600" dirty="0"/>
            </a:p>
          </p:txBody>
        </p:sp>
        <p:sp>
          <p:nvSpPr>
            <p:cNvPr id="150" name="椭圆 149"/>
            <p:cNvSpPr/>
            <p:nvPr/>
          </p:nvSpPr>
          <p:spPr>
            <a:xfrm>
              <a:off x="10390188" y="2555874"/>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4</a:t>
              </a:r>
              <a:endParaRPr lang="zh-CN" altLang="en-US" sz="1400" dirty="0"/>
            </a:p>
          </p:txBody>
        </p:sp>
        <p:sp>
          <p:nvSpPr>
            <p:cNvPr id="151" name="矩形 150"/>
            <p:cNvSpPr/>
            <p:nvPr/>
          </p:nvSpPr>
          <p:spPr>
            <a:xfrm>
              <a:off x="10473444" y="3213098"/>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2" name="文本框 151"/>
            <p:cNvSpPr txBox="1"/>
            <p:nvPr/>
          </p:nvSpPr>
          <p:spPr>
            <a:xfrm>
              <a:off x="10734764" y="3283663"/>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可操作性</a:t>
              </a:r>
              <a:endParaRPr lang="zh-CN" altLang="en-US" sz="1600" dirty="0"/>
            </a:p>
          </p:txBody>
        </p:sp>
        <p:sp>
          <p:nvSpPr>
            <p:cNvPr id="153" name="椭圆 152"/>
            <p:cNvSpPr/>
            <p:nvPr/>
          </p:nvSpPr>
          <p:spPr>
            <a:xfrm>
              <a:off x="10390188" y="3132136"/>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5</a:t>
              </a:r>
              <a:endParaRPr lang="zh-CN" altLang="en-US" sz="1400" dirty="0"/>
            </a:p>
          </p:txBody>
        </p:sp>
        <p:sp>
          <p:nvSpPr>
            <p:cNvPr id="154" name="矩形 153"/>
            <p:cNvSpPr/>
            <p:nvPr/>
          </p:nvSpPr>
          <p:spPr>
            <a:xfrm>
              <a:off x="10473444" y="3789360"/>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文本框 154"/>
            <p:cNvSpPr txBox="1"/>
            <p:nvPr/>
          </p:nvSpPr>
          <p:spPr>
            <a:xfrm>
              <a:off x="10734764" y="3859925"/>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动态调整</a:t>
              </a:r>
              <a:endParaRPr lang="zh-CN" altLang="en-US" sz="1600" dirty="0"/>
            </a:p>
          </p:txBody>
        </p:sp>
        <p:sp>
          <p:nvSpPr>
            <p:cNvPr id="156" name="椭圆 155"/>
            <p:cNvSpPr/>
            <p:nvPr/>
          </p:nvSpPr>
          <p:spPr>
            <a:xfrm>
              <a:off x="10390188" y="3708398"/>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6</a:t>
              </a:r>
              <a:endParaRPr lang="zh-CN" altLang="en-US" sz="1400" dirty="0"/>
            </a:p>
          </p:txBody>
        </p:sp>
        <p:sp>
          <p:nvSpPr>
            <p:cNvPr id="157" name="矩形 156"/>
            <p:cNvSpPr/>
            <p:nvPr/>
          </p:nvSpPr>
          <p:spPr>
            <a:xfrm>
              <a:off x="10473444" y="4365622"/>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8" name="文本框 157"/>
            <p:cNvSpPr txBox="1"/>
            <p:nvPr/>
          </p:nvSpPr>
          <p:spPr>
            <a:xfrm>
              <a:off x="10734764" y="4436187"/>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维度权重</a:t>
              </a:r>
              <a:endParaRPr lang="zh-CN" altLang="en-US" sz="1600" dirty="0"/>
            </a:p>
          </p:txBody>
        </p:sp>
        <p:sp>
          <p:nvSpPr>
            <p:cNvPr id="159" name="椭圆 158"/>
            <p:cNvSpPr/>
            <p:nvPr/>
          </p:nvSpPr>
          <p:spPr>
            <a:xfrm>
              <a:off x="10390188" y="4284660"/>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7</a:t>
              </a:r>
              <a:endParaRPr lang="zh-CN" altLang="en-US" sz="1400" dirty="0"/>
            </a:p>
          </p:txBody>
        </p:sp>
        <p:sp>
          <p:nvSpPr>
            <p:cNvPr id="160" name="矩形 159"/>
            <p:cNvSpPr/>
            <p:nvPr/>
          </p:nvSpPr>
          <p:spPr>
            <a:xfrm>
              <a:off x="10473444" y="4941884"/>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1" name="文本框 160"/>
            <p:cNvSpPr txBox="1"/>
            <p:nvPr/>
          </p:nvSpPr>
          <p:spPr>
            <a:xfrm>
              <a:off x="10734764" y="5012449"/>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实施路径</a:t>
              </a:r>
              <a:endParaRPr lang="zh-CN" altLang="en-US" sz="1600" dirty="0"/>
            </a:p>
          </p:txBody>
        </p:sp>
        <p:sp>
          <p:nvSpPr>
            <p:cNvPr id="162" name="椭圆 161"/>
            <p:cNvSpPr/>
            <p:nvPr/>
          </p:nvSpPr>
          <p:spPr>
            <a:xfrm>
              <a:off x="10390188" y="4860922"/>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8</a:t>
              </a:r>
              <a:endParaRPr lang="zh-CN" altLang="en-US" sz="1400" dirty="0"/>
            </a:p>
          </p:txBody>
        </p:sp>
        <p:sp>
          <p:nvSpPr>
            <p:cNvPr id="163" name="矩形 162"/>
            <p:cNvSpPr/>
            <p:nvPr/>
          </p:nvSpPr>
          <p:spPr>
            <a:xfrm>
              <a:off x="10473444" y="5518150"/>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4" name="文本框 163"/>
            <p:cNvSpPr txBox="1"/>
            <p:nvPr/>
          </p:nvSpPr>
          <p:spPr>
            <a:xfrm>
              <a:off x="10734764" y="5588715"/>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场景训练</a:t>
              </a:r>
              <a:endParaRPr lang="zh-CN" altLang="en-US" sz="1600" dirty="0"/>
            </a:p>
          </p:txBody>
        </p:sp>
        <p:sp>
          <p:nvSpPr>
            <p:cNvPr id="165" name="椭圆 164"/>
            <p:cNvSpPr/>
            <p:nvPr/>
          </p:nvSpPr>
          <p:spPr>
            <a:xfrm>
              <a:off x="10390188" y="5437188"/>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9</a:t>
              </a:r>
              <a:endParaRPr lang="zh-CN" altLang="en-US" sz="1400" dirty="0"/>
            </a:p>
          </p:txBody>
        </p:sp>
        <p:cxnSp>
          <p:nvCxnSpPr>
            <p:cNvPr id="175" name="直接连接符 174"/>
            <p:cNvCxnSpPr/>
            <p:nvPr/>
          </p:nvCxnSpPr>
          <p:spPr>
            <a:xfrm>
              <a:off x="10206514" y="1677987"/>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10206514" y="2254249"/>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a:off x="10206514" y="2830511"/>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10206514" y="3406773"/>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a:off x="10206514" y="3983035"/>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a:off x="10206514" y="4559297"/>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a:off x="10206514" y="5135559"/>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442913" y="4365625"/>
            <a:ext cx="6828745" cy="1567543"/>
            <a:chOff x="442913" y="4365625"/>
            <a:chExt cx="6828745" cy="1567543"/>
          </a:xfrm>
        </p:grpSpPr>
        <p:sp>
          <p:nvSpPr>
            <p:cNvPr id="95" name="矩形 94"/>
            <p:cNvSpPr/>
            <p:nvPr/>
          </p:nvSpPr>
          <p:spPr>
            <a:xfrm>
              <a:off x="442914" y="4365625"/>
              <a:ext cx="6828744" cy="15675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文本框 132"/>
            <p:cNvSpPr txBox="1"/>
            <p:nvPr/>
          </p:nvSpPr>
          <p:spPr>
            <a:xfrm>
              <a:off x="3856945" y="4533843"/>
              <a:ext cx="317500" cy="1231106"/>
            </a:xfrm>
            <a:prstGeom prst="rect">
              <a:avLst/>
            </a:prstGeom>
            <a:noFill/>
          </p:spPr>
          <p:txBody>
            <a:bodyPr wrap="square" lIns="0" tIns="0" rIns="0" bIns="0">
              <a:spAutoFit/>
            </a:bodyPr>
            <a:lstStyle/>
            <a:p>
              <a:pPr algn="ctr"/>
              <a:r>
                <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Nirmala UI" panose="020B0502040204020203" pitchFamily="34" charset="0"/>
                  <a:ea typeface="思源黑体 CN Bold" panose="020B0800000000000000" pitchFamily="34" charset="-122"/>
                  <a:cs typeface="Nirmala UI" panose="020B0502040204020203" pitchFamily="34" charset="0"/>
                </a:rPr>
                <a:t>价值维度</a:t>
              </a:r>
            </a:p>
          </p:txBody>
        </p:sp>
        <p:sp>
          <p:nvSpPr>
            <p:cNvPr id="188" name="矩形: 圆角 187"/>
            <p:cNvSpPr/>
            <p:nvPr/>
          </p:nvSpPr>
          <p:spPr>
            <a:xfrm>
              <a:off x="2496457" y="4365625"/>
              <a:ext cx="1168763" cy="1567543"/>
            </a:xfrm>
            <a:prstGeom prst="roundRect">
              <a:avLst>
                <a:gd name="adj"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箭头: 五边形 183"/>
            <p:cNvSpPr/>
            <p:nvPr/>
          </p:nvSpPr>
          <p:spPr>
            <a:xfrm>
              <a:off x="442913" y="4453605"/>
              <a:ext cx="566511" cy="425224"/>
            </a:xfrm>
            <a:prstGeom prst="homePlate">
              <a:avLst>
                <a:gd name="adj" fmla="val 3414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箭头: 五边形 185"/>
            <p:cNvSpPr/>
            <p:nvPr/>
          </p:nvSpPr>
          <p:spPr>
            <a:xfrm>
              <a:off x="442913" y="5419964"/>
              <a:ext cx="566511" cy="425224"/>
            </a:xfrm>
            <a:prstGeom prst="homePlate">
              <a:avLst>
                <a:gd name="adj" fmla="val 3414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矩形: 圆角 188"/>
            <p:cNvSpPr/>
            <p:nvPr/>
          </p:nvSpPr>
          <p:spPr>
            <a:xfrm>
              <a:off x="2585992" y="4501230"/>
              <a:ext cx="989693" cy="329974"/>
            </a:xfrm>
            <a:prstGeom prst="roundRect">
              <a:avLst>
                <a:gd name="adj" fmla="val 4338"/>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文本框 189"/>
            <p:cNvSpPr txBox="1"/>
            <p:nvPr/>
          </p:nvSpPr>
          <p:spPr>
            <a:xfrm>
              <a:off x="2721766" y="4558495"/>
              <a:ext cx="718145" cy="215444"/>
            </a:xfrm>
            <a:prstGeom prst="rect">
              <a:avLst/>
            </a:prstGeom>
            <a:noFill/>
          </p:spPr>
          <p:txBody>
            <a:bodyPr wrap="non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商业伦理</a:t>
              </a:r>
              <a:endParaRPr lang="zh-CN" altLang="en-US" sz="1400" dirty="0">
                <a:solidFill>
                  <a:schemeClr val="bg1"/>
                </a:solidFill>
              </a:endParaRPr>
            </a:p>
          </p:txBody>
        </p:sp>
        <p:sp>
          <p:nvSpPr>
            <p:cNvPr id="193" name="矩形: 圆角 192"/>
            <p:cNvSpPr/>
            <p:nvPr/>
          </p:nvSpPr>
          <p:spPr>
            <a:xfrm>
              <a:off x="2585992" y="5467589"/>
              <a:ext cx="989693" cy="329974"/>
            </a:xfrm>
            <a:prstGeom prst="roundRect">
              <a:avLst>
                <a:gd name="adj" fmla="val 4338"/>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文本框 193"/>
            <p:cNvSpPr txBox="1"/>
            <p:nvPr/>
          </p:nvSpPr>
          <p:spPr>
            <a:xfrm>
              <a:off x="2721766" y="5524854"/>
              <a:ext cx="718145" cy="215444"/>
            </a:xfrm>
            <a:prstGeom prst="rect">
              <a:avLst/>
            </a:prstGeom>
            <a:noFill/>
          </p:spPr>
          <p:txBody>
            <a:bodyPr wrap="non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法治意识</a:t>
              </a:r>
              <a:endParaRPr lang="zh-CN" altLang="en-US" sz="1400" dirty="0">
                <a:solidFill>
                  <a:schemeClr val="bg1"/>
                </a:solidFill>
              </a:endParaRPr>
            </a:p>
          </p:txBody>
        </p:sp>
        <p:sp>
          <p:nvSpPr>
            <p:cNvPr id="195" name="文本框 194"/>
            <p:cNvSpPr txBox="1"/>
            <p:nvPr/>
          </p:nvSpPr>
          <p:spPr>
            <a:xfrm>
              <a:off x="502182" y="4553975"/>
              <a:ext cx="359073" cy="224485"/>
            </a:xfrm>
            <a:prstGeom prst="rect">
              <a:avLst/>
            </a:prstGeom>
            <a:noFill/>
          </p:spPr>
          <p:txBody>
            <a:bodyPr wrap="none" lIns="0" tIns="0" rIns="0" bIns="0">
              <a:spAutoFit/>
            </a:bodyPr>
            <a:lstStyle/>
            <a:p>
              <a:pPr>
                <a:lnSpc>
                  <a:spcPct val="110000"/>
                </a:lnSpc>
              </a:pPr>
              <a:r>
                <a:rPr lang="zh-CN" altLang="en-US" sz="1400">
                  <a:latin typeface="思源黑体 CN Bold" panose="020B0800000000000000" pitchFamily="34" charset="-122"/>
                  <a:ea typeface="思源黑体 CN Bold" panose="020B0800000000000000" pitchFamily="34" charset="-122"/>
                  <a:cs typeface="+mn-ea"/>
                  <a:sym typeface="+mn-lt"/>
                </a:rPr>
                <a:t>塑造</a:t>
              </a:r>
              <a:endParaRPr lang="en-US" altLang="zh-CN" sz="1400" dirty="0">
                <a:latin typeface="思源黑体 CN Bold" panose="020B0800000000000000" pitchFamily="34" charset="-122"/>
                <a:ea typeface="思源黑体 CN Bold" panose="020B0800000000000000" pitchFamily="34" charset="-122"/>
                <a:cs typeface="+mn-ea"/>
                <a:sym typeface="+mn-lt"/>
              </a:endParaRPr>
            </a:p>
          </p:txBody>
        </p:sp>
        <p:sp>
          <p:nvSpPr>
            <p:cNvPr id="197" name="文本框 196"/>
            <p:cNvSpPr txBox="1"/>
            <p:nvPr/>
          </p:nvSpPr>
          <p:spPr>
            <a:xfrm>
              <a:off x="502182" y="5520334"/>
              <a:ext cx="359073" cy="224485"/>
            </a:xfrm>
            <a:prstGeom prst="rect">
              <a:avLst/>
            </a:prstGeom>
            <a:noFill/>
          </p:spPr>
          <p:txBody>
            <a:bodyPr wrap="none" lIns="0" tIns="0" rIns="0" bIns="0">
              <a:spAutoFit/>
            </a:bodyPr>
            <a:lstStyle/>
            <a:p>
              <a:pPr>
                <a:lnSpc>
                  <a:spcPct val="110000"/>
                </a:lnSpc>
              </a:pPr>
              <a:r>
                <a:rPr lang="zh-CN" altLang="en-US" sz="1400">
                  <a:latin typeface="思源黑体 CN Bold" panose="020B0800000000000000" pitchFamily="34" charset="-122"/>
                  <a:ea typeface="思源黑体 CN Bold" panose="020B0800000000000000" pitchFamily="34" charset="-122"/>
                  <a:cs typeface="+mn-ea"/>
                  <a:sym typeface="+mn-lt"/>
                </a:rPr>
                <a:t>价值</a:t>
              </a:r>
              <a:endParaRPr lang="en-US" altLang="zh-CN" sz="1400" dirty="0">
                <a:latin typeface="思源黑体 CN Bold" panose="020B0800000000000000" pitchFamily="34" charset="-122"/>
                <a:ea typeface="思源黑体 CN Bold" panose="020B0800000000000000" pitchFamily="34" charset="-122"/>
                <a:cs typeface="+mn-ea"/>
                <a:sym typeface="+mn-lt"/>
              </a:endParaRPr>
            </a:p>
          </p:txBody>
        </p:sp>
        <p:sp>
          <p:nvSpPr>
            <p:cNvPr id="198" name="矩形: 圆角 197"/>
            <p:cNvSpPr/>
            <p:nvPr/>
          </p:nvSpPr>
          <p:spPr>
            <a:xfrm>
              <a:off x="1161052" y="4501230"/>
              <a:ext cx="989693" cy="329974"/>
            </a:xfrm>
            <a:prstGeom prst="roundRect">
              <a:avLst>
                <a:gd name="adj" fmla="val 4338"/>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9" name="文本框 198"/>
            <p:cNvSpPr txBox="1"/>
            <p:nvPr/>
          </p:nvSpPr>
          <p:spPr>
            <a:xfrm>
              <a:off x="1296826" y="4558495"/>
              <a:ext cx="718145" cy="215444"/>
            </a:xfrm>
            <a:prstGeom prst="rect">
              <a:avLst/>
            </a:prstGeom>
            <a:noFill/>
          </p:spPr>
          <p:txBody>
            <a:bodyPr wrap="none" lIns="0" tIns="0" rIns="0" bIns="0">
              <a:spAutoFit/>
            </a:bodyPr>
            <a:lstStyle/>
            <a:p>
              <a:r>
                <a:rPr lang="zh-CN" altLang="en-US" sz="1400">
                  <a:latin typeface="思源黑体 CN Bold" panose="020B0800000000000000" pitchFamily="34" charset="-122"/>
                  <a:ea typeface="思源黑体 CN Bold" panose="020B0800000000000000" pitchFamily="34" charset="-122"/>
                  <a:cs typeface="+mn-ea"/>
                  <a:sym typeface="+mn-lt"/>
                </a:rPr>
                <a:t>职业道德</a:t>
              </a:r>
              <a:endParaRPr lang="zh-CN" altLang="en-US" sz="1400" dirty="0"/>
            </a:p>
          </p:txBody>
        </p:sp>
        <p:sp>
          <p:nvSpPr>
            <p:cNvPr id="185" name="箭头: 五边形 184"/>
            <p:cNvSpPr/>
            <p:nvPr/>
          </p:nvSpPr>
          <p:spPr>
            <a:xfrm>
              <a:off x="442913" y="4936785"/>
              <a:ext cx="566511" cy="425224"/>
            </a:xfrm>
            <a:prstGeom prst="homePlate">
              <a:avLst>
                <a:gd name="adj" fmla="val 3414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矩形: 圆角 190"/>
            <p:cNvSpPr/>
            <p:nvPr/>
          </p:nvSpPr>
          <p:spPr>
            <a:xfrm>
              <a:off x="2585992" y="4984410"/>
              <a:ext cx="989693" cy="329974"/>
            </a:xfrm>
            <a:prstGeom prst="roundRect">
              <a:avLst>
                <a:gd name="adj" fmla="val 4338"/>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文本框 191"/>
            <p:cNvSpPr txBox="1"/>
            <p:nvPr/>
          </p:nvSpPr>
          <p:spPr>
            <a:xfrm>
              <a:off x="2721766" y="5041675"/>
              <a:ext cx="718145" cy="215444"/>
            </a:xfrm>
            <a:prstGeom prst="rect">
              <a:avLst/>
            </a:prstGeom>
            <a:noFill/>
          </p:spPr>
          <p:txBody>
            <a:bodyPr wrap="non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社会责任</a:t>
              </a:r>
              <a:endParaRPr lang="zh-CN" altLang="en-US" sz="1400" dirty="0">
                <a:solidFill>
                  <a:schemeClr val="bg1"/>
                </a:solidFill>
              </a:endParaRPr>
            </a:p>
          </p:txBody>
        </p:sp>
        <p:sp>
          <p:nvSpPr>
            <p:cNvPr id="196" name="文本框 195"/>
            <p:cNvSpPr txBox="1"/>
            <p:nvPr/>
          </p:nvSpPr>
          <p:spPr>
            <a:xfrm>
              <a:off x="502182" y="5037155"/>
              <a:ext cx="359073" cy="224485"/>
            </a:xfrm>
            <a:prstGeom prst="rect">
              <a:avLst/>
            </a:prstGeom>
            <a:noFill/>
          </p:spPr>
          <p:txBody>
            <a:bodyPr wrap="none" lIns="0" tIns="0" rIns="0" bIns="0">
              <a:spAutoFit/>
            </a:bodyPr>
            <a:lstStyle/>
            <a:p>
              <a:pPr>
                <a:lnSpc>
                  <a:spcPct val="110000"/>
                </a:lnSpc>
              </a:pPr>
              <a:r>
                <a:rPr lang="zh-CN" altLang="en-US" sz="1400">
                  <a:latin typeface="思源黑体 CN Bold" panose="020B0800000000000000" pitchFamily="34" charset="-122"/>
                  <a:ea typeface="思源黑体 CN Bold" panose="020B0800000000000000" pitchFamily="34" charset="-122"/>
                  <a:cs typeface="+mn-ea"/>
                  <a:sym typeface="+mn-lt"/>
                </a:rPr>
                <a:t>职业</a:t>
              </a:r>
              <a:endParaRPr lang="en-US" altLang="zh-CN" sz="1400" dirty="0">
                <a:latin typeface="思源黑体 CN Bold" panose="020B0800000000000000" pitchFamily="34" charset="-122"/>
                <a:ea typeface="思源黑体 CN Bold" panose="020B0800000000000000" pitchFamily="34" charset="-122"/>
                <a:cs typeface="+mn-ea"/>
                <a:sym typeface="+mn-lt"/>
              </a:endParaRPr>
            </a:p>
          </p:txBody>
        </p:sp>
        <p:sp>
          <p:nvSpPr>
            <p:cNvPr id="200" name="矩形: 圆角 199"/>
            <p:cNvSpPr/>
            <p:nvPr/>
          </p:nvSpPr>
          <p:spPr>
            <a:xfrm>
              <a:off x="1161052" y="4984410"/>
              <a:ext cx="989693" cy="329974"/>
            </a:xfrm>
            <a:prstGeom prst="roundRect">
              <a:avLst>
                <a:gd name="adj" fmla="val 4338"/>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1" name="文本框 200"/>
            <p:cNvSpPr txBox="1"/>
            <p:nvPr/>
          </p:nvSpPr>
          <p:spPr>
            <a:xfrm>
              <a:off x="1296826" y="5041675"/>
              <a:ext cx="718145" cy="215444"/>
            </a:xfrm>
            <a:prstGeom prst="rect">
              <a:avLst/>
            </a:prstGeom>
            <a:noFill/>
          </p:spPr>
          <p:txBody>
            <a:bodyPr wrap="none" lIns="0" tIns="0" rIns="0" bIns="0">
              <a:spAutoFit/>
            </a:bodyPr>
            <a:lstStyle/>
            <a:p>
              <a:r>
                <a:rPr lang="zh-CN" altLang="en-US" sz="1400">
                  <a:latin typeface="思源黑体 CN Bold" panose="020B0800000000000000" pitchFamily="34" charset="-122"/>
                  <a:ea typeface="思源黑体 CN Bold" panose="020B0800000000000000" pitchFamily="34" charset="-122"/>
                  <a:cs typeface="+mn-ea"/>
                  <a:sym typeface="+mn-lt"/>
                </a:rPr>
                <a:t>财务合规</a:t>
              </a:r>
              <a:endParaRPr lang="zh-CN" altLang="en-US" sz="1400" dirty="0"/>
            </a:p>
          </p:txBody>
        </p:sp>
        <p:sp>
          <p:nvSpPr>
            <p:cNvPr id="202" name="矩形: 圆角 201"/>
            <p:cNvSpPr/>
            <p:nvPr/>
          </p:nvSpPr>
          <p:spPr>
            <a:xfrm>
              <a:off x="1161052" y="5467589"/>
              <a:ext cx="989693" cy="329974"/>
            </a:xfrm>
            <a:prstGeom prst="roundRect">
              <a:avLst>
                <a:gd name="adj" fmla="val 4338"/>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文本框 202"/>
            <p:cNvSpPr txBox="1"/>
            <p:nvPr/>
          </p:nvSpPr>
          <p:spPr>
            <a:xfrm>
              <a:off x="1296826" y="5524854"/>
              <a:ext cx="718145" cy="215444"/>
            </a:xfrm>
            <a:prstGeom prst="rect">
              <a:avLst/>
            </a:prstGeom>
            <a:noFill/>
          </p:spPr>
          <p:txBody>
            <a:bodyPr wrap="none" lIns="0" tIns="0" rIns="0" bIns="0">
              <a:spAutoFit/>
            </a:bodyPr>
            <a:lstStyle/>
            <a:p>
              <a:r>
                <a:rPr lang="zh-CN" altLang="en-US" sz="1400">
                  <a:latin typeface="思源黑体 CN Bold" panose="020B0800000000000000" pitchFamily="34" charset="-122"/>
                  <a:ea typeface="思源黑体 CN Bold" panose="020B0800000000000000" pitchFamily="34" charset="-122"/>
                  <a:cs typeface="+mn-ea"/>
                  <a:sym typeface="+mn-lt"/>
                </a:rPr>
                <a:t>风险管理</a:t>
              </a:r>
              <a:endParaRPr lang="zh-CN" altLang="en-US" sz="1400" dirty="0"/>
            </a:p>
          </p:txBody>
        </p:sp>
        <p:cxnSp>
          <p:nvCxnSpPr>
            <p:cNvPr id="207" name="直接箭头连接符 206"/>
            <p:cNvCxnSpPr>
              <a:stCxn id="198" idx="3"/>
              <a:endCxn id="188" idx="1"/>
            </p:cNvCxnSpPr>
            <p:nvPr/>
          </p:nvCxnSpPr>
          <p:spPr>
            <a:xfrm>
              <a:off x="2150745" y="4666217"/>
              <a:ext cx="345712" cy="48318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6+"/>
            <p:cNvCxnSpPr>
              <a:stCxn id="202" idx="3"/>
            </p:cNvCxnSpPr>
            <p:nvPr/>
          </p:nvCxnSpPr>
          <p:spPr>
            <a:xfrm flipV="1">
              <a:off x="2150745" y="5149398"/>
              <a:ext cx="345712" cy="483178"/>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Straight Arrow Connector 206++"/>
            <p:cNvCxnSpPr>
              <a:stCxn id="200" idx="3"/>
            </p:cNvCxnSpPr>
            <p:nvPr/>
          </p:nvCxnSpPr>
          <p:spPr>
            <a:xfrm>
              <a:off x="2150745" y="5149397"/>
              <a:ext cx="345712"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12" name="矩形: 圆角 211"/>
            <p:cNvSpPr/>
            <p:nvPr/>
          </p:nvSpPr>
          <p:spPr>
            <a:xfrm>
              <a:off x="4349221" y="4474643"/>
              <a:ext cx="2325899" cy="602746"/>
            </a:xfrm>
            <a:prstGeom prst="roundRect">
              <a:avLst>
                <a:gd name="adj" fmla="val 0"/>
              </a:avLst>
            </a:prstGeom>
            <a:solidFill>
              <a:schemeClr val="bg1"/>
            </a:solidFill>
            <a:ln w="6350">
              <a:solidFill>
                <a:schemeClr val="accent5">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矩形: 圆角 212"/>
            <p:cNvSpPr/>
            <p:nvPr/>
          </p:nvSpPr>
          <p:spPr>
            <a:xfrm>
              <a:off x="4349221" y="5221403"/>
              <a:ext cx="2325899" cy="602746"/>
            </a:xfrm>
            <a:prstGeom prst="roundRect">
              <a:avLst>
                <a:gd name="adj" fmla="val 0"/>
              </a:avLst>
            </a:prstGeom>
            <a:solidFill>
              <a:schemeClr val="bg1"/>
            </a:solidFill>
            <a:ln w="6350">
              <a:solidFill>
                <a:schemeClr val="accent5">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 name="加号 214"/>
            <p:cNvSpPr/>
            <p:nvPr/>
          </p:nvSpPr>
          <p:spPr>
            <a:xfrm>
              <a:off x="6778898" y="5037142"/>
              <a:ext cx="274320" cy="274320"/>
            </a:xfrm>
            <a:prstGeom prst="mathPlus">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文本框 216"/>
            <p:cNvSpPr txBox="1"/>
            <p:nvPr/>
          </p:nvSpPr>
          <p:spPr>
            <a:xfrm>
              <a:off x="6757308" y="4490980"/>
              <a:ext cx="317500" cy="492443"/>
            </a:xfrm>
            <a:prstGeom prst="rect">
              <a:avLst/>
            </a:prstGeom>
            <a:noFill/>
          </p:spPr>
          <p:txBody>
            <a:bodyPr wrap="square" lIns="0" tIns="0" rIns="0" bIns="0">
              <a:spAutoFit/>
            </a:bodyPr>
            <a:lstStyle/>
            <a:p>
              <a:pPr algn="ctr"/>
              <a:r>
                <a:rPr lang="zh-CN" altLang="en-US" sz="1600" b="1" kern="0">
                  <a:solidFill>
                    <a:schemeClr val="accent5"/>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知识</a:t>
              </a:r>
              <a:endParaRPr lang="zh-CN" altLang="en-US" sz="1600" b="1" kern="0" dirty="0">
                <a:solidFill>
                  <a:schemeClr val="accent5"/>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218" name="文本框 217"/>
            <p:cNvSpPr txBox="1"/>
            <p:nvPr/>
          </p:nvSpPr>
          <p:spPr>
            <a:xfrm>
              <a:off x="6757308" y="5333943"/>
              <a:ext cx="317500" cy="492443"/>
            </a:xfrm>
            <a:prstGeom prst="rect">
              <a:avLst/>
            </a:prstGeom>
            <a:noFill/>
          </p:spPr>
          <p:txBody>
            <a:bodyPr wrap="square" lIns="0" tIns="0" rIns="0" bIns="0">
              <a:spAutoFit/>
            </a:bodyPr>
            <a:lstStyle/>
            <a:p>
              <a:pPr algn="ctr"/>
              <a:r>
                <a:rPr lang="zh-CN" altLang="en-US" sz="1600" b="1" kern="0">
                  <a:solidFill>
                    <a:schemeClr val="accent5"/>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能力</a:t>
              </a:r>
              <a:endParaRPr lang="zh-CN" altLang="en-US" sz="1600" b="1" kern="0" dirty="0">
                <a:solidFill>
                  <a:schemeClr val="accent5"/>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220" name="文本框 219"/>
            <p:cNvSpPr txBox="1"/>
            <p:nvPr/>
          </p:nvSpPr>
          <p:spPr>
            <a:xfrm>
              <a:off x="4480296" y="4526428"/>
              <a:ext cx="2063749" cy="499176"/>
            </a:xfrm>
            <a:prstGeom prst="rect">
              <a:avLst/>
            </a:prstGeom>
            <a:noFill/>
          </p:spPr>
          <p:txBody>
            <a:bodyPr wrap="square" lIns="0" tIns="0" rIns="0" bIns="0">
              <a:spAutoFit/>
            </a:bodyPr>
            <a:lstStyle/>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n-ea"/>
                  <a:sym typeface="+mn-lt"/>
                </a:rPr>
                <a:t>供具体的教学实施路径和评价方法</a:t>
              </a:r>
              <a:endParaRPr lang="zh-CN" altLang="en-US" sz="1400" dirty="0"/>
            </a:p>
          </p:txBody>
        </p:sp>
        <p:sp>
          <p:nvSpPr>
            <p:cNvPr id="221" name="文本框 220"/>
            <p:cNvSpPr txBox="1"/>
            <p:nvPr/>
          </p:nvSpPr>
          <p:spPr>
            <a:xfrm>
              <a:off x="4480296" y="5273188"/>
              <a:ext cx="2063749" cy="499176"/>
            </a:xfrm>
            <a:prstGeom prst="rect">
              <a:avLst/>
            </a:prstGeom>
            <a:noFill/>
          </p:spPr>
          <p:txBody>
            <a:bodyPr wrap="square" lIns="0" tIns="0" rIns="0" bIns="0">
              <a:spAutoFit/>
            </a:bodyPr>
            <a:lstStyle/>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n-ea"/>
                  <a:sym typeface="+mn-lt"/>
                </a:rPr>
                <a:t>融入数字化转型和智能财务等前沿内容</a:t>
              </a:r>
              <a:endParaRPr lang="zh-CN" altLang="en-US" sz="1400" dirty="0"/>
            </a:p>
          </p:txBody>
        </p:sp>
        <p:grpSp>
          <p:nvGrpSpPr>
            <p:cNvPr id="229" name="组合 228"/>
            <p:cNvGrpSpPr/>
            <p:nvPr/>
          </p:nvGrpSpPr>
          <p:grpSpPr>
            <a:xfrm>
              <a:off x="1026320" y="4572681"/>
              <a:ext cx="72170" cy="187072"/>
              <a:chOff x="6792520" y="3196459"/>
              <a:chExt cx="65419" cy="136244"/>
            </a:xfrm>
          </p:grpSpPr>
          <p:cxnSp>
            <p:nvCxnSpPr>
              <p:cNvPr id="227" name="米菲PPT45-3"/>
              <p:cNvCxnSpPr/>
              <p:nvPr/>
            </p:nvCxnSpPr>
            <p:spPr>
              <a:xfrm flipV="1">
                <a:off x="6792532" y="3266618"/>
                <a:ext cx="65407" cy="66085"/>
              </a:xfrm>
              <a:prstGeom prst="line">
                <a:avLst/>
              </a:prstGeom>
              <a:ln w="25400" cap="rnd">
                <a:gradFill>
                  <a:gsLst>
                    <a:gs pos="0">
                      <a:schemeClr val="accent1">
                        <a:lumMod val="5000"/>
                        <a:lumOff val="95000"/>
                      </a:schemeClr>
                    </a:gs>
                    <a:gs pos="100000">
                      <a:schemeClr val="accent3"/>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28" name="米菲PPT45-4"/>
              <p:cNvCxnSpPr/>
              <p:nvPr/>
            </p:nvCxnSpPr>
            <p:spPr>
              <a:xfrm>
                <a:off x="6792520" y="3196459"/>
                <a:ext cx="65407" cy="66085"/>
              </a:xfrm>
              <a:prstGeom prst="line">
                <a:avLst/>
              </a:prstGeom>
              <a:ln w="25400" cap="rnd">
                <a:gradFill>
                  <a:gsLst>
                    <a:gs pos="0">
                      <a:schemeClr val="accent1">
                        <a:lumMod val="5000"/>
                        <a:lumOff val="95000"/>
                      </a:schemeClr>
                    </a:gs>
                    <a:gs pos="100000">
                      <a:schemeClr val="accent3"/>
                    </a:gs>
                  </a:gsLst>
                  <a:lin ang="5400000" scaled="1"/>
                </a:gradFill>
                <a:round/>
              </a:ln>
            </p:spPr>
            <p:style>
              <a:lnRef idx="1">
                <a:schemeClr val="accent1"/>
              </a:lnRef>
              <a:fillRef idx="0">
                <a:schemeClr val="accent1"/>
              </a:fillRef>
              <a:effectRef idx="0">
                <a:schemeClr val="accent1"/>
              </a:effectRef>
              <a:fontRef idx="minor">
                <a:schemeClr val="tx1"/>
              </a:fontRef>
            </p:style>
          </p:cxnSp>
        </p:grpSp>
        <p:grpSp>
          <p:nvGrpSpPr>
            <p:cNvPr id="230" name="组合 229"/>
            <p:cNvGrpSpPr/>
            <p:nvPr/>
          </p:nvGrpSpPr>
          <p:grpSpPr>
            <a:xfrm>
              <a:off x="1026320" y="5055861"/>
              <a:ext cx="72170" cy="187072"/>
              <a:chOff x="6792520" y="3196459"/>
              <a:chExt cx="65419" cy="136244"/>
            </a:xfrm>
          </p:grpSpPr>
          <p:cxnSp>
            <p:nvCxnSpPr>
              <p:cNvPr id="231" name="米菲PPT45-3"/>
              <p:cNvCxnSpPr/>
              <p:nvPr/>
            </p:nvCxnSpPr>
            <p:spPr>
              <a:xfrm flipV="1">
                <a:off x="6792532" y="3266618"/>
                <a:ext cx="65407" cy="66085"/>
              </a:xfrm>
              <a:prstGeom prst="line">
                <a:avLst/>
              </a:prstGeom>
              <a:ln w="25400" cap="rnd">
                <a:gradFill>
                  <a:gsLst>
                    <a:gs pos="0">
                      <a:schemeClr val="accent1">
                        <a:lumMod val="5000"/>
                        <a:lumOff val="95000"/>
                      </a:schemeClr>
                    </a:gs>
                    <a:gs pos="100000">
                      <a:schemeClr val="accent3"/>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32" name="米菲PPT45-4"/>
              <p:cNvCxnSpPr/>
              <p:nvPr/>
            </p:nvCxnSpPr>
            <p:spPr>
              <a:xfrm>
                <a:off x="6792520" y="3196459"/>
                <a:ext cx="65407" cy="66085"/>
              </a:xfrm>
              <a:prstGeom prst="line">
                <a:avLst/>
              </a:prstGeom>
              <a:ln w="25400" cap="rnd">
                <a:gradFill>
                  <a:gsLst>
                    <a:gs pos="0">
                      <a:schemeClr val="accent1">
                        <a:lumMod val="5000"/>
                        <a:lumOff val="95000"/>
                      </a:schemeClr>
                    </a:gs>
                    <a:gs pos="100000">
                      <a:schemeClr val="accent3"/>
                    </a:gs>
                  </a:gsLst>
                  <a:lin ang="5400000" scaled="1"/>
                </a:gradFill>
                <a:round/>
              </a:ln>
            </p:spPr>
            <p:style>
              <a:lnRef idx="1">
                <a:schemeClr val="accent1"/>
              </a:lnRef>
              <a:fillRef idx="0">
                <a:schemeClr val="accent1"/>
              </a:fillRef>
              <a:effectRef idx="0">
                <a:schemeClr val="accent1"/>
              </a:effectRef>
              <a:fontRef idx="minor">
                <a:schemeClr val="tx1"/>
              </a:fontRef>
            </p:style>
          </p:cxnSp>
        </p:grpSp>
        <p:grpSp>
          <p:nvGrpSpPr>
            <p:cNvPr id="233" name="组合 232"/>
            <p:cNvGrpSpPr/>
            <p:nvPr/>
          </p:nvGrpSpPr>
          <p:grpSpPr>
            <a:xfrm>
              <a:off x="1026320" y="5539040"/>
              <a:ext cx="72170" cy="187072"/>
              <a:chOff x="6792520" y="3196459"/>
              <a:chExt cx="65419" cy="136244"/>
            </a:xfrm>
          </p:grpSpPr>
          <p:cxnSp>
            <p:nvCxnSpPr>
              <p:cNvPr id="234" name="米菲PPT45-3"/>
              <p:cNvCxnSpPr/>
              <p:nvPr/>
            </p:nvCxnSpPr>
            <p:spPr>
              <a:xfrm flipV="1">
                <a:off x="6792532" y="3266618"/>
                <a:ext cx="65407" cy="66085"/>
              </a:xfrm>
              <a:prstGeom prst="line">
                <a:avLst/>
              </a:prstGeom>
              <a:ln w="25400" cap="rnd">
                <a:gradFill>
                  <a:gsLst>
                    <a:gs pos="0">
                      <a:schemeClr val="accent1">
                        <a:lumMod val="5000"/>
                        <a:lumOff val="95000"/>
                      </a:schemeClr>
                    </a:gs>
                    <a:gs pos="100000">
                      <a:schemeClr val="accent3"/>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35" name="米菲PPT45-4"/>
              <p:cNvCxnSpPr/>
              <p:nvPr/>
            </p:nvCxnSpPr>
            <p:spPr>
              <a:xfrm>
                <a:off x="6792520" y="3196459"/>
                <a:ext cx="65407" cy="66085"/>
              </a:xfrm>
              <a:prstGeom prst="line">
                <a:avLst/>
              </a:prstGeom>
              <a:ln w="25400" cap="rnd">
                <a:gradFill>
                  <a:gsLst>
                    <a:gs pos="0">
                      <a:schemeClr val="accent1">
                        <a:lumMod val="5000"/>
                        <a:lumOff val="95000"/>
                      </a:schemeClr>
                    </a:gs>
                    <a:gs pos="100000">
                      <a:schemeClr val="accent3"/>
                    </a:gs>
                  </a:gsLst>
                  <a:lin ang="5400000" scaled="1"/>
                </a:gradFill>
                <a:round/>
              </a:ln>
            </p:spPr>
            <p:style>
              <a:lnRef idx="1">
                <a:schemeClr val="accent1"/>
              </a:lnRef>
              <a:fillRef idx="0">
                <a:schemeClr val="accent1"/>
              </a:fillRef>
              <a:effectRef idx="0">
                <a:schemeClr val="accent1"/>
              </a:effectRef>
              <a:fontRef idx="minor">
                <a:schemeClr val="tx1"/>
              </a:fontRef>
            </p:style>
          </p:cxnSp>
        </p:grpSp>
      </p:grpSp>
      <p:grpSp>
        <p:nvGrpSpPr>
          <p:cNvPr id="30" name="组合 29"/>
          <p:cNvGrpSpPr/>
          <p:nvPr/>
        </p:nvGrpSpPr>
        <p:grpSpPr>
          <a:xfrm>
            <a:off x="7113589" y="4538226"/>
            <a:ext cx="2811461" cy="1222340"/>
            <a:chOff x="7113589" y="4538226"/>
            <a:chExt cx="2811461" cy="1222340"/>
          </a:xfrm>
        </p:grpSpPr>
        <p:sp>
          <p:nvSpPr>
            <p:cNvPr id="214" name="矩形: 圆角 213"/>
            <p:cNvSpPr/>
            <p:nvPr/>
          </p:nvSpPr>
          <p:spPr>
            <a:xfrm>
              <a:off x="7553249" y="4538226"/>
              <a:ext cx="2371801" cy="475580"/>
            </a:xfrm>
            <a:prstGeom prst="roundRect">
              <a:avLst>
                <a:gd name="adj" fmla="val 0"/>
              </a:avLst>
            </a:prstGeom>
            <a:gradFill flip="none" rotWithShape="1">
              <a:gsLst>
                <a:gs pos="0">
                  <a:schemeClr val="accent5">
                    <a:alpha val="0"/>
                  </a:schemeClr>
                </a:gs>
                <a:gs pos="50000">
                  <a:srgbClr val="488FD0"/>
                </a:gs>
                <a:gs pos="100000">
                  <a:schemeClr val="accent5">
                    <a:alpha val="0"/>
                  </a:schemeClr>
                </a:gs>
              </a:gsLst>
              <a:lin ang="0" scaled="1"/>
              <a:tileRect/>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矩形: 圆角 221"/>
            <p:cNvSpPr/>
            <p:nvPr/>
          </p:nvSpPr>
          <p:spPr>
            <a:xfrm>
              <a:off x="7553249" y="5284986"/>
              <a:ext cx="2371801" cy="475580"/>
            </a:xfrm>
            <a:prstGeom prst="roundRect">
              <a:avLst>
                <a:gd name="adj" fmla="val 0"/>
              </a:avLst>
            </a:prstGeom>
            <a:gradFill flip="none" rotWithShape="1">
              <a:gsLst>
                <a:gs pos="0">
                  <a:schemeClr val="accent5">
                    <a:alpha val="0"/>
                  </a:schemeClr>
                </a:gs>
                <a:gs pos="50000">
                  <a:srgbClr val="488FD0"/>
                </a:gs>
                <a:gs pos="100000">
                  <a:schemeClr val="accent5">
                    <a:alpha val="0"/>
                  </a:schemeClr>
                </a:gs>
              </a:gsLst>
              <a:lin ang="0" scaled="1"/>
              <a:tileRect/>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文本框 222"/>
            <p:cNvSpPr txBox="1"/>
            <p:nvPr/>
          </p:nvSpPr>
          <p:spPr>
            <a:xfrm>
              <a:off x="8124447" y="4622128"/>
              <a:ext cx="1229405" cy="307777"/>
            </a:xfrm>
            <a:prstGeom prst="rect">
              <a:avLst/>
            </a:prstGeom>
            <a:noFill/>
          </p:spPr>
          <p:txBody>
            <a:bodyPr wrap="square" lIns="0" tIns="0" rIns="0" bIns="0">
              <a:spAutoFit/>
            </a:bodyPr>
            <a:lstStyle/>
            <a:p>
              <a:pPr algn="ctr"/>
              <a:r>
                <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四核维度</a:t>
              </a:r>
            </a:p>
          </p:txBody>
        </p:sp>
        <p:sp>
          <p:nvSpPr>
            <p:cNvPr id="224" name="文本框 223"/>
            <p:cNvSpPr txBox="1"/>
            <p:nvPr/>
          </p:nvSpPr>
          <p:spPr>
            <a:xfrm>
              <a:off x="8124447" y="5368888"/>
              <a:ext cx="1229405" cy="307777"/>
            </a:xfrm>
            <a:prstGeom prst="rect">
              <a:avLst/>
            </a:prstGeom>
            <a:noFill/>
          </p:spPr>
          <p:txBody>
            <a:bodyPr wrap="square" lIns="0" tIns="0" rIns="0" bIns="0">
              <a:spAutoFit/>
            </a:bodyPr>
            <a:lstStyle/>
            <a:p>
              <a:pPr algn="ctr"/>
              <a:r>
                <a:rPr lang="zh-CN" altLang="en-US" sz="2000" b="1" kern="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有机统一</a:t>
              </a:r>
              <a:endPar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225" name="箭头: 右 224"/>
            <p:cNvSpPr/>
            <p:nvPr/>
          </p:nvSpPr>
          <p:spPr>
            <a:xfrm flipH="1">
              <a:off x="7113589" y="4664891"/>
              <a:ext cx="325437" cy="2222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箭头: 右 225"/>
            <p:cNvSpPr/>
            <p:nvPr/>
          </p:nvSpPr>
          <p:spPr>
            <a:xfrm flipH="1">
              <a:off x="7113589" y="5411651"/>
              <a:ext cx="325437" cy="2222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heel(1)">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right)">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right)">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randombar(horizontal)">
                                      <p:cBhvr>
                                        <p:cTn id="3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4365442" y="1556073"/>
            <a:ext cx="3461117" cy="1944935"/>
            <a:chOff x="4365442" y="1556073"/>
            <a:chExt cx="3461117" cy="1944935"/>
          </a:xfrm>
        </p:grpSpPr>
        <p:sp>
          <p:nvSpPr>
            <p:cNvPr id="30" name="箭头: 五边形 29"/>
            <p:cNvSpPr/>
            <p:nvPr/>
          </p:nvSpPr>
          <p:spPr>
            <a:xfrm rot="5400000">
              <a:off x="5738574" y="186753"/>
              <a:ext cx="714853" cy="3453494"/>
            </a:xfrm>
            <a:prstGeom prst="homePlate">
              <a:avLst/>
            </a:prstGeom>
            <a:solidFill>
              <a:schemeClr val="accent5">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31" name="箭头: 五边形 30"/>
            <p:cNvSpPr/>
            <p:nvPr/>
          </p:nvSpPr>
          <p:spPr>
            <a:xfrm rot="16200000" flipV="1">
              <a:off x="5738573" y="1416834"/>
              <a:ext cx="714855" cy="3453494"/>
            </a:xfrm>
            <a:prstGeom prst="homePlate">
              <a:avLst/>
            </a:prstGeom>
            <a:solidFill>
              <a:schemeClr val="accent5">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44" name="箭头: 左右 43"/>
            <p:cNvSpPr/>
            <p:nvPr/>
          </p:nvSpPr>
          <p:spPr>
            <a:xfrm>
              <a:off x="4365442" y="2085853"/>
              <a:ext cx="3461117" cy="885372"/>
            </a:xfrm>
            <a:prstGeom prst="leftRightArrow">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87" name="文本框 86"/>
            <p:cNvSpPr txBox="1"/>
            <p:nvPr/>
          </p:nvSpPr>
          <p:spPr>
            <a:xfrm>
              <a:off x="4685358" y="2374651"/>
              <a:ext cx="2821285" cy="307777"/>
            </a:xfrm>
            <a:prstGeom prst="rect">
              <a:avLst/>
            </a:prstGeom>
            <a:noFill/>
          </p:spPr>
          <p:txBody>
            <a:bodyPr wrap="none" lIns="0" tIns="0" rIns="0" bIns="0">
              <a:spAutoFit/>
            </a:bodyPr>
            <a:lstStyle/>
            <a:p>
              <a:pPr algn="ctr"/>
              <a:r>
                <a:rPr lang="zh-CN" altLang="zh-CN" sz="2000" dirty="0">
                  <a:latin typeface="思源黑体 CN Bold" panose="020B0800000000000000" pitchFamily="34" charset="-122"/>
                  <a:ea typeface="思源黑体 CN Bold" panose="020B0800000000000000" pitchFamily="34" charset="-122"/>
                </a:rPr>
                <a:t>老年健康评估师老年健康</a:t>
              </a:r>
              <a:endParaRPr lang="en-US" altLang="zh-CN" sz="2000" dirty="0">
                <a:latin typeface="思源黑体 CN Bold" panose="020B0800000000000000" pitchFamily="34" charset="-122"/>
                <a:ea typeface="思源黑体 CN Bold" panose="020B0800000000000000" pitchFamily="34" charset="-122"/>
              </a:endParaRPr>
            </a:p>
          </p:txBody>
        </p:sp>
        <p:sp>
          <p:nvSpPr>
            <p:cNvPr id="91" name="文本框 90"/>
            <p:cNvSpPr txBox="1"/>
            <p:nvPr/>
          </p:nvSpPr>
          <p:spPr>
            <a:xfrm>
              <a:off x="5172671" y="3079523"/>
              <a:ext cx="1846659" cy="309444"/>
            </a:xfrm>
            <a:prstGeom prst="rect">
              <a:avLst/>
            </a:prstGeom>
            <a:noFill/>
          </p:spPr>
          <p:txBody>
            <a:bodyPr wrap="none" lIns="0" tIns="0" rIns="0" bIns="0">
              <a:spAutoFit/>
            </a:bodyPr>
            <a:lstStyle/>
            <a:p>
              <a:pPr algn="ctr">
                <a:lnSpc>
                  <a:spcPct val="120000"/>
                </a:lnSpc>
              </a:pPr>
              <a:r>
                <a:rPr lang="zh-CN" altLang="en-US" dirty="0">
                  <a:solidFill>
                    <a:schemeClr val="accent5">
                      <a:lumMod val="75000"/>
                    </a:schemeClr>
                  </a:solidFill>
                  <a:latin typeface="思源黑体 CN Bold" panose="020B0800000000000000" pitchFamily="34" charset="-122"/>
                  <a:ea typeface="思源黑体 CN Bold" panose="020B0800000000000000" pitchFamily="34" charset="-122"/>
                </a:rPr>
                <a:t>教学实施关键策略</a:t>
              </a:r>
              <a:endParaRPr lang="en-US" altLang="zh-CN" dirty="0">
                <a:solidFill>
                  <a:schemeClr val="accent5">
                    <a:lumMod val="75000"/>
                  </a:schemeClr>
                </a:solidFill>
                <a:latin typeface="思源黑体 CN Bold" panose="020B0800000000000000" pitchFamily="34" charset="-122"/>
                <a:ea typeface="思源黑体 CN Bold" panose="020B0800000000000000" pitchFamily="34" charset="-122"/>
              </a:endParaRPr>
            </a:p>
          </p:txBody>
        </p:sp>
        <p:sp>
          <p:nvSpPr>
            <p:cNvPr id="92" name="文本框 91"/>
            <p:cNvSpPr txBox="1"/>
            <p:nvPr/>
          </p:nvSpPr>
          <p:spPr>
            <a:xfrm>
              <a:off x="5172671" y="1701573"/>
              <a:ext cx="1846659" cy="309444"/>
            </a:xfrm>
            <a:prstGeom prst="rect">
              <a:avLst/>
            </a:prstGeom>
            <a:noFill/>
          </p:spPr>
          <p:txBody>
            <a:bodyPr wrap="none" lIns="0" tIns="0" rIns="0" bIns="0">
              <a:spAutoFit/>
            </a:bodyPr>
            <a:lstStyle/>
            <a:p>
              <a:pPr algn="ctr">
                <a:lnSpc>
                  <a:spcPct val="120000"/>
                </a:lnSpc>
              </a:pPr>
              <a:r>
                <a:rPr lang="zh-CN" altLang="en-US" dirty="0">
                  <a:solidFill>
                    <a:schemeClr val="accent5">
                      <a:lumMod val="75000"/>
                    </a:schemeClr>
                  </a:solidFill>
                  <a:latin typeface="思源黑体 CN Bold" panose="020B0800000000000000" pitchFamily="34" charset="-122"/>
                  <a:ea typeface="思源黑体 CN Bold" panose="020B0800000000000000" pitchFamily="34" charset="-122"/>
                </a:rPr>
                <a:t>课程体系重构方案</a:t>
              </a:r>
              <a:endParaRPr lang="en-US" altLang="zh-CN" dirty="0">
                <a:solidFill>
                  <a:schemeClr val="accent5">
                    <a:lumMod val="75000"/>
                  </a:schemeClr>
                </a:solidFill>
                <a:latin typeface="思源黑体 CN Bold" panose="020B0800000000000000" pitchFamily="34" charset="-122"/>
                <a:ea typeface="思源黑体 CN Bold" panose="020B0800000000000000" pitchFamily="34" charset="-122"/>
              </a:endParaRPr>
            </a:p>
          </p:txBody>
        </p:sp>
      </p:grpSp>
      <p:grpSp>
        <p:nvGrpSpPr>
          <p:cNvPr id="24" name="组合 23"/>
          <p:cNvGrpSpPr/>
          <p:nvPr/>
        </p:nvGrpSpPr>
        <p:grpSpPr>
          <a:xfrm>
            <a:off x="442913" y="5930524"/>
            <a:ext cx="11306175" cy="594102"/>
            <a:chOff x="442913" y="5930524"/>
            <a:chExt cx="11306175" cy="594102"/>
          </a:xfrm>
        </p:grpSpPr>
        <p:sp>
          <p:nvSpPr>
            <p:cNvPr id="39" name="立方体 38"/>
            <p:cNvSpPr/>
            <p:nvPr/>
          </p:nvSpPr>
          <p:spPr>
            <a:xfrm>
              <a:off x="442913" y="5930524"/>
              <a:ext cx="11306175" cy="594102"/>
            </a:xfrm>
            <a:prstGeom prst="cub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966391" y="6150083"/>
              <a:ext cx="10259219" cy="343812"/>
            </a:xfrm>
            <a:prstGeom prst="rect">
              <a:avLst/>
            </a:prstGeom>
            <a:noFill/>
          </p:spPr>
          <p:txBody>
            <a:bodyPr wrap="none" lIns="0" tIns="0" rIns="0" bIns="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通过技术创新驱动、跨界融合培养、持续发展保障三个层面，系统构建了面向未来的会计人</a:t>
              </a:r>
              <a:endParaRPr lang="en-US" altLang="zh-CN" sz="2000" dirty="0">
                <a:latin typeface="思源黑体 CN Bold" panose="020B0800000000000000" pitchFamily="34" charset="-122"/>
                <a:ea typeface="思源黑体 CN Bold" panose="020B0800000000000000" pitchFamily="34" charset="-122"/>
              </a:endParaRPr>
            </a:p>
          </p:txBody>
        </p:sp>
      </p:grpSp>
      <p:grpSp>
        <p:nvGrpSpPr>
          <p:cNvPr id="28" name="组合 27"/>
          <p:cNvGrpSpPr/>
          <p:nvPr/>
        </p:nvGrpSpPr>
        <p:grpSpPr>
          <a:xfrm>
            <a:off x="824459" y="3808039"/>
            <a:ext cx="10543083" cy="2229904"/>
            <a:chOff x="824459" y="3808039"/>
            <a:chExt cx="10543083" cy="2229904"/>
          </a:xfrm>
        </p:grpSpPr>
        <p:sp>
          <p:nvSpPr>
            <p:cNvPr id="37" name="圆柱体 36"/>
            <p:cNvSpPr/>
            <p:nvPr/>
          </p:nvSpPr>
          <p:spPr>
            <a:xfrm>
              <a:off x="824459" y="3808039"/>
              <a:ext cx="552834" cy="2229904"/>
            </a:xfrm>
            <a:prstGeom prst="can">
              <a:avLst>
                <a:gd name="adj" fmla="val 279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柱体 37"/>
            <p:cNvSpPr/>
            <p:nvPr/>
          </p:nvSpPr>
          <p:spPr>
            <a:xfrm>
              <a:off x="10814708" y="3808039"/>
              <a:ext cx="552834" cy="2229904"/>
            </a:xfrm>
            <a:prstGeom prst="can">
              <a:avLst>
                <a:gd name="adj" fmla="val 279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2" name="组合 21"/>
          <p:cNvGrpSpPr/>
          <p:nvPr/>
        </p:nvGrpSpPr>
        <p:grpSpPr>
          <a:xfrm>
            <a:off x="442913" y="3464501"/>
            <a:ext cx="11306175" cy="594102"/>
            <a:chOff x="442913" y="3464501"/>
            <a:chExt cx="11306175" cy="594102"/>
          </a:xfrm>
        </p:grpSpPr>
        <p:sp>
          <p:nvSpPr>
            <p:cNvPr id="35" name="立方体 34"/>
            <p:cNvSpPr/>
            <p:nvPr/>
          </p:nvSpPr>
          <p:spPr>
            <a:xfrm>
              <a:off x="442913" y="3464501"/>
              <a:ext cx="11306175" cy="594102"/>
            </a:xfrm>
            <a:prstGeom prst="cube">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2377033" y="3672290"/>
              <a:ext cx="7437934" cy="343812"/>
            </a:xfrm>
            <a:prstGeom prst="rect">
              <a:avLst/>
            </a:prstGeom>
            <a:noFill/>
          </p:spPr>
          <p:txBody>
            <a:bodyPr wrap="none" lIns="0" tIns="0" rIns="0" bIns="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有效解决了传统会计教育中技术滞后、视野局限、发展乏力等问题</a:t>
              </a:r>
              <a:endParaRPr lang="en-US" altLang="zh-CN" sz="2000" dirty="0">
                <a:latin typeface="思源黑体 CN Bold" panose="020B0800000000000000" pitchFamily="34" charset="-122"/>
                <a:ea typeface="思源黑体 CN Bold" panose="020B0800000000000000" pitchFamily="34" charset="-122"/>
              </a:endParaRPr>
            </a:p>
          </p:txBody>
        </p:sp>
      </p:grpSp>
      <p:grpSp>
        <p:nvGrpSpPr>
          <p:cNvPr id="36" name="组合 35"/>
          <p:cNvGrpSpPr/>
          <p:nvPr/>
        </p:nvGrpSpPr>
        <p:grpSpPr>
          <a:xfrm>
            <a:off x="824459" y="1329524"/>
            <a:ext cx="10543083" cy="2229904"/>
            <a:chOff x="824459" y="1329524"/>
            <a:chExt cx="10543083" cy="2229904"/>
          </a:xfrm>
        </p:grpSpPr>
        <p:sp>
          <p:nvSpPr>
            <p:cNvPr id="34" name="圆柱体 33"/>
            <p:cNvSpPr/>
            <p:nvPr/>
          </p:nvSpPr>
          <p:spPr>
            <a:xfrm>
              <a:off x="824459" y="1329524"/>
              <a:ext cx="552834" cy="2229904"/>
            </a:xfrm>
            <a:prstGeom prst="can">
              <a:avLst>
                <a:gd name="adj" fmla="val 279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柱体 31"/>
            <p:cNvSpPr/>
            <p:nvPr/>
          </p:nvSpPr>
          <p:spPr>
            <a:xfrm>
              <a:off x="10814708" y="1329524"/>
              <a:ext cx="552834" cy="2229904"/>
            </a:xfrm>
            <a:prstGeom prst="can">
              <a:avLst>
                <a:gd name="adj" fmla="val 279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442913" y="908049"/>
            <a:ext cx="11306175" cy="684531"/>
            <a:chOff x="442913" y="908049"/>
            <a:chExt cx="11306175" cy="684531"/>
          </a:xfrm>
        </p:grpSpPr>
        <p:sp>
          <p:nvSpPr>
            <p:cNvPr id="18" name="梯形 17"/>
            <p:cNvSpPr/>
            <p:nvPr/>
          </p:nvSpPr>
          <p:spPr>
            <a:xfrm>
              <a:off x="442913" y="908049"/>
              <a:ext cx="11306175" cy="684531"/>
            </a:xfrm>
            <a:prstGeom prst="trapezoid">
              <a:avLst>
                <a:gd name="adj" fmla="val 12924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梯形 41"/>
            <p:cNvSpPr/>
            <p:nvPr/>
          </p:nvSpPr>
          <p:spPr>
            <a:xfrm>
              <a:off x="767557" y="990827"/>
              <a:ext cx="10656887" cy="518975"/>
            </a:xfrm>
            <a:prstGeom prst="trapezoid">
              <a:avLst>
                <a:gd name="adj" fmla="val 129240"/>
              </a:avLst>
            </a:prstGeom>
            <a:noFill/>
            <a:ln w="158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4073011" y="1044008"/>
              <a:ext cx="4045979" cy="412613"/>
            </a:xfrm>
            <a:prstGeom prst="rect">
              <a:avLst/>
            </a:prstGeom>
            <a:noFill/>
          </p:spPr>
          <p:txBody>
            <a:bodyPr wrap="none" lIns="0" tIns="0" rIns="0" bIns="0">
              <a:spAutoFit/>
            </a:bodyPr>
            <a:lstStyle/>
            <a:p>
              <a:pPr algn="ctr">
                <a:lnSpc>
                  <a:spcPct val="120000"/>
                </a:lnSpc>
              </a:pPr>
              <a:r>
                <a:rPr lang="en-US" altLang="zh-CN" sz="24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a:t>
              </a:r>
              <a:r>
                <a:rPr lang="zh-CN" altLang="en-US" sz="24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四核驱动</a:t>
              </a:r>
              <a:r>
                <a:rPr lang="en-US" altLang="zh-CN" sz="24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a:t>
              </a:r>
              <a:r>
                <a:rPr lang="zh-CN" altLang="en-US" sz="24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框架实施要点解析</a:t>
              </a:r>
              <a:endParaRPr lang="en-US" altLang="zh-CN" sz="24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grpSp>
      <p:grpSp>
        <p:nvGrpSpPr>
          <p:cNvPr id="29" name="组合 28"/>
          <p:cNvGrpSpPr/>
          <p:nvPr/>
        </p:nvGrpSpPr>
        <p:grpSpPr>
          <a:xfrm>
            <a:off x="1684321" y="4177506"/>
            <a:ext cx="4207908" cy="1621404"/>
            <a:chOff x="1684321" y="4177506"/>
            <a:chExt cx="4207908" cy="1621404"/>
          </a:xfrm>
        </p:grpSpPr>
        <p:sp>
          <p:nvSpPr>
            <p:cNvPr id="68" name="文本框 67"/>
            <p:cNvSpPr txBox="1"/>
            <p:nvPr/>
          </p:nvSpPr>
          <p:spPr>
            <a:xfrm>
              <a:off x="1684321" y="4909026"/>
              <a:ext cx="1223938" cy="359176"/>
            </a:xfrm>
            <a:prstGeom prst="rect">
              <a:avLst/>
            </a:prstGeom>
            <a:noFill/>
            <a:effectLst/>
          </p:spPr>
          <p:txBody>
            <a:bodyPr wrap="none" lIns="81382" tIns="40691" rIns="81382" bIns="40691" rtlCol="0">
              <a:spAutoFit/>
            </a:bodyPr>
            <a:lstStyle/>
            <a:p>
              <a:pPr algn="ctr"/>
              <a:r>
                <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微课</a:t>
              </a:r>
              <a:r>
                <a:rPr lang="en-US" altLang="zh-CN"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a:t>
              </a:r>
              <a:r>
                <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测试</a:t>
              </a:r>
            </a:p>
          </p:txBody>
        </p:sp>
        <p:sp>
          <p:nvSpPr>
            <p:cNvPr id="69" name="任意多边形: 形状 68"/>
            <p:cNvSpPr/>
            <p:nvPr/>
          </p:nvSpPr>
          <p:spPr>
            <a:xfrm>
              <a:off x="2296288" y="4554975"/>
              <a:ext cx="161803" cy="565156"/>
            </a:xfrm>
            <a:custGeom>
              <a:avLst/>
              <a:gdLst>
                <a:gd name="connsiteX0" fmla="*/ 365760 w 365760"/>
                <a:gd name="connsiteY0" fmla="*/ 0 h 1408176"/>
                <a:gd name="connsiteX1" fmla="*/ 0 w 365760"/>
                <a:gd name="connsiteY1" fmla="*/ 365760 h 1408176"/>
                <a:gd name="connsiteX2" fmla="*/ 0 w 365760"/>
                <a:gd name="connsiteY2" fmla="*/ 1408176 h 1408176"/>
                <a:gd name="connsiteX0-1" fmla="*/ 365760 w 365760"/>
                <a:gd name="connsiteY0-2" fmla="*/ 0 h 1408176"/>
                <a:gd name="connsiteX1-3" fmla="*/ 127921 w 365760"/>
                <a:gd name="connsiteY1-4" fmla="*/ 228363 h 1408176"/>
                <a:gd name="connsiteX2-5" fmla="*/ 0 w 365760"/>
                <a:gd name="connsiteY2-6" fmla="*/ 1408176 h 1408176"/>
                <a:gd name="connsiteX0-7" fmla="*/ 237839 w 237839"/>
                <a:gd name="connsiteY0-8" fmla="*/ 0 h 1408176"/>
                <a:gd name="connsiteX1-9" fmla="*/ 0 w 237839"/>
                <a:gd name="connsiteY1-10" fmla="*/ 228363 h 1408176"/>
                <a:gd name="connsiteX2-11" fmla="*/ 42640 w 237839"/>
                <a:gd name="connsiteY2-12" fmla="*/ 1408176 h 1408176"/>
                <a:gd name="connsiteX0-13" fmla="*/ 237839 w 237839"/>
                <a:gd name="connsiteY0-14" fmla="*/ 0 h 1408176"/>
                <a:gd name="connsiteX1-15" fmla="*/ 0 w 237839"/>
                <a:gd name="connsiteY1-16" fmla="*/ 228363 h 1408176"/>
                <a:gd name="connsiteX2-17" fmla="*/ 23689 w 237839"/>
                <a:gd name="connsiteY2-18" fmla="*/ 1408176 h 1408176"/>
                <a:gd name="connsiteX0-19" fmla="*/ 237839 w 237839"/>
                <a:gd name="connsiteY0-20" fmla="*/ 0 h 1403438"/>
                <a:gd name="connsiteX1-21" fmla="*/ 0 w 237839"/>
                <a:gd name="connsiteY1-22" fmla="*/ 228363 h 1403438"/>
                <a:gd name="connsiteX2-23" fmla="*/ 4738 w 237839"/>
                <a:gd name="connsiteY2-24" fmla="*/ 1403438 h 1403438"/>
                <a:gd name="connsiteX0-25" fmla="*/ 247315 w 247315"/>
                <a:gd name="connsiteY0-26" fmla="*/ 0 h 1398700"/>
                <a:gd name="connsiteX1-27" fmla="*/ 9476 w 247315"/>
                <a:gd name="connsiteY1-28" fmla="*/ 228363 h 1398700"/>
                <a:gd name="connsiteX2-29" fmla="*/ 0 w 247315"/>
                <a:gd name="connsiteY2-30" fmla="*/ 1398700 h 1398700"/>
                <a:gd name="connsiteX0-31" fmla="*/ 237839 w 237839"/>
                <a:gd name="connsiteY0-32" fmla="*/ 0 h 1398700"/>
                <a:gd name="connsiteX1-33" fmla="*/ 0 w 237839"/>
                <a:gd name="connsiteY1-34" fmla="*/ 228363 h 1398700"/>
                <a:gd name="connsiteX2-35" fmla="*/ 0 w 237839"/>
                <a:gd name="connsiteY2-36" fmla="*/ 1398700 h 1398700"/>
              </a:gdLst>
              <a:ahLst/>
              <a:cxnLst>
                <a:cxn ang="0">
                  <a:pos x="connsiteX0-1" y="connsiteY0-2"/>
                </a:cxn>
                <a:cxn ang="0">
                  <a:pos x="connsiteX1-3" y="connsiteY1-4"/>
                </a:cxn>
                <a:cxn ang="0">
                  <a:pos x="connsiteX2-5" y="connsiteY2-6"/>
                </a:cxn>
              </a:cxnLst>
              <a:rect l="l" t="t" r="r" b="b"/>
              <a:pathLst>
                <a:path w="237839" h="1398700">
                  <a:moveTo>
                    <a:pt x="237839" y="0"/>
                  </a:moveTo>
                  <a:lnTo>
                    <a:pt x="0" y="228363"/>
                  </a:lnTo>
                  <a:lnTo>
                    <a:pt x="0" y="1398700"/>
                  </a:lnTo>
                </a:path>
              </a:pathLst>
            </a:custGeom>
            <a:noFill/>
            <a:ln w="16955">
              <a:gradFill flip="none" rotWithShape="1">
                <a:gsLst>
                  <a:gs pos="0">
                    <a:schemeClr val="accent1"/>
                  </a:gs>
                  <a:gs pos="69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70" name="组合 69"/>
            <p:cNvGrpSpPr>
              <a:grpSpLocks noChangeAspect="1"/>
            </p:cNvGrpSpPr>
            <p:nvPr/>
          </p:nvGrpSpPr>
          <p:grpSpPr>
            <a:xfrm>
              <a:off x="2370087" y="4457197"/>
              <a:ext cx="195927" cy="195927"/>
              <a:chOff x="1128897" y="4649545"/>
              <a:chExt cx="135259" cy="135259"/>
            </a:xfrm>
          </p:grpSpPr>
          <p:sp>
            <p:nvSpPr>
              <p:cNvPr id="85" name="椭圆 84"/>
              <p:cNvSpPr/>
              <p:nvPr/>
            </p:nvSpPr>
            <p:spPr>
              <a:xfrm>
                <a:off x="1128897" y="4649545"/>
                <a:ext cx="135259" cy="135259"/>
              </a:xfrm>
              <a:prstGeom prst="ellipse">
                <a:avLst/>
              </a:prstGeom>
              <a:gradFill flip="none" rotWithShape="1">
                <a:gsLst>
                  <a:gs pos="32000">
                    <a:schemeClr val="accent1">
                      <a:alpha val="0"/>
                    </a:schemeClr>
                  </a:gs>
                  <a:gs pos="100000">
                    <a:schemeClr val="accent1"/>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86" name="椭圆 85"/>
              <p:cNvSpPr/>
              <p:nvPr/>
            </p:nvSpPr>
            <p:spPr>
              <a:xfrm>
                <a:off x="1165611" y="4686256"/>
                <a:ext cx="61829" cy="61829"/>
              </a:xfrm>
              <a:prstGeom prst="ellipse">
                <a:avLst/>
              </a:prstGeom>
              <a:gradFill flip="none" rotWithShape="1">
                <a:gsLst>
                  <a:gs pos="0">
                    <a:schemeClr val="accent1"/>
                  </a:gs>
                  <a:gs pos="84000">
                    <a:schemeClr val="accent1">
                      <a:lumMod val="60000"/>
                      <a:lumOff val="4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sp>
          <p:nvSpPr>
            <p:cNvPr id="71" name="文本框 70"/>
            <p:cNvSpPr txBox="1"/>
            <p:nvPr/>
          </p:nvSpPr>
          <p:spPr>
            <a:xfrm>
              <a:off x="3283680" y="4909026"/>
              <a:ext cx="1087683" cy="359176"/>
            </a:xfrm>
            <a:prstGeom prst="rect">
              <a:avLst/>
            </a:prstGeom>
            <a:noFill/>
            <a:effectLst/>
          </p:spPr>
          <p:txBody>
            <a:bodyPr wrap="none" lIns="81382" tIns="40691" rIns="81382" bIns="40691" rtlCol="0">
              <a:spAutoFit/>
            </a:bodyPr>
            <a:lstStyle/>
            <a:p>
              <a:pPr algn="ctr"/>
              <a:r>
                <a:rPr lang="zh-CN" altLang="en-US" b="1">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问题反馈</a:t>
              </a:r>
              <a:endPar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endParaRPr>
            </a:p>
          </p:txBody>
        </p:sp>
        <p:sp>
          <p:nvSpPr>
            <p:cNvPr id="72" name="任意多边形: 形状 71"/>
            <p:cNvSpPr/>
            <p:nvPr/>
          </p:nvSpPr>
          <p:spPr>
            <a:xfrm>
              <a:off x="3825280" y="4678435"/>
              <a:ext cx="2579" cy="492639"/>
            </a:xfrm>
            <a:custGeom>
              <a:avLst/>
              <a:gdLst>
                <a:gd name="connsiteX0" fmla="*/ 365760 w 365760"/>
                <a:gd name="connsiteY0" fmla="*/ 0 h 1408176"/>
                <a:gd name="connsiteX1" fmla="*/ 0 w 365760"/>
                <a:gd name="connsiteY1" fmla="*/ 365760 h 1408176"/>
                <a:gd name="connsiteX2" fmla="*/ 0 w 365760"/>
                <a:gd name="connsiteY2" fmla="*/ 1408176 h 1408176"/>
                <a:gd name="connsiteX0-1" fmla="*/ 365760 w 365760"/>
                <a:gd name="connsiteY0-2" fmla="*/ 0 h 1408176"/>
                <a:gd name="connsiteX1-3" fmla="*/ 127921 w 365760"/>
                <a:gd name="connsiteY1-4" fmla="*/ 228363 h 1408176"/>
                <a:gd name="connsiteX2-5" fmla="*/ 0 w 365760"/>
                <a:gd name="connsiteY2-6" fmla="*/ 1408176 h 1408176"/>
                <a:gd name="connsiteX0-7" fmla="*/ 237839 w 237839"/>
                <a:gd name="connsiteY0-8" fmla="*/ 0 h 1408176"/>
                <a:gd name="connsiteX1-9" fmla="*/ 0 w 237839"/>
                <a:gd name="connsiteY1-10" fmla="*/ 228363 h 1408176"/>
                <a:gd name="connsiteX2-11" fmla="*/ 42640 w 237839"/>
                <a:gd name="connsiteY2-12" fmla="*/ 1408176 h 1408176"/>
                <a:gd name="connsiteX0-13" fmla="*/ 237839 w 237839"/>
                <a:gd name="connsiteY0-14" fmla="*/ 0 h 1408176"/>
                <a:gd name="connsiteX1-15" fmla="*/ 0 w 237839"/>
                <a:gd name="connsiteY1-16" fmla="*/ 228363 h 1408176"/>
                <a:gd name="connsiteX2-17" fmla="*/ 23689 w 237839"/>
                <a:gd name="connsiteY2-18" fmla="*/ 1408176 h 1408176"/>
                <a:gd name="connsiteX0-19" fmla="*/ 237839 w 237839"/>
                <a:gd name="connsiteY0-20" fmla="*/ 0 h 1403438"/>
                <a:gd name="connsiteX1-21" fmla="*/ 0 w 237839"/>
                <a:gd name="connsiteY1-22" fmla="*/ 228363 h 1403438"/>
                <a:gd name="connsiteX2-23" fmla="*/ 4738 w 237839"/>
                <a:gd name="connsiteY2-24" fmla="*/ 1403438 h 1403438"/>
                <a:gd name="connsiteX0-25" fmla="*/ 247315 w 247315"/>
                <a:gd name="connsiteY0-26" fmla="*/ 0 h 1398700"/>
                <a:gd name="connsiteX1-27" fmla="*/ 9476 w 247315"/>
                <a:gd name="connsiteY1-28" fmla="*/ 228363 h 1398700"/>
                <a:gd name="connsiteX2-29" fmla="*/ 0 w 247315"/>
                <a:gd name="connsiteY2-30" fmla="*/ 1398700 h 1398700"/>
                <a:gd name="connsiteX0-31" fmla="*/ 237839 w 237839"/>
                <a:gd name="connsiteY0-32" fmla="*/ 0 h 1398700"/>
                <a:gd name="connsiteX1-33" fmla="*/ 0 w 237839"/>
                <a:gd name="connsiteY1-34" fmla="*/ 228363 h 1398700"/>
                <a:gd name="connsiteX2-35" fmla="*/ 0 w 237839"/>
                <a:gd name="connsiteY2-36" fmla="*/ 1398700 h 1398700"/>
                <a:gd name="connsiteX0-37" fmla="*/ 237839 w 237839"/>
                <a:gd name="connsiteY0-38" fmla="*/ 0 h 1398700"/>
                <a:gd name="connsiteX1-39" fmla="*/ 0 w 237839"/>
                <a:gd name="connsiteY1-40" fmla="*/ 1398700 h 1398700"/>
                <a:gd name="connsiteX0-41" fmla="*/ 0 w 8528"/>
                <a:gd name="connsiteY0-42" fmla="*/ 0 h 1389225"/>
                <a:gd name="connsiteX1-43" fmla="*/ 8528 w 8528"/>
                <a:gd name="connsiteY1-44" fmla="*/ 1389225 h 1389225"/>
                <a:gd name="connsiteX0-45" fmla="*/ 0 w 37779"/>
                <a:gd name="connsiteY0-46" fmla="*/ 0 h 10000"/>
                <a:gd name="connsiteX1-47" fmla="*/ 37779 w 37779"/>
                <a:gd name="connsiteY1-48" fmla="*/ 10000 h 10000"/>
                <a:gd name="connsiteX0-49" fmla="*/ 0 w 15557"/>
                <a:gd name="connsiteY0-50" fmla="*/ 0 h 10000"/>
                <a:gd name="connsiteX1-51" fmla="*/ 15557 w 15557"/>
                <a:gd name="connsiteY1-52" fmla="*/ 10000 h 10000"/>
                <a:gd name="connsiteX0-53" fmla="*/ 7205 w 7744"/>
                <a:gd name="connsiteY0-54" fmla="*/ 0 h 10068"/>
                <a:gd name="connsiteX1-55" fmla="*/ 540 w 7744"/>
                <a:gd name="connsiteY1-56" fmla="*/ 10068 h 10068"/>
                <a:gd name="connsiteX0-57" fmla="*/ 1 w 27264"/>
                <a:gd name="connsiteY0-58" fmla="*/ 0 h 10034"/>
                <a:gd name="connsiteX1-59" fmla="*/ 27264 w 27264"/>
                <a:gd name="connsiteY1-60" fmla="*/ 10034 h 10034"/>
                <a:gd name="connsiteX0-61" fmla="*/ -1 w 5739"/>
                <a:gd name="connsiteY0-62" fmla="*/ 0 h 10034"/>
                <a:gd name="connsiteX1-63" fmla="*/ 5739 w 5739"/>
                <a:gd name="connsiteY1-64" fmla="*/ 10034 h 10034"/>
                <a:gd name="connsiteX0-65" fmla="*/ 1 w 31354"/>
                <a:gd name="connsiteY0-66" fmla="*/ 0 h 7232"/>
                <a:gd name="connsiteX1-67" fmla="*/ 31354 w 31354"/>
                <a:gd name="connsiteY1-68" fmla="*/ 7232 h 7232"/>
                <a:gd name="connsiteX0-69" fmla="*/ 0 w 3190"/>
                <a:gd name="connsiteY0-70" fmla="*/ 0 h 7528"/>
                <a:gd name="connsiteX1-71" fmla="*/ 3190 w 3190"/>
                <a:gd name="connsiteY1-72" fmla="*/ 7528 h 7528"/>
                <a:gd name="connsiteX0-73" fmla="*/ 0 w 10000"/>
                <a:gd name="connsiteY0-74" fmla="*/ 0 h 10000"/>
                <a:gd name="connsiteX1-75" fmla="*/ 10000 w 10000"/>
                <a:gd name="connsiteY1-76" fmla="*/ 10000 h 10000"/>
                <a:gd name="connsiteX0-77" fmla="*/ 0 w 10000"/>
                <a:gd name="connsiteY0-78" fmla="*/ 0 h 9788"/>
                <a:gd name="connsiteX1-79" fmla="*/ 10000 w 10000"/>
                <a:gd name="connsiteY1-80" fmla="*/ 9788 h 9788"/>
                <a:gd name="connsiteX0-81" fmla="*/ 4408 w 6320"/>
                <a:gd name="connsiteY0-82" fmla="*/ 0 h 9810"/>
                <a:gd name="connsiteX1-83" fmla="*/ 1910 w 6320"/>
                <a:gd name="connsiteY1-84" fmla="*/ 9810 h 9810"/>
                <a:gd name="connsiteX0-85" fmla="*/ 1 w 35593"/>
                <a:gd name="connsiteY0-86" fmla="*/ 0 h 9935"/>
                <a:gd name="connsiteX1-87" fmla="*/ 35593 w 35593"/>
                <a:gd name="connsiteY1-88" fmla="*/ 9935 h 9935"/>
                <a:gd name="connsiteX0-89" fmla="*/ 0 w 4445"/>
                <a:gd name="connsiteY0-90" fmla="*/ 0 h 9935"/>
                <a:gd name="connsiteX1-91" fmla="*/ 4445 w 4445"/>
                <a:gd name="connsiteY1-92" fmla="*/ 9935 h 9935"/>
              </a:gdLst>
              <a:ahLst/>
              <a:cxnLst>
                <a:cxn ang="0">
                  <a:pos x="connsiteX0-1" y="connsiteY0-2"/>
                </a:cxn>
                <a:cxn ang="0">
                  <a:pos x="connsiteX1-3" y="connsiteY1-4"/>
                </a:cxn>
              </a:cxnLst>
              <a:rect l="l" t="t" r="r" b="b"/>
              <a:pathLst>
                <a:path w="4445" h="9935">
                  <a:moveTo>
                    <a:pt x="0" y="0"/>
                  </a:moveTo>
                  <a:cubicBezTo>
                    <a:pt x="3335" y="6352"/>
                    <a:pt x="1112" y="3583"/>
                    <a:pt x="4445" y="9935"/>
                  </a:cubicBezTo>
                </a:path>
              </a:pathLst>
            </a:custGeom>
            <a:noFill/>
            <a:ln w="16955">
              <a:gradFill flip="none" rotWithShape="1">
                <a:gsLst>
                  <a:gs pos="0">
                    <a:schemeClr val="accent1"/>
                  </a:gs>
                  <a:gs pos="69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73" name="组合 72"/>
            <p:cNvGrpSpPr>
              <a:grpSpLocks noChangeAspect="1"/>
            </p:cNvGrpSpPr>
            <p:nvPr/>
          </p:nvGrpSpPr>
          <p:grpSpPr>
            <a:xfrm>
              <a:off x="3728606" y="4570405"/>
              <a:ext cx="195927" cy="195927"/>
              <a:chOff x="1012982" y="4639885"/>
              <a:chExt cx="135259" cy="135259"/>
            </a:xfrm>
          </p:grpSpPr>
          <p:sp>
            <p:nvSpPr>
              <p:cNvPr id="83" name="椭圆 82"/>
              <p:cNvSpPr/>
              <p:nvPr/>
            </p:nvSpPr>
            <p:spPr>
              <a:xfrm>
                <a:off x="1012982" y="4639885"/>
                <a:ext cx="135259" cy="135259"/>
              </a:xfrm>
              <a:prstGeom prst="ellipse">
                <a:avLst/>
              </a:prstGeom>
              <a:gradFill flip="none" rotWithShape="1">
                <a:gsLst>
                  <a:gs pos="32000">
                    <a:schemeClr val="accent1">
                      <a:alpha val="0"/>
                    </a:schemeClr>
                  </a:gs>
                  <a:gs pos="100000">
                    <a:schemeClr val="accent1"/>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84" name="椭圆 83"/>
              <p:cNvSpPr/>
              <p:nvPr/>
            </p:nvSpPr>
            <p:spPr>
              <a:xfrm>
                <a:off x="1049697" y="4676595"/>
                <a:ext cx="61829" cy="61829"/>
              </a:xfrm>
              <a:prstGeom prst="ellipse">
                <a:avLst/>
              </a:prstGeom>
              <a:gradFill flip="none" rotWithShape="1">
                <a:gsLst>
                  <a:gs pos="0">
                    <a:schemeClr val="accent1"/>
                  </a:gs>
                  <a:gs pos="84000">
                    <a:schemeClr val="accent1">
                      <a:lumMod val="60000"/>
                      <a:lumOff val="4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sp>
          <p:nvSpPr>
            <p:cNvPr id="74" name="文本框 73"/>
            <p:cNvSpPr txBox="1"/>
            <p:nvPr/>
          </p:nvSpPr>
          <p:spPr>
            <a:xfrm>
              <a:off x="4781601" y="4909026"/>
              <a:ext cx="1087683" cy="359176"/>
            </a:xfrm>
            <a:prstGeom prst="rect">
              <a:avLst/>
            </a:prstGeom>
            <a:noFill/>
            <a:effectLst/>
          </p:spPr>
          <p:txBody>
            <a:bodyPr wrap="none" lIns="81382" tIns="40691" rIns="81382" bIns="40691" rtlCol="0">
              <a:spAutoFit/>
            </a:bodyPr>
            <a:lstStyle/>
            <a:p>
              <a:pPr algn="ctr"/>
              <a:r>
                <a:rPr lang="zh-CN" altLang="en-US" b="1">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案例研讨</a:t>
              </a:r>
              <a:endPar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endParaRPr>
            </a:p>
          </p:txBody>
        </p:sp>
        <p:sp>
          <p:nvSpPr>
            <p:cNvPr id="75" name="任意多边形: 形状 74"/>
            <p:cNvSpPr/>
            <p:nvPr/>
          </p:nvSpPr>
          <p:spPr>
            <a:xfrm flipH="1">
              <a:off x="5169138" y="4576323"/>
              <a:ext cx="161803" cy="565156"/>
            </a:xfrm>
            <a:custGeom>
              <a:avLst/>
              <a:gdLst>
                <a:gd name="connsiteX0" fmla="*/ 365760 w 365760"/>
                <a:gd name="connsiteY0" fmla="*/ 0 h 1408176"/>
                <a:gd name="connsiteX1" fmla="*/ 0 w 365760"/>
                <a:gd name="connsiteY1" fmla="*/ 365760 h 1408176"/>
                <a:gd name="connsiteX2" fmla="*/ 0 w 365760"/>
                <a:gd name="connsiteY2" fmla="*/ 1408176 h 1408176"/>
                <a:gd name="connsiteX0-1" fmla="*/ 365760 w 365760"/>
                <a:gd name="connsiteY0-2" fmla="*/ 0 h 1408176"/>
                <a:gd name="connsiteX1-3" fmla="*/ 127921 w 365760"/>
                <a:gd name="connsiteY1-4" fmla="*/ 228363 h 1408176"/>
                <a:gd name="connsiteX2-5" fmla="*/ 0 w 365760"/>
                <a:gd name="connsiteY2-6" fmla="*/ 1408176 h 1408176"/>
                <a:gd name="connsiteX0-7" fmla="*/ 237839 w 237839"/>
                <a:gd name="connsiteY0-8" fmla="*/ 0 h 1408176"/>
                <a:gd name="connsiteX1-9" fmla="*/ 0 w 237839"/>
                <a:gd name="connsiteY1-10" fmla="*/ 228363 h 1408176"/>
                <a:gd name="connsiteX2-11" fmla="*/ 42640 w 237839"/>
                <a:gd name="connsiteY2-12" fmla="*/ 1408176 h 1408176"/>
                <a:gd name="connsiteX0-13" fmla="*/ 237839 w 237839"/>
                <a:gd name="connsiteY0-14" fmla="*/ 0 h 1408176"/>
                <a:gd name="connsiteX1-15" fmla="*/ 0 w 237839"/>
                <a:gd name="connsiteY1-16" fmla="*/ 228363 h 1408176"/>
                <a:gd name="connsiteX2-17" fmla="*/ 23689 w 237839"/>
                <a:gd name="connsiteY2-18" fmla="*/ 1408176 h 1408176"/>
                <a:gd name="connsiteX0-19" fmla="*/ 237839 w 237839"/>
                <a:gd name="connsiteY0-20" fmla="*/ 0 h 1403438"/>
                <a:gd name="connsiteX1-21" fmla="*/ 0 w 237839"/>
                <a:gd name="connsiteY1-22" fmla="*/ 228363 h 1403438"/>
                <a:gd name="connsiteX2-23" fmla="*/ 4738 w 237839"/>
                <a:gd name="connsiteY2-24" fmla="*/ 1403438 h 1403438"/>
                <a:gd name="connsiteX0-25" fmla="*/ 247315 w 247315"/>
                <a:gd name="connsiteY0-26" fmla="*/ 0 h 1398700"/>
                <a:gd name="connsiteX1-27" fmla="*/ 9476 w 247315"/>
                <a:gd name="connsiteY1-28" fmla="*/ 228363 h 1398700"/>
                <a:gd name="connsiteX2-29" fmla="*/ 0 w 247315"/>
                <a:gd name="connsiteY2-30" fmla="*/ 1398700 h 1398700"/>
                <a:gd name="connsiteX0-31" fmla="*/ 237839 w 237839"/>
                <a:gd name="connsiteY0-32" fmla="*/ 0 h 1398700"/>
                <a:gd name="connsiteX1-33" fmla="*/ 0 w 237839"/>
                <a:gd name="connsiteY1-34" fmla="*/ 228363 h 1398700"/>
                <a:gd name="connsiteX2-35" fmla="*/ 0 w 237839"/>
                <a:gd name="connsiteY2-36" fmla="*/ 1398700 h 1398700"/>
              </a:gdLst>
              <a:ahLst/>
              <a:cxnLst>
                <a:cxn ang="0">
                  <a:pos x="connsiteX0-1" y="connsiteY0-2"/>
                </a:cxn>
                <a:cxn ang="0">
                  <a:pos x="connsiteX1-3" y="connsiteY1-4"/>
                </a:cxn>
                <a:cxn ang="0">
                  <a:pos x="connsiteX2-5" y="connsiteY2-6"/>
                </a:cxn>
              </a:cxnLst>
              <a:rect l="l" t="t" r="r" b="b"/>
              <a:pathLst>
                <a:path w="237839" h="1398700">
                  <a:moveTo>
                    <a:pt x="237839" y="0"/>
                  </a:moveTo>
                  <a:lnTo>
                    <a:pt x="0" y="228363"/>
                  </a:lnTo>
                  <a:lnTo>
                    <a:pt x="0" y="1398700"/>
                  </a:lnTo>
                </a:path>
              </a:pathLst>
            </a:custGeom>
            <a:noFill/>
            <a:ln w="16955">
              <a:gradFill flip="none" rotWithShape="1">
                <a:gsLst>
                  <a:gs pos="0">
                    <a:schemeClr val="accent1"/>
                  </a:gs>
                  <a:gs pos="69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76" name="组合 75"/>
            <p:cNvGrpSpPr>
              <a:grpSpLocks noChangeAspect="1"/>
            </p:cNvGrpSpPr>
            <p:nvPr/>
          </p:nvGrpSpPr>
          <p:grpSpPr>
            <a:xfrm>
              <a:off x="5065148" y="4472372"/>
              <a:ext cx="195927" cy="195927"/>
              <a:chOff x="898941" y="4648250"/>
              <a:chExt cx="135259" cy="135259"/>
            </a:xfrm>
          </p:grpSpPr>
          <p:sp>
            <p:nvSpPr>
              <p:cNvPr id="81" name="椭圆 80"/>
              <p:cNvSpPr/>
              <p:nvPr/>
            </p:nvSpPr>
            <p:spPr>
              <a:xfrm>
                <a:off x="898941" y="4648250"/>
                <a:ext cx="135259" cy="135259"/>
              </a:xfrm>
              <a:prstGeom prst="ellipse">
                <a:avLst/>
              </a:prstGeom>
              <a:gradFill flip="none" rotWithShape="1">
                <a:gsLst>
                  <a:gs pos="32000">
                    <a:schemeClr val="accent1">
                      <a:alpha val="0"/>
                    </a:schemeClr>
                  </a:gs>
                  <a:gs pos="100000">
                    <a:schemeClr val="accent1"/>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82" name="椭圆 81"/>
              <p:cNvSpPr/>
              <p:nvPr/>
            </p:nvSpPr>
            <p:spPr>
              <a:xfrm>
                <a:off x="935654" y="4684961"/>
                <a:ext cx="61829" cy="61829"/>
              </a:xfrm>
              <a:prstGeom prst="ellipse">
                <a:avLst/>
              </a:prstGeom>
              <a:gradFill flip="none" rotWithShape="1">
                <a:gsLst>
                  <a:gs pos="0">
                    <a:schemeClr val="accent1"/>
                  </a:gs>
                  <a:gs pos="84000">
                    <a:schemeClr val="accent1">
                      <a:lumMod val="60000"/>
                      <a:lumOff val="4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sp>
          <p:nvSpPr>
            <p:cNvPr id="77" name="标注: 上箭头 76"/>
            <p:cNvSpPr/>
            <p:nvPr/>
          </p:nvSpPr>
          <p:spPr>
            <a:xfrm>
              <a:off x="1725344" y="5263332"/>
              <a:ext cx="1141892" cy="535578"/>
            </a:xfrm>
            <a:prstGeom prst="upArrowCallout">
              <a:avLst>
                <a:gd name="adj1" fmla="val 25000"/>
                <a:gd name="adj2" fmla="val 25000"/>
                <a:gd name="adj3" fmla="val 29891"/>
                <a:gd name="adj4" fmla="val 56974"/>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线上资源</a:t>
              </a:r>
              <a:endParaRPr lang="zh-CN" altLang="en-US" sz="1400" b="1" dirty="0">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78" name="标注: 上箭头 77"/>
            <p:cNvSpPr/>
            <p:nvPr/>
          </p:nvSpPr>
          <p:spPr>
            <a:xfrm>
              <a:off x="3256304" y="5263332"/>
              <a:ext cx="1141892" cy="535578"/>
            </a:xfrm>
            <a:prstGeom prst="upArrowCallout">
              <a:avLst>
                <a:gd name="adj1" fmla="val 25000"/>
                <a:gd name="adj2" fmla="val 25000"/>
                <a:gd name="adj3" fmla="val 29891"/>
                <a:gd name="adj4" fmla="val 56974"/>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驱动教学法</a:t>
              </a:r>
              <a:endParaRPr lang="zh-CN" altLang="en-US" sz="1400" b="1" dirty="0">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79" name="标注: 上箭头 78"/>
            <p:cNvSpPr/>
            <p:nvPr/>
          </p:nvSpPr>
          <p:spPr>
            <a:xfrm>
              <a:off x="4750337" y="5263332"/>
              <a:ext cx="1141892" cy="535578"/>
            </a:xfrm>
            <a:prstGeom prst="upArrowCallout">
              <a:avLst>
                <a:gd name="adj1" fmla="val 25000"/>
                <a:gd name="adj2" fmla="val 25000"/>
                <a:gd name="adj3" fmla="val 29891"/>
                <a:gd name="adj4" fmla="val 56974"/>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解决方案</a:t>
              </a:r>
            </a:p>
          </p:txBody>
        </p:sp>
        <p:sp>
          <p:nvSpPr>
            <p:cNvPr id="80" name="米菲PPT21-3"/>
            <p:cNvSpPr/>
            <p:nvPr/>
          </p:nvSpPr>
          <p:spPr>
            <a:xfrm>
              <a:off x="2245577" y="4208235"/>
              <a:ext cx="3102896" cy="457200"/>
            </a:xfrm>
            <a:prstGeom prst="ellipse">
              <a:avLst/>
            </a:prstGeom>
            <a:gradFill>
              <a:gsLst>
                <a:gs pos="100000">
                  <a:schemeClr val="accent1">
                    <a:alpha val="20000"/>
                  </a:schemeClr>
                </a:gs>
                <a:gs pos="0">
                  <a:schemeClr val="accent1">
                    <a:alpha val="0"/>
                  </a:schemeClr>
                </a:gs>
              </a:gsLst>
              <a:lin ang="5400000" scaled="1"/>
            </a:gradFill>
            <a:ln w="6350">
              <a:gradFill>
                <a:gsLst>
                  <a:gs pos="100000">
                    <a:schemeClr val="accent1">
                      <a:alpha val="70000"/>
                    </a:schemeClr>
                  </a:gs>
                  <a:gs pos="0">
                    <a:schemeClr val="accent1">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36" tIns="45726" rIns="91436" bIns="45726" numCol="1" spcCol="0" rtlCol="0" fromWordArt="0" anchor="ctr" anchorCtr="0" forceAA="0" compatLnSpc="1">
              <a:noAutofit/>
            </a:bodyPr>
            <a:lstStyle/>
            <a:p>
              <a:pPr algn="ctr" defTabSz="457200"/>
              <a:endParaRPr lang="zh-CN" altLang="en-US" sz="1795"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89" name="文本框 88"/>
            <p:cNvSpPr txBox="1"/>
            <p:nvPr/>
          </p:nvSpPr>
          <p:spPr>
            <a:xfrm>
              <a:off x="2906935" y="4177506"/>
              <a:ext cx="1780180" cy="359176"/>
            </a:xfrm>
            <a:prstGeom prst="rect">
              <a:avLst/>
            </a:prstGeom>
            <a:noFill/>
            <a:effectLst/>
          </p:spPr>
          <p:txBody>
            <a:bodyPr wrap="none" lIns="81382" tIns="40691" rIns="81382" bIns="40691" rtlCol="0">
              <a:spAutoFit/>
            </a:bodyPr>
            <a:lstStyle/>
            <a:p>
              <a:pPr algn="ctr"/>
              <a:r>
                <a:rPr lang="zh-CN" altLang="en-US" dirty="0">
                  <a:solidFill>
                    <a:srgbClr val="C00000"/>
                  </a:solidFill>
                  <a:latin typeface="演示刀刻黑" panose="02000600000000000000" pitchFamily="2" charset="-122"/>
                  <a:ea typeface="演示刀刻黑" panose="02000600000000000000" pitchFamily="2" charset="-122"/>
                  <a:cs typeface="演示刀刻黑" panose="02000600000000000000" pitchFamily="2" charset="-122"/>
                  <a:sym typeface="思源黑体 CN Medium" panose="020B0600000000000000" pitchFamily="34" charset="-122"/>
                </a:rPr>
                <a:t>混合式教学组织</a:t>
              </a:r>
            </a:p>
          </p:txBody>
        </p:sp>
      </p:grpSp>
      <p:grpSp>
        <p:nvGrpSpPr>
          <p:cNvPr id="33" name="组合 32"/>
          <p:cNvGrpSpPr/>
          <p:nvPr/>
        </p:nvGrpSpPr>
        <p:grpSpPr>
          <a:xfrm>
            <a:off x="6453876" y="4177506"/>
            <a:ext cx="4158533" cy="1621404"/>
            <a:chOff x="6453876" y="4177506"/>
            <a:chExt cx="4158533" cy="1621404"/>
          </a:xfrm>
        </p:grpSpPr>
        <p:sp>
          <p:nvSpPr>
            <p:cNvPr id="48" name="文本框 47"/>
            <p:cNvSpPr txBox="1"/>
            <p:nvPr/>
          </p:nvSpPr>
          <p:spPr>
            <a:xfrm>
              <a:off x="6472628" y="4909026"/>
              <a:ext cx="1087683" cy="359176"/>
            </a:xfrm>
            <a:prstGeom prst="rect">
              <a:avLst/>
            </a:prstGeom>
            <a:noFill/>
            <a:effectLst/>
          </p:spPr>
          <p:txBody>
            <a:bodyPr wrap="none" lIns="81382" tIns="40691" rIns="81382" bIns="40691" rtlCol="0">
              <a:spAutoFit/>
            </a:bodyPr>
            <a:lstStyle/>
            <a:p>
              <a:pPr algn="ctr"/>
              <a:r>
                <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定期培训</a:t>
              </a:r>
            </a:p>
          </p:txBody>
        </p:sp>
        <p:sp>
          <p:nvSpPr>
            <p:cNvPr id="49" name="任意多边形: 形状 48"/>
            <p:cNvSpPr/>
            <p:nvPr/>
          </p:nvSpPr>
          <p:spPr>
            <a:xfrm>
              <a:off x="7016468" y="4554975"/>
              <a:ext cx="161803" cy="565156"/>
            </a:xfrm>
            <a:custGeom>
              <a:avLst/>
              <a:gdLst>
                <a:gd name="connsiteX0" fmla="*/ 365760 w 365760"/>
                <a:gd name="connsiteY0" fmla="*/ 0 h 1408176"/>
                <a:gd name="connsiteX1" fmla="*/ 0 w 365760"/>
                <a:gd name="connsiteY1" fmla="*/ 365760 h 1408176"/>
                <a:gd name="connsiteX2" fmla="*/ 0 w 365760"/>
                <a:gd name="connsiteY2" fmla="*/ 1408176 h 1408176"/>
                <a:gd name="connsiteX0-1" fmla="*/ 365760 w 365760"/>
                <a:gd name="connsiteY0-2" fmla="*/ 0 h 1408176"/>
                <a:gd name="connsiteX1-3" fmla="*/ 127921 w 365760"/>
                <a:gd name="connsiteY1-4" fmla="*/ 228363 h 1408176"/>
                <a:gd name="connsiteX2-5" fmla="*/ 0 w 365760"/>
                <a:gd name="connsiteY2-6" fmla="*/ 1408176 h 1408176"/>
                <a:gd name="connsiteX0-7" fmla="*/ 237839 w 237839"/>
                <a:gd name="connsiteY0-8" fmla="*/ 0 h 1408176"/>
                <a:gd name="connsiteX1-9" fmla="*/ 0 w 237839"/>
                <a:gd name="connsiteY1-10" fmla="*/ 228363 h 1408176"/>
                <a:gd name="connsiteX2-11" fmla="*/ 42640 w 237839"/>
                <a:gd name="connsiteY2-12" fmla="*/ 1408176 h 1408176"/>
                <a:gd name="connsiteX0-13" fmla="*/ 237839 w 237839"/>
                <a:gd name="connsiteY0-14" fmla="*/ 0 h 1408176"/>
                <a:gd name="connsiteX1-15" fmla="*/ 0 w 237839"/>
                <a:gd name="connsiteY1-16" fmla="*/ 228363 h 1408176"/>
                <a:gd name="connsiteX2-17" fmla="*/ 23689 w 237839"/>
                <a:gd name="connsiteY2-18" fmla="*/ 1408176 h 1408176"/>
                <a:gd name="connsiteX0-19" fmla="*/ 237839 w 237839"/>
                <a:gd name="connsiteY0-20" fmla="*/ 0 h 1403438"/>
                <a:gd name="connsiteX1-21" fmla="*/ 0 w 237839"/>
                <a:gd name="connsiteY1-22" fmla="*/ 228363 h 1403438"/>
                <a:gd name="connsiteX2-23" fmla="*/ 4738 w 237839"/>
                <a:gd name="connsiteY2-24" fmla="*/ 1403438 h 1403438"/>
                <a:gd name="connsiteX0-25" fmla="*/ 247315 w 247315"/>
                <a:gd name="connsiteY0-26" fmla="*/ 0 h 1398700"/>
                <a:gd name="connsiteX1-27" fmla="*/ 9476 w 247315"/>
                <a:gd name="connsiteY1-28" fmla="*/ 228363 h 1398700"/>
                <a:gd name="connsiteX2-29" fmla="*/ 0 w 247315"/>
                <a:gd name="connsiteY2-30" fmla="*/ 1398700 h 1398700"/>
                <a:gd name="connsiteX0-31" fmla="*/ 237839 w 237839"/>
                <a:gd name="connsiteY0-32" fmla="*/ 0 h 1398700"/>
                <a:gd name="connsiteX1-33" fmla="*/ 0 w 237839"/>
                <a:gd name="connsiteY1-34" fmla="*/ 228363 h 1398700"/>
                <a:gd name="connsiteX2-35" fmla="*/ 0 w 237839"/>
                <a:gd name="connsiteY2-36" fmla="*/ 1398700 h 1398700"/>
              </a:gdLst>
              <a:ahLst/>
              <a:cxnLst>
                <a:cxn ang="0">
                  <a:pos x="connsiteX0-1" y="connsiteY0-2"/>
                </a:cxn>
                <a:cxn ang="0">
                  <a:pos x="connsiteX1-3" y="connsiteY1-4"/>
                </a:cxn>
                <a:cxn ang="0">
                  <a:pos x="connsiteX2-5" y="connsiteY2-6"/>
                </a:cxn>
              </a:cxnLst>
              <a:rect l="l" t="t" r="r" b="b"/>
              <a:pathLst>
                <a:path w="237839" h="1398700">
                  <a:moveTo>
                    <a:pt x="237839" y="0"/>
                  </a:moveTo>
                  <a:lnTo>
                    <a:pt x="0" y="228363"/>
                  </a:lnTo>
                  <a:lnTo>
                    <a:pt x="0" y="1398700"/>
                  </a:lnTo>
                </a:path>
              </a:pathLst>
            </a:custGeom>
            <a:noFill/>
            <a:ln w="16955">
              <a:gradFill flip="none" rotWithShape="1">
                <a:gsLst>
                  <a:gs pos="0">
                    <a:schemeClr val="accent1"/>
                  </a:gs>
                  <a:gs pos="69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50" name="组合 49"/>
            <p:cNvGrpSpPr>
              <a:grpSpLocks noChangeAspect="1"/>
            </p:cNvGrpSpPr>
            <p:nvPr/>
          </p:nvGrpSpPr>
          <p:grpSpPr>
            <a:xfrm>
              <a:off x="7090267" y="4457197"/>
              <a:ext cx="195927" cy="195927"/>
              <a:chOff x="1128897" y="4649545"/>
              <a:chExt cx="135259" cy="135259"/>
            </a:xfrm>
          </p:grpSpPr>
          <p:sp>
            <p:nvSpPr>
              <p:cNvPr id="65" name="椭圆 64"/>
              <p:cNvSpPr/>
              <p:nvPr/>
            </p:nvSpPr>
            <p:spPr>
              <a:xfrm>
                <a:off x="1128897" y="4649545"/>
                <a:ext cx="135259" cy="135259"/>
              </a:xfrm>
              <a:prstGeom prst="ellipse">
                <a:avLst/>
              </a:prstGeom>
              <a:gradFill flip="none" rotWithShape="1">
                <a:gsLst>
                  <a:gs pos="32000">
                    <a:schemeClr val="accent1">
                      <a:alpha val="0"/>
                    </a:schemeClr>
                  </a:gs>
                  <a:gs pos="100000">
                    <a:schemeClr val="accent1"/>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66" name="椭圆 65"/>
              <p:cNvSpPr/>
              <p:nvPr/>
            </p:nvSpPr>
            <p:spPr>
              <a:xfrm>
                <a:off x="1165611" y="4686256"/>
                <a:ext cx="61829" cy="61829"/>
              </a:xfrm>
              <a:prstGeom prst="ellipse">
                <a:avLst/>
              </a:prstGeom>
              <a:gradFill flip="none" rotWithShape="1">
                <a:gsLst>
                  <a:gs pos="0">
                    <a:schemeClr val="accent1"/>
                  </a:gs>
                  <a:gs pos="84000">
                    <a:schemeClr val="accent1">
                      <a:lumMod val="60000"/>
                      <a:lumOff val="4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sp>
          <p:nvSpPr>
            <p:cNvPr id="51" name="文本框 50"/>
            <p:cNvSpPr txBox="1"/>
            <p:nvPr/>
          </p:nvSpPr>
          <p:spPr>
            <a:xfrm>
              <a:off x="8003860" y="4909026"/>
              <a:ext cx="1087683" cy="359176"/>
            </a:xfrm>
            <a:prstGeom prst="rect">
              <a:avLst/>
            </a:prstGeom>
            <a:noFill/>
            <a:effectLst/>
          </p:spPr>
          <p:txBody>
            <a:bodyPr wrap="none" lIns="81382" tIns="40691" rIns="81382" bIns="40691" rtlCol="0">
              <a:spAutoFit/>
            </a:bodyPr>
            <a:lstStyle/>
            <a:p>
              <a:pPr algn="ctr"/>
              <a:r>
                <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工具认证</a:t>
              </a:r>
            </a:p>
          </p:txBody>
        </p:sp>
        <p:sp>
          <p:nvSpPr>
            <p:cNvPr id="52" name="任意多边形: 形状 51"/>
            <p:cNvSpPr/>
            <p:nvPr/>
          </p:nvSpPr>
          <p:spPr>
            <a:xfrm>
              <a:off x="8545460" y="4678435"/>
              <a:ext cx="2579" cy="492639"/>
            </a:xfrm>
            <a:custGeom>
              <a:avLst/>
              <a:gdLst>
                <a:gd name="connsiteX0" fmla="*/ 365760 w 365760"/>
                <a:gd name="connsiteY0" fmla="*/ 0 h 1408176"/>
                <a:gd name="connsiteX1" fmla="*/ 0 w 365760"/>
                <a:gd name="connsiteY1" fmla="*/ 365760 h 1408176"/>
                <a:gd name="connsiteX2" fmla="*/ 0 w 365760"/>
                <a:gd name="connsiteY2" fmla="*/ 1408176 h 1408176"/>
                <a:gd name="connsiteX0-1" fmla="*/ 365760 w 365760"/>
                <a:gd name="connsiteY0-2" fmla="*/ 0 h 1408176"/>
                <a:gd name="connsiteX1-3" fmla="*/ 127921 w 365760"/>
                <a:gd name="connsiteY1-4" fmla="*/ 228363 h 1408176"/>
                <a:gd name="connsiteX2-5" fmla="*/ 0 w 365760"/>
                <a:gd name="connsiteY2-6" fmla="*/ 1408176 h 1408176"/>
                <a:gd name="connsiteX0-7" fmla="*/ 237839 w 237839"/>
                <a:gd name="connsiteY0-8" fmla="*/ 0 h 1408176"/>
                <a:gd name="connsiteX1-9" fmla="*/ 0 w 237839"/>
                <a:gd name="connsiteY1-10" fmla="*/ 228363 h 1408176"/>
                <a:gd name="connsiteX2-11" fmla="*/ 42640 w 237839"/>
                <a:gd name="connsiteY2-12" fmla="*/ 1408176 h 1408176"/>
                <a:gd name="connsiteX0-13" fmla="*/ 237839 w 237839"/>
                <a:gd name="connsiteY0-14" fmla="*/ 0 h 1408176"/>
                <a:gd name="connsiteX1-15" fmla="*/ 0 w 237839"/>
                <a:gd name="connsiteY1-16" fmla="*/ 228363 h 1408176"/>
                <a:gd name="connsiteX2-17" fmla="*/ 23689 w 237839"/>
                <a:gd name="connsiteY2-18" fmla="*/ 1408176 h 1408176"/>
                <a:gd name="connsiteX0-19" fmla="*/ 237839 w 237839"/>
                <a:gd name="connsiteY0-20" fmla="*/ 0 h 1403438"/>
                <a:gd name="connsiteX1-21" fmla="*/ 0 w 237839"/>
                <a:gd name="connsiteY1-22" fmla="*/ 228363 h 1403438"/>
                <a:gd name="connsiteX2-23" fmla="*/ 4738 w 237839"/>
                <a:gd name="connsiteY2-24" fmla="*/ 1403438 h 1403438"/>
                <a:gd name="connsiteX0-25" fmla="*/ 247315 w 247315"/>
                <a:gd name="connsiteY0-26" fmla="*/ 0 h 1398700"/>
                <a:gd name="connsiteX1-27" fmla="*/ 9476 w 247315"/>
                <a:gd name="connsiteY1-28" fmla="*/ 228363 h 1398700"/>
                <a:gd name="connsiteX2-29" fmla="*/ 0 w 247315"/>
                <a:gd name="connsiteY2-30" fmla="*/ 1398700 h 1398700"/>
                <a:gd name="connsiteX0-31" fmla="*/ 237839 w 237839"/>
                <a:gd name="connsiteY0-32" fmla="*/ 0 h 1398700"/>
                <a:gd name="connsiteX1-33" fmla="*/ 0 w 237839"/>
                <a:gd name="connsiteY1-34" fmla="*/ 228363 h 1398700"/>
                <a:gd name="connsiteX2-35" fmla="*/ 0 w 237839"/>
                <a:gd name="connsiteY2-36" fmla="*/ 1398700 h 1398700"/>
                <a:gd name="connsiteX0-37" fmla="*/ 237839 w 237839"/>
                <a:gd name="connsiteY0-38" fmla="*/ 0 h 1398700"/>
                <a:gd name="connsiteX1-39" fmla="*/ 0 w 237839"/>
                <a:gd name="connsiteY1-40" fmla="*/ 1398700 h 1398700"/>
                <a:gd name="connsiteX0-41" fmla="*/ 0 w 8528"/>
                <a:gd name="connsiteY0-42" fmla="*/ 0 h 1389225"/>
                <a:gd name="connsiteX1-43" fmla="*/ 8528 w 8528"/>
                <a:gd name="connsiteY1-44" fmla="*/ 1389225 h 1389225"/>
                <a:gd name="connsiteX0-45" fmla="*/ 0 w 37779"/>
                <a:gd name="connsiteY0-46" fmla="*/ 0 h 10000"/>
                <a:gd name="connsiteX1-47" fmla="*/ 37779 w 37779"/>
                <a:gd name="connsiteY1-48" fmla="*/ 10000 h 10000"/>
                <a:gd name="connsiteX0-49" fmla="*/ 0 w 15557"/>
                <a:gd name="connsiteY0-50" fmla="*/ 0 h 10000"/>
                <a:gd name="connsiteX1-51" fmla="*/ 15557 w 15557"/>
                <a:gd name="connsiteY1-52" fmla="*/ 10000 h 10000"/>
                <a:gd name="connsiteX0-53" fmla="*/ 7205 w 7744"/>
                <a:gd name="connsiteY0-54" fmla="*/ 0 h 10068"/>
                <a:gd name="connsiteX1-55" fmla="*/ 540 w 7744"/>
                <a:gd name="connsiteY1-56" fmla="*/ 10068 h 10068"/>
                <a:gd name="connsiteX0-57" fmla="*/ 1 w 27264"/>
                <a:gd name="connsiteY0-58" fmla="*/ 0 h 10034"/>
                <a:gd name="connsiteX1-59" fmla="*/ 27264 w 27264"/>
                <a:gd name="connsiteY1-60" fmla="*/ 10034 h 10034"/>
                <a:gd name="connsiteX0-61" fmla="*/ -1 w 5739"/>
                <a:gd name="connsiteY0-62" fmla="*/ 0 h 10034"/>
                <a:gd name="connsiteX1-63" fmla="*/ 5739 w 5739"/>
                <a:gd name="connsiteY1-64" fmla="*/ 10034 h 10034"/>
                <a:gd name="connsiteX0-65" fmla="*/ 1 w 31354"/>
                <a:gd name="connsiteY0-66" fmla="*/ 0 h 7232"/>
                <a:gd name="connsiteX1-67" fmla="*/ 31354 w 31354"/>
                <a:gd name="connsiteY1-68" fmla="*/ 7232 h 7232"/>
                <a:gd name="connsiteX0-69" fmla="*/ 0 w 3190"/>
                <a:gd name="connsiteY0-70" fmla="*/ 0 h 7528"/>
                <a:gd name="connsiteX1-71" fmla="*/ 3190 w 3190"/>
                <a:gd name="connsiteY1-72" fmla="*/ 7528 h 7528"/>
                <a:gd name="connsiteX0-73" fmla="*/ 0 w 10000"/>
                <a:gd name="connsiteY0-74" fmla="*/ 0 h 10000"/>
                <a:gd name="connsiteX1-75" fmla="*/ 10000 w 10000"/>
                <a:gd name="connsiteY1-76" fmla="*/ 10000 h 10000"/>
                <a:gd name="connsiteX0-77" fmla="*/ 0 w 10000"/>
                <a:gd name="connsiteY0-78" fmla="*/ 0 h 9788"/>
                <a:gd name="connsiteX1-79" fmla="*/ 10000 w 10000"/>
                <a:gd name="connsiteY1-80" fmla="*/ 9788 h 9788"/>
                <a:gd name="connsiteX0-81" fmla="*/ 4408 w 6320"/>
                <a:gd name="connsiteY0-82" fmla="*/ 0 h 9810"/>
                <a:gd name="connsiteX1-83" fmla="*/ 1910 w 6320"/>
                <a:gd name="connsiteY1-84" fmla="*/ 9810 h 9810"/>
                <a:gd name="connsiteX0-85" fmla="*/ 1 w 35593"/>
                <a:gd name="connsiteY0-86" fmla="*/ 0 h 9935"/>
                <a:gd name="connsiteX1-87" fmla="*/ 35593 w 35593"/>
                <a:gd name="connsiteY1-88" fmla="*/ 9935 h 9935"/>
                <a:gd name="connsiteX0-89" fmla="*/ 0 w 4445"/>
                <a:gd name="connsiteY0-90" fmla="*/ 0 h 9935"/>
                <a:gd name="connsiteX1-91" fmla="*/ 4445 w 4445"/>
                <a:gd name="connsiteY1-92" fmla="*/ 9935 h 9935"/>
              </a:gdLst>
              <a:ahLst/>
              <a:cxnLst>
                <a:cxn ang="0">
                  <a:pos x="connsiteX0-1" y="connsiteY0-2"/>
                </a:cxn>
                <a:cxn ang="0">
                  <a:pos x="connsiteX1-3" y="connsiteY1-4"/>
                </a:cxn>
              </a:cxnLst>
              <a:rect l="l" t="t" r="r" b="b"/>
              <a:pathLst>
                <a:path w="4445" h="9935">
                  <a:moveTo>
                    <a:pt x="0" y="0"/>
                  </a:moveTo>
                  <a:cubicBezTo>
                    <a:pt x="3335" y="6352"/>
                    <a:pt x="1112" y="3583"/>
                    <a:pt x="4445" y="9935"/>
                  </a:cubicBezTo>
                </a:path>
              </a:pathLst>
            </a:custGeom>
            <a:noFill/>
            <a:ln w="16955">
              <a:gradFill flip="none" rotWithShape="1">
                <a:gsLst>
                  <a:gs pos="0">
                    <a:schemeClr val="accent1"/>
                  </a:gs>
                  <a:gs pos="69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53" name="组合 52"/>
            <p:cNvGrpSpPr>
              <a:grpSpLocks noChangeAspect="1"/>
            </p:cNvGrpSpPr>
            <p:nvPr/>
          </p:nvGrpSpPr>
          <p:grpSpPr>
            <a:xfrm>
              <a:off x="8448786" y="4570405"/>
              <a:ext cx="195927" cy="195927"/>
              <a:chOff x="1012982" y="4639885"/>
              <a:chExt cx="135259" cy="135259"/>
            </a:xfrm>
          </p:grpSpPr>
          <p:sp>
            <p:nvSpPr>
              <p:cNvPr id="63" name="椭圆 62"/>
              <p:cNvSpPr/>
              <p:nvPr/>
            </p:nvSpPr>
            <p:spPr>
              <a:xfrm>
                <a:off x="1012982" y="4639885"/>
                <a:ext cx="135259" cy="135259"/>
              </a:xfrm>
              <a:prstGeom prst="ellipse">
                <a:avLst/>
              </a:prstGeom>
              <a:gradFill flip="none" rotWithShape="1">
                <a:gsLst>
                  <a:gs pos="32000">
                    <a:schemeClr val="accent1">
                      <a:alpha val="0"/>
                    </a:schemeClr>
                  </a:gs>
                  <a:gs pos="100000">
                    <a:schemeClr val="accent1"/>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64" name="椭圆 63"/>
              <p:cNvSpPr/>
              <p:nvPr/>
            </p:nvSpPr>
            <p:spPr>
              <a:xfrm>
                <a:off x="1049697" y="4676595"/>
                <a:ext cx="61829" cy="61829"/>
              </a:xfrm>
              <a:prstGeom prst="ellipse">
                <a:avLst/>
              </a:prstGeom>
              <a:gradFill flip="none" rotWithShape="1">
                <a:gsLst>
                  <a:gs pos="0">
                    <a:schemeClr val="accent1"/>
                  </a:gs>
                  <a:gs pos="84000">
                    <a:schemeClr val="accent1">
                      <a:lumMod val="60000"/>
                      <a:lumOff val="4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sp>
          <p:nvSpPr>
            <p:cNvPr id="54" name="文本框 53"/>
            <p:cNvSpPr txBox="1"/>
            <p:nvPr/>
          </p:nvSpPr>
          <p:spPr>
            <a:xfrm>
              <a:off x="9501781" y="4909026"/>
              <a:ext cx="1087683" cy="359176"/>
            </a:xfrm>
            <a:prstGeom prst="rect">
              <a:avLst/>
            </a:prstGeom>
            <a:noFill/>
            <a:effectLst/>
          </p:spPr>
          <p:txBody>
            <a:bodyPr wrap="none" lIns="81382" tIns="40691" rIns="81382" bIns="40691" rtlCol="0">
              <a:spAutoFit/>
            </a:bodyPr>
            <a:lstStyle/>
            <a:p>
              <a:pPr algn="ctr"/>
              <a:r>
                <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技术创新</a:t>
              </a:r>
            </a:p>
          </p:txBody>
        </p:sp>
        <p:sp>
          <p:nvSpPr>
            <p:cNvPr id="55" name="任意多边形: 形状 54"/>
            <p:cNvSpPr/>
            <p:nvPr/>
          </p:nvSpPr>
          <p:spPr>
            <a:xfrm flipH="1">
              <a:off x="9889318" y="4576323"/>
              <a:ext cx="161803" cy="565156"/>
            </a:xfrm>
            <a:custGeom>
              <a:avLst/>
              <a:gdLst>
                <a:gd name="connsiteX0" fmla="*/ 365760 w 365760"/>
                <a:gd name="connsiteY0" fmla="*/ 0 h 1408176"/>
                <a:gd name="connsiteX1" fmla="*/ 0 w 365760"/>
                <a:gd name="connsiteY1" fmla="*/ 365760 h 1408176"/>
                <a:gd name="connsiteX2" fmla="*/ 0 w 365760"/>
                <a:gd name="connsiteY2" fmla="*/ 1408176 h 1408176"/>
                <a:gd name="connsiteX0-1" fmla="*/ 365760 w 365760"/>
                <a:gd name="connsiteY0-2" fmla="*/ 0 h 1408176"/>
                <a:gd name="connsiteX1-3" fmla="*/ 127921 w 365760"/>
                <a:gd name="connsiteY1-4" fmla="*/ 228363 h 1408176"/>
                <a:gd name="connsiteX2-5" fmla="*/ 0 w 365760"/>
                <a:gd name="connsiteY2-6" fmla="*/ 1408176 h 1408176"/>
                <a:gd name="connsiteX0-7" fmla="*/ 237839 w 237839"/>
                <a:gd name="connsiteY0-8" fmla="*/ 0 h 1408176"/>
                <a:gd name="connsiteX1-9" fmla="*/ 0 w 237839"/>
                <a:gd name="connsiteY1-10" fmla="*/ 228363 h 1408176"/>
                <a:gd name="connsiteX2-11" fmla="*/ 42640 w 237839"/>
                <a:gd name="connsiteY2-12" fmla="*/ 1408176 h 1408176"/>
                <a:gd name="connsiteX0-13" fmla="*/ 237839 w 237839"/>
                <a:gd name="connsiteY0-14" fmla="*/ 0 h 1408176"/>
                <a:gd name="connsiteX1-15" fmla="*/ 0 w 237839"/>
                <a:gd name="connsiteY1-16" fmla="*/ 228363 h 1408176"/>
                <a:gd name="connsiteX2-17" fmla="*/ 23689 w 237839"/>
                <a:gd name="connsiteY2-18" fmla="*/ 1408176 h 1408176"/>
                <a:gd name="connsiteX0-19" fmla="*/ 237839 w 237839"/>
                <a:gd name="connsiteY0-20" fmla="*/ 0 h 1403438"/>
                <a:gd name="connsiteX1-21" fmla="*/ 0 w 237839"/>
                <a:gd name="connsiteY1-22" fmla="*/ 228363 h 1403438"/>
                <a:gd name="connsiteX2-23" fmla="*/ 4738 w 237839"/>
                <a:gd name="connsiteY2-24" fmla="*/ 1403438 h 1403438"/>
                <a:gd name="connsiteX0-25" fmla="*/ 247315 w 247315"/>
                <a:gd name="connsiteY0-26" fmla="*/ 0 h 1398700"/>
                <a:gd name="connsiteX1-27" fmla="*/ 9476 w 247315"/>
                <a:gd name="connsiteY1-28" fmla="*/ 228363 h 1398700"/>
                <a:gd name="connsiteX2-29" fmla="*/ 0 w 247315"/>
                <a:gd name="connsiteY2-30" fmla="*/ 1398700 h 1398700"/>
                <a:gd name="connsiteX0-31" fmla="*/ 237839 w 237839"/>
                <a:gd name="connsiteY0-32" fmla="*/ 0 h 1398700"/>
                <a:gd name="connsiteX1-33" fmla="*/ 0 w 237839"/>
                <a:gd name="connsiteY1-34" fmla="*/ 228363 h 1398700"/>
                <a:gd name="connsiteX2-35" fmla="*/ 0 w 237839"/>
                <a:gd name="connsiteY2-36" fmla="*/ 1398700 h 1398700"/>
              </a:gdLst>
              <a:ahLst/>
              <a:cxnLst>
                <a:cxn ang="0">
                  <a:pos x="connsiteX0-1" y="connsiteY0-2"/>
                </a:cxn>
                <a:cxn ang="0">
                  <a:pos x="connsiteX1-3" y="connsiteY1-4"/>
                </a:cxn>
                <a:cxn ang="0">
                  <a:pos x="connsiteX2-5" y="connsiteY2-6"/>
                </a:cxn>
              </a:cxnLst>
              <a:rect l="l" t="t" r="r" b="b"/>
              <a:pathLst>
                <a:path w="237839" h="1398700">
                  <a:moveTo>
                    <a:pt x="237839" y="0"/>
                  </a:moveTo>
                  <a:lnTo>
                    <a:pt x="0" y="228363"/>
                  </a:lnTo>
                  <a:lnTo>
                    <a:pt x="0" y="1398700"/>
                  </a:lnTo>
                </a:path>
              </a:pathLst>
            </a:custGeom>
            <a:noFill/>
            <a:ln w="16955">
              <a:gradFill flip="none" rotWithShape="1">
                <a:gsLst>
                  <a:gs pos="0">
                    <a:schemeClr val="accent1"/>
                  </a:gs>
                  <a:gs pos="69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56" name="组合 55"/>
            <p:cNvGrpSpPr>
              <a:grpSpLocks noChangeAspect="1"/>
            </p:cNvGrpSpPr>
            <p:nvPr/>
          </p:nvGrpSpPr>
          <p:grpSpPr>
            <a:xfrm>
              <a:off x="9785328" y="4472372"/>
              <a:ext cx="195927" cy="195927"/>
              <a:chOff x="898941" y="4648250"/>
              <a:chExt cx="135259" cy="135259"/>
            </a:xfrm>
          </p:grpSpPr>
          <p:sp>
            <p:nvSpPr>
              <p:cNvPr id="61" name="椭圆 60"/>
              <p:cNvSpPr/>
              <p:nvPr/>
            </p:nvSpPr>
            <p:spPr>
              <a:xfrm>
                <a:off x="898941" y="4648250"/>
                <a:ext cx="135259" cy="135259"/>
              </a:xfrm>
              <a:prstGeom prst="ellipse">
                <a:avLst/>
              </a:prstGeom>
              <a:gradFill flip="none" rotWithShape="1">
                <a:gsLst>
                  <a:gs pos="32000">
                    <a:schemeClr val="accent1">
                      <a:alpha val="0"/>
                    </a:schemeClr>
                  </a:gs>
                  <a:gs pos="100000">
                    <a:schemeClr val="accent1"/>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62" name="椭圆 61"/>
              <p:cNvSpPr/>
              <p:nvPr/>
            </p:nvSpPr>
            <p:spPr>
              <a:xfrm>
                <a:off x="935654" y="4684961"/>
                <a:ext cx="61829" cy="61829"/>
              </a:xfrm>
              <a:prstGeom prst="ellipse">
                <a:avLst/>
              </a:prstGeom>
              <a:gradFill flip="none" rotWithShape="1">
                <a:gsLst>
                  <a:gs pos="0">
                    <a:schemeClr val="accent1"/>
                  </a:gs>
                  <a:gs pos="84000">
                    <a:schemeClr val="accent1">
                      <a:lumMod val="60000"/>
                      <a:lumOff val="4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sp>
          <p:nvSpPr>
            <p:cNvPr id="57" name="标注: 上箭头 56"/>
            <p:cNvSpPr/>
            <p:nvPr/>
          </p:nvSpPr>
          <p:spPr>
            <a:xfrm>
              <a:off x="6453876" y="5263332"/>
              <a:ext cx="1141892" cy="535578"/>
            </a:xfrm>
            <a:prstGeom prst="upArrowCallout">
              <a:avLst>
                <a:gd name="adj1" fmla="val 25000"/>
                <a:gd name="adj2" fmla="val 25000"/>
                <a:gd name="adj3" fmla="val 29891"/>
                <a:gd name="adj4" fmla="val 56974"/>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专业维度</a:t>
              </a:r>
              <a:endParaRPr lang="zh-CN" altLang="en-US" sz="1400" b="1" dirty="0">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58" name="标注: 上箭头 57"/>
            <p:cNvSpPr/>
            <p:nvPr/>
          </p:nvSpPr>
          <p:spPr>
            <a:xfrm>
              <a:off x="7976484" y="5263332"/>
              <a:ext cx="1141892" cy="535578"/>
            </a:xfrm>
            <a:prstGeom prst="upArrowCallout">
              <a:avLst>
                <a:gd name="adj1" fmla="val 25000"/>
                <a:gd name="adj2" fmla="val 25000"/>
                <a:gd name="adj3" fmla="val 29891"/>
                <a:gd name="adj4" fmla="val 56974"/>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技术维度</a:t>
              </a:r>
              <a:endParaRPr lang="zh-CN" altLang="en-US" sz="1400" b="1" dirty="0">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59" name="标注: 上箭头 58"/>
            <p:cNvSpPr/>
            <p:nvPr/>
          </p:nvSpPr>
          <p:spPr>
            <a:xfrm>
              <a:off x="9470517" y="5263332"/>
              <a:ext cx="1141892" cy="535578"/>
            </a:xfrm>
            <a:prstGeom prst="upArrowCallout">
              <a:avLst>
                <a:gd name="adj1" fmla="val 25000"/>
                <a:gd name="adj2" fmla="val 25000"/>
                <a:gd name="adj3" fmla="val 29891"/>
                <a:gd name="adj4" fmla="val 56974"/>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教学维度</a:t>
              </a:r>
              <a:endParaRPr lang="zh-CN" altLang="en-US" sz="1400" b="1" dirty="0">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60" name="米菲PPT21-3"/>
            <p:cNvSpPr/>
            <p:nvPr/>
          </p:nvSpPr>
          <p:spPr>
            <a:xfrm>
              <a:off x="6965757" y="4208235"/>
              <a:ext cx="3102896" cy="457200"/>
            </a:xfrm>
            <a:prstGeom prst="ellipse">
              <a:avLst/>
            </a:prstGeom>
            <a:gradFill>
              <a:gsLst>
                <a:gs pos="100000">
                  <a:schemeClr val="accent1">
                    <a:alpha val="20000"/>
                  </a:schemeClr>
                </a:gs>
                <a:gs pos="0">
                  <a:schemeClr val="accent1">
                    <a:alpha val="0"/>
                  </a:schemeClr>
                </a:gs>
              </a:gsLst>
              <a:lin ang="5400000" scaled="1"/>
            </a:gradFill>
            <a:ln w="6350">
              <a:gradFill>
                <a:gsLst>
                  <a:gs pos="100000">
                    <a:schemeClr val="accent1">
                      <a:alpha val="70000"/>
                    </a:schemeClr>
                  </a:gs>
                  <a:gs pos="0">
                    <a:schemeClr val="accent1">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36" tIns="45726" rIns="91436" bIns="45726" numCol="1" spcCol="0" rtlCol="0" fromWordArt="0" anchor="ctr" anchorCtr="0" forceAA="0" compatLnSpc="1">
              <a:noAutofit/>
            </a:bodyPr>
            <a:lstStyle/>
            <a:p>
              <a:pPr algn="ctr" defTabSz="457200"/>
              <a:endParaRPr lang="zh-CN" altLang="en-US" sz="1795"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90" name="文本框 89"/>
            <p:cNvSpPr txBox="1"/>
            <p:nvPr/>
          </p:nvSpPr>
          <p:spPr>
            <a:xfrm>
              <a:off x="7511699" y="4177506"/>
              <a:ext cx="2011013" cy="359176"/>
            </a:xfrm>
            <a:prstGeom prst="rect">
              <a:avLst/>
            </a:prstGeom>
            <a:noFill/>
            <a:effectLst/>
          </p:spPr>
          <p:txBody>
            <a:bodyPr wrap="none" lIns="81382" tIns="40691" rIns="81382" bIns="40691" rtlCol="0">
              <a:spAutoFit/>
            </a:bodyPr>
            <a:lstStyle/>
            <a:p>
              <a:pPr algn="ctr"/>
              <a:r>
                <a:rPr lang="zh-CN" altLang="en-US" dirty="0">
                  <a:solidFill>
                    <a:srgbClr val="C00000"/>
                  </a:solidFill>
                  <a:latin typeface="演示刀刻黑" panose="02000600000000000000" pitchFamily="2" charset="-122"/>
                  <a:ea typeface="演示刀刻黑" panose="02000600000000000000" pitchFamily="2" charset="-122"/>
                  <a:cs typeface="演示刀刻黑" panose="02000600000000000000" pitchFamily="2" charset="-122"/>
                  <a:sym typeface="思源黑体 CN Medium" panose="020B0600000000000000" pitchFamily="34" charset="-122"/>
                </a:rPr>
                <a:t>能力提升三维模型</a:t>
              </a:r>
            </a:p>
          </p:txBody>
        </p:sp>
      </p:grpSp>
      <p:grpSp>
        <p:nvGrpSpPr>
          <p:cNvPr id="21" name="组合 20"/>
          <p:cNvGrpSpPr/>
          <p:nvPr/>
        </p:nvGrpSpPr>
        <p:grpSpPr>
          <a:xfrm>
            <a:off x="8182318" y="1721546"/>
            <a:ext cx="2244211" cy="1613988"/>
            <a:chOff x="8182318" y="1721546"/>
            <a:chExt cx="2244211" cy="1613988"/>
          </a:xfrm>
        </p:grpSpPr>
        <p:sp>
          <p:nvSpPr>
            <p:cNvPr id="93" name="矩形: 圆角 92"/>
            <p:cNvSpPr/>
            <p:nvPr/>
          </p:nvSpPr>
          <p:spPr>
            <a:xfrm>
              <a:off x="8290097" y="1721546"/>
              <a:ext cx="2136432" cy="1613988"/>
            </a:xfrm>
            <a:prstGeom prst="roundRect">
              <a:avLst>
                <a:gd name="adj" fmla="val 2555"/>
              </a:avLst>
            </a:prstGeom>
            <a:solidFill>
              <a:schemeClr val="bg1">
                <a:alpha val="50000"/>
              </a:schemeClr>
            </a:solidFill>
            <a:ln w="6350">
              <a:solidFill>
                <a:schemeClr val="accent3"/>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endParaRPr lang="zh-CN" altLang="en-US" sz="1600" dirty="0">
                <a:solidFill>
                  <a:srgbClr val="275CF5"/>
                </a:solidFill>
                <a:latin typeface="思源黑体 CN Bold" panose="020B0800000000000000" pitchFamily="34" charset="-122"/>
                <a:ea typeface="思源黑体 CN Bold" panose="020B0800000000000000" pitchFamily="34" charset="-122"/>
                <a:cs typeface="+mn-ea"/>
                <a:sym typeface="+mn-lt"/>
              </a:endParaRPr>
            </a:p>
          </p:txBody>
        </p:sp>
        <p:sp>
          <p:nvSpPr>
            <p:cNvPr id="94" name="矩形: 圆角 93"/>
            <p:cNvSpPr/>
            <p:nvPr/>
          </p:nvSpPr>
          <p:spPr>
            <a:xfrm>
              <a:off x="8450343" y="2343144"/>
              <a:ext cx="1143000" cy="337820"/>
            </a:xfrm>
            <a:prstGeom prst="roundRect">
              <a:avLst/>
            </a:prstGeom>
            <a:solidFill>
              <a:schemeClr val="accent3">
                <a:lumMod val="20000"/>
                <a:lumOff val="8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chemeClr val="tx1"/>
                  </a:solidFill>
                  <a:latin typeface="思源黑体 CN Bold" panose="020B0800000000000000" pitchFamily="34" charset="-122"/>
                  <a:ea typeface="思源黑体 CN Bold" panose="020B0800000000000000" pitchFamily="34" charset="-122"/>
                  <a:cs typeface="+mn-ea"/>
                  <a:sym typeface="+mn-lt"/>
                </a:rPr>
                <a:t>内容更新</a:t>
              </a:r>
              <a:endParaRPr lang="zh-CN" altLang="en-US" sz="1600" dirty="0">
                <a:solidFill>
                  <a:schemeClr val="tx1"/>
                </a:solidFill>
                <a:latin typeface="思源黑体 CN Bold" panose="020B0800000000000000" pitchFamily="34" charset="-122"/>
                <a:ea typeface="思源黑体 CN Bold" panose="020B0800000000000000" pitchFamily="34" charset="-122"/>
                <a:cs typeface="+mn-ea"/>
                <a:sym typeface="+mn-lt"/>
              </a:endParaRPr>
            </a:p>
          </p:txBody>
        </p:sp>
        <p:sp>
          <p:nvSpPr>
            <p:cNvPr id="95" name="矩形: 圆角 94"/>
            <p:cNvSpPr/>
            <p:nvPr/>
          </p:nvSpPr>
          <p:spPr>
            <a:xfrm>
              <a:off x="8450343" y="2902623"/>
              <a:ext cx="1143000" cy="337820"/>
            </a:xfrm>
            <a:prstGeom prst="roundRect">
              <a:avLst/>
            </a:prstGeom>
            <a:solidFill>
              <a:schemeClr val="accent3">
                <a:lumMod val="20000"/>
                <a:lumOff val="8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chemeClr val="tx1"/>
                  </a:solidFill>
                  <a:latin typeface="思源黑体 CN Bold" panose="020B0800000000000000" pitchFamily="34" charset="-122"/>
                  <a:ea typeface="思源黑体 CN Bold" panose="020B0800000000000000" pitchFamily="34" charset="-122"/>
                  <a:cs typeface="+mn-ea"/>
                  <a:sym typeface="+mn-lt"/>
                </a:rPr>
                <a:t>映射矩阵</a:t>
              </a:r>
              <a:endParaRPr lang="zh-CN" altLang="en-US" sz="1600" dirty="0">
                <a:solidFill>
                  <a:schemeClr val="tx1"/>
                </a:solidFill>
                <a:latin typeface="思源黑体 CN Bold" panose="020B0800000000000000" pitchFamily="34" charset="-122"/>
                <a:ea typeface="思源黑体 CN Bold" panose="020B0800000000000000" pitchFamily="34" charset="-122"/>
                <a:cs typeface="+mn-ea"/>
                <a:sym typeface="+mn-lt"/>
              </a:endParaRPr>
            </a:p>
          </p:txBody>
        </p:sp>
        <p:sp>
          <p:nvSpPr>
            <p:cNvPr id="96" name="矩形: 圆角 95"/>
            <p:cNvSpPr/>
            <p:nvPr/>
          </p:nvSpPr>
          <p:spPr>
            <a:xfrm>
              <a:off x="9902654" y="1818610"/>
              <a:ext cx="452120" cy="1419860"/>
            </a:xfrm>
            <a:prstGeom prst="roundRect">
              <a:avLst/>
            </a:prstGeom>
            <a:solidFill>
              <a:schemeClr val="accent3"/>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rgbClr val="FFFFFF"/>
                  </a:solidFill>
                  <a:latin typeface="思源黑体 CN Bold" panose="020B0800000000000000" pitchFamily="34" charset="-122"/>
                  <a:ea typeface="思源黑体 CN Bold" panose="020B0800000000000000" pitchFamily="34" charset="-122"/>
                  <a:cs typeface="+mn-ea"/>
                  <a:sym typeface="+mn-lt"/>
                </a:rPr>
                <a:t>调整机制</a:t>
              </a:r>
              <a:endParaRPr lang="zh-CN" altLang="en-US" sz="1600" dirty="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97" name="左大括号 96"/>
            <p:cNvSpPr/>
            <p:nvPr/>
          </p:nvSpPr>
          <p:spPr>
            <a:xfrm flipH="1">
              <a:off x="9587413" y="1984521"/>
              <a:ext cx="372313" cy="999790"/>
            </a:xfrm>
            <a:prstGeom prst="leftBrace">
              <a:avLst>
                <a:gd name="adj1" fmla="val 24251"/>
                <a:gd name="adj2" fmla="val 50000"/>
              </a:avLst>
            </a:prstGeom>
            <a:ln w="63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98" name="矩形: 圆角 97"/>
            <p:cNvSpPr/>
            <p:nvPr/>
          </p:nvSpPr>
          <p:spPr>
            <a:xfrm>
              <a:off x="8450343" y="1810674"/>
              <a:ext cx="1143000" cy="337820"/>
            </a:xfrm>
            <a:prstGeom prst="roundRect">
              <a:avLst/>
            </a:prstGeom>
            <a:solidFill>
              <a:schemeClr val="accent3">
                <a:lumMod val="20000"/>
                <a:lumOff val="8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dirty="0">
                  <a:solidFill>
                    <a:schemeClr val="tx1"/>
                  </a:solidFill>
                  <a:latin typeface="思源黑体 CN Bold" panose="020B0800000000000000" pitchFamily="34" charset="-122"/>
                  <a:ea typeface="思源黑体 CN Bold" panose="020B0800000000000000" pitchFamily="34" charset="-122"/>
                  <a:cs typeface="+mn-ea"/>
                  <a:sym typeface="+mn-lt"/>
                </a:rPr>
                <a:t>行业需求</a:t>
              </a:r>
            </a:p>
          </p:txBody>
        </p:sp>
        <p:grpSp>
          <p:nvGrpSpPr>
            <p:cNvPr id="108" name="组合 107"/>
            <p:cNvGrpSpPr/>
            <p:nvPr/>
          </p:nvGrpSpPr>
          <p:grpSpPr>
            <a:xfrm>
              <a:off x="8182318" y="1865094"/>
              <a:ext cx="224012" cy="228980"/>
              <a:chOff x="1389048" y="2446354"/>
              <a:chExt cx="224012" cy="228980"/>
            </a:xfrm>
          </p:grpSpPr>
          <p:sp>
            <p:nvSpPr>
              <p:cNvPr id="109" name="椭圆 108"/>
              <p:cNvSpPr/>
              <p:nvPr/>
            </p:nvSpPr>
            <p:spPr>
              <a:xfrm>
                <a:off x="1389048" y="2446354"/>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10" name="箭头: V 形 109"/>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111" name="组合 110"/>
            <p:cNvGrpSpPr/>
            <p:nvPr/>
          </p:nvGrpSpPr>
          <p:grpSpPr>
            <a:xfrm>
              <a:off x="8182318" y="2397564"/>
              <a:ext cx="224012" cy="228980"/>
              <a:chOff x="1389048" y="2446354"/>
              <a:chExt cx="224012" cy="228980"/>
            </a:xfrm>
          </p:grpSpPr>
          <p:sp>
            <p:nvSpPr>
              <p:cNvPr id="112" name="椭圆 111"/>
              <p:cNvSpPr/>
              <p:nvPr/>
            </p:nvSpPr>
            <p:spPr>
              <a:xfrm>
                <a:off x="1389048" y="2446354"/>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13" name="箭头: V 形 112"/>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117" name="组合 116"/>
            <p:cNvGrpSpPr/>
            <p:nvPr/>
          </p:nvGrpSpPr>
          <p:grpSpPr>
            <a:xfrm>
              <a:off x="8182318" y="2957043"/>
              <a:ext cx="224012" cy="228980"/>
              <a:chOff x="8158505" y="2999156"/>
              <a:chExt cx="224012" cy="228980"/>
            </a:xfrm>
          </p:grpSpPr>
          <p:sp>
            <p:nvSpPr>
              <p:cNvPr id="115" name="椭圆 114"/>
              <p:cNvSpPr/>
              <p:nvPr/>
            </p:nvSpPr>
            <p:spPr>
              <a:xfrm>
                <a:off x="8158505" y="2999156"/>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16" name="箭头: V 形 115"/>
              <p:cNvSpPr/>
              <p:nvPr/>
            </p:nvSpPr>
            <p:spPr>
              <a:xfrm>
                <a:off x="8221428" y="3050409"/>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grpSp>
      </p:grpSp>
      <p:grpSp>
        <p:nvGrpSpPr>
          <p:cNvPr id="20" name="组合 19"/>
          <p:cNvGrpSpPr/>
          <p:nvPr/>
        </p:nvGrpSpPr>
        <p:grpSpPr>
          <a:xfrm>
            <a:off x="1765472" y="1721546"/>
            <a:ext cx="2250387" cy="1613988"/>
            <a:chOff x="1765472" y="1721546"/>
            <a:chExt cx="2250387" cy="1613988"/>
          </a:xfrm>
        </p:grpSpPr>
        <p:sp>
          <p:nvSpPr>
            <p:cNvPr id="101" name="矩形: 圆角 100"/>
            <p:cNvSpPr/>
            <p:nvPr/>
          </p:nvSpPr>
          <p:spPr>
            <a:xfrm flipH="1">
              <a:off x="1765472" y="1721546"/>
              <a:ext cx="2136432" cy="1613988"/>
            </a:xfrm>
            <a:prstGeom prst="roundRect">
              <a:avLst>
                <a:gd name="adj" fmla="val 2555"/>
              </a:avLst>
            </a:prstGeom>
            <a:solidFill>
              <a:schemeClr val="bg1">
                <a:alpha val="50000"/>
              </a:schemeClr>
            </a:solidFill>
            <a:ln w="6350">
              <a:solidFill>
                <a:schemeClr val="accent3"/>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endParaRPr lang="zh-CN" altLang="en-US" sz="1600" dirty="0">
                <a:solidFill>
                  <a:srgbClr val="275CF5"/>
                </a:solidFill>
                <a:latin typeface="思源黑体 CN Bold" panose="020B0800000000000000" pitchFamily="34" charset="-122"/>
                <a:ea typeface="思源黑体 CN Bold" panose="020B0800000000000000" pitchFamily="34" charset="-122"/>
                <a:cs typeface="+mn-ea"/>
                <a:sym typeface="+mn-lt"/>
              </a:endParaRPr>
            </a:p>
          </p:txBody>
        </p:sp>
        <p:sp>
          <p:nvSpPr>
            <p:cNvPr id="102" name="矩形: 圆角 101"/>
            <p:cNvSpPr/>
            <p:nvPr/>
          </p:nvSpPr>
          <p:spPr>
            <a:xfrm flipH="1">
              <a:off x="2598658" y="2343144"/>
              <a:ext cx="1143000" cy="337820"/>
            </a:xfrm>
            <a:prstGeom prst="roundRect">
              <a:avLst/>
            </a:prstGeom>
            <a:solidFill>
              <a:schemeClr val="accent3">
                <a:lumMod val="20000"/>
                <a:lumOff val="8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chemeClr val="tx1"/>
                  </a:solidFill>
                  <a:latin typeface="思源黑体 CN Bold" panose="020B0800000000000000" pitchFamily="34" charset="-122"/>
                  <a:ea typeface="思源黑体 CN Bold" panose="020B0800000000000000" pitchFamily="34" charset="-122"/>
                  <a:cs typeface="+mn-ea"/>
                  <a:sym typeface="+mn-lt"/>
                </a:rPr>
                <a:t>进阶模块</a:t>
              </a:r>
              <a:endParaRPr lang="zh-CN" altLang="en-US" sz="1600" dirty="0">
                <a:solidFill>
                  <a:schemeClr val="tx1"/>
                </a:solidFill>
                <a:latin typeface="思源黑体 CN Bold" panose="020B0800000000000000" pitchFamily="34" charset="-122"/>
                <a:ea typeface="思源黑体 CN Bold" panose="020B0800000000000000" pitchFamily="34" charset="-122"/>
                <a:cs typeface="+mn-ea"/>
                <a:sym typeface="+mn-lt"/>
              </a:endParaRPr>
            </a:p>
          </p:txBody>
        </p:sp>
        <p:sp>
          <p:nvSpPr>
            <p:cNvPr id="103" name="矩形: 圆角 102"/>
            <p:cNvSpPr/>
            <p:nvPr/>
          </p:nvSpPr>
          <p:spPr>
            <a:xfrm flipH="1">
              <a:off x="2598658" y="2902623"/>
              <a:ext cx="1143000" cy="337820"/>
            </a:xfrm>
            <a:prstGeom prst="roundRect">
              <a:avLst/>
            </a:prstGeom>
            <a:solidFill>
              <a:schemeClr val="accent3">
                <a:lumMod val="20000"/>
                <a:lumOff val="8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chemeClr val="tx1"/>
                  </a:solidFill>
                  <a:latin typeface="思源黑体 CN Bold" panose="020B0800000000000000" pitchFamily="34" charset="-122"/>
                  <a:ea typeface="思源黑体 CN Bold" panose="020B0800000000000000" pitchFamily="34" charset="-122"/>
                  <a:cs typeface="+mn-ea"/>
                  <a:sym typeface="+mn-lt"/>
                </a:rPr>
                <a:t>拓展模块</a:t>
              </a:r>
              <a:endParaRPr lang="zh-CN" altLang="en-US" sz="1600" dirty="0">
                <a:solidFill>
                  <a:schemeClr val="tx1"/>
                </a:solidFill>
                <a:latin typeface="思源黑体 CN Bold" panose="020B0800000000000000" pitchFamily="34" charset="-122"/>
                <a:ea typeface="思源黑体 CN Bold" panose="020B0800000000000000" pitchFamily="34" charset="-122"/>
                <a:cs typeface="+mn-ea"/>
                <a:sym typeface="+mn-lt"/>
              </a:endParaRPr>
            </a:p>
          </p:txBody>
        </p:sp>
        <p:sp>
          <p:nvSpPr>
            <p:cNvPr id="104" name="矩形: 圆角 103"/>
            <p:cNvSpPr/>
            <p:nvPr/>
          </p:nvSpPr>
          <p:spPr>
            <a:xfrm flipH="1">
              <a:off x="1837227" y="1818610"/>
              <a:ext cx="452120" cy="1419860"/>
            </a:xfrm>
            <a:prstGeom prst="roundRect">
              <a:avLst/>
            </a:prstGeom>
            <a:solidFill>
              <a:schemeClr val="accent3"/>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dirty="0">
                  <a:solidFill>
                    <a:srgbClr val="FFFFFF"/>
                  </a:solidFill>
                  <a:latin typeface="思源黑体 CN Bold" panose="020B0800000000000000" pitchFamily="34" charset="-122"/>
                  <a:ea typeface="思源黑体 CN Bold" panose="020B0800000000000000" pitchFamily="34" charset="-122"/>
                  <a:cs typeface="+mn-ea"/>
                  <a:sym typeface="+mn-lt"/>
                </a:rPr>
                <a:t>模块设计</a:t>
              </a:r>
            </a:p>
          </p:txBody>
        </p:sp>
        <p:sp>
          <p:nvSpPr>
            <p:cNvPr id="105" name="左大括号 104"/>
            <p:cNvSpPr/>
            <p:nvPr/>
          </p:nvSpPr>
          <p:spPr>
            <a:xfrm>
              <a:off x="2232275" y="1984521"/>
              <a:ext cx="372313" cy="999790"/>
            </a:xfrm>
            <a:prstGeom prst="leftBrace">
              <a:avLst>
                <a:gd name="adj1" fmla="val 24251"/>
                <a:gd name="adj2" fmla="val 50000"/>
              </a:avLst>
            </a:prstGeom>
            <a:ln w="63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106" name="矩形: 圆角 105"/>
            <p:cNvSpPr/>
            <p:nvPr/>
          </p:nvSpPr>
          <p:spPr>
            <a:xfrm flipH="1">
              <a:off x="2598658" y="1810674"/>
              <a:ext cx="1143000" cy="337820"/>
            </a:xfrm>
            <a:prstGeom prst="roundRect">
              <a:avLst/>
            </a:prstGeom>
            <a:solidFill>
              <a:schemeClr val="accent3">
                <a:lumMod val="20000"/>
                <a:lumOff val="8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chemeClr val="tx1"/>
                  </a:solidFill>
                  <a:latin typeface="思源黑体 CN Bold" panose="020B0800000000000000" pitchFamily="34" charset="-122"/>
                  <a:ea typeface="思源黑体 CN Bold" panose="020B0800000000000000" pitchFamily="34" charset="-122"/>
                  <a:cs typeface="+mn-ea"/>
                  <a:sym typeface="+mn-lt"/>
                </a:rPr>
                <a:t>基础模块</a:t>
              </a:r>
              <a:endParaRPr lang="zh-CN" altLang="en-US" sz="1600" dirty="0">
                <a:solidFill>
                  <a:schemeClr val="tx1"/>
                </a:solidFill>
                <a:latin typeface="思源黑体 CN Bold" panose="020B0800000000000000" pitchFamily="34" charset="-122"/>
                <a:ea typeface="思源黑体 CN Bold" panose="020B0800000000000000" pitchFamily="34" charset="-122"/>
                <a:cs typeface="+mn-ea"/>
                <a:sym typeface="+mn-lt"/>
              </a:endParaRPr>
            </a:p>
          </p:txBody>
        </p:sp>
        <p:grpSp>
          <p:nvGrpSpPr>
            <p:cNvPr id="120" name="组合 119"/>
            <p:cNvGrpSpPr/>
            <p:nvPr/>
          </p:nvGrpSpPr>
          <p:grpSpPr>
            <a:xfrm flipH="1">
              <a:off x="3791847" y="1865094"/>
              <a:ext cx="224012" cy="228980"/>
              <a:chOff x="1389048" y="2446354"/>
              <a:chExt cx="224012" cy="228980"/>
            </a:xfrm>
          </p:grpSpPr>
          <p:sp>
            <p:nvSpPr>
              <p:cNvPr id="127" name="椭圆 126"/>
              <p:cNvSpPr/>
              <p:nvPr/>
            </p:nvSpPr>
            <p:spPr>
              <a:xfrm>
                <a:off x="1389048" y="2446354"/>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28" name="箭头: V 形 127"/>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121" name="组合 120"/>
            <p:cNvGrpSpPr/>
            <p:nvPr/>
          </p:nvGrpSpPr>
          <p:grpSpPr>
            <a:xfrm flipH="1">
              <a:off x="3791847" y="2397564"/>
              <a:ext cx="224012" cy="228980"/>
              <a:chOff x="1389048" y="2446354"/>
              <a:chExt cx="224012" cy="228980"/>
            </a:xfrm>
          </p:grpSpPr>
          <p:sp>
            <p:nvSpPr>
              <p:cNvPr id="125" name="椭圆 124"/>
              <p:cNvSpPr/>
              <p:nvPr/>
            </p:nvSpPr>
            <p:spPr>
              <a:xfrm>
                <a:off x="1389048" y="2446354"/>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26" name="箭头: V 形 125"/>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122" name="组合 121"/>
            <p:cNvGrpSpPr/>
            <p:nvPr/>
          </p:nvGrpSpPr>
          <p:grpSpPr>
            <a:xfrm flipH="1">
              <a:off x="3791847" y="2957043"/>
              <a:ext cx="224012" cy="228980"/>
              <a:chOff x="8158505" y="2999156"/>
              <a:chExt cx="224012" cy="228980"/>
            </a:xfrm>
          </p:grpSpPr>
          <p:sp>
            <p:nvSpPr>
              <p:cNvPr id="123" name="椭圆 122"/>
              <p:cNvSpPr/>
              <p:nvPr/>
            </p:nvSpPr>
            <p:spPr>
              <a:xfrm>
                <a:off x="8158505" y="2999156"/>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24" name="箭头: V 形 123"/>
              <p:cNvSpPr/>
              <p:nvPr/>
            </p:nvSpPr>
            <p:spPr>
              <a:xfrm>
                <a:off x="8221428" y="3050409"/>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up)">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randombar(horizontal)">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up)">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randombar(horizontal)">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arn(inHorizontal)">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righ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down)">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wipe(down)">
                                      <p:cBhvr>
                                        <p:cTn id="5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457427" y="914853"/>
            <a:ext cx="2700337" cy="5609772"/>
            <a:chOff x="457427" y="914853"/>
            <a:chExt cx="2700337" cy="5609772"/>
          </a:xfrm>
        </p:grpSpPr>
        <p:sp>
          <p:nvSpPr>
            <p:cNvPr id="40" name="矩形 39"/>
            <p:cNvSpPr/>
            <p:nvPr/>
          </p:nvSpPr>
          <p:spPr>
            <a:xfrm>
              <a:off x="457427" y="4805588"/>
              <a:ext cx="2700337" cy="1719037"/>
            </a:xfrm>
            <a:prstGeom prst="rect">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457427" y="2853316"/>
              <a:ext cx="2700337" cy="1719037"/>
            </a:xfrm>
            <a:prstGeom prst="rect">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rotWithShape="1">
            <a:blip r:embed="rId3">
              <a:extLst>
                <a:ext uri="{BEBA8EAE-BF5A-486C-A8C5-ECC9F3942E4B}">
                  <a14:imgProps xmlns:a14="http://schemas.microsoft.com/office/drawing/2010/main">
                    <a14:imgLayer r:embed="rId4">
                      <a14:imgEffect>
                        <a14:artisticBlur radius="5"/>
                      </a14:imgEffect>
                    </a14:imgLayer>
                  </a14:imgProps>
                </a:ext>
                <a:ext uri="{28A0092B-C50C-407E-A947-70E740481C1C}">
                  <a14:useLocalDpi xmlns:a14="http://schemas.microsoft.com/office/drawing/2010/main" val="0"/>
                </a:ext>
              </a:extLst>
            </a:blip>
            <a:srcRect t="11423" b="11423"/>
            <a:stretch>
              <a:fillRect/>
            </a:stretch>
          </p:blipFill>
          <p:spPr>
            <a:xfrm>
              <a:off x="613224" y="3018934"/>
              <a:ext cx="2388742" cy="1387801"/>
            </a:xfrm>
            <a:prstGeom prst="rect">
              <a:avLst/>
            </a:prstGeom>
          </p:spPr>
        </p:pic>
        <p:pic>
          <p:nvPicPr>
            <p:cNvPr id="21" name="图片 20"/>
            <p:cNvPicPr>
              <a:picLocks noChangeAspect="1"/>
            </p:cNvPicPr>
            <p:nvPr/>
          </p:nvPicPr>
          <p:blipFill rotWithShape="1">
            <a:blip r:embed="rId5">
              <a:extLst>
                <a:ext uri="{BEBA8EAE-BF5A-486C-A8C5-ECC9F3942E4B}">
                  <a14:imgProps xmlns:a14="http://schemas.microsoft.com/office/drawing/2010/main">
                    <a14:imgLayer r:embed="rId6">
                      <a14:imgEffect>
                        <a14:artisticBlur radius="5"/>
                      </a14:imgEffect>
                    </a14:imgLayer>
                  </a14:imgProps>
                </a:ext>
                <a:ext uri="{28A0092B-C50C-407E-A947-70E740481C1C}">
                  <a14:useLocalDpi xmlns:a14="http://schemas.microsoft.com/office/drawing/2010/main" val="0"/>
                </a:ext>
              </a:extLst>
            </a:blip>
            <a:srcRect t="11249" b="11249"/>
            <a:stretch>
              <a:fillRect/>
            </a:stretch>
          </p:blipFill>
          <p:spPr>
            <a:xfrm>
              <a:off x="613224" y="4971206"/>
              <a:ext cx="2388742" cy="1387801"/>
            </a:xfrm>
            <a:prstGeom prst="rect">
              <a:avLst/>
            </a:prstGeom>
          </p:spPr>
        </p:pic>
        <p:sp>
          <p:nvSpPr>
            <p:cNvPr id="43" name="矩形 42"/>
            <p:cNvSpPr/>
            <p:nvPr/>
          </p:nvSpPr>
          <p:spPr>
            <a:xfrm>
              <a:off x="457427" y="914853"/>
              <a:ext cx="2700337" cy="1719037"/>
            </a:xfrm>
            <a:prstGeom prst="rect">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rotWithShape="1">
            <a:blip r:embed="rId7">
              <a:extLst>
                <a:ext uri="{BEBA8EAE-BF5A-486C-A8C5-ECC9F3942E4B}">
                  <a14:imgProps xmlns:a14="http://schemas.microsoft.com/office/drawing/2010/main">
                    <a14:imgLayer r:embed="rId8">
                      <a14:imgEffect>
                        <a14:artisticBlur radius="5"/>
                      </a14:imgEffect>
                    </a14:imgLayer>
                  </a14:imgProps>
                </a:ext>
                <a:ext uri="{28A0092B-C50C-407E-A947-70E740481C1C}">
                  <a14:useLocalDpi xmlns:a14="http://schemas.microsoft.com/office/drawing/2010/main" val="0"/>
                </a:ext>
              </a:extLst>
            </a:blip>
            <a:srcRect t="42122" b="12519"/>
            <a:stretch>
              <a:fillRect/>
            </a:stretch>
          </p:blipFill>
          <p:spPr>
            <a:xfrm>
              <a:off x="613224" y="1080471"/>
              <a:ext cx="2388742" cy="1387801"/>
            </a:xfrm>
            <a:prstGeom prst="rect">
              <a:avLst/>
            </a:prstGeom>
          </p:spPr>
        </p:pic>
      </p:grpSp>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6" name="组合 25"/>
          <p:cNvGrpSpPr/>
          <p:nvPr/>
        </p:nvGrpSpPr>
        <p:grpSpPr>
          <a:xfrm>
            <a:off x="4845014" y="908050"/>
            <a:ext cx="1879790" cy="1434687"/>
            <a:chOff x="4845014" y="908050"/>
            <a:chExt cx="1879790" cy="1434687"/>
          </a:xfrm>
        </p:grpSpPr>
        <p:sp>
          <p:nvSpPr>
            <p:cNvPr id="107" name="矩形: 圆角 106"/>
            <p:cNvSpPr/>
            <p:nvPr/>
          </p:nvSpPr>
          <p:spPr>
            <a:xfrm>
              <a:off x="4845014" y="1149418"/>
              <a:ext cx="1879790" cy="1193319"/>
            </a:xfrm>
            <a:prstGeom prst="roundRect">
              <a:avLst>
                <a:gd name="adj" fmla="val 2042"/>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08" name="椭圆 107"/>
            <p:cNvSpPr/>
            <p:nvPr/>
          </p:nvSpPr>
          <p:spPr>
            <a:xfrm>
              <a:off x="5502733" y="908050"/>
              <a:ext cx="564352" cy="564351"/>
            </a:xfrm>
            <a:prstGeom prst="ellipse">
              <a:avLst/>
            </a:prstGeom>
            <a:solidFill>
              <a:schemeClr val="accent1"/>
            </a:solidFill>
            <a:ln>
              <a:solidFill>
                <a:schemeClr val="bg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r>
                <a:rPr lang="zh-CN" altLang="en-US" sz="1600" b="1">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技术</a:t>
              </a:r>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09" name="文本框 108"/>
            <p:cNvSpPr txBox="1"/>
            <p:nvPr/>
          </p:nvSpPr>
          <p:spPr>
            <a:xfrm>
              <a:off x="4966934" y="1589328"/>
              <a:ext cx="1635951" cy="570541"/>
            </a:xfrm>
            <a:prstGeom prst="rect">
              <a:avLst/>
            </a:prstGeom>
            <a:noFill/>
          </p:spPr>
          <p:txBody>
            <a:bodyPr wrap="square" lIns="0" tIns="0" rIns="0" bIns="0" rtlCol="0">
              <a:spAutoFit/>
            </a:bodyPr>
            <a:lstStyle/>
            <a:p>
              <a:pPr algn="ctr" defTabSz="914400">
                <a:lnSpc>
                  <a:spcPct val="120000"/>
                </a:lnSpc>
                <a:defRPr/>
              </a:pPr>
              <a:r>
                <a:rPr lang="zh-CN" altLang="en-US" sz="1600" b="1" dirty="0">
                  <a:latin typeface="思源黑体 CN Bold" panose="020B0800000000000000" pitchFamily="34" charset="-122"/>
                  <a:ea typeface="思源黑体 CN Bold" panose="020B0800000000000000" pitchFamily="34" charset="-122"/>
                  <a:cs typeface="+mn-ea"/>
                  <a:sym typeface="+mn-lt"/>
                </a:rPr>
                <a:t>应对智能财务变革的能力</a:t>
              </a:r>
            </a:p>
          </p:txBody>
        </p:sp>
      </p:grpSp>
      <p:grpSp>
        <p:nvGrpSpPr>
          <p:cNvPr id="29" name="组合 28"/>
          <p:cNvGrpSpPr/>
          <p:nvPr/>
        </p:nvGrpSpPr>
        <p:grpSpPr>
          <a:xfrm>
            <a:off x="4845014" y="2328006"/>
            <a:ext cx="1879790" cy="1434687"/>
            <a:chOff x="4845014" y="2328006"/>
            <a:chExt cx="1879790" cy="1434687"/>
          </a:xfrm>
        </p:grpSpPr>
        <p:sp>
          <p:nvSpPr>
            <p:cNvPr id="117" name="矩形: 圆角 116"/>
            <p:cNvSpPr/>
            <p:nvPr/>
          </p:nvSpPr>
          <p:spPr>
            <a:xfrm>
              <a:off x="4845014" y="2569374"/>
              <a:ext cx="1879790" cy="1193319"/>
            </a:xfrm>
            <a:prstGeom prst="roundRect">
              <a:avLst>
                <a:gd name="adj" fmla="val 2042"/>
              </a:avLst>
            </a:prstGeom>
            <a:solidFill>
              <a:schemeClr val="accent3">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18" name="椭圆 117"/>
            <p:cNvSpPr/>
            <p:nvPr/>
          </p:nvSpPr>
          <p:spPr>
            <a:xfrm>
              <a:off x="5502733" y="2328006"/>
              <a:ext cx="564352" cy="564351"/>
            </a:xfrm>
            <a:prstGeom prst="ellipse">
              <a:avLst/>
            </a:prstGeom>
            <a:solidFill>
              <a:schemeClr val="accent3"/>
            </a:solidFill>
            <a:ln>
              <a:solidFill>
                <a:schemeClr val="bg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r>
                <a:rPr lang="zh-CN" altLang="en-US" sz="1600" b="1">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赋能</a:t>
              </a:r>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19" name="文本框 118"/>
            <p:cNvSpPr txBox="1"/>
            <p:nvPr/>
          </p:nvSpPr>
          <p:spPr>
            <a:xfrm>
              <a:off x="4966934" y="2998319"/>
              <a:ext cx="1635951" cy="570541"/>
            </a:xfrm>
            <a:prstGeom prst="rect">
              <a:avLst/>
            </a:prstGeom>
            <a:noFill/>
          </p:spPr>
          <p:txBody>
            <a:bodyPr wrap="square" lIns="0" tIns="0" rIns="0" bIns="0" rtlCol="0">
              <a:spAutoFit/>
            </a:bodyPr>
            <a:lstStyle/>
            <a:p>
              <a:pPr algn="ctr" defTabSz="914400">
                <a:lnSpc>
                  <a:spcPct val="120000"/>
                </a:lnSpc>
                <a:defRPr/>
              </a:pPr>
              <a:r>
                <a:rPr lang="zh-CN" altLang="en-US" sz="1600" b="1">
                  <a:latin typeface="思源黑体 CN Bold" panose="020B0800000000000000" pitchFamily="34" charset="-122"/>
                  <a:ea typeface="思源黑体 CN Bold" panose="020B0800000000000000" pitchFamily="34" charset="-122"/>
                  <a:cs typeface="+mn-ea"/>
                  <a:sym typeface="+mn-lt"/>
                </a:rPr>
                <a:t>业财融合与跨领域协作能力</a:t>
              </a:r>
              <a:endParaRPr lang="zh-CN" altLang="en-US" sz="1600" b="1" dirty="0">
                <a:latin typeface="思源黑体 CN Bold" panose="020B0800000000000000" pitchFamily="34" charset="-122"/>
                <a:ea typeface="思源黑体 CN Bold" panose="020B0800000000000000" pitchFamily="34" charset="-122"/>
                <a:cs typeface="+mn-ea"/>
                <a:sym typeface="+mn-lt"/>
              </a:endParaRPr>
            </a:p>
          </p:txBody>
        </p:sp>
      </p:grpSp>
      <p:grpSp>
        <p:nvGrpSpPr>
          <p:cNvPr id="25" name="组合 24"/>
          <p:cNvGrpSpPr/>
          <p:nvPr/>
        </p:nvGrpSpPr>
        <p:grpSpPr>
          <a:xfrm>
            <a:off x="6829770" y="908050"/>
            <a:ext cx="4919318" cy="3292143"/>
            <a:chOff x="6829770" y="908050"/>
            <a:chExt cx="4919318" cy="3292143"/>
          </a:xfrm>
        </p:grpSpPr>
        <p:sp>
          <p:nvSpPr>
            <p:cNvPr id="110" name="左大括号 109"/>
            <p:cNvSpPr/>
            <p:nvPr/>
          </p:nvSpPr>
          <p:spPr>
            <a:xfrm>
              <a:off x="6829770" y="908050"/>
              <a:ext cx="576221" cy="3156359"/>
            </a:xfrm>
            <a:prstGeom prst="leftBrace">
              <a:avLst>
                <a:gd name="adj1" fmla="val 22801"/>
                <a:gd name="adj2" fmla="val 71895"/>
              </a:avLst>
            </a:prstGeom>
            <a:gradFill flip="none" rotWithShape="1">
              <a:gsLst>
                <a:gs pos="2000">
                  <a:schemeClr val="accent3">
                    <a:alpha val="50000"/>
                  </a:schemeClr>
                </a:gs>
                <a:gs pos="100000">
                  <a:schemeClr val="accent3">
                    <a:lumMod val="20000"/>
                    <a:lumOff val="80000"/>
                    <a:alpha val="0"/>
                  </a:schemeClr>
                </a:gs>
              </a:gsLst>
              <a:lin ang="0" scaled="1"/>
              <a:tileRect/>
            </a:gradFill>
            <a:ln w="63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121" name="Rounded Rectangle"/>
            <p:cNvSpPr/>
            <p:nvPr/>
          </p:nvSpPr>
          <p:spPr>
            <a:xfrm>
              <a:off x="7646075" y="3224692"/>
              <a:ext cx="4088190" cy="975501"/>
            </a:xfrm>
            <a:prstGeom prst="rect">
              <a:avLst/>
            </a:prstGeom>
            <a:solidFill>
              <a:schemeClr val="accent2">
                <a:lumMod val="20000"/>
                <a:lumOff val="80000"/>
                <a:alpha val="30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sp>
          <p:nvSpPr>
            <p:cNvPr id="122" name="Rounded Rectangle"/>
            <p:cNvSpPr/>
            <p:nvPr/>
          </p:nvSpPr>
          <p:spPr>
            <a:xfrm>
              <a:off x="11722079" y="3224692"/>
              <a:ext cx="27009" cy="975501"/>
            </a:xfrm>
            <a:prstGeom prst="rect">
              <a:avLst/>
            </a:prstGeom>
            <a:solidFill>
              <a:schemeClr val="accent2"/>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chemeClr val="accent2"/>
                </a:solidFill>
                <a:effectLst/>
                <a:uLnTx/>
                <a:uFillTx/>
                <a:ea typeface="+mj-ea"/>
                <a:cs typeface="+mn-cs"/>
                <a:sym typeface="Helvetica Neue Medium"/>
              </a:endParaRPr>
            </a:p>
          </p:txBody>
        </p:sp>
        <p:sp>
          <p:nvSpPr>
            <p:cNvPr id="123" name="TextBox 226"/>
            <p:cNvSpPr txBox="1"/>
            <p:nvPr/>
          </p:nvSpPr>
          <p:spPr>
            <a:xfrm>
              <a:off x="7750787" y="3250175"/>
              <a:ext cx="1547040" cy="396237"/>
            </a:xfrm>
            <a:prstGeom prst="rect">
              <a:avLst/>
            </a:prstGeom>
            <a:noFill/>
            <a:effectLst/>
          </p:spPr>
          <p:txBody>
            <a:bodyPr wrap="non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defTabSz="914400">
                <a:defRPr/>
              </a:pPr>
              <a:r>
                <a:rPr lang="zh-CN" altLang="en-US" sz="1800" b="1">
                  <a:solidFill>
                    <a:schemeClr val="accent2"/>
                  </a:solidFill>
                  <a:latin typeface="思源黑体 CN Bold" panose="020B0800000000000000" pitchFamily="34" charset="-122"/>
                  <a:ea typeface="思源黑体 CN Bold" panose="020B0800000000000000" pitchFamily="34" charset="-122"/>
                </a:rPr>
                <a:t>创新思维能力</a:t>
              </a:r>
              <a:endParaRPr lang="en-US" sz="1800" b="1" dirty="0">
                <a:solidFill>
                  <a:schemeClr val="accent2"/>
                </a:solidFill>
                <a:latin typeface="思源黑体 CN Bold" panose="020B0800000000000000" pitchFamily="34" charset="-122"/>
                <a:ea typeface="思源黑体 CN Bold" panose="020B0800000000000000" pitchFamily="34" charset="-122"/>
              </a:endParaRPr>
            </a:p>
          </p:txBody>
        </p:sp>
        <p:sp>
          <p:nvSpPr>
            <p:cNvPr id="124" name="TextBox 226"/>
            <p:cNvSpPr txBox="1"/>
            <p:nvPr/>
          </p:nvSpPr>
          <p:spPr>
            <a:xfrm>
              <a:off x="7750787" y="3580764"/>
              <a:ext cx="3703357" cy="585969"/>
            </a:xfrm>
            <a:prstGeom prst="rect">
              <a:avLst/>
            </a:prstGeom>
            <a:noFill/>
            <a:effectLst/>
          </p:spPr>
          <p:txBody>
            <a:bodyPr wrap="squar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marR="0" lvl="0" algn="l" defTabSz="914400" rtl="0" eaLnBrk="1" fontAlgn="auto" latinLnBrk="0" hangingPunct="1">
                <a:lnSpc>
                  <a:spcPct val="120000"/>
                </a:lnSpc>
                <a:spcBef>
                  <a:spcPts val="0"/>
                </a:spcBef>
                <a:spcAft>
                  <a:spcPts val="0"/>
                </a:spcAft>
                <a:buClrTx/>
                <a:buSzTx/>
                <a:defRPr/>
              </a:pP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商业模式分析、财务模式创新，新业务财税方案设计</a:t>
              </a:r>
              <a:endParaRPr lang="en-US" altLang="zh-CN" sz="1400" dirty="0">
                <a:solidFill>
                  <a:schemeClr val="tx1"/>
                </a:solidFill>
                <a:latin typeface="思源黑体 CN Bold" panose="020B0800000000000000" pitchFamily="34" charset="-122"/>
                <a:ea typeface="思源黑体 CN Bold" panose="020B0800000000000000" pitchFamily="34" charset="-122"/>
                <a:cs typeface="+mn-ea"/>
              </a:endParaRPr>
            </a:p>
          </p:txBody>
        </p:sp>
        <p:sp>
          <p:nvSpPr>
            <p:cNvPr id="126" name="Rounded Rectangle"/>
            <p:cNvSpPr/>
            <p:nvPr/>
          </p:nvSpPr>
          <p:spPr>
            <a:xfrm>
              <a:off x="7646075" y="2066371"/>
              <a:ext cx="4088190" cy="975501"/>
            </a:xfrm>
            <a:prstGeom prst="rect">
              <a:avLst/>
            </a:prstGeom>
            <a:solidFill>
              <a:schemeClr val="accent3">
                <a:lumMod val="20000"/>
                <a:lumOff val="8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dirty="0">
                <a:sym typeface="Helvetica Neue Medium"/>
              </a:endParaRPr>
            </a:p>
          </p:txBody>
        </p:sp>
        <p:sp>
          <p:nvSpPr>
            <p:cNvPr id="127" name="Rounded Rectangle"/>
            <p:cNvSpPr/>
            <p:nvPr/>
          </p:nvSpPr>
          <p:spPr>
            <a:xfrm>
              <a:off x="11722079" y="2066371"/>
              <a:ext cx="27009" cy="975501"/>
            </a:xfrm>
            <a:prstGeom prst="rect">
              <a:avLst/>
            </a:prstGeom>
            <a:solidFill>
              <a:schemeClr val="accent3"/>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chemeClr val="accent2"/>
                </a:solidFill>
                <a:effectLst/>
                <a:uLnTx/>
                <a:uFillTx/>
                <a:ea typeface="+mj-ea"/>
                <a:cs typeface="+mn-cs"/>
                <a:sym typeface="Helvetica Neue Medium"/>
              </a:endParaRPr>
            </a:p>
          </p:txBody>
        </p:sp>
        <p:sp>
          <p:nvSpPr>
            <p:cNvPr id="128" name="TextBox 226"/>
            <p:cNvSpPr txBox="1"/>
            <p:nvPr/>
          </p:nvSpPr>
          <p:spPr>
            <a:xfrm>
              <a:off x="7750787" y="2082329"/>
              <a:ext cx="1547040" cy="396237"/>
            </a:xfrm>
            <a:prstGeom prst="rect">
              <a:avLst/>
            </a:prstGeom>
            <a:noFill/>
            <a:effectLst/>
          </p:spPr>
          <p:txBody>
            <a:bodyPr wrap="non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sz="1800" b="1" dirty="0">
                  <a:solidFill>
                    <a:srgbClr val="C00000"/>
                  </a:solidFill>
                  <a:latin typeface="思源黑体 CN Bold" panose="020B0800000000000000" pitchFamily="34" charset="-122"/>
                  <a:ea typeface="思源黑体 CN Bold" panose="020B0800000000000000" pitchFamily="34" charset="-122"/>
                </a:rPr>
                <a:t>业财融合能力</a:t>
              </a:r>
              <a:endParaRPr lang="en-US" sz="1800" b="1" dirty="0">
                <a:solidFill>
                  <a:srgbClr val="C00000"/>
                </a:solidFill>
                <a:latin typeface="思源黑体 CN Bold" panose="020B0800000000000000" pitchFamily="34" charset="-122"/>
                <a:ea typeface="思源黑体 CN Bold" panose="020B0800000000000000" pitchFamily="34" charset="-122"/>
              </a:endParaRPr>
            </a:p>
          </p:txBody>
        </p:sp>
        <p:sp>
          <p:nvSpPr>
            <p:cNvPr id="129" name="TextBox 226"/>
            <p:cNvSpPr txBox="1"/>
            <p:nvPr/>
          </p:nvSpPr>
          <p:spPr>
            <a:xfrm>
              <a:off x="7750787" y="2395747"/>
              <a:ext cx="3918386" cy="585969"/>
            </a:xfrm>
            <a:prstGeom prst="rect">
              <a:avLst/>
            </a:prstGeom>
            <a:noFill/>
            <a:effectLst/>
          </p:spPr>
          <p:txBody>
            <a:bodyPr wrap="squar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defTabSz="914400">
                <a:defRPr/>
              </a:pP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业务流程理解、价值链分析，成本管控优化、投资决策支持</a:t>
              </a:r>
              <a:endParaRPr lang="en-US" altLang="zh-CN" sz="1400" dirty="0">
                <a:solidFill>
                  <a:schemeClr val="tx1"/>
                </a:solidFill>
                <a:latin typeface="思源黑体 CN Bold" panose="020B0800000000000000" pitchFamily="34" charset="-122"/>
                <a:ea typeface="思源黑体 CN Bold" panose="020B0800000000000000" pitchFamily="34" charset="-122"/>
                <a:cs typeface="+mn-ea"/>
              </a:endParaRPr>
            </a:p>
          </p:txBody>
        </p:sp>
        <p:sp>
          <p:nvSpPr>
            <p:cNvPr id="131" name="Rounded Rectangle"/>
            <p:cNvSpPr/>
            <p:nvPr/>
          </p:nvSpPr>
          <p:spPr>
            <a:xfrm>
              <a:off x="7646075" y="908050"/>
              <a:ext cx="4088190" cy="975501"/>
            </a:xfrm>
            <a:prstGeom prst="rect">
              <a:avLst/>
            </a:prstGeom>
            <a:solidFill>
              <a:schemeClr val="accent2">
                <a:lumMod val="20000"/>
                <a:lumOff val="80000"/>
                <a:alpha val="30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sp>
          <p:nvSpPr>
            <p:cNvPr id="132" name="Rounded Rectangle"/>
            <p:cNvSpPr/>
            <p:nvPr/>
          </p:nvSpPr>
          <p:spPr>
            <a:xfrm>
              <a:off x="11722079" y="908050"/>
              <a:ext cx="27009" cy="975501"/>
            </a:xfrm>
            <a:prstGeom prst="rect">
              <a:avLst/>
            </a:prstGeom>
            <a:solidFill>
              <a:schemeClr val="accent2"/>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chemeClr val="accent2"/>
                </a:solidFill>
                <a:effectLst/>
                <a:uLnTx/>
                <a:uFillTx/>
                <a:ea typeface="+mj-ea"/>
                <a:cs typeface="+mn-cs"/>
                <a:sym typeface="Helvetica Neue Medium"/>
              </a:endParaRPr>
            </a:p>
          </p:txBody>
        </p:sp>
        <p:sp>
          <p:nvSpPr>
            <p:cNvPr id="133" name="TextBox 226"/>
            <p:cNvSpPr txBox="1"/>
            <p:nvPr/>
          </p:nvSpPr>
          <p:spPr>
            <a:xfrm>
              <a:off x="7750787" y="914736"/>
              <a:ext cx="1547040" cy="396237"/>
            </a:xfrm>
            <a:prstGeom prst="rect">
              <a:avLst/>
            </a:prstGeom>
            <a:noFill/>
            <a:effectLst/>
          </p:spPr>
          <p:txBody>
            <a:bodyPr wrap="non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15" normalizeH="0" baseline="0" noProof="0">
                  <a:ln>
                    <a:noFill/>
                  </a:ln>
                  <a:solidFill>
                    <a:schemeClr val="accent2"/>
                  </a:solidFill>
                  <a:effectLst/>
                  <a:uLnTx/>
                  <a:uFillTx/>
                  <a:latin typeface="思源黑体 CN Bold" panose="020B0800000000000000" pitchFamily="34" charset="-122"/>
                  <a:ea typeface="思源黑体 CN Bold" panose="020B0800000000000000" pitchFamily="34" charset="-122"/>
                </a:rPr>
                <a:t>数字技术能力</a:t>
              </a:r>
              <a:endParaRPr kumimoji="0" lang="en-US" sz="1800" b="1" i="0" u="none" strike="noStrike" kern="1200" cap="none" spc="-15" normalizeH="0" baseline="0" noProof="0" dirty="0">
                <a:ln>
                  <a:noFill/>
                </a:ln>
                <a:solidFill>
                  <a:schemeClr val="accent2"/>
                </a:solidFill>
                <a:effectLst/>
                <a:uLnTx/>
                <a:uFillTx/>
                <a:latin typeface="思源黑体 CN Bold" panose="020B0800000000000000" pitchFamily="34" charset="-122"/>
                <a:ea typeface="思源黑体 CN Bold" panose="020B0800000000000000" pitchFamily="34" charset="-122"/>
              </a:endParaRPr>
            </a:p>
          </p:txBody>
        </p:sp>
        <p:sp>
          <p:nvSpPr>
            <p:cNvPr id="134" name="TextBox 226"/>
            <p:cNvSpPr txBox="1"/>
            <p:nvPr/>
          </p:nvSpPr>
          <p:spPr>
            <a:xfrm>
              <a:off x="7750787" y="1243538"/>
              <a:ext cx="3898287" cy="585969"/>
            </a:xfrm>
            <a:prstGeom prst="rect">
              <a:avLst/>
            </a:prstGeom>
            <a:noFill/>
            <a:effectLst/>
          </p:spPr>
          <p:txBody>
            <a:bodyPr wrap="squar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marR="0" lvl="0" algn="l" defTabSz="914400" rtl="0" eaLnBrk="1" fontAlgn="auto" latinLnBrk="0" hangingPunct="1">
                <a:lnSpc>
                  <a:spcPct val="120000"/>
                </a:lnSpc>
                <a:spcBef>
                  <a:spcPts val="0"/>
                </a:spcBef>
                <a:spcAft>
                  <a:spcPts val="0"/>
                </a:spcAft>
                <a:buClrTx/>
                <a:buSzTx/>
                <a:defRPr/>
              </a:pP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财务机器人应用、大数据分析，</a:t>
              </a:r>
              <a:r>
                <a:rPr lang="en-US" altLang="zh-CN" sz="1400" dirty="0">
                  <a:solidFill>
                    <a:schemeClr val="tx1"/>
                  </a:solidFill>
                  <a:latin typeface="思源黑体 CN Bold" panose="020B0800000000000000" pitchFamily="34" charset="-122"/>
                  <a:ea typeface="思源黑体 CN Bold" panose="020B0800000000000000" pitchFamily="34" charset="-122"/>
                  <a:cs typeface="+mn-ea"/>
                </a:rPr>
                <a:t>RPA</a:t>
              </a: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流程自动化经营预测建模</a:t>
              </a:r>
              <a:endParaRPr lang="en-US" altLang="zh-CN" sz="1400" dirty="0">
                <a:solidFill>
                  <a:schemeClr val="tx1"/>
                </a:solidFill>
                <a:latin typeface="思源黑体 CN Bold" panose="020B0800000000000000" pitchFamily="34" charset="-122"/>
                <a:ea typeface="思源黑体 CN Bold" panose="020B0800000000000000" pitchFamily="34" charset="-122"/>
                <a:cs typeface="+mn-ea"/>
              </a:endParaRPr>
            </a:p>
          </p:txBody>
        </p:sp>
      </p:grpSp>
      <p:grpSp>
        <p:nvGrpSpPr>
          <p:cNvPr id="28" name="组合 27"/>
          <p:cNvGrpSpPr/>
          <p:nvPr/>
        </p:nvGrpSpPr>
        <p:grpSpPr>
          <a:xfrm>
            <a:off x="4845014" y="3708972"/>
            <a:ext cx="1879790" cy="1434687"/>
            <a:chOff x="4845014" y="3708972"/>
            <a:chExt cx="1879790" cy="1434687"/>
          </a:xfrm>
        </p:grpSpPr>
        <p:sp>
          <p:nvSpPr>
            <p:cNvPr id="141" name="矩形: 圆角 140"/>
            <p:cNvSpPr/>
            <p:nvPr/>
          </p:nvSpPr>
          <p:spPr>
            <a:xfrm>
              <a:off x="4845014" y="3950340"/>
              <a:ext cx="1879790" cy="1193319"/>
            </a:xfrm>
            <a:prstGeom prst="roundRect">
              <a:avLst>
                <a:gd name="adj" fmla="val 2042"/>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42" name="椭圆 141"/>
            <p:cNvSpPr/>
            <p:nvPr/>
          </p:nvSpPr>
          <p:spPr>
            <a:xfrm>
              <a:off x="5502733" y="3708972"/>
              <a:ext cx="564352" cy="564351"/>
            </a:xfrm>
            <a:prstGeom prst="ellipse">
              <a:avLst/>
            </a:prstGeom>
            <a:solidFill>
              <a:schemeClr val="accent2"/>
            </a:solidFill>
            <a:ln>
              <a:solidFill>
                <a:schemeClr val="bg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r>
                <a:rPr lang="zh-CN" altLang="en-US" sz="1600" b="1">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路径</a:t>
              </a:r>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43" name="文本框 142"/>
            <p:cNvSpPr txBox="1"/>
            <p:nvPr/>
          </p:nvSpPr>
          <p:spPr>
            <a:xfrm>
              <a:off x="4966934" y="4379285"/>
              <a:ext cx="1635951" cy="570541"/>
            </a:xfrm>
            <a:prstGeom prst="rect">
              <a:avLst/>
            </a:prstGeom>
            <a:noFill/>
          </p:spPr>
          <p:txBody>
            <a:bodyPr wrap="square" lIns="0" tIns="0" rIns="0" bIns="0" rtlCol="0">
              <a:spAutoFit/>
            </a:bodyPr>
            <a:lstStyle/>
            <a:p>
              <a:pPr algn="ctr" defTabSz="914400">
                <a:lnSpc>
                  <a:spcPct val="120000"/>
                </a:lnSpc>
                <a:defRPr/>
              </a:pPr>
              <a:r>
                <a:rPr lang="zh-CN" altLang="en-US" sz="1600" b="1">
                  <a:latin typeface="思源黑体 CN Bold" panose="020B0800000000000000" pitchFamily="34" charset="-122"/>
                  <a:ea typeface="思源黑体 CN Bold" panose="020B0800000000000000" pitchFamily="34" charset="-122"/>
                  <a:cs typeface="+mn-ea"/>
                  <a:sym typeface="+mn-lt"/>
                </a:rPr>
                <a:t>解决新型财务问题的能力</a:t>
              </a:r>
              <a:endParaRPr lang="zh-CN" altLang="en-US" sz="1600" b="1" dirty="0">
                <a:latin typeface="思源黑体 CN Bold" panose="020B0800000000000000" pitchFamily="34" charset="-122"/>
                <a:ea typeface="思源黑体 CN Bold" panose="020B0800000000000000" pitchFamily="34" charset="-122"/>
                <a:cs typeface="+mn-ea"/>
                <a:sym typeface="+mn-lt"/>
              </a:endParaRPr>
            </a:p>
          </p:txBody>
        </p:sp>
      </p:grpSp>
      <p:grpSp>
        <p:nvGrpSpPr>
          <p:cNvPr id="27" name="组合 26"/>
          <p:cNvGrpSpPr/>
          <p:nvPr/>
        </p:nvGrpSpPr>
        <p:grpSpPr>
          <a:xfrm>
            <a:off x="4845014" y="5089938"/>
            <a:ext cx="1879790" cy="1434687"/>
            <a:chOff x="4845014" y="5089938"/>
            <a:chExt cx="1879790" cy="1434687"/>
          </a:xfrm>
        </p:grpSpPr>
        <p:sp>
          <p:nvSpPr>
            <p:cNvPr id="241" name="矩形: 圆角 240"/>
            <p:cNvSpPr/>
            <p:nvPr/>
          </p:nvSpPr>
          <p:spPr>
            <a:xfrm>
              <a:off x="4845014" y="5331306"/>
              <a:ext cx="1879790" cy="1193319"/>
            </a:xfrm>
            <a:prstGeom prst="roundRect">
              <a:avLst>
                <a:gd name="adj" fmla="val 2042"/>
              </a:avLst>
            </a:prstGeom>
            <a:solidFill>
              <a:schemeClr val="accent5">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242" name="椭圆 241"/>
            <p:cNvSpPr/>
            <p:nvPr/>
          </p:nvSpPr>
          <p:spPr>
            <a:xfrm>
              <a:off x="5502733" y="5089938"/>
              <a:ext cx="564352" cy="564351"/>
            </a:xfrm>
            <a:prstGeom prst="ellipse">
              <a:avLst/>
            </a:prstGeom>
            <a:solidFill>
              <a:schemeClr val="accent5"/>
            </a:solidFill>
            <a:ln>
              <a:solidFill>
                <a:schemeClr val="bg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r>
                <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成效</a:t>
              </a:r>
            </a:p>
          </p:txBody>
        </p:sp>
        <p:sp>
          <p:nvSpPr>
            <p:cNvPr id="243" name="文本框 242"/>
            <p:cNvSpPr txBox="1"/>
            <p:nvPr/>
          </p:nvSpPr>
          <p:spPr>
            <a:xfrm>
              <a:off x="4966934" y="5760251"/>
              <a:ext cx="1635951" cy="570541"/>
            </a:xfrm>
            <a:prstGeom prst="rect">
              <a:avLst/>
            </a:prstGeom>
            <a:noFill/>
          </p:spPr>
          <p:txBody>
            <a:bodyPr wrap="square" lIns="0" tIns="0" rIns="0" bIns="0" rtlCol="0">
              <a:spAutoFit/>
            </a:bodyPr>
            <a:lstStyle/>
            <a:p>
              <a:pPr algn="ctr" defTabSz="914400">
                <a:lnSpc>
                  <a:spcPct val="120000"/>
                </a:lnSpc>
                <a:defRPr/>
              </a:pPr>
              <a:r>
                <a:rPr lang="zh-CN" altLang="en-US" sz="1600" b="1">
                  <a:latin typeface="思源黑体 CN Bold" panose="020B0800000000000000" pitchFamily="34" charset="-122"/>
                  <a:ea typeface="思源黑体 CN Bold" panose="020B0800000000000000" pitchFamily="34" charset="-122"/>
                  <a:cs typeface="+mn-ea"/>
                  <a:sym typeface="+mn-lt"/>
                </a:rPr>
                <a:t>知识更新与自我提升能力</a:t>
              </a:r>
              <a:endParaRPr lang="zh-CN" altLang="en-US" sz="1600" b="1" dirty="0">
                <a:latin typeface="思源黑体 CN Bold" panose="020B0800000000000000" pitchFamily="34" charset="-122"/>
                <a:ea typeface="思源黑体 CN Bold" panose="020B0800000000000000" pitchFamily="34" charset="-122"/>
                <a:cs typeface="+mn-ea"/>
                <a:sym typeface="+mn-lt"/>
              </a:endParaRPr>
            </a:p>
          </p:txBody>
        </p:sp>
      </p:grpSp>
      <p:grpSp>
        <p:nvGrpSpPr>
          <p:cNvPr id="22" name="组合 21"/>
          <p:cNvGrpSpPr/>
          <p:nvPr/>
        </p:nvGrpSpPr>
        <p:grpSpPr>
          <a:xfrm>
            <a:off x="4434230" y="908050"/>
            <a:ext cx="224012" cy="5616576"/>
            <a:chOff x="4434230" y="908050"/>
            <a:chExt cx="224012" cy="5616576"/>
          </a:xfrm>
        </p:grpSpPr>
        <p:cxnSp>
          <p:nvCxnSpPr>
            <p:cNvPr id="112" name="直接连接符 111"/>
            <p:cNvCxnSpPr/>
            <p:nvPr/>
          </p:nvCxnSpPr>
          <p:spPr>
            <a:xfrm flipV="1">
              <a:off x="4546236" y="908050"/>
              <a:ext cx="0" cy="5616576"/>
            </a:xfrm>
            <a:prstGeom prst="line">
              <a:avLst/>
            </a:prstGeom>
            <a:ln w="1587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139" name="组合 138"/>
            <p:cNvGrpSpPr/>
            <p:nvPr/>
          </p:nvGrpSpPr>
          <p:grpSpPr>
            <a:xfrm>
              <a:off x="4434230" y="4194384"/>
              <a:ext cx="224012" cy="228980"/>
              <a:chOff x="1389048" y="2446354"/>
              <a:chExt cx="224012" cy="228980"/>
            </a:xfrm>
          </p:grpSpPr>
          <p:sp>
            <p:nvSpPr>
              <p:cNvPr id="114" name="椭圆 113"/>
              <p:cNvSpPr/>
              <p:nvPr/>
            </p:nvSpPr>
            <p:spPr>
              <a:xfrm>
                <a:off x="1389048" y="2446354"/>
                <a:ext cx="224012" cy="228980"/>
              </a:xfrm>
              <a:prstGeom prst="ellipse">
                <a:avLst/>
              </a:prstGeom>
              <a:gradFill flip="none" rotWithShape="1">
                <a:gsLst>
                  <a:gs pos="0">
                    <a:schemeClr val="accent2"/>
                  </a:gs>
                  <a:gs pos="100000">
                    <a:schemeClr val="accent2">
                      <a:lumMod val="95000"/>
                    </a:schemeClr>
                  </a:gs>
                </a:gsLst>
                <a:lin ang="16200000" scaled="1"/>
                <a:tileRect/>
              </a:gradFill>
              <a:ln w="15875" cap="flat" cmpd="sng" algn="ctr">
                <a:gradFill flip="none" rotWithShape="1">
                  <a:gsLst>
                    <a:gs pos="0">
                      <a:srgbClr val="156082">
                        <a:lumMod val="5000"/>
                        <a:lumOff val="95000"/>
                      </a:srgbClr>
                    </a:gs>
                    <a:gs pos="100000">
                      <a:schemeClr val="accent2"/>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cs typeface="+mn-ea"/>
                  <a:sym typeface="+mn-lt"/>
                </a:endParaRPr>
              </a:p>
            </p:txBody>
          </p:sp>
          <p:sp>
            <p:nvSpPr>
              <p:cNvPr id="115" name="箭头: V 形 114"/>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cs typeface="+mn-ea"/>
                  <a:sym typeface="+mn-lt"/>
                </a:endParaRPr>
              </a:p>
            </p:txBody>
          </p:sp>
        </p:grpSp>
        <p:grpSp>
          <p:nvGrpSpPr>
            <p:cNvPr id="255" name="组合 254"/>
            <p:cNvGrpSpPr/>
            <p:nvPr/>
          </p:nvGrpSpPr>
          <p:grpSpPr>
            <a:xfrm>
              <a:off x="4434230" y="5575350"/>
              <a:ext cx="224012" cy="228980"/>
              <a:chOff x="1389048" y="2446354"/>
              <a:chExt cx="224012" cy="228980"/>
            </a:xfrm>
          </p:grpSpPr>
          <p:sp>
            <p:nvSpPr>
              <p:cNvPr id="256" name="椭圆 255"/>
              <p:cNvSpPr/>
              <p:nvPr/>
            </p:nvSpPr>
            <p:spPr>
              <a:xfrm>
                <a:off x="1389048" y="2446354"/>
                <a:ext cx="224012" cy="228980"/>
              </a:xfrm>
              <a:prstGeom prst="ellipse">
                <a:avLst/>
              </a:prstGeom>
              <a:gradFill flip="none" rotWithShape="1">
                <a:gsLst>
                  <a:gs pos="0">
                    <a:schemeClr val="accent5"/>
                  </a:gs>
                  <a:gs pos="100000">
                    <a:schemeClr val="accent5">
                      <a:lumMod val="95000"/>
                    </a:schemeClr>
                  </a:gs>
                </a:gsLst>
                <a:lin ang="16200000" scaled="1"/>
                <a:tileRect/>
              </a:gradFill>
              <a:ln w="15875" cap="flat" cmpd="sng" algn="ctr">
                <a:gradFill flip="none" rotWithShape="1">
                  <a:gsLst>
                    <a:gs pos="0">
                      <a:srgbClr val="156082">
                        <a:lumMod val="5000"/>
                        <a:lumOff val="95000"/>
                      </a:srgbClr>
                    </a:gs>
                    <a:gs pos="100000">
                      <a:schemeClr val="accent5"/>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cs typeface="+mn-ea"/>
                  <a:sym typeface="+mn-lt"/>
                </a:endParaRPr>
              </a:p>
            </p:txBody>
          </p:sp>
          <p:sp>
            <p:nvSpPr>
              <p:cNvPr id="257" name="箭头: V 形 256"/>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cs typeface="+mn-ea"/>
                  <a:sym typeface="+mn-lt"/>
                </a:endParaRPr>
              </a:p>
            </p:txBody>
          </p:sp>
        </p:grpSp>
        <p:grpSp>
          <p:nvGrpSpPr>
            <p:cNvPr id="258" name="组合 257"/>
            <p:cNvGrpSpPr/>
            <p:nvPr/>
          </p:nvGrpSpPr>
          <p:grpSpPr>
            <a:xfrm>
              <a:off x="4434230" y="2813418"/>
              <a:ext cx="224012" cy="228980"/>
              <a:chOff x="1389048" y="2446354"/>
              <a:chExt cx="224012" cy="228980"/>
            </a:xfrm>
          </p:grpSpPr>
          <p:sp>
            <p:nvSpPr>
              <p:cNvPr id="259" name="椭圆 258"/>
              <p:cNvSpPr/>
              <p:nvPr/>
            </p:nvSpPr>
            <p:spPr>
              <a:xfrm>
                <a:off x="1389048" y="2446354"/>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cs typeface="+mn-ea"/>
                  <a:sym typeface="+mn-lt"/>
                </a:endParaRPr>
              </a:p>
            </p:txBody>
          </p:sp>
          <p:sp>
            <p:nvSpPr>
              <p:cNvPr id="260" name="箭头: V 形 259"/>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cs typeface="+mn-ea"/>
                  <a:sym typeface="+mn-lt"/>
                </a:endParaRPr>
              </a:p>
            </p:txBody>
          </p:sp>
        </p:grpSp>
        <p:grpSp>
          <p:nvGrpSpPr>
            <p:cNvPr id="261" name="组合 260"/>
            <p:cNvGrpSpPr/>
            <p:nvPr/>
          </p:nvGrpSpPr>
          <p:grpSpPr>
            <a:xfrm>
              <a:off x="4434230" y="1432452"/>
              <a:ext cx="224012" cy="228980"/>
              <a:chOff x="1389048" y="2446354"/>
              <a:chExt cx="224012" cy="228980"/>
            </a:xfrm>
          </p:grpSpPr>
          <p:sp>
            <p:nvSpPr>
              <p:cNvPr id="262" name="椭圆 261"/>
              <p:cNvSpPr/>
              <p:nvPr/>
            </p:nvSpPr>
            <p:spPr>
              <a:xfrm>
                <a:off x="1389048" y="2446354"/>
                <a:ext cx="224012" cy="228980"/>
              </a:xfrm>
              <a:prstGeom prst="ellipse">
                <a:avLst/>
              </a:prstGeom>
              <a:gradFill flip="none" rotWithShape="1">
                <a:gsLst>
                  <a:gs pos="0">
                    <a:schemeClr val="accent1"/>
                  </a:gs>
                  <a:gs pos="100000">
                    <a:schemeClr val="accent1">
                      <a:lumMod val="94000"/>
                    </a:schemeClr>
                  </a:gs>
                </a:gsLst>
                <a:lin ang="16200000" scaled="1"/>
                <a:tileRect/>
              </a:gradFill>
              <a:ln w="15875" cap="flat" cmpd="sng" algn="ctr">
                <a:gradFill flip="none" rotWithShape="1">
                  <a:gsLst>
                    <a:gs pos="0">
                      <a:srgbClr val="156082">
                        <a:lumMod val="5000"/>
                        <a:lumOff val="95000"/>
                      </a:srgbClr>
                    </a:gs>
                    <a:gs pos="100000">
                      <a:schemeClr val="accent1"/>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cs typeface="+mn-ea"/>
                  <a:sym typeface="+mn-lt"/>
                </a:endParaRPr>
              </a:p>
            </p:txBody>
          </p:sp>
          <p:sp>
            <p:nvSpPr>
              <p:cNvPr id="263" name="箭头: V 形 262"/>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cs typeface="+mn-ea"/>
                  <a:sym typeface="+mn-lt"/>
                </a:endParaRPr>
              </a:p>
            </p:txBody>
          </p:sp>
        </p:grpSp>
      </p:grpSp>
      <p:grpSp>
        <p:nvGrpSpPr>
          <p:cNvPr id="24" name="组合 23"/>
          <p:cNvGrpSpPr/>
          <p:nvPr/>
        </p:nvGrpSpPr>
        <p:grpSpPr>
          <a:xfrm>
            <a:off x="6829770" y="4436533"/>
            <a:ext cx="4919318" cy="2088092"/>
            <a:chOff x="6829770" y="4436533"/>
            <a:chExt cx="4919318" cy="2088092"/>
          </a:xfrm>
        </p:grpSpPr>
        <p:sp>
          <p:nvSpPr>
            <p:cNvPr id="264" name="Rounded Rectangle"/>
            <p:cNvSpPr/>
            <p:nvPr/>
          </p:nvSpPr>
          <p:spPr>
            <a:xfrm>
              <a:off x="7646075" y="4436766"/>
              <a:ext cx="4088190" cy="975501"/>
            </a:xfrm>
            <a:prstGeom prst="rect">
              <a:avLst/>
            </a:prstGeom>
            <a:solidFill>
              <a:schemeClr val="accent5">
                <a:lumMod val="20000"/>
                <a:lumOff val="80000"/>
                <a:alpha val="30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ea typeface="+mj-ea"/>
                <a:cs typeface="+mn-cs"/>
                <a:sym typeface="Helvetica Neue Medium"/>
              </a:endParaRPr>
            </a:p>
          </p:txBody>
        </p:sp>
        <p:sp>
          <p:nvSpPr>
            <p:cNvPr id="265" name="Rounded Rectangle"/>
            <p:cNvSpPr/>
            <p:nvPr/>
          </p:nvSpPr>
          <p:spPr>
            <a:xfrm>
              <a:off x="11722079" y="4436766"/>
              <a:ext cx="27009" cy="975501"/>
            </a:xfrm>
            <a:prstGeom prst="rect">
              <a:avLst/>
            </a:prstGeom>
            <a:solidFill>
              <a:schemeClr val="accent5"/>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chemeClr val="accent2"/>
                </a:solidFill>
                <a:effectLst/>
                <a:uLnTx/>
                <a:uFillTx/>
                <a:ea typeface="+mj-ea"/>
                <a:cs typeface="+mn-cs"/>
                <a:sym typeface="Helvetica Neue Medium"/>
              </a:endParaRPr>
            </a:p>
          </p:txBody>
        </p:sp>
        <p:sp>
          <p:nvSpPr>
            <p:cNvPr id="266" name="TextBox 226"/>
            <p:cNvSpPr txBox="1"/>
            <p:nvPr/>
          </p:nvSpPr>
          <p:spPr>
            <a:xfrm>
              <a:off x="7750787" y="4462249"/>
              <a:ext cx="1547040" cy="396237"/>
            </a:xfrm>
            <a:prstGeom prst="rect">
              <a:avLst/>
            </a:prstGeom>
            <a:noFill/>
            <a:effectLst/>
          </p:spPr>
          <p:txBody>
            <a:bodyPr wrap="non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defTabSz="914400">
                <a:defRPr/>
              </a:pPr>
              <a:r>
                <a:rPr lang="zh-CN" altLang="en-US" sz="1800" b="1">
                  <a:solidFill>
                    <a:schemeClr val="accent5"/>
                  </a:solidFill>
                  <a:latin typeface="思源黑体 CN Bold" panose="020B0800000000000000" pitchFamily="34" charset="-122"/>
                  <a:ea typeface="思源黑体 CN Bold" panose="020B0800000000000000" pitchFamily="34" charset="-122"/>
                </a:rPr>
                <a:t>职业发展能力</a:t>
              </a:r>
              <a:endParaRPr lang="en-US" sz="1800" b="1" dirty="0">
                <a:solidFill>
                  <a:schemeClr val="accent5"/>
                </a:solidFill>
                <a:latin typeface="思源黑体 CN Bold" panose="020B0800000000000000" pitchFamily="34" charset="-122"/>
                <a:ea typeface="思源黑体 CN Bold" panose="020B0800000000000000" pitchFamily="34" charset="-122"/>
              </a:endParaRPr>
            </a:p>
          </p:txBody>
        </p:sp>
        <p:sp>
          <p:nvSpPr>
            <p:cNvPr id="267" name="TextBox 226"/>
            <p:cNvSpPr txBox="1"/>
            <p:nvPr/>
          </p:nvSpPr>
          <p:spPr>
            <a:xfrm>
              <a:off x="7750787" y="4792838"/>
              <a:ext cx="3703357" cy="585969"/>
            </a:xfrm>
            <a:prstGeom prst="rect">
              <a:avLst/>
            </a:prstGeom>
            <a:noFill/>
            <a:effectLst/>
          </p:spPr>
          <p:txBody>
            <a:bodyPr wrap="squar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marR="0" lvl="0" algn="l" defTabSz="914400" rtl="0" eaLnBrk="1" fontAlgn="auto" latinLnBrk="0" hangingPunct="1">
                <a:lnSpc>
                  <a:spcPct val="120000"/>
                </a:lnSpc>
                <a:spcBef>
                  <a:spcPts val="0"/>
                </a:spcBef>
                <a:spcAft>
                  <a:spcPts val="0"/>
                </a:spcAft>
                <a:buClrTx/>
                <a:buSzTx/>
                <a:defRPr/>
              </a:pP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职业规划、持续学习，证书体系规划、知识管理</a:t>
              </a:r>
              <a:endParaRPr lang="en-US" altLang="zh-CN" sz="1400" dirty="0">
                <a:solidFill>
                  <a:schemeClr val="tx1"/>
                </a:solidFill>
                <a:latin typeface="思源黑体 CN Bold" panose="020B0800000000000000" pitchFamily="34" charset="-122"/>
                <a:ea typeface="思源黑体 CN Bold" panose="020B0800000000000000" pitchFamily="34" charset="-122"/>
                <a:cs typeface="+mn-ea"/>
              </a:endParaRPr>
            </a:p>
          </p:txBody>
        </p:sp>
        <p:sp>
          <p:nvSpPr>
            <p:cNvPr id="268" name="Rounded Rectangle"/>
            <p:cNvSpPr/>
            <p:nvPr/>
          </p:nvSpPr>
          <p:spPr>
            <a:xfrm>
              <a:off x="7646075" y="5549124"/>
              <a:ext cx="4088190" cy="975501"/>
            </a:xfrm>
            <a:prstGeom prst="rect">
              <a:avLst/>
            </a:prstGeom>
            <a:solidFill>
              <a:schemeClr val="accent5">
                <a:lumMod val="20000"/>
                <a:lumOff val="80000"/>
                <a:alpha val="30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sp>
          <p:nvSpPr>
            <p:cNvPr id="269" name="Rounded Rectangle"/>
            <p:cNvSpPr/>
            <p:nvPr/>
          </p:nvSpPr>
          <p:spPr>
            <a:xfrm>
              <a:off x="11722079" y="5549124"/>
              <a:ext cx="27009" cy="975501"/>
            </a:xfrm>
            <a:prstGeom prst="rect">
              <a:avLst/>
            </a:prstGeom>
            <a:solidFill>
              <a:schemeClr val="accent5"/>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chemeClr val="accent2"/>
                </a:solidFill>
                <a:effectLst/>
                <a:uLnTx/>
                <a:uFillTx/>
                <a:ea typeface="+mj-ea"/>
                <a:cs typeface="+mn-cs"/>
                <a:sym typeface="Helvetica Neue Medium"/>
              </a:endParaRPr>
            </a:p>
          </p:txBody>
        </p:sp>
        <p:sp>
          <p:nvSpPr>
            <p:cNvPr id="270" name="TextBox 226"/>
            <p:cNvSpPr txBox="1"/>
            <p:nvPr/>
          </p:nvSpPr>
          <p:spPr>
            <a:xfrm>
              <a:off x="7750787" y="5574607"/>
              <a:ext cx="1547040" cy="396237"/>
            </a:xfrm>
            <a:prstGeom prst="rect">
              <a:avLst/>
            </a:prstGeom>
            <a:noFill/>
            <a:effectLst/>
          </p:spPr>
          <p:txBody>
            <a:bodyPr wrap="non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defTabSz="914400">
                <a:defRPr/>
              </a:pPr>
              <a:r>
                <a:rPr lang="zh-CN" altLang="en-US" sz="1800" b="1" dirty="0">
                  <a:solidFill>
                    <a:schemeClr val="accent5"/>
                  </a:solidFill>
                  <a:latin typeface="思源黑体 CN Bold" panose="020B0800000000000000" pitchFamily="34" charset="-122"/>
                  <a:ea typeface="思源黑体 CN Bold" panose="020B0800000000000000" pitchFamily="34" charset="-122"/>
                </a:rPr>
                <a:t>跨界融合培养</a:t>
              </a:r>
              <a:endParaRPr lang="en-US" sz="1800" b="1" dirty="0">
                <a:solidFill>
                  <a:schemeClr val="accent5"/>
                </a:solidFill>
                <a:latin typeface="思源黑体 CN Bold" panose="020B0800000000000000" pitchFamily="34" charset="-122"/>
                <a:ea typeface="思源黑体 CN Bold" panose="020B0800000000000000" pitchFamily="34" charset="-122"/>
              </a:endParaRPr>
            </a:p>
          </p:txBody>
        </p:sp>
        <p:sp>
          <p:nvSpPr>
            <p:cNvPr id="271" name="TextBox 226"/>
            <p:cNvSpPr txBox="1"/>
            <p:nvPr/>
          </p:nvSpPr>
          <p:spPr>
            <a:xfrm>
              <a:off x="7750787" y="5905196"/>
              <a:ext cx="3703357" cy="585969"/>
            </a:xfrm>
            <a:prstGeom prst="rect">
              <a:avLst/>
            </a:prstGeom>
            <a:noFill/>
            <a:effectLst/>
          </p:spPr>
          <p:txBody>
            <a:bodyPr wrap="squar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marR="0" lvl="0" algn="l" defTabSz="914400" rtl="0" eaLnBrk="1" fontAlgn="auto" latinLnBrk="0" hangingPunct="1">
                <a:lnSpc>
                  <a:spcPct val="120000"/>
                </a:lnSpc>
                <a:spcBef>
                  <a:spcPts val="0"/>
                </a:spcBef>
                <a:spcAft>
                  <a:spcPts val="0"/>
                </a:spcAft>
                <a:buClrTx/>
                <a:buSzTx/>
                <a:defRPr/>
              </a:pP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实施</a:t>
              </a:r>
              <a:r>
                <a:rPr lang="en-US" altLang="zh-CN" sz="1400" dirty="0">
                  <a:solidFill>
                    <a:schemeClr val="tx1"/>
                  </a:solidFill>
                  <a:latin typeface="思源黑体 CN Bold" panose="020B0800000000000000" pitchFamily="34" charset="-122"/>
                  <a:ea typeface="思源黑体 CN Bold" panose="020B0800000000000000" pitchFamily="34" charset="-122"/>
                  <a:cs typeface="+mn-ea"/>
                </a:rPr>
                <a:t>"</a:t>
              </a: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财务</a:t>
              </a:r>
              <a:r>
                <a:rPr lang="en-US" altLang="zh-CN" sz="1400" dirty="0">
                  <a:solidFill>
                    <a:schemeClr val="tx1"/>
                  </a:solidFill>
                  <a:latin typeface="思源黑体 CN Bold" panose="020B0800000000000000" pitchFamily="34" charset="-122"/>
                  <a:ea typeface="思源黑体 CN Bold" panose="020B0800000000000000" pitchFamily="34" charset="-122"/>
                  <a:cs typeface="+mn-ea"/>
                </a:rPr>
                <a:t>+"</a:t>
              </a: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复合型课程：财务与供应链管理</a:t>
              </a:r>
              <a:endParaRPr lang="en-US" altLang="zh-CN" sz="1400" dirty="0">
                <a:solidFill>
                  <a:schemeClr val="tx1"/>
                </a:solidFill>
                <a:latin typeface="思源黑体 CN Bold" panose="020B0800000000000000" pitchFamily="34" charset="-122"/>
                <a:ea typeface="思源黑体 CN Bold" panose="020B0800000000000000" pitchFamily="34" charset="-122"/>
                <a:cs typeface="+mn-ea"/>
              </a:endParaRPr>
            </a:p>
            <a:p>
              <a:pPr>
                <a:defRPr/>
              </a:pP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财务与市场营销</a:t>
              </a:r>
            </a:p>
          </p:txBody>
        </p:sp>
        <p:sp>
          <p:nvSpPr>
            <p:cNvPr id="272" name="左大括号 271"/>
            <p:cNvSpPr/>
            <p:nvPr/>
          </p:nvSpPr>
          <p:spPr>
            <a:xfrm>
              <a:off x="6829770" y="4436533"/>
              <a:ext cx="576221" cy="2088091"/>
            </a:xfrm>
            <a:prstGeom prst="leftBrace">
              <a:avLst>
                <a:gd name="adj1" fmla="val 22801"/>
                <a:gd name="adj2" fmla="val 75330"/>
              </a:avLst>
            </a:prstGeom>
            <a:gradFill flip="none" rotWithShape="1">
              <a:gsLst>
                <a:gs pos="2000">
                  <a:schemeClr val="accent5">
                    <a:alpha val="50000"/>
                  </a:schemeClr>
                </a:gs>
                <a:gs pos="100000">
                  <a:schemeClr val="accent5">
                    <a:lumMod val="20000"/>
                    <a:lumOff val="80000"/>
                    <a:alpha val="0"/>
                  </a:schemeClr>
                </a:gs>
              </a:gsLst>
              <a:lin ang="0" scaled="1"/>
              <a:tileRect/>
            </a:gradFill>
            <a:ln w="635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grpSp>
      <p:grpSp>
        <p:nvGrpSpPr>
          <p:cNvPr id="31" name="组合 30"/>
          <p:cNvGrpSpPr/>
          <p:nvPr/>
        </p:nvGrpSpPr>
        <p:grpSpPr>
          <a:xfrm>
            <a:off x="411952" y="869056"/>
            <a:ext cx="730306" cy="4844450"/>
            <a:chOff x="411952" y="869056"/>
            <a:chExt cx="730306" cy="4844450"/>
          </a:xfrm>
        </p:grpSpPr>
        <p:grpSp>
          <p:nvGrpSpPr>
            <p:cNvPr id="299" name="组合 298"/>
            <p:cNvGrpSpPr/>
            <p:nvPr/>
          </p:nvGrpSpPr>
          <p:grpSpPr>
            <a:xfrm>
              <a:off x="435525" y="958850"/>
              <a:ext cx="706733" cy="858931"/>
              <a:chOff x="305350" y="896200"/>
              <a:chExt cx="797468" cy="969205"/>
            </a:xfrm>
          </p:grpSpPr>
          <p:pic>
            <p:nvPicPr>
              <p:cNvPr id="45" name="Picture 135"/>
              <p:cNvPicPr>
                <a:picLocks noChangeAspect="1"/>
              </p:cNvPicPr>
              <p:nvPr/>
            </p:nvPicPr>
            <p:blipFill>
              <a:blip r:embed="rId9" cstate="print">
                <a:alphaModFix amt="50000"/>
                <a:extLst>
                  <a:ext uri="{28A0092B-C50C-407E-A947-70E740481C1C}">
                    <a14:useLocalDpi xmlns:a14="http://schemas.microsoft.com/office/drawing/2010/main" val="0"/>
                  </a:ext>
                </a:extLst>
              </a:blip>
              <a:stretch>
                <a:fillRect/>
              </a:stretch>
            </p:blipFill>
            <p:spPr>
              <a:xfrm rot="1345442">
                <a:off x="327457" y="1158141"/>
                <a:ext cx="775361" cy="707264"/>
              </a:xfrm>
              <a:prstGeom prst="rect">
                <a:avLst/>
              </a:prstGeom>
            </p:spPr>
          </p:pic>
          <p:sp>
            <p:nvSpPr>
              <p:cNvPr id="46" name="Freeform 5"/>
              <p:cNvSpPr/>
              <p:nvPr/>
            </p:nvSpPr>
            <p:spPr bwMode="auto">
              <a:xfrm rot="1542312">
                <a:off x="305350" y="989057"/>
                <a:ext cx="743736" cy="787327"/>
              </a:xfrm>
              <a:custGeom>
                <a:avLst/>
                <a:gdLst>
                  <a:gd name="T0" fmla="*/ 21 w 580"/>
                  <a:gd name="T1" fmla="*/ 614 h 614"/>
                  <a:gd name="T2" fmla="*/ 275 w 580"/>
                  <a:gd name="T3" fmla="*/ 591 h 614"/>
                  <a:gd name="T4" fmla="*/ 543 w 580"/>
                  <a:gd name="T5" fmla="*/ 478 h 614"/>
                  <a:gd name="T6" fmla="*/ 562 w 580"/>
                  <a:gd name="T7" fmla="*/ 0 h 614"/>
                  <a:gd name="T8" fmla="*/ 183 w 580"/>
                  <a:gd name="T9" fmla="*/ 17 h 614"/>
                  <a:gd name="T10" fmla="*/ 4 w 580"/>
                  <a:gd name="T11" fmla="*/ 31 h 614"/>
                  <a:gd name="T12" fmla="*/ 3 w 580"/>
                  <a:gd name="T13" fmla="*/ 225 h 614"/>
                  <a:gd name="T14" fmla="*/ 21 w 580"/>
                  <a:gd name="T15" fmla="*/ 614 h 6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0" h="614">
                    <a:moveTo>
                      <a:pt x="21" y="614"/>
                    </a:moveTo>
                    <a:cubicBezTo>
                      <a:pt x="157" y="610"/>
                      <a:pt x="209" y="603"/>
                      <a:pt x="275" y="591"/>
                    </a:cubicBezTo>
                    <a:cubicBezTo>
                      <a:pt x="338" y="579"/>
                      <a:pt x="501" y="526"/>
                      <a:pt x="543" y="478"/>
                    </a:cubicBezTo>
                    <a:cubicBezTo>
                      <a:pt x="580" y="434"/>
                      <a:pt x="572" y="166"/>
                      <a:pt x="562" y="0"/>
                    </a:cubicBezTo>
                    <a:cubicBezTo>
                      <a:pt x="562" y="0"/>
                      <a:pt x="278" y="13"/>
                      <a:pt x="183" y="17"/>
                    </a:cubicBezTo>
                    <a:cubicBezTo>
                      <a:pt x="122" y="20"/>
                      <a:pt x="64" y="24"/>
                      <a:pt x="4" y="31"/>
                    </a:cubicBezTo>
                    <a:cubicBezTo>
                      <a:pt x="0" y="95"/>
                      <a:pt x="0" y="160"/>
                      <a:pt x="3" y="225"/>
                    </a:cubicBezTo>
                    <a:cubicBezTo>
                      <a:pt x="8" y="322"/>
                      <a:pt x="21" y="614"/>
                      <a:pt x="21" y="614"/>
                    </a:cubicBezTo>
                    <a:close/>
                  </a:path>
                </a:pathLst>
              </a:custGeom>
              <a:solidFill>
                <a:schemeClr val="accent1"/>
              </a:solidFill>
              <a:ln>
                <a:noFill/>
              </a:ln>
              <a:effectLst/>
            </p:spPr>
            <p:txBody>
              <a:bodyPr vert="horz" wrap="square" lIns="121920" tIns="60960" rIns="121920" bIns="60960" numCol="1" anchor="t" anchorCtr="0" compatLnSpc="1"/>
              <a:lstStyle/>
              <a:p>
                <a:pPr algn="ctr"/>
                <a:endParaRPr lang="en-US" sz="2135" dirty="0"/>
              </a:p>
            </p:txBody>
          </p:sp>
          <p:sp>
            <p:nvSpPr>
              <p:cNvPr id="47" name="Freeform 6"/>
              <p:cNvSpPr/>
              <p:nvPr/>
            </p:nvSpPr>
            <p:spPr bwMode="auto">
              <a:xfrm rot="1542312">
                <a:off x="525795" y="1597417"/>
                <a:ext cx="219031" cy="160371"/>
              </a:xfrm>
              <a:custGeom>
                <a:avLst/>
                <a:gdLst>
                  <a:gd name="T0" fmla="*/ 171 w 171"/>
                  <a:gd name="T1" fmla="*/ 70 h 125"/>
                  <a:gd name="T2" fmla="*/ 0 w 171"/>
                  <a:gd name="T3" fmla="*/ 125 h 125"/>
                  <a:gd name="T4" fmla="*/ 167 w 171"/>
                  <a:gd name="T5" fmla="*/ 0 h 125"/>
                  <a:gd name="T6" fmla="*/ 171 w 171"/>
                  <a:gd name="T7" fmla="*/ 70 h 125"/>
                </a:gdLst>
                <a:ahLst/>
                <a:cxnLst>
                  <a:cxn ang="0">
                    <a:pos x="T0" y="T1"/>
                  </a:cxn>
                  <a:cxn ang="0">
                    <a:pos x="T2" y="T3"/>
                  </a:cxn>
                  <a:cxn ang="0">
                    <a:pos x="T4" y="T5"/>
                  </a:cxn>
                  <a:cxn ang="0">
                    <a:pos x="T6" y="T7"/>
                  </a:cxn>
                </a:cxnLst>
                <a:rect l="0" t="0" r="r" b="b"/>
                <a:pathLst>
                  <a:path w="171" h="125">
                    <a:moveTo>
                      <a:pt x="171" y="70"/>
                    </a:moveTo>
                    <a:cubicBezTo>
                      <a:pt x="109" y="97"/>
                      <a:pt x="37" y="118"/>
                      <a:pt x="0" y="125"/>
                    </a:cubicBezTo>
                    <a:cubicBezTo>
                      <a:pt x="64" y="109"/>
                      <a:pt x="122" y="70"/>
                      <a:pt x="167" y="0"/>
                    </a:cubicBezTo>
                    <a:lnTo>
                      <a:pt x="171" y="70"/>
                    </a:lnTo>
                    <a:close/>
                  </a:path>
                </a:pathLst>
              </a:custGeom>
              <a:solidFill>
                <a:srgbClr val="FCFCF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48" name="Freeform 7"/>
              <p:cNvSpPr/>
              <p:nvPr/>
            </p:nvSpPr>
            <p:spPr bwMode="auto">
              <a:xfrm rot="1542312">
                <a:off x="738523" y="1674313"/>
                <a:ext cx="129159" cy="89873"/>
              </a:xfrm>
              <a:custGeom>
                <a:avLst/>
                <a:gdLst>
                  <a:gd name="T0" fmla="*/ 0 w 101"/>
                  <a:gd name="T1" fmla="*/ 0 h 70"/>
                  <a:gd name="T2" fmla="*/ 98 w 101"/>
                  <a:gd name="T3" fmla="*/ 13 h 70"/>
                  <a:gd name="T4" fmla="*/ 101 w 101"/>
                  <a:gd name="T5" fmla="*/ 11 h 70"/>
                  <a:gd name="T6" fmla="*/ 101 w 101"/>
                  <a:gd name="T7" fmla="*/ 12 h 70"/>
                  <a:gd name="T8" fmla="*/ 4 w 101"/>
                  <a:gd name="T9" fmla="*/ 70 h 70"/>
                  <a:gd name="T10" fmla="*/ 0 w 101"/>
                  <a:gd name="T11" fmla="*/ 0 h 70"/>
                </a:gdLst>
                <a:ahLst/>
                <a:cxnLst>
                  <a:cxn ang="0">
                    <a:pos x="T0" y="T1"/>
                  </a:cxn>
                  <a:cxn ang="0">
                    <a:pos x="T2" y="T3"/>
                  </a:cxn>
                  <a:cxn ang="0">
                    <a:pos x="T4" y="T5"/>
                  </a:cxn>
                  <a:cxn ang="0">
                    <a:pos x="T6" y="T7"/>
                  </a:cxn>
                  <a:cxn ang="0">
                    <a:pos x="T8" y="T9"/>
                  </a:cxn>
                  <a:cxn ang="0">
                    <a:pos x="T10" y="T11"/>
                  </a:cxn>
                </a:cxnLst>
                <a:rect l="0" t="0" r="r" b="b"/>
                <a:pathLst>
                  <a:path w="101" h="70">
                    <a:moveTo>
                      <a:pt x="0" y="0"/>
                    </a:moveTo>
                    <a:cubicBezTo>
                      <a:pt x="33" y="16"/>
                      <a:pt x="80" y="31"/>
                      <a:pt x="98" y="13"/>
                    </a:cubicBezTo>
                    <a:cubicBezTo>
                      <a:pt x="99" y="12"/>
                      <a:pt x="100" y="12"/>
                      <a:pt x="101" y="11"/>
                    </a:cubicBezTo>
                    <a:cubicBezTo>
                      <a:pt x="101" y="11"/>
                      <a:pt x="101" y="11"/>
                      <a:pt x="101" y="12"/>
                    </a:cubicBezTo>
                    <a:cubicBezTo>
                      <a:pt x="84" y="31"/>
                      <a:pt x="46" y="52"/>
                      <a:pt x="4" y="70"/>
                    </a:cubicBezTo>
                    <a:lnTo>
                      <a:pt x="0" y="0"/>
                    </a:lnTo>
                    <a:close/>
                  </a:path>
                </a:pathLst>
              </a:custGeom>
              <a:gradFill>
                <a:gsLst>
                  <a:gs pos="0">
                    <a:srgbClr val="FEE065"/>
                  </a:gs>
                  <a:gs pos="100000">
                    <a:srgbClr val="C2A010"/>
                  </a:gs>
                </a:gsLst>
                <a:lin ang="2700000" scaled="1"/>
              </a:gradFill>
              <a:ln>
                <a:noFill/>
              </a:ln>
            </p:spPr>
            <p:txBody>
              <a:bodyPr vert="horz" wrap="square" lIns="121920" tIns="60960" rIns="121920" bIns="60960" numCol="1" anchor="t" anchorCtr="0" compatLnSpc="1"/>
              <a:lstStyle/>
              <a:p>
                <a:pPr algn="ctr"/>
                <a:endParaRPr lang="en-US" sz="2135"/>
              </a:p>
            </p:txBody>
          </p:sp>
          <p:sp>
            <p:nvSpPr>
              <p:cNvPr id="49" name="Freeform 8"/>
              <p:cNvSpPr/>
              <p:nvPr/>
            </p:nvSpPr>
            <p:spPr bwMode="auto">
              <a:xfrm rot="1542312">
                <a:off x="519064" y="1626927"/>
                <a:ext cx="343345" cy="157680"/>
              </a:xfrm>
              <a:custGeom>
                <a:avLst/>
                <a:gdLst>
                  <a:gd name="T0" fmla="*/ 268 w 268"/>
                  <a:gd name="T1" fmla="*/ 10 h 123"/>
                  <a:gd name="T2" fmla="*/ 0 w 268"/>
                  <a:gd name="T3" fmla="*/ 123 h 123"/>
                  <a:gd name="T4" fmla="*/ 168 w 268"/>
                  <a:gd name="T5" fmla="*/ 0 h 123"/>
                  <a:gd name="T6" fmla="*/ 268 w 268"/>
                  <a:gd name="T7" fmla="*/ 9 h 123"/>
                  <a:gd name="T8" fmla="*/ 268 w 268"/>
                  <a:gd name="T9" fmla="*/ 10 h 123"/>
                </a:gdLst>
                <a:ahLst/>
                <a:cxnLst>
                  <a:cxn ang="0">
                    <a:pos x="T0" y="T1"/>
                  </a:cxn>
                  <a:cxn ang="0">
                    <a:pos x="T2" y="T3"/>
                  </a:cxn>
                  <a:cxn ang="0">
                    <a:pos x="T4" y="T5"/>
                  </a:cxn>
                  <a:cxn ang="0">
                    <a:pos x="T6" y="T7"/>
                  </a:cxn>
                  <a:cxn ang="0">
                    <a:pos x="T8" y="T9"/>
                  </a:cxn>
                </a:cxnLst>
                <a:rect l="0" t="0" r="r" b="b"/>
                <a:pathLst>
                  <a:path w="268" h="123">
                    <a:moveTo>
                      <a:pt x="268" y="10"/>
                    </a:moveTo>
                    <a:cubicBezTo>
                      <a:pt x="226" y="58"/>
                      <a:pt x="63" y="111"/>
                      <a:pt x="0" y="123"/>
                    </a:cubicBezTo>
                    <a:cubicBezTo>
                      <a:pt x="64" y="107"/>
                      <a:pt x="122" y="71"/>
                      <a:pt x="168" y="0"/>
                    </a:cubicBezTo>
                    <a:cubicBezTo>
                      <a:pt x="202" y="17"/>
                      <a:pt x="249" y="30"/>
                      <a:pt x="268" y="9"/>
                    </a:cubicBezTo>
                    <a:cubicBezTo>
                      <a:pt x="268" y="9"/>
                      <a:pt x="268" y="9"/>
                      <a:pt x="268" y="10"/>
                    </a:cubicBezTo>
                    <a:close/>
                  </a:path>
                </a:pathLst>
              </a:custGeom>
              <a:gradFill flip="none" rotWithShape="1">
                <a:gsLst>
                  <a:gs pos="31000">
                    <a:schemeClr val="accent1">
                      <a:lumMod val="20000"/>
                      <a:lumOff val="80000"/>
                    </a:schemeClr>
                  </a:gs>
                  <a:gs pos="0">
                    <a:srgbClr val="FEE065"/>
                  </a:gs>
                  <a:gs pos="73000">
                    <a:schemeClr val="accent1">
                      <a:lumMod val="50000"/>
                    </a:schemeClr>
                  </a:gs>
                </a:gsLst>
                <a:lin ang="2700000" scaled="1"/>
                <a:tileRect/>
              </a:gradFill>
              <a:ln>
                <a:noFill/>
              </a:ln>
            </p:spPr>
            <p:txBody>
              <a:bodyPr vert="horz" wrap="square" lIns="121920" tIns="60960" rIns="121920" bIns="60960" numCol="1" anchor="t" anchorCtr="0" compatLnSpc="1"/>
              <a:lstStyle/>
              <a:p>
                <a:pPr algn="ctr"/>
                <a:endParaRPr lang="en-US" sz="2135" dirty="0"/>
              </a:p>
            </p:txBody>
          </p:sp>
          <p:pic>
            <p:nvPicPr>
              <p:cNvPr id="51" name="Picture 124"/>
              <p:cNvPicPr>
                <a:picLocks noChangeAspect="1"/>
              </p:cNvPicPr>
              <p:nvPr/>
            </p:nvPicPr>
            <p:blipFill>
              <a:blip r:embed="rId10"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0385386">
                <a:off x="582614" y="896200"/>
                <a:ext cx="476793" cy="337403"/>
              </a:xfrm>
              <a:prstGeom prst="rect">
                <a:avLst/>
              </a:prstGeom>
            </p:spPr>
          </p:pic>
        </p:grpSp>
        <p:grpSp>
          <p:nvGrpSpPr>
            <p:cNvPr id="52" name="Group 125"/>
            <p:cNvGrpSpPr/>
            <p:nvPr/>
          </p:nvGrpSpPr>
          <p:grpSpPr>
            <a:xfrm rot="20554076">
              <a:off x="411952" y="869056"/>
              <a:ext cx="289258" cy="300439"/>
              <a:chOff x="5240338" y="1462088"/>
              <a:chExt cx="2176463" cy="2260600"/>
            </a:xfrm>
          </p:grpSpPr>
          <p:sp>
            <p:nvSpPr>
              <p:cNvPr id="53" name="Freeform 12"/>
              <p:cNvSpPr/>
              <p:nvPr/>
            </p:nvSpPr>
            <p:spPr bwMode="auto">
              <a:xfrm>
                <a:off x="7205663" y="3511551"/>
                <a:ext cx="211138" cy="190500"/>
              </a:xfrm>
              <a:custGeom>
                <a:avLst/>
                <a:gdLst>
                  <a:gd name="T0" fmla="*/ 0 w 10"/>
                  <a:gd name="T1" fmla="*/ 5 h 9"/>
                  <a:gd name="T2" fmla="*/ 5 w 10"/>
                  <a:gd name="T3" fmla="*/ 0 h 9"/>
                  <a:gd name="T4" fmla="*/ 10 w 10"/>
                  <a:gd name="T5" fmla="*/ 4 h 9"/>
                  <a:gd name="T6" fmla="*/ 5 w 10"/>
                  <a:gd name="T7" fmla="*/ 9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0" y="2"/>
                      <a:pt x="2" y="0"/>
                      <a:pt x="5" y="0"/>
                    </a:cubicBezTo>
                    <a:cubicBezTo>
                      <a:pt x="7" y="0"/>
                      <a:pt x="10" y="2"/>
                      <a:pt x="10" y="4"/>
                    </a:cubicBezTo>
                    <a:cubicBezTo>
                      <a:pt x="10" y="7"/>
                      <a:pt x="8" y="9"/>
                      <a:pt x="5" y="9"/>
                    </a:cubicBezTo>
                    <a:cubicBezTo>
                      <a:pt x="3" y="9"/>
                      <a:pt x="0" y="7"/>
                      <a:pt x="0" y="5"/>
                    </a:cubicBezTo>
                    <a:close/>
                  </a:path>
                </a:pathLst>
              </a:custGeom>
              <a:solidFill>
                <a:schemeClr val="tx1">
                  <a:lumMod val="75000"/>
                  <a:lumOff val="25000"/>
                </a:schemeClr>
              </a:solidFill>
              <a:ln>
                <a:noFill/>
              </a:ln>
            </p:spPr>
            <p:txBody>
              <a:bodyPr vert="horz" wrap="square" lIns="121920" tIns="60960" rIns="121920" bIns="60960" numCol="1" anchor="t" anchorCtr="0" compatLnSpc="1"/>
              <a:lstStyle/>
              <a:p>
                <a:pPr algn="ctr"/>
                <a:endParaRPr lang="en-US" sz="2135"/>
              </a:p>
            </p:txBody>
          </p:sp>
          <p:sp>
            <p:nvSpPr>
              <p:cNvPr id="54" name="Freeform 13"/>
              <p:cNvSpPr/>
              <p:nvPr/>
            </p:nvSpPr>
            <p:spPr bwMode="auto">
              <a:xfrm>
                <a:off x="6613525" y="2855913"/>
                <a:ext cx="803275" cy="866775"/>
              </a:xfrm>
              <a:custGeom>
                <a:avLst/>
                <a:gdLst>
                  <a:gd name="T0" fmla="*/ 0 w 38"/>
                  <a:gd name="T1" fmla="*/ 5 h 41"/>
                  <a:gd name="T2" fmla="*/ 30 w 38"/>
                  <a:gd name="T3" fmla="*/ 39 h 41"/>
                  <a:gd name="T4" fmla="*/ 37 w 38"/>
                  <a:gd name="T5" fmla="*/ 33 h 41"/>
                  <a:gd name="T6" fmla="*/ 6 w 38"/>
                  <a:gd name="T7" fmla="*/ 0 h 41"/>
                  <a:gd name="T8" fmla="*/ 0 w 38"/>
                  <a:gd name="T9" fmla="*/ 5 h 41"/>
                </a:gdLst>
                <a:ahLst/>
                <a:cxnLst>
                  <a:cxn ang="0">
                    <a:pos x="T0" y="T1"/>
                  </a:cxn>
                  <a:cxn ang="0">
                    <a:pos x="T2" y="T3"/>
                  </a:cxn>
                  <a:cxn ang="0">
                    <a:pos x="T4" y="T5"/>
                  </a:cxn>
                  <a:cxn ang="0">
                    <a:pos x="T6" y="T7"/>
                  </a:cxn>
                  <a:cxn ang="0">
                    <a:pos x="T8" y="T9"/>
                  </a:cxn>
                </a:cxnLst>
                <a:rect l="0" t="0" r="r" b="b"/>
                <a:pathLst>
                  <a:path w="38" h="41">
                    <a:moveTo>
                      <a:pt x="0" y="5"/>
                    </a:moveTo>
                    <a:cubicBezTo>
                      <a:pt x="30" y="39"/>
                      <a:pt x="30" y="39"/>
                      <a:pt x="30" y="39"/>
                    </a:cubicBezTo>
                    <a:cubicBezTo>
                      <a:pt x="33" y="41"/>
                      <a:pt x="38" y="36"/>
                      <a:pt x="37" y="33"/>
                    </a:cubicBezTo>
                    <a:cubicBezTo>
                      <a:pt x="6" y="0"/>
                      <a:pt x="6" y="0"/>
                      <a:pt x="6" y="0"/>
                    </a:cubicBezTo>
                    <a:lnTo>
                      <a:pt x="0" y="5"/>
                    </a:lnTo>
                    <a:close/>
                  </a:path>
                </a:pathLst>
              </a:custGeom>
              <a:gradFill flip="none" rotWithShape="1">
                <a:gsLst>
                  <a:gs pos="54000">
                    <a:schemeClr val="bg1"/>
                  </a:gs>
                  <a:gs pos="90480">
                    <a:srgbClr val="DCDCDC"/>
                  </a:gs>
                  <a:gs pos="87000">
                    <a:schemeClr val="tx1">
                      <a:lumMod val="25000"/>
                      <a:lumOff val="75000"/>
                    </a:schemeClr>
                  </a:gs>
                  <a:gs pos="70000">
                    <a:schemeClr val="bg1"/>
                  </a:gs>
                  <a:gs pos="39000">
                    <a:schemeClr val="tx1">
                      <a:lumMod val="25000"/>
                      <a:lumOff val="75000"/>
                    </a:schemeClr>
                  </a:gs>
                </a:gsLst>
                <a:lin ang="8100000" scaled="1"/>
                <a:tileRect/>
              </a:gradFill>
              <a:ln>
                <a:noFill/>
              </a:ln>
            </p:spPr>
            <p:txBody>
              <a:bodyPr vert="horz" wrap="square" lIns="121920" tIns="60960" rIns="121920" bIns="60960" numCol="1" anchor="t" anchorCtr="0" compatLnSpc="1"/>
              <a:lstStyle/>
              <a:p>
                <a:pPr algn="ctr"/>
                <a:endParaRPr lang="en-US" sz="2135"/>
              </a:p>
            </p:txBody>
          </p:sp>
          <p:sp>
            <p:nvSpPr>
              <p:cNvPr id="55" name="Freeform 14"/>
              <p:cNvSpPr/>
              <p:nvPr/>
            </p:nvSpPr>
            <p:spPr bwMode="auto">
              <a:xfrm>
                <a:off x="5811838" y="2032001"/>
                <a:ext cx="1414463" cy="1416050"/>
              </a:xfrm>
              <a:custGeom>
                <a:avLst/>
                <a:gdLst>
                  <a:gd name="T0" fmla="*/ 1 w 67"/>
                  <a:gd name="T1" fmla="*/ 35 h 67"/>
                  <a:gd name="T2" fmla="*/ 31 w 67"/>
                  <a:gd name="T3" fmla="*/ 66 h 67"/>
                  <a:gd name="T4" fmla="*/ 66 w 67"/>
                  <a:gd name="T5" fmla="*/ 32 h 67"/>
                  <a:gd name="T6" fmla="*/ 36 w 67"/>
                  <a:gd name="T7" fmla="*/ 1 h 67"/>
                  <a:gd name="T8" fmla="*/ 1 w 67"/>
                  <a:gd name="T9" fmla="*/ 35 h 67"/>
                </a:gdLst>
                <a:ahLst/>
                <a:cxnLst>
                  <a:cxn ang="0">
                    <a:pos x="T0" y="T1"/>
                  </a:cxn>
                  <a:cxn ang="0">
                    <a:pos x="T2" y="T3"/>
                  </a:cxn>
                  <a:cxn ang="0">
                    <a:pos x="T4" y="T5"/>
                  </a:cxn>
                  <a:cxn ang="0">
                    <a:pos x="T6" y="T7"/>
                  </a:cxn>
                  <a:cxn ang="0">
                    <a:pos x="T8" y="T9"/>
                  </a:cxn>
                </a:cxnLst>
                <a:rect l="0" t="0" r="r" b="b"/>
                <a:pathLst>
                  <a:path w="67" h="67">
                    <a:moveTo>
                      <a:pt x="1" y="35"/>
                    </a:moveTo>
                    <a:cubicBezTo>
                      <a:pt x="0" y="53"/>
                      <a:pt x="13" y="67"/>
                      <a:pt x="31" y="66"/>
                    </a:cubicBezTo>
                    <a:cubicBezTo>
                      <a:pt x="49" y="65"/>
                      <a:pt x="65" y="50"/>
                      <a:pt x="66" y="32"/>
                    </a:cubicBezTo>
                    <a:cubicBezTo>
                      <a:pt x="67" y="14"/>
                      <a:pt x="54" y="0"/>
                      <a:pt x="36" y="1"/>
                    </a:cubicBezTo>
                    <a:cubicBezTo>
                      <a:pt x="18" y="2"/>
                      <a:pt x="2" y="17"/>
                      <a:pt x="1" y="35"/>
                    </a:cubicBezTo>
                    <a:close/>
                  </a:path>
                </a:pathLst>
              </a:custGeom>
              <a:solidFill>
                <a:srgbClr val="8A00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56" name="Freeform 15"/>
              <p:cNvSpPr/>
              <p:nvPr/>
            </p:nvSpPr>
            <p:spPr bwMode="auto">
              <a:xfrm>
                <a:off x="5768975" y="2032001"/>
                <a:ext cx="1416050" cy="1416050"/>
              </a:xfrm>
              <a:custGeom>
                <a:avLst/>
                <a:gdLst>
                  <a:gd name="T0" fmla="*/ 1 w 67"/>
                  <a:gd name="T1" fmla="*/ 35 h 67"/>
                  <a:gd name="T2" fmla="*/ 31 w 67"/>
                  <a:gd name="T3" fmla="*/ 66 h 67"/>
                  <a:gd name="T4" fmla="*/ 66 w 67"/>
                  <a:gd name="T5" fmla="*/ 32 h 67"/>
                  <a:gd name="T6" fmla="*/ 36 w 67"/>
                  <a:gd name="T7" fmla="*/ 1 h 67"/>
                  <a:gd name="T8" fmla="*/ 1 w 67"/>
                  <a:gd name="T9" fmla="*/ 35 h 67"/>
                </a:gdLst>
                <a:ahLst/>
                <a:cxnLst>
                  <a:cxn ang="0">
                    <a:pos x="T0" y="T1"/>
                  </a:cxn>
                  <a:cxn ang="0">
                    <a:pos x="T2" y="T3"/>
                  </a:cxn>
                  <a:cxn ang="0">
                    <a:pos x="T4" y="T5"/>
                  </a:cxn>
                  <a:cxn ang="0">
                    <a:pos x="T6" y="T7"/>
                  </a:cxn>
                  <a:cxn ang="0">
                    <a:pos x="T8" y="T9"/>
                  </a:cxn>
                </a:cxnLst>
                <a:rect l="0" t="0" r="r" b="b"/>
                <a:pathLst>
                  <a:path w="67" h="67">
                    <a:moveTo>
                      <a:pt x="1" y="35"/>
                    </a:moveTo>
                    <a:cubicBezTo>
                      <a:pt x="0" y="53"/>
                      <a:pt x="13" y="67"/>
                      <a:pt x="31" y="66"/>
                    </a:cubicBezTo>
                    <a:cubicBezTo>
                      <a:pt x="49" y="66"/>
                      <a:pt x="65" y="50"/>
                      <a:pt x="66" y="32"/>
                    </a:cubicBezTo>
                    <a:cubicBezTo>
                      <a:pt x="67" y="14"/>
                      <a:pt x="54" y="0"/>
                      <a:pt x="36" y="1"/>
                    </a:cubicBezTo>
                    <a:cubicBezTo>
                      <a:pt x="18" y="2"/>
                      <a:pt x="3" y="17"/>
                      <a:pt x="1" y="35"/>
                    </a:cubicBezTo>
                    <a:close/>
                  </a:path>
                </a:pathLst>
              </a:custGeom>
              <a:gradFill flip="none" rotWithShape="1">
                <a:gsLst>
                  <a:gs pos="100000">
                    <a:srgbClr val="930000"/>
                  </a:gs>
                  <a:gs pos="0">
                    <a:srgbClr val="FE7D7F"/>
                  </a:gs>
                </a:gsLst>
                <a:path path="circle">
                  <a:fillToRect l="50000" t="50000" r="50000" b="50000"/>
                </a:path>
                <a:tileRect/>
              </a:gradFill>
              <a:ln>
                <a:noFill/>
              </a:ln>
            </p:spPr>
            <p:txBody>
              <a:bodyPr vert="horz" wrap="square" lIns="121920" tIns="60960" rIns="121920" bIns="60960" numCol="1" anchor="t" anchorCtr="0" compatLnSpc="1"/>
              <a:lstStyle/>
              <a:p>
                <a:pPr algn="ctr"/>
                <a:endParaRPr lang="en-US" sz="2135"/>
              </a:p>
            </p:txBody>
          </p:sp>
          <p:sp>
            <p:nvSpPr>
              <p:cNvPr id="57" name="Freeform 16"/>
              <p:cNvSpPr/>
              <p:nvPr/>
            </p:nvSpPr>
            <p:spPr bwMode="auto">
              <a:xfrm>
                <a:off x="5811838" y="2095501"/>
                <a:ext cx="760413" cy="1309688"/>
              </a:xfrm>
              <a:custGeom>
                <a:avLst/>
                <a:gdLst>
                  <a:gd name="T0" fmla="*/ 1 w 36"/>
                  <a:gd name="T1" fmla="*/ 32 h 62"/>
                  <a:gd name="T2" fmla="*/ 34 w 36"/>
                  <a:gd name="T3" fmla="*/ 0 h 62"/>
                  <a:gd name="T4" fmla="*/ 36 w 36"/>
                  <a:gd name="T5" fmla="*/ 0 h 62"/>
                  <a:gd name="T6" fmla="*/ 3 w 36"/>
                  <a:gd name="T7" fmla="*/ 32 h 62"/>
                  <a:gd name="T8" fmla="*/ 30 w 36"/>
                  <a:gd name="T9" fmla="*/ 62 h 62"/>
                  <a:gd name="T10" fmla="*/ 30 w 36"/>
                  <a:gd name="T11" fmla="*/ 62 h 62"/>
                  <a:gd name="T12" fmla="*/ 1 w 36"/>
                  <a:gd name="T13" fmla="*/ 32 h 62"/>
                </a:gdLst>
                <a:ahLst/>
                <a:cxnLst>
                  <a:cxn ang="0">
                    <a:pos x="T0" y="T1"/>
                  </a:cxn>
                  <a:cxn ang="0">
                    <a:pos x="T2" y="T3"/>
                  </a:cxn>
                  <a:cxn ang="0">
                    <a:pos x="T4" y="T5"/>
                  </a:cxn>
                  <a:cxn ang="0">
                    <a:pos x="T6" y="T7"/>
                  </a:cxn>
                  <a:cxn ang="0">
                    <a:pos x="T8" y="T9"/>
                  </a:cxn>
                  <a:cxn ang="0">
                    <a:pos x="T10" y="T11"/>
                  </a:cxn>
                  <a:cxn ang="0">
                    <a:pos x="T12" y="T13"/>
                  </a:cxn>
                </a:cxnLst>
                <a:rect l="0" t="0" r="r" b="b"/>
                <a:pathLst>
                  <a:path w="36" h="62">
                    <a:moveTo>
                      <a:pt x="1" y="32"/>
                    </a:moveTo>
                    <a:cubicBezTo>
                      <a:pt x="2" y="15"/>
                      <a:pt x="17" y="1"/>
                      <a:pt x="34" y="0"/>
                    </a:cubicBezTo>
                    <a:cubicBezTo>
                      <a:pt x="34" y="0"/>
                      <a:pt x="35" y="0"/>
                      <a:pt x="36" y="0"/>
                    </a:cubicBezTo>
                    <a:cubicBezTo>
                      <a:pt x="19" y="1"/>
                      <a:pt x="4" y="15"/>
                      <a:pt x="3" y="32"/>
                    </a:cubicBezTo>
                    <a:cubicBezTo>
                      <a:pt x="2" y="49"/>
                      <a:pt x="14" y="61"/>
                      <a:pt x="30" y="62"/>
                    </a:cubicBezTo>
                    <a:cubicBezTo>
                      <a:pt x="30" y="62"/>
                      <a:pt x="30" y="62"/>
                      <a:pt x="30" y="62"/>
                    </a:cubicBezTo>
                    <a:cubicBezTo>
                      <a:pt x="13" y="62"/>
                      <a:pt x="0" y="49"/>
                      <a:pt x="1" y="32"/>
                    </a:cubicBezTo>
                    <a:close/>
                  </a:path>
                </a:pathLst>
              </a:custGeom>
              <a:solidFill>
                <a:srgbClr val="F4F4F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58" name="Freeform 17"/>
              <p:cNvSpPr/>
              <p:nvPr/>
            </p:nvSpPr>
            <p:spPr bwMode="auto">
              <a:xfrm>
                <a:off x="5451475" y="1693863"/>
                <a:ext cx="1543050" cy="1543050"/>
              </a:xfrm>
              <a:custGeom>
                <a:avLst/>
                <a:gdLst>
                  <a:gd name="T0" fmla="*/ 0 w 73"/>
                  <a:gd name="T1" fmla="*/ 23 h 73"/>
                  <a:gd name="T2" fmla="*/ 35 w 73"/>
                  <a:gd name="T3" fmla="*/ 62 h 73"/>
                  <a:gd name="T4" fmla="*/ 62 w 73"/>
                  <a:gd name="T5" fmla="*/ 39 h 73"/>
                  <a:gd name="T6" fmla="*/ 28 w 73"/>
                  <a:gd name="T7" fmla="*/ 0 h 73"/>
                  <a:gd name="T8" fmla="*/ 0 w 73"/>
                  <a:gd name="T9" fmla="*/ 23 h 73"/>
                </a:gdLst>
                <a:ahLst/>
                <a:cxnLst>
                  <a:cxn ang="0">
                    <a:pos x="T0" y="T1"/>
                  </a:cxn>
                  <a:cxn ang="0">
                    <a:pos x="T2" y="T3"/>
                  </a:cxn>
                  <a:cxn ang="0">
                    <a:pos x="T4" y="T5"/>
                  </a:cxn>
                  <a:cxn ang="0">
                    <a:pos x="T6" y="T7"/>
                  </a:cxn>
                  <a:cxn ang="0">
                    <a:pos x="T8" y="T9"/>
                  </a:cxn>
                </a:cxnLst>
                <a:rect l="0" t="0" r="r" b="b"/>
                <a:pathLst>
                  <a:path w="73" h="73">
                    <a:moveTo>
                      <a:pt x="0" y="23"/>
                    </a:moveTo>
                    <a:cubicBezTo>
                      <a:pt x="35" y="62"/>
                      <a:pt x="35" y="62"/>
                      <a:pt x="35" y="62"/>
                    </a:cubicBezTo>
                    <a:cubicBezTo>
                      <a:pt x="45" y="73"/>
                      <a:pt x="73" y="52"/>
                      <a:pt x="62" y="39"/>
                    </a:cubicBezTo>
                    <a:cubicBezTo>
                      <a:pt x="28" y="0"/>
                      <a:pt x="28" y="0"/>
                      <a:pt x="28" y="0"/>
                    </a:cubicBezTo>
                    <a:lnTo>
                      <a:pt x="0" y="23"/>
                    </a:lnTo>
                    <a:close/>
                  </a:path>
                </a:pathLst>
              </a:custGeom>
              <a:gradFill flip="none" rotWithShape="1">
                <a:gsLst>
                  <a:gs pos="46000">
                    <a:srgbClr val="930000"/>
                  </a:gs>
                  <a:gs pos="63000">
                    <a:srgbClr val="FE7D7F"/>
                  </a:gs>
                </a:gsLst>
                <a:lin ang="8400000" scaled="0"/>
                <a:tileRect/>
              </a:gradFill>
              <a:ln>
                <a:noFill/>
              </a:ln>
            </p:spPr>
            <p:txBody>
              <a:bodyPr vert="horz" wrap="square" lIns="121920" tIns="60960" rIns="121920" bIns="60960" numCol="1" anchor="t" anchorCtr="0" compatLnSpc="1"/>
              <a:lstStyle/>
              <a:p>
                <a:pPr algn="ctr"/>
                <a:endParaRPr lang="en-US" sz="2135" dirty="0"/>
              </a:p>
            </p:txBody>
          </p:sp>
          <p:sp>
            <p:nvSpPr>
              <p:cNvPr id="59" name="Freeform 19"/>
              <p:cNvSpPr/>
              <p:nvPr/>
            </p:nvSpPr>
            <p:spPr bwMode="auto">
              <a:xfrm>
                <a:off x="5240338" y="1462088"/>
                <a:ext cx="1077913" cy="1077913"/>
              </a:xfrm>
              <a:custGeom>
                <a:avLst/>
                <a:gdLst>
                  <a:gd name="T0" fmla="*/ 0 w 51"/>
                  <a:gd name="T1" fmla="*/ 27 h 51"/>
                  <a:gd name="T2" fmla="*/ 23 w 51"/>
                  <a:gd name="T3" fmla="*/ 51 h 51"/>
                  <a:gd name="T4" fmla="*/ 50 w 51"/>
                  <a:gd name="T5" fmla="*/ 25 h 51"/>
                  <a:gd name="T6" fmla="*/ 27 w 51"/>
                  <a:gd name="T7" fmla="*/ 1 h 51"/>
                  <a:gd name="T8" fmla="*/ 0 w 51"/>
                  <a:gd name="T9" fmla="*/ 27 h 51"/>
                </a:gdLst>
                <a:ahLst/>
                <a:cxnLst>
                  <a:cxn ang="0">
                    <a:pos x="T0" y="T1"/>
                  </a:cxn>
                  <a:cxn ang="0">
                    <a:pos x="T2" y="T3"/>
                  </a:cxn>
                  <a:cxn ang="0">
                    <a:pos x="T4" y="T5"/>
                  </a:cxn>
                  <a:cxn ang="0">
                    <a:pos x="T6" y="T7"/>
                  </a:cxn>
                  <a:cxn ang="0">
                    <a:pos x="T8" y="T9"/>
                  </a:cxn>
                </a:cxnLst>
                <a:rect l="0" t="0" r="r" b="b"/>
                <a:pathLst>
                  <a:path w="51" h="51">
                    <a:moveTo>
                      <a:pt x="0" y="27"/>
                    </a:moveTo>
                    <a:cubicBezTo>
                      <a:pt x="0" y="41"/>
                      <a:pt x="10" y="51"/>
                      <a:pt x="23" y="51"/>
                    </a:cubicBezTo>
                    <a:cubicBezTo>
                      <a:pt x="37" y="50"/>
                      <a:pt x="49" y="38"/>
                      <a:pt x="50" y="25"/>
                    </a:cubicBezTo>
                    <a:cubicBezTo>
                      <a:pt x="51" y="11"/>
                      <a:pt x="41" y="0"/>
                      <a:pt x="27" y="1"/>
                    </a:cubicBezTo>
                    <a:cubicBezTo>
                      <a:pt x="13" y="1"/>
                      <a:pt x="1" y="13"/>
                      <a:pt x="0" y="27"/>
                    </a:cubicBezTo>
                    <a:close/>
                  </a:path>
                </a:pathLst>
              </a:custGeom>
              <a:solidFill>
                <a:srgbClr val="A70A0C"/>
              </a:solidFill>
              <a:ln>
                <a:noFill/>
              </a:ln>
            </p:spPr>
            <p:txBody>
              <a:bodyPr vert="horz" wrap="square" lIns="121920" tIns="60960" rIns="121920" bIns="60960" numCol="1" anchor="t" anchorCtr="0" compatLnSpc="1"/>
              <a:lstStyle/>
              <a:p>
                <a:pPr algn="ctr"/>
                <a:endParaRPr lang="en-US" sz="2135"/>
              </a:p>
            </p:txBody>
          </p:sp>
          <p:sp>
            <p:nvSpPr>
              <p:cNvPr id="60" name="Freeform 20"/>
              <p:cNvSpPr/>
              <p:nvPr/>
            </p:nvSpPr>
            <p:spPr bwMode="auto">
              <a:xfrm>
                <a:off x="5240338" y="1482726"/>
                <a:ext cx="1014413" cy="1014413"/>
              </a:xfrm>
              <a:custGeom>
                <a:avLst/>
                <a:gdLst>
                  <a:gd name="T0" fmla="*/ 1 w 48"/>
                  <a:gd name="T1" fmla="*/ 25 h 48"/>
                  <a:gd name="T2" fmla="*/ 23 w 48"/>
                  <a:gd name="T3" fmla="*/ 47 h 48"/>
                  <a:gd name="T4" fmla="*/ 47 w 48"/>
                  <a:gd name="T5" fmla="*/ 23 h 48"/>
                  <a:gd name="T6" fmla="*/ 26 w 48"/>
                  <a:gd name="T7" fmla="*/ 0 h 48"/>
                  <a:gd name="T8" fmla="*/ 1 w 48"/>
                  <a:gd name="T9" fmla="*/ 25 h 48"/>
                </a:gdLst>
                <a:ahLst/>
                <a:cxnLst>
                  <a:cxn ang="0">
                    <a:pos x="T0" y="T1"/>
                  </a:cxn>
                  <a:cxn ang="0">
                    <a:pos x="T2" y="T3"/>
                  </a:cxn>
                  <a:cxn ang="0">
                    <a:pos x="T4" y="T5"/>
                  </a:cxn>
                  <a:cxn ang="0">
                    <a:pos x="T6" y="T7"/>
                  </a:cxn>
                  <a:cxn ang="0">
                    <a:pos x="T8" y="T9"/>
                  </a:cxn>
                </a:cxnLst>
                <a:rect l="0" t="0" r="r" b="b"/>
                <a:pathLst>
                  <a:path w="48" h="48">
                    <a:moveTo>
                      <a:pt x="1" y="25"/>
                    </a:moveTo>
                    <a:cubicBezTo>
                      <a:pt x="0" y="38"/>
                      <a:pt x="10" y="48"/>
                      <a:pt x="23" y="47"/>
                    </a:cubicBezTo>
                    <a:cubicBezTo>
                      <a:pt x="35" y="47"/>
                      <a:pt x="47" y="36"/>
                      <a:pt x="47" y="23"/>
                    </a:cubicBezTo>
                    <a:cubicBezTo>
                      <a:pt x="48" y="10"/>
                      <a:pt x="39" y="0"/>
                      <a:pt x="26" y="0"/>
                    </a:cubicBezTo>
                    <a:cubicBezTo>
                      <a:pt x="13" y="1"/>
                      <a:pt x="2" y="12"/>
                      <a:pt x="1" y="25"/>
                    </a:cubicBezTo>
                    <a:close/>
                  </a:path>
                </a:pathLst>
              </a:custGeom>
              <a:solidFill>
                <a:srgbClr val="EC3A3A"/>
              </a:solidFill>
              <a:ln>
                <a:noFill/>
              </a:ln>
            </p:spPr>
            <p:txBody>
              <a:bodyPr vert="horz" wrap="square" lIns="121920" tIns="60960" rIns="121920" bIns="60960" numCol="1" anchor="t" anchorCtr="0" compatLnSpc="1"/>
              <a:lstStyle/>
              <a:p>
                <a:pPr algn="ctr"/>
                <a:endParaRPr lang="en-US" sz="2135"/>
              </a:p>
            </p:txBody>
          </p:sp>
          <p:sp>
            <p:nvSpPr>
              <p:cNvPr id="61" name="Freeform 21"/>
              <p:cNvSpPr/>
              <p:nvPr/>
            </p:nvSpPr>
            <p:spPr bwMode="auto">
              <a:xfrm>
                <a:off x="5262563" y="1525588"/>
                <a:ext cx="549275" cy="950913"/>
              </a:xfrm>
              <a:custGeom>
                <a:avLst/>
                <a:gdLst>
                  <a:gd name="T0" fmla="*/ 1 w 26"/>
                  <a:gd name="T1" fmla="*/ 23 h 45"/>
                  <a:gd name="T2" fmla="*/ 25 w 26"/>
                  <a:gd name="T3" fmla="*/ 0 h 45"/>
                  <a:gd name="T4" fmla="*/ 26 w 26"/>
                  <a:gd name="T5" fmla="*/ 0 h 45"/>
                  <a:gd name="T6" fmla="*/ 3 w 26"/>
                  <a:gd name="T7" fmla="*/ 23 h 45"/>
                  <a:gd name="T8" fmla="*/ 22 w 26"/>
                  <a:gd name="T9" fmla="*/ 44 h 45"/>
                  <a:gd name="T10" fmla="*/ 22 w 26"/>
                  <a:gd name="T11" fmla="*/ 44 h 45"/>
                  <a:gd name="T12" fmla="*/ 1 w 26"/>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26" h="45">
                    <a:moveTo>
                      <a:pt x="1" y="23"/>
                    </a:moveTo>
                    <a:cubicBezTo>
                      <a:pt x="2" y="11"/>
                      <a:pt x="13" y="0"/>
                      <a:pt x="25" y="0"/>
                    </a:cubicBezTo>
                    <a:cubicBezTo>
                      <a:pt x="25" y="0"/>
                      <a:pt x="26" y="0"/>
                      <a:pt x="26" y="0"/>
                    </a:cubicBezTo>
                    <a:cubicBezTo>
                      <a:pt x="14" y="0"/>
                      <a:pt x="4" y="11"/>
                      <a:pt x="3" y="23"/>
                    </a:cubicBezTo>
                    <a:cubicBezTo>
                      <a:pt x="2" y="34"/>
                      <a:pt x="10" y="44"/>
                      <a:pt x="22" y="44"/>
                    </a:cubicBezTo>
                    <a:cubicBezTo>
                      <a:pt x="22" y="44"/>
                      <a:pt x="22" y="44"/>
                      <a:pt x="22" y="44"/>
                    </a:cubicBezTo>
                    <a:cubicBezTo>
                      <a:pt x="9" y="45"/>
                      <a:pt x="0" y="35"/>
                      <a:pt x="1" y="23"/>
                    </a:cubicBezTo>
                    <a:close/>
                  </a:path>
                </a:pathLst>
              </a:custGeom>
              <a:solidFill>
                <a:srgbClr val="FE969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grpSp>
        <p:sp>
          <p:nvSpPr>
            <p:cNvPr id="62" name="TextBox 50"/>
            <p:cNvSpPr txBox="1"/>
            <p:nvPr/>
          </p:nvSpPr>
          <p:spPr>
            <a:xfrm rot="1391124">
              <a:off x="528813" y="1226797"/>
              <a:ext cx="461666" cy="276999"/>
            </a:xfrm>
            <a:prstGeom prst="rect">
              <a:avLst/>
            </a:prstGeom>
            <a:noFill/>
          </p:spPr>
          <p:txBody>
            <a:bodyPr wrap="none" lIns="0" tIns="0" rIns="0" bIns="0" rtlCol="0">
              <a:spAutoFit/>
            </a:bodyPr>
            <a:lstStyle/>
            <a:p>
              <a:pPr algn="ctr"/>
              <a:r>
                <a:rPr lang="zh-CN" altLang="en-US" dirty="0">
                  <a:solidFill>
                    <a:schemeClr val="bg1"/>
                  </a:solidFill>
                  <a:latin typeface="演示霸榜 Bold" panose="02000600000000000000" pitchFamily="2" charset="-122"/>
                  <a:ea typeface="演示霸榜 Bold" panose="02000600000000000000" pitchFamily="2" charset="-122"/>
                  <a:cs typeface="演示霸榜 Bold" panose="02000600000000000000" pitchFamily="2" charset="-122"/>
                </a:rPr>
                <a:t>特色</a:t>
              </a:r>
              <a:endParaRPr lang="id-ID" dirty="0">
                <a:solidFill>
                  <a:schemeClr val="bg1"/>
                </a:solidFill>
                <a:latin typeface="演示霸榜 Bold" panose="02000600000000000000" pitchFamily="2" charset="-122"/>
                <a:ea typeface="演示霸榜 Bold" panose="02000600000000000000" pitchFamily="2" charset="-122"/>
                <a:cs typeface="演示霸榜 Bold" panose="02000600000000000000" pitchFamily="2" charset="-122"/>
              </a:endParaRPr>
            </a:p>
          </p:txBody>
        </p:sp>
        <p:grpSp>
          <p:nvGrpSpPr>
            <p:cNvPr id="336" name="组合 335"/>
            <p:cNvGrpSpPr/>
            <p:nvPr/>
          </p:nvGrpSpPr>
          <p:grpSpPr>
            <a:xfrm>
              <a:off x="435525" y="2901950"/>
              <a:ext cx="706733" cy="858931"/>
              <a:chOff x="305350" y="896200"/>
              <a:chExt cx="797468" cy="969205"/>
            </a:xfrm>
          </p:grpSpPr>
          <p:pic>
            <p:nvPicPr>
              <p:cNvPr id="337" name="Picture 135"/>
              <p:cNvPicPr>
                <a:picLocks noChangeAspect="1"/>
              </p:cNvPicPr>
              <p:nvPr/>
            </p:nvPicPr>
            <p:blipFill>
              <a:blip r:embed="rId9" cstate="print">
                <a:alphaModFix amt="50000"/>
                <a:extLst>
                  <a:ext uri="{28A0092B-C50C-407E-A947-70E740481C1C}">
                    <a14:useLocalDpi xmlns:a14="http://schemas.microsoft.com/office/drawing/2010/main" val="0"/>
                  </a:ext>
                </a:extLst>
              </a:blip>
              <a:stretch>
                <a:fillRect/>
              </a:stretch>
            </p:blipFill>
            <p:spPr>
              <a:xfrm rot="1345442">
                <a:off x="327457" y="1158141"/>
                <a:ext cx="775361" cy="707264"/>
              </a:xfrm>
              <a:prstGeom prst="rect">
                <a:avLst/>
              </a:prstGeom>
            </p:spPr>
          </p:pic>
          <p:sp>
            <p:nvSpPr>
              <p:cNvPr id="338" name="Freeform 5"/>
              <p:cNvSpPr/>
              <p:nvPr/>
            </p:nvSpPr>
            <p:spPr bwMode="auto">
              <a:xfrm rot="1542312">
                <a:off x="305350" y="989057"/>
                <a:ext cx="743736" cy="787327"/>
              </a:xfrm>
              <a:custGeom>
                <a:avLst/>
                <a:gdLst>
                  <a:gd name="T0" fmla="*/ 21 w 580"/>
                  <a:gd name="T1" fmla="*/ 614 h 614"/>
                  <a:gd name="T2" fmla="*/ 275 w 580"/>
                  <a:gd name="T3" fmla="*/ 591 h 614"/>
                  <a:gd name="T4" fmla="*/ 543 w 580"/>
                  <a:gd name="T5" fmla="*/ 478 h 614"/>
                  <a:gd name="T6" fmla="*/ 562 w 580"/>
                  <a:gd name="T7" fmla="*/ 0 h 614"/>
                  <a:gd name="T8" fmla="*/ 183 w 580"/>
                  <a:gd name="T9" fmla="*/ 17 h 614"/>
                  <a:gd name="T10" fmla="*/ 4 w 580"/>
                  <a:gd name="T11" fmla="*/ 31 h 614"/>
                  <a:gd name="T12" fmla="*/ 3 w 580"/>
                  <a:gd name="T13" fmla="*/ 225 h 614"/>
                  <a:gd name="T14" fmla="*/ 21 w 580"/>
                  <a:gd name="T15" fmla="*/ 614 h 6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0" h="614">
                    <a:moveTo>
                      <a:pt x="21" y="614"/>
                    </a:moveTo>
                    <a:cubicBezTo>
                      <a:pt x="157" y="610"/>
                      <a:pt x="209" y="603"/>
                      <a:pt x="275" y="591"/>
                    </a:cubicBezTo>
                    <a:cubicBezTo>
                      <a:pt x="338" y="579"/>
                      <a:pt x="501" y="526"/>
                      <a:pt x="543" y="478"/>
                    </a:cubicBezTo>
                    <a:cubicBezTo>
                      <a:pt x="580" y="434"/>
                      <a:pt x="572" y="166"/>
                      <a:pt x="562" y="0"/>
                    </a:cubicBezTo>
                    <a:cubicBezTo>
                      <a:pt x="562" y="0"/>
                      <a:pt x="278" y="13"/>
                      <a:pt x="183" y="17"/>
                    </a:cubicBezTo>
                    <a:cubicBezTo>
                      <a:pt x="122" y="20"/>
                      <a:pt x="64" y="24"/>
                      <a:pt x="4" y="31"/>
                    </a:cubicBezTo>
                    <a:cubicBezTo>
                      <a:pt x="0" y="95"/>
                      <a:pt x="0" y="160"/>
                      <a:pt x="3" y="225"/>
                    </a:cubicBezTo>
                    <a:cubicBezTo>
                      <a:pt x="8" y="322"/>
                      <a:pt x="21" y="614"/>
                      <a:pt x="21" y="614"/>
                    </a:cubicBezTo>
                    <a:close/>
                  </a:path>
                </a:pathLst>
              </a:custGeom>
              <a:solidFill>
                <a:schemeClr val="accent1"/>
              </a:solidFill>
              <a:ln>
                <a:noFill/>
              </a:ln>
              <a:effectLst/>
            </p:spPr>
            <p:txBody>
              <a:bodyPr vert="horz" wrap="square" lIns="121920" tIns="60960" rIns="121920" bIns="60960" numCol="1" anchor="t" anchorCtr="0" compatLnSpc="1"/>
              <a:lstStyle/>
              <a:p>
                <a:pPr algn="ctr"/>
                <a:endParaRPr lang="en-US" sz="2135" dirty="0"/>
              </a:p>
            </p:txBody>
          </p:sp>
          <p:sp>
            <p:nvSpPr>
              <p:cNvPr id="339" name="Freeform 6"/>
              <p:cNvSpPr/>
              <p:nvPr/>
            </p:nvSpPr>
            <p:spPr bwMode="auto">
              <a:xfrm rot="1542312">
                <a:off x="525795" y="1597417"/>
                <a:ext cx="219031" cy="160371"/>
              </a:xfrm>
              <a:custGeom>
                <a:avLst/>
                <a:gdLst>
                  <a:gd name="T0" fmla="*/ 171 w 171"/>
                  <a:gd name="T1" fmla="*/ 70 h 125"/>
                  <a:gd name="T2" fmla="*/ 0 w 171"/>
                  <a:gd name="T3" fmla="*/ 125 h 125"/>
                  <a:gd name="T4" fmla="*/ 167 w 171"/>
                  <a:gd name="T5" fmla="*/ 0 h 125"/>
                  <a:gd name="T6" fmla="*/ 171 w 171"/>
                  <a:gd name="T7" fmla="*/ 70 h 125"/>
                </a:gdLst>
                <a:ahLst/>
                <a:cxnLst>
                  <a:cxn ang="0">
                    <a:pos x="T0" y="T1"/>
                  </a:cxn>
                  <a:cxn ang="0">
                    <a:pos x="T2" y="T3"/>
                  </a:cxn>
                  <a:cxn ang="0">
                    <a:pos x="T4" y="T5"/>
                  </a:cxn>
                  <a:cxn ang="0">
                    <a:pos x="T6" y="T7"/>
                  </a:cxn>
                </a:cxnLst>
                <a:rect l="0" t="0" r="r" b="b"/>
                <a:pathLst>
                  <a:path w="171" h="125">
                    <a:moveTo>
                      <a:pt x="171" y="70"/>
                    </a:moveTo>
                    <a:cubicBezTo>
                      <a:pt x="109" y="97"/>
                      <a:pt x="37" y="118"/>
                      <a:pt x="0" y="125"/>
                    </a:cubicBezTo>
                    <a:cubicBezTo>
                      <a:pt x="64" y="109"/>
                      <a:pt x="122" y="70"/>
                      <a:pt x="167" y="0"/>
                    </a:cubicBezTo>
                    <a:lnTo>
                      <a:pt x="171" y="70"/>
                    </a:lnTo>
                    <a:close/>
                  </a:path>
                </a:pathLst>
              </a:custGeom>
              <a:solidFill>
                <a:srgbClr val="FCFCF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340" name="Freeform 7"/>
              <p:cNvSpPr/>
              <p:nvPr/>
            </p:nvSpPr>
            <p:spPr bwMode="auto">
              <a:xfrm rot="1542312">
                <a:off x="738523" y="1674313"/>
                <a:ext cx="129159" cy="89873"/>
              </a:xfrm>
              <a:custGeom>
                <a:avLst/>
                <a:gdLst>
                  <a:gd name="T0" fmla="*/ 0 w 101"/>
                  <a:gd name="T1" fmla="*/ 0 h 70"/>
                  <a:gd name="T2" fmla="*/ 98 w 101"/>
                  <a:gd name="T3" fmla="*/ 13 h 70"/>
                  <a:gd name="T4" fmla="*/ 101 w 101"/>
                  <a:gd name="T5" fmla="*/ 11 h 70"/>
                  <a:gd name="T6" fmla="*/ 101 w 101"/>
                  <a:gd name="T7" fmla="*/ 12 h 70"/>
                  <a:gd name="T8" fmla="*/ 4 w 101"/>
                  <a:gd name="T9" fmla="*/ 70 h 70"/>
                  <a:gd name="T10" fmla="*/ 0 w 101"/>
                  <a:gd name="T11" fmla="*/ 0 h 70"/>
                </a:gdLst>
                <a:ahLst/>
                <a:cxnLst>
                  <a:cxn ang="0">
                    <a:pos x="T0" y="T1"/>
                  </a:cxn>
                  <a:cxn ang="0">
                    <a:pos x="T2" y="T3"/>
                  </a:cxn>
                  <a:cxn ang="0">
                    <a:pos x="T4" y="T5"/>
                  </a:cxn>
                  <a:cxn ang="0">
                    <a:pos x="T6" y="T7"/>
                  </a:cxn>
                  <a:cxn ang="0">
                    <a:pos x="T8" y="T9"/>
                  </a:cxn>
                  <a:cxn ang="0">
                    <a:pos x="T10" y="T11"/>
                  </a:cxn>
                </a:cxnLst>
                <a:rect l="0" t="0" r="r" b="b"/>
                <a:pathLst>
                  <a:path w="101" h="70">
                    <a:moveTo>
                      <a:pt x="0" y="0"/>
                    </a:moveTo>
                    <a:cubicBezTo>
                      <a:pt x="33" y="16"/>
                      <a:pt x="80" y="31"/>
                      <a:pt x="98" y="13"/>
                    </a:cubicBezTo>
                    <a:cubicBezTo>
                      <a:pt x="99" y="12"/>
                      <a:pt x="100" y="12"/>
                      <a:pt x="101" y="11"/>
                    </a:cubicBezTo>
                    <a:cubicBezTo>
                      <a:pt x="101" y="11"/>
                      <a:pt x="101" y="11"/>
                      <a:pt x="101" y="12"/>
                    </a:cubicBezTo>
                    <a:cubicBezTo>
                      <a:pt x="84" y="31"/>
                      <a:pt x="46" y="52"/>
                      <a:pt x="4" y="70"/>
                    </a:cubicBezTo>
                    <a:lnTo>
                      <a:pt x="0" y="0"/>
                    </a:lnTo>
                    <a:close/>
                  </a:path>
                </a:pathLst>
              </a:custGeom>
              <a:gradFill>
                <a:gsLst>
                  <a:gs pos="0">
                    <a:srgbClr val="FEE065"/>
                  </a:gs>
                  <a:gs pos="100000">
                    <a:srgbClr val="C2A010"/>
                  </a:gs>
                </a:gsLst>
                <a:lin ang="2700000" scaled="1"/>
              </a:gradFill>
              <a:ln>
                <a:noFill/>
              </a:ln>
            </p:spPr>
            <p:txBody>
              <a:bodyPr vert="horz" wrap="square" lIns="121920" tIns="60960" rIns="121920" bIns="60960" numCol="1" anchor="t" anchorCtr="0" compatLnSpc="1"/>
              <a:lstStyle/>
              <a:p>
                <a:pPr algn="ctr"/>
                <a:endParaRPr lang="en-US" sz="2135"/>
              </a:p>
            </p:txBody>
          </p:sp>
          <p:sp>
            <p:nvSpPr>
              <p:cNvPr id="341" name="Freeform 8"/>
              <p:cNvSpPr/>
              <p:nvPr/>
            </p:nvSpPr>
            <p:spPr bwMode="auto">
              <a:xfrm rot="1542312">
                <a:off x="519064" y="1626927"/>
                <a:ext cx="343345" cy="157680"/>
              </a:xfrm>
              <a:custGeom>
                <a:avLst/>
                <a:gdLst>
                  <a:gd name="T0" fmla="*/ 268 w 268"/>
                  <a:gd name="T1" fmla="*/ 10 h 123"/>
                  <a:gd name="T2" fmla="*/ 0 w 268"/>
                  <a:gd name="T3" fmla="*/ 123 h 123"/>
                  <a:gd name="T4" fmla="*/ 168 w 268"/>
                  <a:gd name="T5" fmla="*/ 0 h 123"/>
                  <a:gd name="T6" fmla="*/ 268 w 268"/>
                  <a:gd name="T7" fmla="*/ 9 h 123"/>
                  <a:gd name="T8" fmla="*/ 268 w 268"/>
                  <a:gd name="T9" fmla="*/ 10 h 123"/>
                </a:gdLst>
                <a:ahLst/>
                <a:cxnLst>
                  <a:cxn ang="0">
                    <a:pos x="T0" y="T1"/>
                  </a:cxn>
                  <a:cxn ang="0">
                    <a:pos x="T2" y="T3"/>
                  </a:cxn>
                  <a:cxn ang="0">
                    <a:pos x="T4" y="T5"/>
                  </a:cxn>
                  <a:cxn ang="0">
                    <a:pos x="T6" y="T7"/>
                  </a:cxn>
                  <a:cxn ang="0">
                    <a:pos x="T8" y="T9"/>
                  </a:cxn>
                </a:cxnLst>
                <a:rect l="0" t="0" r="r" b="b"/>
                <a:pathLst>
                  <a:path w="268" h="123">
                    <a:moveTo>
                      <a:pt x="268" y="10"/>
                    </a:moveTo>
                    <a:cubicBezTo>
                      <a:pt x="226" y="58"/>
                      <a:pt x="63" y="111"/>
                      <a:pt x="0" y="123"/>
                    </a:cubicBezTo>
                    <a:cubicBezTo>
                      <a:pt x="64" y="107"/>
                      <a:pt x="122" y="71"/>
                      <a:pt x="168" y="0"/>
                    </a:cubicBezTo>
                    <a:cubicBezTo>
                      <a:pt x="202" y="17"/>
                      <a:pt x="249" y="30"/>
                      <a:pt x="268" y="9"/>
                    </a:cubicBezTo>
                    <a:cubicBezTo>
                      <a:pt x="268" y="9"/>
                      <a:pt x="268" y="9"/>
                      <a:pt x="268" y="10"/>
                    </a:cubicBezTo>
                    <a:close/>
                  </a:path>
                </a:pathLst>
              </a:custGeom>
              <a:gradFill flip="none" rotWithShape="1">
                <a:gsLst>
                  <a:gs pos="31000">
                    <a:schemeClr val="accent1">
                      <a:lumMod val="20000"/>
                      <a:lumOff val="80000"/>
                    </a:schemeClr>
                  </a:gs>
                  <a:gs pos="0">
                    <a:srgbClr val="FEE065"/>
                  </a:gs>
                  <a:gs pos="73000">
                    <a:schemeClr val="accent1">
                      <a:lumMod val="50000"/>
                    </a:schemeClr>
                  </a:gs>
                </a:gsLst>
                <a:lin ang="2700000" scaled="1"/>
                <a:tileRect/>
              </a:gradFill>
              <a:ln>
                <a:noFill/>
              </a:ln>
            </p:spPr>
            <p:txBody>
              <a:bodyPr vert="horz" wrap="square" lIns="121920" tIns="60960" rIns="121920" bIns="60960" numCol="1" anchor="t" anchorCtr="0" compatLnSpc="1"/>
              <a:lstStyle/>
              <a:p>
                <a:pPr algn="ctr"/>
                <a:endParaRPr lang="en-US" sz="2135" dirty="0"/>
              </a:p>
            </p:txBody>
          </p:sp>
          <p:pic>
            <p:nvPicPr>
              <p:cNvPr id="342" name="Picture 124"/>
              <p:cNvPicPr>
                <a:picLocks noChangeAspect="1"/>
              </p:cNvPicPr>
              <p:nvPr/>
            </p:nvPicPr>
            <p:blipFill>
              <a:blip r:embed="rId10"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0385386">
                <a:off x="582614" y="896200"/>
                <a:ext cx="476793" cy="337403"/>
              </a:xfrm>
              <a:prstGeom prst="rect">
                <a:avLst/>
              </a:prstGeom>
            </p:spPr>
          </p:pic>
        </p:grpSp>
        <p:grpSp>
          <p:nvGrpSpPr>
            <p:cNvPr id="343" name="Group 125"/>
            <p:cNvGrpSpPr/>
            <p:nvPr/>
          </p:nvGrpSpPr>
          <p:grpSpPr>
            <a:xfrm rot="20554076">
              <a:off x="411952" y="2812156"/>
              <a:ext cx="289258" cy="300439"/>
              <a:chOff x="5240338" y="1462088"/>
              <a:chExt cx="2176463" cy="2260600"/>
            </a:xfrm>
          </p:grpSpPr>
          <p:sp>
            <p:nvSpPr>
              <p:cNvPr id="344" name="Freeform 12"/>
              <p:cNvSpPr/>
              <p:nvPr/>
            </p:nvSpPr>
            <p:spPr bwMode="auto">
              <a:xfrm>
                <a:off x="7205663" y="3511551"/>
                <a:ext cx="211138" cy="190500"/>
              </a:xfrm>
              <a:custGeom>
                <a:avLst/>
                <a:gdLst>
                  <a:gd name="T0" fmla="*/ 0 w 10"/>
                  <a:gd name="T1" fmla="*/ 5 h 9"/>
                  <a:gd name="T2" fmla="*/ 5 w 10"/>
                  <a:gd name="T3" fmla="*/ 0 h 9"/>
                  <a:gd name="T4" fmla="*/ 10 w 10"/>
                  <a:gd name="T5" fmla="*/ 4 h 9"/>
                  <a:gd name="T6" fmla="*/ 5 w 10"/>
                  <a:gd name="T7" fmla="*/ 9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0" y="2"/>
                      <a:pt x="2" y="0"/>
                      <a:pt x="5" y="0"/>
                    </a:cubicBezTo>
                    <a:cubicBezTo>
                      <a:pt x="7" y="0"/>
                      <a:pt x="10" y="2"/>
                      <a:pt x="10" y="4"/>
                    </a:cubicBezTo>
                    <a:cubicBezTo>
                      <a:pt x="10" y="7"/>
                      <a:pt x="8" y="9"/>
                      <a:pt x="5" y="9"/>
                    </a:cubicBezTo>
                    <a:cubicBezTo>
                      <a:pt x="3" y="9"/>
                      <a:pt x="0" y="7"/>
                      <a:pt x="0" y="5"/>
                    </a:cubicBezTo>
                    <a:close/>
                  </a:path>
                </a:pathLst>
              </a:custGeom>
              <a:solidFill>
                <a:schemeClr val="tx1">
                  <a:lumMod val="75000"/>
                  <a:lumOff val="25000"/>
                </a:schemeClr>
              </a:solidFill>
              <a:ln>
                <a:noFill/>
              </a:ln>
            </p:spPr>
            <p:txBody>
              <a:bodyPr vert="horz" wrap="square" lIns="121920" tIns="60960" rIns="121920" bIns="60960" numCol="1" anchor="t" anchorCtr="0" compatLnSpc="1"/>
              <a:lstStyle/>
              <a:p>
                <a:pPr algn="ctr"/>
                <a:endParaRPr lang="en-US" sz="2135"/>
              </a:p>
            </p:txBody>
          </p:sp>
          <p:sp>
            <p:nvSpPr>
              <p:cNvPr id="345" name="Freeform 13"/>
              <p:cNvSpPr/>
              <p:nvPr/>
            </p:nvSpPr>
            <p:spPr bwMode="auto">
              <a:xfrm>
                <a:off x="6613525" y="2855913"/>
                <a:ext cx="803275" cy="866775"/>
              </a:xfrm>
              <a:custGeom>
                <a:avLst/>
                <a:gdLst>
                  <a:gd name="T0" fmla="*/ 0 w 38"/>
                  <a:gd name="T1" fmla="*/ 5 h 41"/>
                  <a:gd name="T2" fmla="*/ 30 w 38"/>
                  <a:gd name="T3" fmla="*/ 39 h 41"/>
                  <a:gd name="T4" fmla="*/ 37 w 38"/>
                  <a:gd name="T5" fmla="*/ 33 h 41"/>
                  <a:gd name="T6" fmla="*/ 6 w 38"/>
                  <a:gd name="T7" fmla="*/ 0 h 41"/>
                  <a:gd name="T8" fmla="*/ 0 w 38"/>
                  <a:gd name="T9" fmla="*/ 5 h 41"/>
                </a:gdLst>
                <a:ahLst/>
                <a:cxnLst>
                  <a:cxn ang="0">
                    <a:pos x="T0" y="T1"/>
                  </a:cxn>
                  <a:cxn ang="0">
                    <a:pos x="T2" y="T3"/>
                  </a:cxn>
                  <a:cxn ang="0">
                    <a:pos x="T4" y="T5"/>
                  </a:cxn>
                  <a:cxn ang="0">
                    <a:pos x="T6" y="T7"/>
                  </a:cxn>
                  <a:cxn ang="0">
                    <a:pos x="T8" y="T9"/>
                  </a:cxn>
                </a:cxnLst>
                <a:rect l="0" t="0" r="r" b="b"/>
                <a:pathLst>
                  <a:path w="38" h="41">
                    <a:moveTo>
                      <a:pt x="0" y="5"/>
                    </a:moveTo>
                    <a:cubicBezTo>
                      <a:pt x="30" y="39"/>
                      <a:pt x="30" y="39"/>
                      <a:pt x="30" y="39"/>
                    </a:cubicBezTo>
                    <a:cubicBezTo>
                      <a:pt x="33" y="41"/>
                      <a:pt x="38" y="36"/>
                      <a:pt x="37" y="33"/>
                    </a:cubicBezTo>
                    <a:cubicBezTo>
                      <a:pt x="6" y="0"/>
                      <a:pt x="6" y="0"/>
                      <a:pt x="6" y="0"/>
                    </a:cubicBezTo>
                    <a:lnTo>
                      <a:pt x="0" y="5"/>
                    </a:lnTo>
                    <a:close/>
                  </a:path>
                </a:pathLst>
              </a:custGeom>
              <a:gradFill flip="none" rotWithShape="1">
                <a:gsLst>
                  <a:gs pos="54000">
                    <a:schemeClr val="bg1"/>
                  </a:gs>
                  <a:gs pos="90480">
                    <a:srgbClr val="DCDCDC"/>
                  </a:gs>
                  <a:gs pos="87000">
                    <a:schemeClr val="tx1">
                      <a:lumMod val="25000"/>
                      <a:lumOff val="75000"/>
                    </a:schemeClr>
                  </a:gs>
                  <a:gs pos="70000">
                    <a:schemeClr val="bg1"/>
                  </a:gs>
                  <a:gs pos="39000">
                    <a:schemeClr val="tx1">
                      <a:lumMod val="25000"/>
                      <a:lumOff val="75000"/>
                    </a:schemeClr>
                  </a:gs>
                </a:gsLst>
                <a:lin ang="8100000" scaled="1"/>
                <a:tileRect/>
              </a:gradFill>
              <a:ln>
                <a:noFill/>
              </a:ln>
            </p:spPr>
            <p:txBody>
              <a:bodyPr vert="horz" wrap="square" lIns="121920" tIns="60960" rIns="121920" bIns="60960" numCol="1" anchor="t" anchorCtr="0" compatLnSpc="1"/>
              <a:lstStyle/>
              <a:p>
                <a:pPr algn="ctr"/>
                <a:endParaRPr lang="en-US" sz="2135"/>
              </a:p>
            </p:txBody>
          </p:sp>
          <p:sp>
            <p:nvSpPr>
              <p:cNvPr id="346" name="Freeform 14"/>
              <p:cNvSpPr/>
              <p:nvPr/>
            </p:nvSpPr>
            <p:spPr bwMode="auto">
              <a:xfrm>
                <a:off x="5811838" y="2032001"/>
                <a:ext cx="1414463" cy="1416050"/>
              </a:xfrm>
              <a:custGeom>
                <a:avLst/>
                <a:gdLst>
                  <a:gd name="T0" fmla="*/ 1 w 67"/>
                  <a:gd name="T1" fmla="*/ 35 h 67"/>
                  <a:gd name="T2" fmla="*/ 31 w 67"/>
                  <a:gd name="T3" fmla="*/ 66 h 67"/>
                  <a:gd name="T4" fmla="*/ 66 w 67"/>
                  <a:gd name="T5" fmla="*/ 32 h 67"/>
                  <a:gd name="T6" fmla="*/ 36 w 67"/>
                  <a:gd name="T7" fmla="*/ 1 h 67"/>
                  <a:gd name="T8" fmla="*/ 1 w 67"/>
                  <a:gd name="T9" fmla="*/ 35 h 67"/>
                </a:gdLst>
                <a:ahLst/>
                <a:cxnLst>
                  <a:cxn ang="0">
                    <a:pos x="T0" y="T1"/>
                  </a:cxn>
                  <a:cxn ang="0">
                    <a:pos x="T2" y="T3"/>
                  </a:cxn>
                  <a:cxn ang="0">
                    <a:pos x="T4" y="T5"/>
                  </a:cxn>
                  <a:cxn ang="0">
                    <a:pos x="T6" y="T7"/>
                  </a:cxn>
                  <a:cxn ang="0">
                    <a:pos x="T8" y="T9"/>
                  </a:cxn>
                </a:cxnLst>
                <a:rect l="0" t="0" r="r" b="b"/>
                <a:pathLst>
                  <a:path w="67" h="67">
                    <a:moveTo>
                      <a:pt x="1" y="35"/>
                    </a:moveTo>
                    <a:cubicBezTo>
                      <a:pt x="0" y="53"/>
                      <a:pt x="13" y="67"/>
                      <a:pt x="31" y="66"/>
                    </a:cubicBezTo>
                    <a:cubicBezTo>
                      <a:pt x="49" y="65"/>
                      <a:pt x="65" y="50"/>
                      <a:pt x="66" y="32"/>
                    </a:cubicBezTo>
                    <a:cubicBezTo>
                      <a:pt x="67" y="14"/>
                      <a:pt x="54" y="0"/>
                      <a:pt x="36" y="1"/>
                    </a:cubicBezTo>
                    <a:cubicBezTo>
                      <a:pt x="18" y="2"/>
                      <a:pt x="2" y="17"/>
                      <a:pt x="1" y="35"/>
                    </a:cubicBezTo>
                    <a:close/>
                  </a:path>
                </a:pathLst>
              </a:custGeom>
              <a:solidFill>
                <a:srgbClr val="8A00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347" name="Freeform 15"/>
              <p:cNvSpPr/>
              <p:nvPr/>
            </p:nvSpPr>
            <p:spPr bwMode="auto">
              <a:xfrm>
                <a:off x="5768975" y="2032001"/>
                <a:ext cx="1416050" cy="1416050"/>
              </a:xfrm>
              <a:custGeom>
                <a:avLst/>
                <a:gdLst>
                  <a:gd name="T0" fmla="*/ 1 w 67"/>
                  <a:gd name="T1" fmla="*/ 35 h 67"/>
                  <a:gd name="T2" fmla="*/ 31 w 67"/>
                  <a:gd name="T3" fmla="*/ 66 h 67"/>
                  <a:gd name="T4" fmla="*/ 66 w 67"/>
                  <a:gd name="T5" fmla="*/ 32 h 67"/>
                  <a:gd name="T6" fmla="*/ 36 w 67"/>
                  <a:gd name="T7" fmla="*/ 1 h 67"/>
                  <a:gd name="T8" fmla="*/ 1 w 67"/>
                  <a:gd name="T9" fmla="*/ 35 h 67"/>
                </a:gdLst>
                <a:ahLst/>
                <a:cxnLst>
                  <a:cxn ang="0">
                    <a:pos x="T0" y="T1"/>
                  </a:cxn>
                  <a:cxn ang="0">
                    <a:pos x="T2" y="T3"/>
                  </a:cxn>
                  <a:cxn ang="0">
                    <a:pos x="T4" y="T5"/>
                  </a:cxn>
                  <a:cxn ang="0">
                    <a:pos x="T6" y="T7"/>
                  </a:cxn>
                  <a:cxn ang="0">
                    <a:pos x="T8" y="T9"/>
                  </a:cxn>
                </a:cxnLst>
                <a:rect l="0" t="0" r="r" b="b"/>
                <a:pathLst>
                  <a:path w="67" h="67">
                    <a:moveTo>
                      <a:pt x="1" y="35"/>
                    </a:moveTo>
                    <a:cubicBezTo>
                      <a:pt x="0" y="53"/>
                      <a:pt x="13" y="67"/>
                      <a:pt x="31" y="66"/>
                    </a:cubicBezTo>
                    <a:cubicBezTo>
                      <a:pt x="49" y="66"/>
                      <a:pt x="65" y="50"/>
                      <a:pt x="66" y="32"/>
                    </a:cubicBezTo>
                    <a:cubicBezTo>
                      <a:pt x="67" y="14"/>
                      <a:pt x="54" y="0"/>
                      <a:pt x="36" y="1"/>
                    </a:cubicBezTo>
                    <a:cubicBezTo>
                      <a:pt x="18" y="2"/>
                      <a:pt x="3" y="17"/>
                      <a:pt x="1" y="35"/>
                    </a:cubicBezTo>
                    <a:close/>
                  </a:path>
                </a:pathLst>
              </a:custGeom>
              <a:gradFill flip="none" rotWithShape="1">
                <a:gsLst>
                  <a:gs pos="100000">
                    <a:srgbClr val="930000"/>
                  </a:gs>
                  <a:gs pos="0">
                    <a:srgbClr val="FE7D7F"/>
                  </a:gs>
                </a:gsLst>
                <a:path path="circle">
                  <a:fillToRect l="50000" t="50000" r="50000" b="50000"/>
                </a:path>
                <a:tileRect/>
              </a:gradFill>
              <a:ln>
                <a:noFill/>
              </a:ln>
            </p:spPr>
            <p:txBody>
              <a:bodyPr vert="horz" wrap="square" lIns="121920" tIns="60960" rIns="121920" bIns="60960" numCol="1" anchor="t" anchorCtr="0" compatLnSpc="1"/>
              <a:lstStyle/>
              <a:p>
                <a:pPr algn="ctr"/>
                <a:endParaRPr lang="en-US" sz="2135"/>
              </a:p>
            </p:txBody>
          </p:sp>
          <p:sp>
            <p:nvSpPr>
              <p:cNvPr id="348" name="Freeform 16"/>
              <p:cNvSpPr/>
              <p:nvPr/>
            </p:nvSpPr>
            <p:spPr bwMode="auto">
              <a:xfrm>
                <a:off x="5811838" y="2095501"/>
                <a:ext cx="760413" cy="1309688"/>
              </a:xfrm>
              <a:custGeom>
                <a:avLst/>
                <a:gdLst>
                  <a:gd name="T0" fmla="*/ 1 w 36"/>
                  <a:gd name="T1" fmla="*/ 32 h 62"/>
                  <a:gd name="T2" fmla="*/ 34 w 36"/>
                  <a:gd name="T3" fmla="*/ 0 h 62"/>
                  <a:gd name="T4" fmla="*/ 36 w 36"/>
                  <a:gd name="T5" fmla="*/ 0 h 62"/>
                  <a:gd name="T6" fmla="*/ 3 w 36"/>
                  <a:gd name="T7" fmla="*/ 32 h 62"/>
                  <a:gd name="T8" fmla="*/ 30 w 36"/>
                  <a:gd name="T9" fmla="*/ 62 h 62"/>
                  <a:gd name="T10" fmla="*/ 30 w 36"/>
                  <a:gd name="T11" fmla="*/ 62 h 62"/>
                  <a:gd name="T12" fmla="*/ 1 w 36"/>
                  <a:gd name="T13" fmla="*/ 32 h 62"/>
                </a:gdLst>
                <a:ahLst/>
                <a:cxnLst>
                  <a:cxn ang="0">
                    <a:pos x="T0" y="T1"/>
                  </a:cxn>
                  <a:cxn ang="0">
                    <a:pos x="T2" y="T3"/>
                  </a:cxn>
                  <a:cxn ang="0">
                    <a:pos x="T4" y="T5"/>
                  </a:cxn>
                  <a:cxn ang="0">
                    <a:pos x="T6" y="T7"/>
                  </a:cxn>
                  <a:cxn ang="0">
                    <a:pos x="T8" y="T9"/>
                  </a:cxn>
                  <a:cxn ang="0">
                    <a:pos x="T10" y="T11"/>
                  </a:cxn>
                  <a:cxn ang="0">
                    <a:pos x="T12" y="T13"/>
                  </a:cxn>
                </a:cxnLst>
                <a:rect l="0" t="0" r="r" b="b"/>
                <a:pathLst>
                  <a:path w="36" h="62">
                    <a:moveTo>
                      <a:pt x="1" y="32"/>
                    </a:moveTo>
                    <a:cubicBezTo>
                      <a:pt x="2" y="15"/>
                      <a:pt x="17" y="1"/>
                      <a:pt x="34" y="0"/>
                    </a:cubicBezTo>
                    <a:cubicBezTo>
                      <a:pt x="34" y="0"/>
                      <a:pt x="35" y="0"/>
                      <a:pt x="36" y="0"/>
                    </a:cubicBezTo>
                    <a:cubicBezTo>
                      <a:pt x="19" y="1"/>
                      <a:pt x="4" y="15"/>
                      <a:pt x="3" y="32"/>
                    </a:cubicBezTo>
                    <a:cubicBezTo>
                      <a:pt x="2" y="49"/>
                      <a:pt x="14" y="61"/>
                      <a:pt x="30" y="62"/>
                    </a:cubicBezTo>
                    <a:cubicBezTo>
                      <a:pt x="30" y="62"/>
                      <a:pt x="30" y="62"/>
                      <a:pt x="30" y="62"/>
                    </a:cubicBezTo>
                    <a:cubicBezTo>
                      <a:pt x="13" y="62"/>
                      <a:pt x="0" y="49"/>
                      <a:pt x="1" y="32"/>
                    </a:cubicBezTo>
                    <a:close/>
                  </a:path>
                </a:pathLst>
              </a:custGeom>
              <a:solidFill>
                <a:srgbClr val="F4F4F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349" name="Freeform 17"/>
              <p:cNvSpPr/>
              <p:nvPr/>
            </p:nvSpPr>
            <p:spPr bwMode="auto">
              <a:xfrm>
                <a:off x="5451475" y="1693863"/>
                <a:ext cx="1543050" cy="1543050"/>
              </a:xfrm>
              <a:custGeom>
                <a:avLst/>
                <a:gdLst>
                  <a:gd name="T0" fmla="*/ 0 w 73"/>
                  <a:gd name="T1" fmla="*/ 23 h 73"/>
                  <a:gd name="T2" fmla="*/ 35 w 73"/>
                  <a:gd name="T3" fmla="*/ 62 h 73"/>
                  <a:gd name="T4" fmla="*/ 62 w 73"/>
                  <a:gd name="T5" fmla="*/ 39 h 73"/>
                  <a:gd name="T6" fmla="*/ 28 w 73"/>
                  <a:gd name="T7" fmla="*/ 0 h 73"/>
                  <a:gd name="T8" fmla="*/ 0 w 73"/>
                  <a:gd name="T9" fmla="*/ 23 h 73"/>
                </a:gdLst>
                <a:ahLst/>
                <a:cxnLst>
                  <a:cxn ang="0">
                    <a:pos x="T0" y="T1"/>
                  </a:cxn>
                  <a:cxn ang="0">
                    <a:pos x="T2" y="T3"/>
                  </a:cxn>
                  <a:cxn ang="0">
                    <a:pos x="T4" y="T5"/>
                  </a:cxn>
                  <a:cxn ang="0">
                    <a:pos x="T6" y="T7"/>
                  </a:cxn>
                  <a:cxn ang="0">
                    <a:pos x="T8" y="T9"/>
                  </a:cxn>
                </a:cxnLst>
                <a:rect l="0" t="0" r="r" b="b"/>
                <a:pathLst>
                  <a:path w="73" h="73">
                    <a:moveTo>
                      <a:pt x="0" y="23"/>
                    </a:moveTo>
                    <a:cubicBezTo>
                      <a:pt x="35" y="62"/>
                      <a:pt x="35" y="62"/>
                      <a:pt x="35" y="62"/>
                    </a:cubicBezTo>
                    <a:cubicBezTo>
                      <a:pt x="45" y="73"/>
                      <a:pt x="73" y="52"/>
                      <a:pt x="62" y="39"/>
                    </a:cubicBezTo>
                    <a:cubicBezTo>
                      <a:pt x="28" y="0"/>
                      <a:pt x="28" y="0"/>
                      <a:pt x="28" y="0"/>
                    </a:cubicBezTo>
                    <a:lnTo>
                      <a:pt x="0" y="23"/>
                    </a:lnTo>
                    <a:close/>
                  </a:path>
                </a:pathLst>
              </a:custGeom>
              <a:gradFill flip="none" rotWithShape="1">
                <a:gsLst>
                  <a:gs pos="46000">
                    <a:srgbClr val="930000"/>
                  </a:gs>
                  <a:gs pos="63000">
                    <a:srgbClr val="FE7D7F"/>
                  </a:gs>
                </a:gsLst>
                <a:lin ang="8400000" scaled="0"/>
                <a:tileRect/>
              </a:gradFill>
              <a:ln>
                <a:noFill/>
              </a:ln>
            </p:spPr>
            <p:txBody>
              <a:bodyPr vert="horz" wrap="square" lIns="121920" tIns="60960" rIns="121920" bIns="60960" numCol="1" anchor="t" anchorCtr="0" compatLnSpc="1"/>
              <a:lstStyle/>
              <a:p>
                <a:pPr algn="ctr"/>
                <a:endParaRPr lang="en-US" sz="2135" dirty="0"/>
              </a:p>
            </p:txBody>
          </p:sp>
          <p:sp>
            <p:nvSpPr>
              <p:cNvPr id="350" name="Freeform 19"/>
              <p:cNvSpPr/>
              <p:nvPr/>
            </p:nvSpPr>
            <p:spPr bwMode="auto">
              <a:xfrm>
                <a:off x="5240338" y="1462088"/>
                <a:ext cx="1077913" cy="1077913"/>
              </a:xfrm>
              <a:custGeom>
                <a:avLst/>
                <a:gdLst>
                  <a:gd name="T0" fmla="*/ 0 w 51"/>
                  <a:gd name="T1" fmla="*/ 27 h 51"/>
                  <a:gd name="T2" fmla="*/ 23 w 51"/>
                  <a:gd name="T3" fmla="*/ 51 h 51"/>
                  <a:gd name="T4" fmla="*/ 50 w 51"/>
                  <a:gd name="T5" fmla="*/ 25 h 51"/>
                  <a:gd name="T6" fmla="*/ 27 w 51"/>
                  <a:gd name="T7" fmla="*/ 1 h 51"/>
                  <a:gd name="T8" fmla="*/ 0 w 51"/>
                  <a:gd name="T9" fmla="*/ 27 h 51"/>
                </a:gdLst>
                <a:ahLst/>
                <a:cxnLst>
                  <a:cxn ang="0">
                    <a:pos x="T0" y="T1"/>
                  </a:cxn>
                  <a:cxn ang="0">
                    <a:pos x="T2" y="T3"/>
                  </a:cxn>
                  <a:cxn ang="0">
                    <a:pos x="T4" y="T5"/>
                  </a:cxn>
                  <a:cxn ang="0">
                    <a:pos x="T6" y="T7"/>
                  </a:cxn>
                  <a:cxn ang="0">
                    <a:pos x="T8" y="T9"/>
                  </a:cxn>
                </a:cxnLst>
                <a:rect l="0" t="0" r="r" b="b"/>
                <a:pathLst>
                  <a:path w="51" h="51">
                    <a:moveTo>
                      <a:pt x="0" y="27"/>
                    </a:moveTo>
                    <a:cubicBezTo>
                      <a:pt x="0" y="41"/>
                      <a:pt x="10" y="51"/>
                      <a:pt x="23" y="51"/>
                    </a:cubicBezTo>
                    <a:cubicBezTo>
                      <a:pt x="37" y="50"/>
                      <a:pt x="49" y="38"/>
                      <a:pt x="50" y="25"/>
                    </a:cubicBezTo>
                    <a:cubicBezTo>
                      <a:pt x="51" y="11"/>
                      <a:pt x="41" y="0"/>
                      <a:pt x="27" y="1"/>
                    </a:cubicBezTo>
                    <a:cubicBezTo>
                      <a:pt x="13" y="1"/>
                      <a:pt x="1" y="13"/>
                      <a:pt x="0" y="27"/>
                    </a:cubicBezTo>
                    <a:close/>
                  </a:path>
                </a:pathLst>
              </a:custGeom>
              <a:solidFill>
                <a:srgbClr val="A70A0C"/>
              </a:solidFill>
              <a:ln>
                <a:noFill/>
              </a:ln>
            </p:spPr>
            <p:txBody>
              <a:bodyPr vert="horz" wrap="square" lIns="121920" tIns="60960" rIns="121920" bIns="60960" numCol="1" anchor="t" anchorCtr="0" compatLnSpc="1"/>
              <a:lstStyle/>
              <a:p>
                <a:pPr algn="ctr"/>
                <a:endParaRPr lang="en-US" sz="2135"/>
              </a:p>
            </p:txBody>
          </p:sp>
          <p:sp>
            <p:nvSpPr>
              <p:cNvPr id="351" name="Freeform 20"/>
              <p:cNvSpPr/>
              <p:nvPr/>
            </p:nvSpPr>
            <p:spPr bwMode="auto">
              <a:xfrm>
                <a:off x="5240338" y="1482726"/>
                <a:ext cx="1014413" cy="1014413"/>
              </a:xfrm>
              <a:custGeom>
                <a:avLst/>
                <a:gdLst>
                  <a:gd name="T0" fmla="*/ 1 w 48"/>
                  <a:gd name="T1" fmla="*/ 25 h 48"/>
                  <a:gd name="T2" fmla="*/ 23 w 48"/>
                  <a:gd name="T3" fmla="*/ 47 h 48"/>
                  <a:gd name="T4" fmla="*/ 47 w 48"/>
                  <a:gd name="T5" fmla="*/ 23 h 48"/>
                  <a:gd name="T6" fmla="*/ 26 w 48"/>
                  <a:gd name="T7" fmla="*/ 0 h 48"/>
                  <a:gd name="T8" fmla="*/ 1 w 48"/>
                  <a:gd name="T9" fmla="*/ 25 h 48"/>
                </a:gdLst>
                <a:ahLst/>
                <a:cxnLst>
                  <a:cxn ang="0">
                    <a:pos x="T0" y="T1"/>
                  </a:cxn>
                  <a:cxn ang="0">
                    <a:pos x="T2" y="T3"/>
                  </a:cxn>
                  <a:cxn ang="0">
                    <a:pos x="T4" y="T5"/>
                  </a:cxn>
                  <a:cxn ang="0">
                    <a:pos x="T6" y="T7"/>
                  </a:cxn>
                  <a:cxn ang="0">
                    <a:pos x="T8" y="T9"/>
                  </a:cxn>
                </a:cxnLst>
                <a:rect l="0" t="0" r="r" b="b"/>
                <a:pathLst>
                  <a:path w="48" h="48">
                    <a:moveTo>
                      <a:pt x="1" y="25"/>
                    </a:moveTo>
                    <a:cubicBezTo>
                      <a:pt x="0" y="38"/>
                      <a:pt x="10" y="48"/>
                      <a:pt x="23" y="47"/>
                    </a:cubicBezTo>
                    <a:cubicBezTo>
                      <a:pt x="35" y="47"/>
                      <a:pt x="47" y="36"/>
                      <a:pt x="47" y="23"/>
                    </a:cubicBezTo>
                    <a:cubicBezTo>
                      <a:pt x="48" y="10"/>
                      <a:pt x="39" y="0"/>
                      <a:pt x="26" y="0"/>
                    </a:cubicBezTo>
                    <a:cubicBezTo>
                      <a:pt x="13" y="1"/>
                      <a:pt x="2" y="12"/>
                      <a:pt x="1" y="25"/>
                    </a:cubicBezTo>
                    <a:close/>
                  </a:path>
                </a:pathLst>
              </a:custGeom>
              <a:solidFill>
                <a:srgbClr val="EC3A3A"/>
              </a:solidFill>
              <a:ln>
                <a:noFill/>
              </a:ln>
            </p:spPr>
            <p:txBody>
              <a:bodyPr vert="horz" wrap="square" lIns="121920" tIns="60960" rIns="121920" bIns="60960" numCol="1" anchor="t" anchorCtr="0" compatLnSpc="1"/>
              <a:lstStyle/>
              <a:p>
                <a:pPr algn="ctr"/>
                <a:endParaRPr lang="en-US" sz="2135"/>
              </a:p>
            </p:txBody>
          </p:sp>
          <p:sp>
            <p:nvSpPr>
              <p:cNvPr id="352" name="Freeform 21"/>
              <p:cNvSpPr/>
              <p:nvPr/>
            </p:nvSpPr>
            <p:spPr bwMode="auto">
              <a:xfrm>
                <a:off x="5262563" y="1525588"/>
                <a:ext cx="549275" cy="950913"/>
              </a:xfrm>
              <a:custGeom>
                <a:avLst/>
                <a:gdLst>
                  <a:gd name="T0" fmla="*/ 1 w 26"/>
                  <a:gd name="T1" fmla="*/ 23 h 45"/>
                  <a:gd name="T2" fmla="*/ 25 w 26"/>
                  <a:gd name="T3" fmla="*/ 0 h 45"/>
                  <a:gd name="T4" fmla="*/ 26 w 26"/>
                  <a:gd name="T5" fmla="*/ 0 h 45"/>
                  <a:gd name="T6" fmla="*/ 3 w 26"/>
                  <a:gd name="T7" fmla="*/ 23 h 45"/>
                  <a:gd name="T8" fmla="*/ 22 w 26"/>
                  <a:gd name="T9" fmla="*/ 44 h 45"/>
                  <a:gd name="T10" fmla="*/ 22 w 26"/>
                  <a:gd name="T11" fmla="*/ 44 h 45"/>
                  <a:gd name="T12" fmla="*/ 1 w 26"/>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26" h="45">
                    <a:moveTo>
                      <a:pt x="1" y="23"/>
                    </a:moveTo>
                    <a:cubicBezTo>
                      <a:pt x="2" y="11"/>
                      <a:pt x="13" y="0"/>
                      <a:pt x="25" y="0"/>
                    </a:cubicBezTo>
                    <a:cubicBezTo>
                      <a:pt x="25" y="0"/>
                      <a:pt x="26" y="0"/>
                      <a:pt x="26" y="0"/>
                    </a:cubicBezTo>
                    <a:cubicBezTo>
                      <a:pt x="14" y="0"/>
                      <a:pt x="4" y="11"/>
                      <a:pt x="3" y="23"/>
                    </a:cubicBezTo>
                    <a:cubicBezTo>
                      <a:pt x="2" y="34"/>
                      <a:pt x="10" y="44"/>
                      <a:pt x="22" y="44"/>
                    </a:cubicBezTo>
                    <a:cubicBezTo>
                      <a:pt x="22" y="44"/>
                      <a:pt x="22" y="44"/>
                      <a:pt x="22" y="44"/>
                    </a:cubicBezTo>
                    <a:cubicBezTo>
                      <a:pt x="9" y="45"/>
                      <a:pt x="0" y="35"/>
                      <a:pt x="1" y="23"/>
                    </a:cubicBezTo>
                    <a:close/>
                  </a:path>
                </a:pathLst>
              </a:custGeom>
              <a:solidFill>
                <a:srgbClr val="FE969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grpSp>
        <p:sp>
          <p:nvSpPr>
            <p:cNvPr id="353" name="TextBox 50"/>
            <p:cNvSpPr txBox="1"/>
            <p:nvPr/>
          </p:nvSpPr>
          <p:spPr>
            <a:xfrm rot="1391124">
              <a:off x="528813" y="3169897"/>
              <a:ext cx="461666" cy="276999"/>
            </a:xfrm>
            <a:prstGeom prst="rect">
              <a:avLst/>
            </a:prstGeom>
            <a:noFill/>
          </p:spPr>
          <p:txBody>
            <a:bodyPr wrap="none" lIns="0" tIns="0" rIns="0" bIns="0" rtlCol="0">
              <a:spAutoFit/>
            </a:bodyPr>
            <a:lstStyle/>
            <a:p>
              <a:pPr algn="ctr"/>
              <a:r>
                <a:rPr lang="zh-CN" altLang="en-US">
                  <a:solidFill>
                    <a:schemeClr val="bg1"/>
                  </a:solidFill>
                  <a:latin typeface="演示霸榜 Bold" panose="02000600000000000000" pitchFamily="2" charset="-122"/>
                  <a:ea typeface="演示霸榜 Bold" panose="02000600000000000000" pitchFamily="2" charset="-122"/>
                  <a:cs typeface="演示霸榜 Bold" panose="02000600000000000000" pitchFamily="2" charset="-122"/>
                </a:rPr>
                <a:t>培养</a:t>
              </a:r>
              <a:endParaRPr lang="id-ID" dirty="0">
                <a:solidFill>
                  <a:schemeClr val="bg1"/>
                </a:solidFill>
                <a:latin typeface="演示霸榜 Bold" panose="02000600000000000000" pitchFamily="2" charset="-122"/>
                <a:ea typeface="演示霸榜 Bold" panose="02000600000000000000" pitchFamily="2" charset="-122"/>
                <a:cs typeface="演示霸榜 Bold" panose="02000600000000000000" pitchFamily="2" charset="-122"/>
              </a:endParaRPr>
            </a:p>
          </p:txBody>
        </p:sp>
        <p:grpSp>
          <p:nvGrpSpPr>
            <p:cNvPr id="354" name="组合 353"/>
            <p:cNvGrpSpPr/>
            <p:nvPr/>
          </p:nvGrpSpPr>
          <p:grpSpPr>
            <a:xfrm>
              <a:off x="435525" y="4854575"/>
              <a:ext cx="706733" cy="858931"/>
              <a:chOff x="305350" y="896200"/>
              <a:chExt cx="797468" cy="969205"/>
            </a:xfrm>
          </p:grpSpPr>
          <p:pic>
            <p:nvPicPr>
              <p:cNvPr id="355" name="Picture 135"/>
              <p:cNvPicPr>
                <a:picLocks noChangeAspect="1"/>
              </p:cNvPicPr>
              <p:nvPr/>
            </p:nvPicPr>
            <p:blipFill>
              <a:blip r:embed="rId9" cstate="print">
                <a:alphaModFix amt="50000"/>
                <a:extLst>
                  <a:ext uri="{28A0092B-C50C-407E-A947-70E740481C1C}">
                    <a14:useLocalDpi xmlns:a14="http://schemas.microsoft.com/office/drawing/2010/main" val="0"/>
                  </a:ext>
                </a:extLst>
              </a:blip>
              <a:stretch>
                <a:fillRect/>
              </a:stretch>
            </p:blipFill>
            <p:spPr>
              <a:xfrm rot="1345442">
                <a:off x="327457" y="1158141"/>
                <a:ext cx="775361" cy="707264"/>
              </a:xfrm>
              <a:prstGeom prst="rect">
                <a:avLst/>
              </a:prstGeom>
            </p:spPr>
          </p:pic>
          <p:sp>
            <p:nvSpPr>
              <p:cNvPr id="356" name="Freeform 5"/>
              <p:cNvSpPr/>
              <p:nvPr/>
            </p:nvSpPr>
            <p:spPr bwMode="auto">
              <a:xfrm rot="1542312">
                <a:off x="305350" y="989057"/>
                <a:ext cx="743736" cy="787327"/>
              </a:xfrm>
              <a:custGeom>
                <a:avLst/>
                <a:gdLst>
                  <a:gd name="T0" fmla="*/ 21 w 580"/>
                  <a:gd name="T1" fmla="*/ 614 h 614"/>
                  <a:gd name="T2" fmla="*/ 275 w 580"/>
                  <a:gd name="T3" fmla="*/ 591 h 614"/>
                  <a:gd name="T4" fmla="*/ 543 w 580"/>
                  <a:gd name="T5" fmla="*/ 478 h 614"/>
                  <a:gd name="T6" fmla="*/ 562 w 580"/>
                  <a:gd name="T7" fmla="*/ 0 h 614"/>
                  <a:gd name="T8" fmla="*/ 183 w 580"/>
                  <a:gd name="T9" fmla="*/ 17 h 614"/>
                  <a:gd name="T10" fmla="*/ 4 w 580"/>
                  <a:gd name="T11" fmla="*/ 31 h 614"/>
                  <a:gd name="T12" fmla="*/ 3 w 580"/>
                  <a:gd name="T13" fmla="*/ 225 h 614"/>
                  <a:gd name="T14" fmla="*/ 21 w 580"/>
                  <a:gd name="T15" fmla="*/ 614 h 6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0" h="614">
                    <a:moveTo>
                      <a:pt x="21" y="614"/>
                    </a:moveTo>
                    <a:cubicBezTo>
                      <a:pt x="157" y="610"/>
                      <a:pt x="209" y="603"/>
                      <a:pt x="275" y="591"/>
                    </a:cubicBezTo>
                    <a:cubicBezTo>
                      <a:pt x="338" y="579"/>
                      <a:pt x="501" y="526"/>
                      <a:pt x="543" y="478"/>
                    </a:cubicBezTo>
                    <a:cubicBezTo>
                      <a:pt x="580" y="434"/>
                      <a:pt x="572" y="166"/>
                      <a:pt x="562" y="0"/>
                    </a:cubicBezTo>
                    <a:cubicBezTo>
                      <a:pt x="562" y="0"/>
                      <a:pt x="278" y="13"/>
                      <a:pt x="183" y="17"/>
                    </a:cubicBezTo>
                    <a:cubicBezTo>
                      <a:pt x="122" y="20"/>
                      <a:pt x="64" y="24"/>
                      <a:pt x="4" y="31"/>
                    </a:cubicBezTo>
                    <a:cubicBezTo>
                      <a:pt x="0" y="95"/>
                      <a:pt x="0" y="160"/>
                      <a:pt x="3" y="225"/>
                    </a:cubicBezTo>
                    <a:cubicBezTo>
                      <a:pt x="8" y="322"/>
                      <a:pt x="21" y="614"/>
                      <a:pt x="21" y="614"/>
                    </a:cubicBezTo>
                    <a:close/>
                  </a:path>
                </a:pathLst>
              </a:custGeom>
              <a:solidFill>
                <a:schemeClr val="accent1"/>
              </a:solidFill>
              <a:ln>
                <a:noFill/>
              </a:ln>
              <a:effectLst/>
            </p:spPr>
            <p:txBody>
              <a:bodyPr vert="horz" wrap="square" lIns="121920" tIns="60960" rIns="121920" bIns="60960" numCol="1" anchor="t" anchorCtr="0" compatLnSpc="1"/>
              <a:lstStyle/>
              <a:p>
                <a:pPr algn="ctr"/>
                <a:endParaRPr lang="en-US" sz="2135" dirty="0"/>
              </a:p>
            </p:txBody>
          </p:sp>
          <p:sp>
            <p:nvSpPr>
              <p:cNvPr id="357" name="Freeform 6"/>
              <p:cNvSpPr/>
              <p:nvPr/>
            </p:nvSpPr>
            <p:spPr bwMode="auto">
              <a:xfrm rot="1542312">
                <a:off x="525795" y="1597417"/>
                <a:ext cx="219031" cy="160371"/>
              </a:xfrm>
              <a:custGeom>
                <a:avLst/>
                <a:gdLst>
                  <a:gd name="T0" fmla="*/ 171 w 171"/>
                  <a:gd name="T1" fmla="*/ 70 h 125"/>
                  <a:gd name="T2" fmla="*/ 0 w 171"/>
                  <a:gd name="T3" fmla="*/ 125 h 125"/>
                  <a:gd name="T4" fmla="*/ 167 w 171"/>
                  <a:gd name="T5" fmla="*/ 0 h 125"/>
                  <a:gd name="T6" fmla="*/ 171 w 171"/>
                  <a:gd name="T7" fmla="*/ 70 h 125"/>
                </a:gdLst>
                <a:ahLst/>
                <a:cxnLst>
                  <a:cxn ang="0">
                    <a:pos x="T0" y="T1"/>
                  </a:cxn>
                  <a:cxn ang="0">
                    <a:pos x="T2" y="T3"/>
                  </a:cxn>
                  <a:cxn ang="0">
                    <a:pos x="T4" y="T5"/>
                  </a:cxn>
                  <a:cxn ang="0">
                    <a:pos x="T6" y="T7"/>
                  </a:cxn>
                </a:cxnLst>
                <a:rect l="0" t="0" r="r" b="b"/>
                <a:pathLst>
                  <a:path w="171" h="125">
                    <a:moveTo>
                      <a:pt x="171" y="70"/>
                    </a:moveTo>
                    <a:cubicBezTo>
                      <a:pt x="109" y="97"/>
                      <a:pt x="37" y="118"/>
                      <a:pt x="0" y="125"/>
                    </a:cubicBezTo>
                    <a:cubicBezTo>
                      <a:pt x="64" y="109"/>
                      <a:pt x="122" y="70"/>
                      <a:pt x="167" y="0"/>
                    </a:cubicBezTo>
                    <a:lnTo>
                      <a:pt x="171" y="70"/>
                    </a:lnTo>
                    <a:close/>
                  </a:path>
                </a:pathLst>
              </a:custGeom>
              <a:solidFill>
                <a:srgbClr val="FCFCF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358" name="Freeform 7"/>
              <p:cNvSpPr/>
              <p:nvPr/>
            </p:nvSpPr>
            <p:spPr bwMode="auto">
              <a:xfrm rot="1542312">
                <a:off x="738523" y="1674313"/>
                <a:ext cx="129159" cy="89873"/>
              </a:xfrm>
              <a:custGeom>
                <a:avLst/>
                <a:gdLst>
                  <a:gd name="T0" fmla="*/ 0 w 101"/>
                  <a:gd name="T1" fmla="*/ 0 h 70"/>
                  <a:gd name="T2" fmla="*/ 98 w 101"/>
                  <a:gd name="T3" fmla="*/ 13 h 70"/>
                  <a:gd name="T4" fmla="*/ 101 w 101"/>
                  <a:gd name="T5" fmla="*/ 11 h 70"/>
                  <a:gd name="T6" fmla="*/ 101 w 101"/>
                  <a:gd name="T7" fmla="*/ 12 h 70"/>
                  <a:gd name="T8" fmla="*/ 4 w 101"/>
                  <a:gd name="T9" fmla="*/ 70 h 70"/>
                  <a:gd name="T10" fmla="*/ 0 w 101"/>
                  <a:gd name="T11" fmla="*/ 0 h 70"/>
                </a:gdLst>
                <a:ahLst/>
                <a:cxnLst>
                  <a:cxn ang="0">
                    <a:pos x="T0" y="T1"/>
                  </a:cxn>
                  <a:cxn ang="0">
                    <a:pos x="T2" y="T3"/>
                  </a:cxn>
                  <a:cxn ang="0">
                    <a:pos x="T4" y="T5"/>
                  </a:cxn>
                  <a:cxn ang="0">
                    <a:pos x="T6" y="T7"/>
                  </a:cxn>
                  <a:cxn ang="0">
                    <a:pos x="T8" y="T9"/>
                  </a:cxn>
                  <a:cxn ang="0">
                    <a:pos x="T10" y="T11"/>
                  </a:cxn>
                </a:cxnLst>
                <a:rect l="0" t="0" r="r" b="b"/>
                <a:pathLst>
                  <a:path w="101" h="70">
                    <a:moveTo>
                      <a:pt x="0" y="0"/>
                    </a:moveTo>
                    <a:cubicBezTo>
                      <a:pt x="33" y="16"/>
                      <a:pt x="80" y="31"/>
                      <a:pt x="98" y="13"/>
                    </a:cubicBezTo>
                    <a:cubicBezTo>
                      <a:pt x="99" y="12"/>
                      <a:pt x="100" y="12"/>
                      <a:pt x="101" y="11"/>
                    </a:cubicBezTo>
                    <a:cubicBezTo>
                      <a:pt x="101" y="11"/>
                      <a:pt x="101" y="11"/>
                      <a:pt x="101" y="12"/>
                    </a:cubicBezTo>
                    <a:cubicBezTo>
                      <a:pt x="84" y="31"/>
                      <a:pt x="46" y="52"/>
                      <a:pt x="4" y="70"/>
                    </a:cubicBezTo>
                    <a:lnTo>
                      <a:pt x="0" y="0"/>
                    </a:lnTo>
                    <a:close/>
                  </a:path>
                </a:pathLst>
              </a:custGeom>
              <a:gradFill>
                <a:gsLst>
                  <a:gs pos="0">
                    <a:srgbClr val="FEE065"/>
                  </a:gs>
                  <a:gs pos="100000">
                    <a:srgbClr val="C2A010"/>
                  </a:gs>
                </a:gsLst>
                <a:lin ang="2700000" scaled="1"/>
              </a:gradFill>
              <a:ln>
                <a:noFill/>
              </a:ln>
            </p:spPr>
            <p:txBody>
              <a:bodyPr vert="horz" wrap="square" lIns="121920" tIns="60960" rIns="121920" bIns="60960" numCol="1" anchor="t" anchorCtr="0" compatLnSpc="1"/>
              <a:lstStyle/>
              <a:p>
                <a:pPr algn="ctr"/>
                <a:endParaRPr lang="en-US" sz="2135"/>
              </a:p>
            </p:txBody>
          </p:sp>
          <p:sp>
            <p:nvSpPr>
              <p:cNvPr id="359" name="Freeform 8"/>
              <p:cNvSpPr/>
              <p:nvPr/>
            </p:nvSpPr>
            <p:spPr bwMode="auto">
              <a:xfrm rot="1542312">
                <a:off x="519064" y="1626927"/>
                <a:ext cx="343345" cy="157680"/>
              </a:xfrm>
              <a:custGeom>
                <a:avLst/>
                <a:gdLst>
                  <a:gd name="T0" fmla="*/ 268 w 268"/>
                  <a:gd name="T1" fmla="*/ 10 h 123"/>
                  <a:gd name="T2" fmla="*/ 0 w 268"/>
                  <a:gd name="T3" fmla="*/ 123 h 123"/>
                  <a:gd name="T4" fmla="*/ 168 w 268"/>
                  <a:gd name="T5" fmla="*/ 0 h 123"/>
                  <a:gd name="T6" fmla="*/ 268 w 268"/>
                  <a:gd name="T7" fmla="*/ 9 h 123"/>
                  <a:gd name="T8" fmla="*/ 268 w 268"/>
                  <a:gd name="T9" fmla="*/ 10 h 123"/>
                </a:gdLst>
                <a:ahLst/>
                <a:cxnLst>
                  <a:cxn ang="0">
                    <a:pos x="T0" y="T1"/>
                  </a:cxn>
                  <a:cxn ang="0">
                    <a:pos x="T2" y="T3"/>
                  </a:cxn>
                  <a:cxn ang="0">
                    <a:pos x="T4" y="T5"/>
                  </a:cxn>
                  <a:cxn ang="0">
                    <a:pos x="T6" y="T7"/>
                  </a:cxn>
                  <a:cxn ang="0">
                    <a:pos x="T8" y="T9"/>
                  </a:cxn>
                </a:cxnLst>
                <a:rect l="0" t="0" r="r" b="b"/>
                <a:pathLst>
                  <a:path w="268" h="123">
                    <a:moveTo>
                      <a:pt x="268" y="10"/>
                    </a:moveTo>
                    <a:cubicBezTo>
                      <a:pt x="226" y="58"/>
                      <a:pt x="63" y="111"/>
                      <a:pt x="0" y="123"/>
                    </a:cubicBezTo>
                    <a:cubicBezTo>
                      <a:pt x="64" y="107"/>
                      <a:pt x="122" y="71"/>
                      <a:pt x="168" y="0"/>
                    </a:cubicBezTo>
                    <a:cubicBezTo>
                      <a:pt x="202" y="17"/>
                      <a:pt x="249" y="30"/>
                      <a:pt x="268" y="9"/>
                    </a:cubicBezTo>
                    <a:cubicBezTo>
                      <a:pt x="268" y="9"/>
                      <a:pt x="268" y="9"/>
                      <a:pt x="268" y="10"/>
                    </a:cubicBezTo>
                    <a:close/>
                  </a:path>
                </a:pathLst>
              </a:custGeom>
              <a:gradFill flip="none" rotWithShape="1">
                <a:gsLst>
                  <a:gs pos="31000">
                    <a:schemeClr val="accent1">
                      <a:lumMod val="20000"/>
                      <a:lumOff val="80000"/>
                    </a:schemeClr>
                  </a:gs>
                  <a:gs pos="0">
                    <a:srgbClr val="FEE065"/>
                  </a:gs>
                  <a:gs pos="73000">
                    <a:schemeClr val="accent1">
                      <a:lumMod val="50000"/>
                    </a:schemeClr>
                  </a:gs>
                </a:gsLst>
                <a:lin ang="2700000" scaled="1"/>
                <a:tileRect/>
              </a:gradFill>
              <a:ln>
                <a:noFill/>
              </a:ln>
            </p:spPr>
            <p:txBody>
              <a:bodyPr vert="horz" wrap="square" lIns="121920" tIns="60960" rIns="121920" bIns="60960" numCol="1" anchor="t" anchorCtr="0" compatLnSpc="1"/>
              <a:lstStyle/>
              <a:p>
                <a:pPr algn="ctr"/>
                <a:endParaRPr lang="en-US" sz="2135" dirty="0"/>
              </a:p>
            </p:txBody>
          </p:sp>
          <p:pic>
            <p:nvPicPr>
              <p:cNvPr id="360" name="Picture 124"/>
              <p:cNvPicPr>
                <a:picLocks noChangeAspect="1"/>
              </p:cNvPicPr>
              <p:nvPr/>
            </p:nvPicPr>
            <p:blipFill>
              <a:blip r:embed="rId10"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0385386">
                <a:off x="582614" y="896200"/>
                <a:ext cx="476793" cy="337403"/>
              </a:xfrm>
              <a:prstGeom prst="rect">
                <a:avLst/>
              </a:prstGeom>
            </p:spPr>
          </p:pic>
        </p:grpSp>
        <p:grpSp>
          <p:nvGrpSpPr>
            <p:cNvPr id="361" name="Group 125"/>
            <p:cNvGrpSpPr/>
            <p:nvPr/>
          </p:nvGrpSpPr>
          <p:grpSpPr>
            <a:xfrm rot="20554076">
              <a:off x="411952" y="4764781"/>
              <a:ext cx="289258" cy="300439"/>
              <a:chOff x="5240338" y="1462088"/>
              <a:chExt cx="2176463" cy="2260600"/>
            </a:xfrm>
          </p:grpSpPr>
          <p:sp>
            <p:nvSpPr>
              <p:cNvPr id="362" name="Freeform 12"/>
              <p:cNvSpPr/>
              <p:nvPr/>
            </p:nvSpPr>
            <p:spPr bwMode="auto">
              <a:xfrm>
                <a:off x="7205663" y="3511551"/>
                <a:ext cx="211138" cy="190500"/>
              </a:xfrm>
              <a:custGeom>
                <a:avLst/>
                <a:gdLst>
                  <a:gd name="T0" fmla="*/ 0 w 10"/>
                  <a:gd name="T1" fmla="*/ 5 h 9"/>
                  <a:gd name="T2" fmla="*/ 5 w 10"/>
                  <a:gd name="T3" fmla="*/ 0 h 9"/>
                  <a:gd name="T4" fmla="*/ 10 w 10"/>
                  <a:gd name="T5" fmla="*/ 4 h 9"/>
                  <a:gd name="T6" fmla="*/ 5 w 10"/>
                  <a:gd name="T7" fmla="*/ 9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0" y="2"/>
                      <a:pt x="2" y="0"/>
                      <a:pt x="5" y="0"/>
                    </a:cubicBezTo>
                    <a:cubicBezTo>
                      <a:pt x="7" y="0"/>
                      <a:pt x="10" y="2"/>
                      <a:pt x="10" y="4"/>
                    </a:cubicBezTo>
                    <a:cubicBezTo>
                      <a:pt x="10" y="7"/>
                      <a:pt x="8" y="9"/>
                      <a:pt x="5" y="9"/>
                    </a:cubicBezTo>
                    <a:cubicBezTo>
                      <a:pt x="3" y="9"/>
                      <a:pt x="0" y="7"/>
                      <a:pt x="0" y="5"/>
                    </a:cubicBezTo>
                    <a:close/>
                  </a:path>
                </a:pathLst>
              </a:custGeom>
              <a:solidFill>
                <a:schemeClr val="tx1">
                  <a:lumMod val="75000"/>
                  <a:lumOff val="25000"/>
                </a:schemeClr>
              </a:solidFill>
              <a:ln>
                <a:noFill/>
              </a:ln>
            </p:spPr>
            <p:txBody>
              <a:bodyPr vert="horz" wrap="square" lIns="121920" tIns="60960" rIns="121920" bIns="60960" numCol="1" anchor="t" anchorCtr="0" compatLnSpc="1"/>
              <a:lstStyle/>
              <a:p>
                <a:pPr algn="ctr"/>
                <a:endParaRPr lang="en-US" sz="2135"/>
              </a:p>
            </p:txBody>
          </p:sp>
          <p:sp>
            <p:nvSpPr>
              <p:cNvPr id="363" name="Freeform 13"/>
              <p:cNvSpPr/>
              <p:nvPr/>
            </p:nvSpPr>
            <p:spPr bwMode="auto">
              <a:xfrm>
                <a:off x="6613525" y="2855913"/>
                <a:ext cx="803275" cy="866775"/>
              </a:xfrm>
              <a:custGeom>
                <a:avLst/>
                <a:gdLst>
                  <a:gd name="T0" fmla="*/ 0 w 38"/>
                  <a:gd name="T1" fmla="*/ 5 h 41"/>
                  <a:gd name="T2" fmla="*/ 30 w 38"/>
                  <a:gd name="T3" fmla="*/ 39 h 41"/>
                  <a:gd name="T4" fmla="*/ 37 w 38"/>
                  <a:gd name="T5" fmla="*/ 33 h 41"/>
                  <a:gd name="T6" fmla="*/ 6 w 38"/>
                  <a:gd name="T7" fmla="*/ 0 h 41"/>
                  <a:gd name="T8" fmla="*/ 0 w 38"/>
                  <a:gd name="T9" fmla="*/ 5 h 41"/>
                </a:gdLst>
                <a:ahLst/>
                <a:cxnLst>
                  <a:cxn ang="0">
                    <a:pos x="T0" y="T1"/>
                  </a:cxn>
                  <a:cxn ang="0">
                    <a:pos x="T2" y="T3"/>
                  </a:cxn>
                  <a:cxn ang="0">
                    <a:pos x="T4" y="T5"/>
                  </a:cxn>
                  <a:cxn ang="0">
                    <a:pos x="T6" y="T7"/>
                  </a:cxn>
                  <a:cxn ang="0">
                    <a:pos x="T8" y="T9"/>
                  </a:cxn>
                </a:cxnLst>
                <a:rect l="0" t="0" r="r" b="b"/>
                <a:pathLst>
                  <a:path w="38" h="41">
                    <a:moveTo>
                      <a:pt x="0" y="5"/>
                    </a:moveTo>
                    <a:cubicBezTo>
                      <a:pt x="30" y="39"/>
                      <a:pt x="30" y="39"/>
                      <a:pt x="30" y="39"/>
                    </a:cubicBezTo>
                    <a:cubicBezTo>
                      <a:pt x="33" y="41"/>
                      <a:pt x="38" y="36"/>
                      <a:pt x="37" y="33"/>
                    </a:cubicBezTo>
                    <a:cubicBezTo>
                      <a:pt x="6" y="0"/>
                      <a:pt x="6" y="0"/>
                      <a:pt x="6" y="0"/>
                    </a:cubicBezTo>
                    <a:lnTo>
                      <a:pt x="0" y="5"/>
                    </a:lnTo>
                    <a:close/>
                  </a:path>
                </a:pathLst>
              </a:custGeom>
              <a:gradFill flip="none" rotWithShape="1">
                <a:gsLst>
                  <a:gs pos="54000">
                    <a:schemeClr val="bg1"/>
                  </a:gs>
                  <a:gs pos="90480">
                    <a:srgbClr val="DCDCDC"/>
                  </a:gs>
                  <a:gs pos="87000">
                    <a:schemeClr val="tx1">
                      <a:lumMod val="25000"/>
                      <a:lumOff val="75000"/>
                    </a:schemeClr>
                  </a:gs>
                  <a:gs pos="70000">
                    <a:schemeClr val="bg1"/>
                  </a:gs>
                  <a:gs pos="39000">
                    <a:schemeClr val="tx1">
                      <a:lumMod val="25000"/>
                      <a:lumOff val="75000"/>
                    </a:schemeClr>
                  </a:gs>
                </a:gsLst>
                <a:lin ang="8100000" scaled="1"/>
                <a:tileRect/>
              </a:gradFill>
              <a:ln>
                <a:noFill/>
              </a:ln>
            </p:spPr>
            <p:txBody>
              <a:bodyPr vert="horz" wrap="square" lIns="121920" tIns="60960" rIns="121920" bIns="60960" numCol="1" anchor="t" anchorCtr="0" compatLnSpc="1"/>
              <a:lstStyle/>
              <a:p>
                <a:pPr algn="ctr"/>
                <a:endParaRPr lang="en-US" sz="2135"/>
              </a:p>
            </p:txBody>
          </p:sp>
          <p:sp>
            <p:nvSpPr>
              <p:cNvPr id="364" name="Freeform 14"/>
              <p:cNvSpPr/>
              <p:nvPr/>
            </p:nvSpPr>
            <p:spPr bwMode="auto">
              <a:xfrm>
                <a:off x="5811838" y="2032001"/>
                <a:ext cx="1414463" cy="1416050"/>
              </a:xfrm>
              <a:custGeom>
                <a:avLst/>
                <a:gdLst>
                  <a:gd name="T0" fmla="*/ 1 w 67"/>
                  <a:gd name="T1" fmla="*/ 35 h 67"/>
                  <a:gd name="T2" fmla="*/ 31 w 67"/>
                  <a:gd name="T3" fmla="*/ 66 h 67"/>
                  <a:gd name="T4" fmla="*/ 66 w 67"/>
                  <a:gd name="T5" fmla="*/ 32 h 67"/>
                  <a:gd name="T6" fmla="*/ 36 w 67"/>
                  <a:gd name="T7" fmla="*/ 1 h 67"/>
                  <a:gd name="T8" fmla="*/ 1 w 67"/>
                  <a:gd name="T9" fmla="*/ 35 h 67"/>
                </a:gdLst>
                <a:ahLst/>
                <a:cxnLst>
                  <a:cxn ang="0">
                    <a:pos x="T0" y="T1"/>
                  </a:cxn>
                  <a:cxn ang="0">
                    <a:pos x="T2" y="T3"/>
                  </a:cxn>
                  <a:cxn ang="0">
                    <a:pos x="T4" y="T5"/>
                  </a:cxn>
                  <a:cxn ang="0">
                    <a:pos x="T6" y="T7"/>
                  </a:cxn>
                  <a:cxn ang="0">
                    <a:pos x="T8" y="T9"/>
                  </a:cxn>
                </a:cxnLst>
                <a:rect l="0" t="0" r="r" b="b"/>
                <a:pathLst>
                  <a:path w="67" h="67">
                    <a:moveTo>
                      <a:pt x="1" y="35"/>
                    </a:moveTo>
                    <a:cubicBezTo>
                      <a:pt x="0" y="53"/>
                      <a:pt x="13" y="67"/>
                      <a:pt x="31" y="66"/>
                    </a:cubicBezTo>
                    <a:cubicBezTo>
                      <a:pt x="49" y="65"/>
                      <a:pt x="65" y="50"/>
                      <a:pt x="66" y="32"/>
                    </a:cubicBezTo>
                    <a:cubicBezTo>
                      <a:pt x="67" y="14"/>
                      <a:pt x="54" y="0"/>
                      <a:pt x="36" y="1"/>
                    </a:cubicBezTo>
                    <a:cubicBezTo>
                      <a:pt x="18" y="2"/>
                      <a:pt x="2" y="17"/>
                      <a:pt x="1" y="35"/>
                    </a:cubicBezTo>
                    <a:close/>
                  </a:path>
                </a:pathLst>
              </a:custGeom>
              <a:solidFill>
                <a:srgbClr val="8A00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365" name="Freeform 15"/>
              <p:cNvSpPr/>
              <p:nvPr/>
            </p:nvSpPr>
            <p:spPr bwMode="auto">
              <a:xfrm>
                <a:off x="5768975" y="2032001"/>
                <a:ext cx="1416050" cy="1416050"/>
              </a:xfrm>
              <a:custGeom>
                <a:avLst/>
                <a:gdLst>
                  <a:gd name="T0" fmla="*/ 1 w 67"/>
                  <a:gd name="T1" fmla="*/ 35 h 67"/>
                  <a:gd name="T2" fmla="*/ 31 w 67"/>
                  <a:gd name="T3" fmla="*/ 66 h 67"/>
                  <a:gd name="T4" fmla="*/ 66 w 67"/>
                  <a:gd name="T5" fmla="*/ 32 h 67"/>
                  <a:gd name="T6" fmla="*/ 36 w 67"/>
                  <a:gd name="T7" fmla="*/ 1 h 67"/>
                  <a:gd name="T8" fmla="*/ 1 w 67"/>
                  <a:gd name="T9" fmla="*/ 35 h 67"/>
                </a:gdLst>
                <a:ahLst/>
                <a:cxnLst>
                  <a:cxn ang="0">
                    <a:pos x="T0" y="T1"/>
                  </a:cxn>
                  <a:cxn ang="0">
                    <a:pos x="T2" y="T3"/>
                  </a:cxn>
                  <a:cxn ang="0">
                    <a:pos x="T4" y="T5"/>
                  </a:cxn>
                  <a:cxn ang="0">
                    <a:pos x="T6" y="T7"/>
                  </a:cxn>
                  <a:cxn ang="0">
                    <a:pos x="T8" y="T9"/>
                  </a:cxn>
                </a:cxnLst>
                <a:rect l="0" t="0" r="r" b="b"/>
                <a:pathLst>
                  <a:path w="67" h="67">
                    <a:moveTo>
                      <a:pt x="1" y="35"/>
                    </a:moveTo>
                    <a:cubicBezTo>
                      <a:pt x="0" y="53"/>
                      <a:pt x="13" y="67"/>
                      <a:pt x="31" y="66"/>
                    </a:cubicBezTo>
                    <a:cubicBezTo>
                      <a:pt x="49" y="66"/>
                      <a:pt x="65" y="50"/>
                      <a:pt x="66" y="32"/>
                    </a:cubicBezTo>
                    <a:cubicBezTo>
                      <a:pt x="67" y="14"/>
                      <a:pt x="54" y="0"/>
                      <a:pt x="36" y="1"/>
                    </a:cubicBezTo>
                    <a:cubicBezTo>
                      <a:pt x="18" y="2"/>
                      <a:pt x="3" y="17"/>
                      <a:pt x="1" y="35"/>
                    </a:cubicBezTo>
                    <a:close/>
                  </a:path>
                </a:pathLst>
              </a:custGeom>
              <a:gradFill flip="none" rotWithShape="1">
                <a:gsLst>
                  <a:gs pos="100000">
                    <a:srgbClr val="930000"/>
                  </a:gs>
                  <a:gs pos="0">
                    <a:srgbClr val="FE7D7F"/>
                  </a:gs>
                </a:gsLst>
                <a:path path="circle">
                  <a:fillToRect l="50000" t="50000" r="50000" b="50000"/>
                </a:path>
                <a:tileRect/>
              </a:gradFill>
              <a:ln>
                <a:noFill/>
              </a:ln>
            </p:spPr>
            <p:txBody>
              <a:bodyPr vert="horz" wrap="square" lIns="121920" tIns="60960" rIns="121920" bIns="60960" numCol="1" anchor="t" anchorCtr="0" compatLnSpc="1"/>
              <a:lstStyle/>
              <a:p>
                <a:pPr algn="ctr"/>
                <a:endParaRPr lang="en-US" sz="2135"/>
              </a:p>
            </p:txBody>
          </p:sp>
          <p:sp>
            <p:nvSpPr>
              <p:cNvPr id="366" name="Freeform 16"/>
              <p:cNvSpPr/>
              <p:nvPr/>
            </p:nvSpPr>
            <p:spPr bwMode="auto">
              <a:xfrm>
                <a:off x="5811838" y="2095501"/>
                <a:ext cx="760413" cy="1309688"/>
              </a:xfrm>
              <a:custGeom>
                <a:avLst/>
                <a:gdLst>
                  <a:gd name="T0" fmla="*/ 1 w 36"/>
                  <a:gd name="T1" fmla="*/ 32 h 62"/>
                  <a:gd name="T2" fmla="*/ 34 w 36"/>
                  <a:gd name="T3" fmla="*/ 0 h 62"/>
                  <a:gd name="T4" fmla="*/ 36 w 36"/>
                  <a:gd name="T5" fmla="*/ 0 h 62"/>
                  <a:gd name="T6" fmla="*/ 3 w 36"/>
                  <a:gd name="T7" fmla="*/ 32 h 62"/>
                  <a:gd name="T8" fmla="*/ 30 w 36"/>
                  <a:gd name="T9" fmla="*/ 62 h 62"/>
                  <a:gd name="T10" fmla="*/ 30 w 36"/>
                  <a:gd name="T11" fmla="*/ 62 h 62"/>
                  <a:gd name="T12" fmla="*/ 1 w 36"/>
                  <a:gd name="T13" fmla="*/ 32 h 62"/>
                </a:gdLst>
                <a:ahLst/>
                <a:cxnLst>
                  <a:cxn ang="0">
                    <a:pos x="T0" y="T1"/>
                  </a:cxn>
                  <a:cxn ang="0">
                    <a:pos x="T2" y="T3"/>
                  </a:cxn>
                  <a:cxn ang="0">
                    <a:pos x="T4" y="T5"/>
                  </a:cxn>
                  <a:cxn ang="0">
                    <a:pos x="T6" y="T7"/>
                  </a:cxn>
                  <a:cxn ang="0">
                    <a:pos x="T8" y="T9"/>
                  </a:cxn>
                  <a:cxn ang="0">
                    <a:pos x="T10" y="T11"/>
                  </a:cxn>
                  <a:cxn ang="0">
                    <a:pos x="T12" y="T13"/>
                  </a:cxn>
                </a:cxnLst>
                <a:rect l="0" t="0" r="r" b="b"/>
                <a:pathLst>
                  <a:path w="36" h="62">
                    <a:moveTo>
                      <a:pt x="1" y="32"/>
                    </a:moveTo>
                    <a:cubicBezTo>
                      <a:pt x="2" y="15"/>
                      <a:pt x="17" y="1"/>
                      <a:pt x="34" y="0"/>
                    </a:cubicBezTo>
                    <a:cubicBezTo>
                      <a:pt x="34" y="0"/>
                      <a:pt x="35" y="0"/>
                      <a:pt x="36" y="0"/>
                    </a:cubicBezTo>
                    <a:cubicBezTo>
                      <a:pt x="19" y="1"/>
                      <a:pt x="4" y="15"/>
                      <a:pt x="3" y="32"/>
                    </a:cubicBezTo>
                    <a:cubicBezTo>
                      <a:pt x="2" y="49"/>
                      <a:pt x="14" y="61"/>
                      <a:pt x="30" y="62"/>
                    </a:cubicBezTo>
                    <a:cubicBezTo>
                      <a:pt x="30" y="62"/>
                      <a:pt x="30" y="62"/>
                      <a:pt x="30" y="62"/>
                    </a:cubicBezTo>
                    <a:cubicBezTo>
                      <a:pt x="13" y="62"/>
                      <a:pt x="0" y="49"/>
                      <a:pt x="1" y="32"/>
                    </a:cubicBezTo>
                    <a:close/>
                  </a:path>
                </a:pathLst>
              </a:custGeom>
              <a:solidFill>
                <a:srgbClr val="F4F4F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367" name="Freeform 17"/>
              <p:cNvSpPr/>
              <p:nvPr/>
            </p:nvSpPr>
            <p:spPr bwMode="auto">
              <a:xfrm>
                <a:off x="5451475" y="1693863"/>
                <a:ext cx="1543050" cy="1543050"/>
              </a:xfrm>
              <a:custGeom>
                <a:avLst/>
                <a:gdLst>
                  <a:gd name="T0" fmla="*/ 0 w 73"/>
                  <a:gd name="T1" fmla="*/ 23 h 73"/>
                  <a:gd name="T2" fmla="*/ 35 w 73"/>
                  <a:gd name="T3" fmla="*/ 62 h 73"/>
                  <a:gd name="T4" fmla="*/ 62 w 73"/>
                  <a:gd name="T5" fmla="*/ 39 h 73"/>
                  <a:gd name="T6" fmla="*/ 28 w 73"/>
                  <a:gd name="T7" fmla="*/ 0 h 73"/>
                  <a:gd name="T8" fmla="*/ 0 w 73"/>
                  <a:gd name="T9" fmla="*/ 23 h 73"/>
                </a:gdLst>
                <a:ahLst/>
                <a:cxnLst>
                  <a:cxn ang="0">
                    <a:pos x="T0" y="T1"/>
                  </a:cxn>
                  <a:cxn ang="0">
                    <a:pos x="T2" y="T3"/>
                  </a:cxn>
                  <a:cxn ang="0">
                    <a:pos x="T4" y="T5"/>
                  </a:cxn>
                  <a:cxn ang="0">
                    <a:pos x="T6" y="T7"/>
                  </a:cxn>
                  <a:cxn ang="0">
                    <a:pos x="T8" y="T9"/>
                  </a:cxn>
                </a:cxnLst>
                <a:rect l="0" t="0" r="r" b="b"/>
                <a:pathLst>
                  <a:path w="73" h="73">
                    <a:moveTo>
                      <a:pt x="0" y="23"/>
                    </a:moveTo>
                    <a:cubicBezTo>
                      <a:pt x="35" y="62"/>
                      <a:pt x="35" y="62"/>
                      <a:pt x="35" y="62"/>
                    </a:cubicBezTo>
                    <a:cubicBezTo>
                      <a:pt x="45" y="73"/>
                      <a:pt x="73" y="52"/>
                      <a:pt x="62" y="39"/>
                    </a:cubicBezTo>
                    <a:cubicBezTo>
                      <a:pt x="28" y="0"/>
                      <a:pt x="28" y="0"/>
                      <a:pt x="28" y="0"/>
                    </a:cubicBezTo>
                    <a:lnTo>
                      <a:pt x="0" y="23"/>
                    </a:lnTo>
                    <a:close/>
                  </a:path>
                </a:pathLst>
              </a:custGeom>
              <a:gradFill flip="none" rotWithShape="1">
                <a:gsLst>
                  <a:gs pos="46000">
                    <a:srgbClr val="930000"/>
                  </a:gs>
                  <a:gs pos="63000">
                    <a:srgbClr val="FE7D7F"/>
                  </a:gs>
                </a:gsLst>
                <a:lin ang="8400000" scaled="0"/>
                <a:tileRect/>
              </a:gradFill>
              <a:ln>
                <a:noFill/>
              </a:ln>
            </p:spPr>
            <p:txBody>
              <a:bodyPr vert="horz" wrap="square" lIns="121920" tIns="60960" rIns="121920" bIns="60960" numCol="1" anchor="t" anchorCtr="0" compatLnSpc="1"/>
              <a:lstStyle/>
              <a:p>
                <a:pPr algn="ctr"/>
                <a:endParaRPr lang="en-US" sz="2135" dirty="0"/>
              </a:p>
            </p:txBody>
          </p:sp>
          <p:sp>
            <p:nvSpPr>
              <p:cNvPr id="368" name="Freeform 19"/>
              <p:cNvSpPr/>
              <p:nvPr/>
            </p:nvSpPr>
            <p:spPr bwMode="auto">
              <a:xfrm>
                <a:off x="5240338" y="1462088"/>
                <a:ext cx="1077913" cy="1077913"/>
              </a:xfrm>
              <a:custGeom>
                <a:avLst/>
                <a:gdLst>
                  <a:gd name="T0" fmla="*/ 0 w 51"/>
                  <a:gd name="T1" fmla="*/ 27 h 51"/>
                  <a:gd name="T2" fmla="*/ 23 w 51"/>
                  <a:gd name="T3" fmla="*/ 51 h 51"/>
                  <a:gd name="T4" fmla="*/ 50 w 51"/>
                  <a:gd name="T5" fmla="*/ 25 h 51"/>
                  <a:gd name="T6" fmla="*/ 27 w 51"/>
                  <a:gd name="T7" fmla="*/ 1 h 51"/>
                  <a:gd name="T8" fmla="*/ 0 w 51"/>
                  <a:gd name="T9" fmla="*/ 27 h 51"/>
                </a:gdLst>
                <a:ahLst/>
                <a:cxnLst>
                  <a:cxn ang="0">
                    <a:pos x="T0" y="T1"/>
                  </a:cxn>
                  <a:cxn ang="0">
                    <a:pos x="T2" y="T3"/>
                  </a:cxn>
                  <a:cxn ang="0">
                    <a:pos x="T4" y="T5"/>
                  </a:cxn>
                  <a:cxn ang="0">
                    <a:pos x="T6" y="T7"/>
                  </a:cxn>
                  <a:cxn ang="0">
                    <a:pos x="T8" y="T9"/>
                  </a:cxn>
                </a:cxnLst>
                <a:rect l="0" t="0" r="r" b="b"/>
                <a:pathLst>
                  <a:path w="51" h="51">
                    <a:moveTo>
                      <a:pt x="0" y="27"/>
                    </a:moveTo>
                    <a:cubicBezTo>
                      <a:pt x="0" y="41"/>
                      <a:pt x="10" y="51"/>
                      <a:pt x="23" y="51"/>
                    </a:cubicBezTo>
                    <a:cubicBezTo>
                      <a:pt x="37" y="50"/>
                      <a:pt x="49" y="38"/>
                      <a:pt x="50" y="25"/>
                    </a:cubicBezTo>
                    <a:cubicBezTo>
                      <a:pt x="51" y="11"/>
                      <a:pt x="41" y="0"/>
                      <a:pt x="27" y="1"/>
                    </a:cubicBezTo>
                    <a:cubicBezTo>
                      <a:pt x="13" y="1"/>
                      <a:pt x="1" y="13"/>
                      <a:pt x="0" y="27"/>
                    </a:cubicBezTo>
                    <a:close/>
                  </a:path>
                </a:pathLst>
              </a:custGeom>
              <a:solidFill>
                <a:srgbClr val="A70A0C"/>
              </a:solidFill>
              <a:ln>
                <a:noFill/>
              </a:ln>
            </p:spPr>
            <p:txBody>
              <a:bodyPr vert="horz" wrap="square" lIns="121920" tIns="60960" rIns="121920" bIns="60960" numCol="1" anchor="t" anchorCtr="0" compatLnSpc="1"/>
              <a:lstStyle/>
              <a:p>
                <a:pPr algn="ctr"/>
                <a:endParaRPr lang="en-US" sz="2135"/>
              </a:p>
            </p:txBody>
          </p:sp>
          <p:sp>
            <p:nvSpPr>
              <p:cNvPr id="369" name="Freeform 20"/>
              <p:cNvSpPr/>
              <p:nvPr/>
            </p:nvSpPr>
            <p:spPr bwMode="auto">
              <a:xfrm>
                <a:off x="5240338" y="1482726"/>
                <a:ext cx="1014413" cy="1014413"/>
              </a:xfrm>
              <a:custGeom>
                <a:avLst/>
                <a:gdLst>
                  <a:gd name="T0" fmla="*/ 1 w 48"/>
                  <a:gd name="T1" fmla="*/ 25 h 48"/>
                  <a:gd name="T2" fmla="*/ 23 w 48"/>
                  <a:gd name="T3" fmla="*/ 47 h 48"/>
                  <a:gd name="T4" fmla="*/ 47 w 48"/>
                  <a:gd name="T5" fmla="*/ 23 h 48"/>
                  <a:gd name="T6" fmla="*/ 26 w 48"/>
                  <a:gd name="T7" fmla="*/ 0 h 48"/>
                  <a:gd name="T8" fmla="*/ 1 w 48"/>
                  <a:gd name="T9" fmla="*/ 25 h 48"/>
                </a:gdLst>
                <a:ahLst/>
                <a:cxnLst>
                  <a:cxn ang="0">
                    <a:pos x="T0" y="T1"/>
                  </a:cxn>
                  <a:cxn ang="0">
                    <a:pos x="T2" y="T3"/>
                  </a:cxn>
                  <a:cxn ang="0">
                    <a:pos x="T4" y="T5"/>
                  </a:cxn>
                  <a:cxn ang="0">
                    <a:pos x="T6" y="T7"/>
                  </a:cxn>
                  <a:cxn ang="0">
                    <a:pos x="T8" y="T9"/>
                  </a:cxn>
                </a:cxnLst>
                <a:rect l="0" t="0" r="r" b="b"/>
                <a:pathLst>
                  <a:path w="48" h="48">
                    <a:moveTo>
                      <a:pt x="1" y="25"/>
                    </a:moveTo>
                    <a:cubicBezTo>
                      <a:pt x="0" y="38"/>
                      <a:pt x="10" y="48"/>
                      <a:pt x="23" y="47"/>
                    </a:cubicBezTo>
                    <a:cubicBezTo>
                      <a:pt x="35" y="47"/>
                      <a:pt x="47" y="36"/>
                      <a:pt x="47" y="23"/>
                    </a:cubicBezTo>
                    <a:cubicBezTo>
                      <a:pt x="48" y="10"/>
                      <a:pt x="39" y="0"/>
                      <a:pt x="26" y="0"/>
                    </a:cubicBezTo>
                    <a:cubicBezTo>
                      <a:pt x="13" y="1"/>
                      <a:pt x="2" y="12"/>
                      <a:pt x="1" y="25"/>
                    </a:cubicBezTo>
                    <a:close/>
                  </a:path>
                </a:pathLst>
              </a:custGeom>
              <a:solidFill>
                <a:srgbClr val="EC3A3A"/>
              </a:solidFill>
              <a:ln>
                <a:noFill/>
              </a:ln>
            </p:spPr>
            <p:txBody>
              <a:bodyPr vert="horz" wrap="square" lIns="121920" tIns="60960" rIns="121920" bIns="60960" numCol="1" anchor="t" anchorCtr="0" compatLnSpc="1"/>
              <a:lstStyle/>
              <a:p>
                <a:pPr algn="ctr"/>
                <a:endParaRPr lang="en-US" sz="2135"/>
              </a:p>
            </p:txBody>
          </p:sp>
          <p:sp>
            <p:nvSpPr>
              <p:cNvPr id="370" name="Freeform 21"/>
              <p:cNvSpPr/>
              <p:nvPr/>
            </p:nvSpPr>
            <p:spPr bwMode="auto">
              <a:xfrm>
                <a:off x="5262563" y="1525588"/>
                <a:ext cx="549275" cy="950913"/>
              </a:xfrm>
              <a:custGeom>
                <a:avLst/>
                <a:gdLst>
                  <a:gd name="T0" fmla="*/ 1 w 26"/>
                  <a:gd name="T1" fmla="*/ 23 h 45"/>
                  <a:gd name="T2" fmla="*/ 25 w 26"/>
                  <a:gd name="T3" fmla="*/ 0 h 45"/>
                  <a:gd name="T4" fmla="*/ 26 w 26"/>
                  <a:gd name="T5" fmla="*/ 0 h 45"/>
                  <a:gd name="T6" fmla="*/ 3 w 26"/>
                  <a:gd name="T7" fmla="*/ 23 h 45"/>
                  <a:gd name="T8" fmla="*/ 22 w 26"/>
                  <a:gd name="T9" fmla="*/ 44 h 45"/>
                  <a:gd name="T10" fmla="*/ 22 w 26"/>
                  <a:gd name="T11" fmla="*/ 44 h 45"/>
                  <a:gd name="T12" fmla="*/ 1 w 26"/>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26" h="45">
                    <a:moveTo>
                      <a:pt x="1" y="23"/>
                    </a:moveTo>
                    <a:cubicBezTo>
                      <a:pt x="2" y="11"/>
                      <a:pt x="13" y="0"/>
                      <a:pt x="25" y="0"/>
                    </a:cubicBezTo>
                    <a:cubicBezTo>
                      <a:pt x="25" y="0"/>
                      <a:pt x="26" y="0"/>
                      <a:pt x="26" y="0"/>
                    </a:cubicBezTo>
                    <a:cubicBezTo>
                      <a:pt x="14" y="0"/>
                      <a:pt x="4" y="11"/>
                      <a:pt x="3" y="23"/>
                    </a:cubicBezTo>
                    <a:cubicBezTo>
                      <a:pt x="2" y="34"/>
                      <a:pt x="10" y="44"/>
                      <a:pt x="22" y="44"/>
                    </a:cubicBezTo>
                    <a:cubicBezTo>
                      <a:pt x="22" y="44"/>
                      <a:pt x="22" y="44"/>
                      <a:pt x="22" y="44"/>
                    </a:cubicBezTo>
                    <a:cubicBezTo>
                      <a:pt x="9" y="45"/>
                      <a:pt x="0" y="35"/>
                      <a:pt x="1" y="23"/>
                    </a:cubicBezTo>
                    <a:close/>
                  </a:path>
                </a:pathLst>
              </a:custGeom>
              <a:solidFill>
                <a:srgbClr val="FE969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grpSp>
        <p:sp>
          <p:nvSpPr>
            <p:cNvPr id="371" name="TextBox 50"/>
            <p:cNvSpPr txBox="1"/>
            <p:nvPr/>
          </p:nvSpPr>
          <p:spPr>
            <a:xfrm rot="1391124">
              <a:off x="528813" y="5122522"/>
              <a:ext cx="461666" cy="276999"/>
            </a:xfrm>
            <a:prstGeom prst="rect">
              <a:avLst/>
            </a:prstGeom>
            <a:noFill/>
          </p:spPr>
          <p:txBody>
            <a:bodyPr wrap="none" lIns="0" tIns="0" rIns="0" bIns="0" rtlCol="0">
              <a:spAutoFit/>
            </a:bodyPr>
            <a:lstStyle/>
            <a:p>
              <a:pPr algn="ctr"/>
              <a:r>
                <a:rPr lang="zh-CN" altLang="en-US">
                  <a:solidFill>
                    <a:schemeClr val="bg1"/>
                  </a:solidFill>
                  <a:latin typeface="演示霸榜 Bold" panose="02000600000000000000" pitchFamily="2" charset="-122"/>
                  <a:ea typeface="演示霸榜 Bold" panose="02000600000000000000" pitchFamily="2" charset="-122"/>
                  <a:cs typeface="演示霸榜 Bold" panose="02000600000000000000" pitchFamily="2" charset="-122"/>
                </a:rPr>
                <a:t>项目</a:t>
              </a:r>
              <a:endParaRPr lang="id-ID" dirty="0">
                <a:solidFill>
                  <a:schemeClr val="bg1"/>
                </a:solidFill>
                <a:latin typeface="演示霸榜 Bold" panose="02000600000000000000" pitchFamily="2" charset="-122"/>
                <a:ea typeface="演示霸榜 Bold" panose="02000600000000000000" pitchFamily="2" charset="-122"/>
                <a:cs typeface="演示霸榜 Bold" panose="02000600000000000000" pitchFamily="2" charset="-122"/>
              </a:endParaRPr>
            </a:p>
          </p:txBody>
        </p:sp>
      </p:grpSp>
      <p:grpSp>
        <p:nvGrpSpPr>
          <p:cNvPr id="23" name="组合 22"/>
          <p:cNvGrpSpPr/>
          <p:nvPr/>
        </p:nvGrpSpPr>
        <p:grpSpPr>
          <a:xfrm>
            <a:off x="3349063" y="908050"/>
            <a:ext cx="927423" cy="5616575"/>
            <a:chOff x="3349063" y="908050"/>
            <a:chExt cx="927423" cy="5616575"/>
          </a:xfrm>
        </p:grpSpPr>
        <p:sp>
          <p:nvSpPr>
            <p:cNvPr id="296" name="箭头: 下 295"/>
            <p:cNvSpPr/>
            <p:nvPr/>
          </p:nvSpPr>
          <p:spPr>
            <a:xfrm>
              <a:off x="3553443" y="908050"/>
              <a:ext cx="518663" cy="5616575"/>
            </a:xfrm>
            <a:prstGeom prst="downArrow">
              <a:avLst/>
            </a:prstGeom>
            <a:gradFill flip="none" rotWithShape="1">
              <a:gsLst>
                <a:gs pos="0">
                  <a:schemeClr val="accent1">
                    <a:alpha val="0"/>
                  </a:schemeClr>
                </a:gs>
                <a:gs pos="91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3349063" y="1083230"/>
              <a:ext cx="927423" cy="927424"/>
            </a:xfrm>
            <a:prstGeom prst="ellipse">
              <a:avLst/>
            </a:prstGeom>
            <a:solidFill>
              <a:schemeClr val="bg1">
                <a:lumMod val="95000"/>
              </a:schemeClr>
            </a:solidFill>
            <a:ln>
              <a:solidFill>
                <a:schemeClr val="accent1">
                  <a:alpha val="95000"/>
                </a:schemeClr>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98" name="椭圆 97"/>
            <p:cNvSpPr/>
            <p:nvPr/>
          </p:nvSpPr>
          <p:spPr>
            <a:xfrm>
              <a:off x="3349063" y="2464196"/>
              <a:ext cx="927423" cy="927424"/>
            </a:xfrm>
            <a:prstGeom prst="ellipse">
              <a:avLst/>
            </a:prstGeom>
            <a:solidFill>
              <a:schemeClr val="bg1">
                <a:lumMod val="95000"/>
              </a:schemeClr>
            </a:solidFill>
            <a:ln>
              <a:solidFill>
                <a:schemeClr val="accent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96" name="椭圆 95"/>
            <p:cNvSpPr/>
            <p:nvPr/>
          </p:nvSpPr>
          <p:spPr>
            <a:xfrm>
              <a:off x="3349063" y="3845162"/>
              <a:ext cx="927423" cy="927424"/>
            </a:xfrm>
            <a:prstGeom prst="ellipse">
              <a:avLst/>
            </a:prstGeom>
            <a:solidFill>
              <a:schemeClr val="bg1">
                <a:lumMod val="95000"/>
              </a:schemeClr>
            </a:solidFill>
            <a:ln>
              <a:solidFill>
                <a:schemeClr val="accent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35" name="文本框 134"/>
            <p:cNvSpPr txBox="1"/>
            <p:nvPr/>
          </p:nvSpPr>
          <p:spPr>
            <a:xfrm>
              <a:off x="3541806" y="1239166"/>
              <a:ext cx="541937" cy="615553"/>
            </a:xfrm>
            <a:prstGeom prst="rect">
              <a:avLst/>
            </a:prstGeom>
            <a:noFill/>
          </p:spPr>
          <p:txBody>
            <a:bodyPr wrap="square" lIns="0" tIns="0" rIns="0" bIns="0">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cs typeface="演示霸榜 Bold" panose="02000600000000000000" pitchFamily="2" charset="-122"/>
                  <a:sym typeface="+mn-lt"/>
                </a:rPr>
                <a:t>技术适应</a:t>
              </a:r>
            </a:p>
          </p:txBody>
        </p:sp>
        <p:sp>
          <p:nvSpPr>
            <p:cNvPr id="136" name="文本框 135"/>
            <p:cNvSpPr txBox="1"/>
            <p:nvPr/>
          </p:nvSpPr>
          <p:spPr>
            <a:xfrm>
              <a:off x="3541806" y="2620132"/>
              <a:ext cx="541937" cy="615553"/>
            </a:xfrm>
            <a:prstGeom prst="rect">
              <a:avLst/>
            </a:prstGeom>
            <a:noFill/>
          </p:spPr>
          <p:txBody>
            <a:bodyPr wrap="square" lIns="0" tIns="0" rIns="0" bIns="0">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cs typeface="演示霸榜 Bold" panose="02000600000000000000" pitchFamily="2" charset="-122"/>
                  <a:sym typeface="+mn-lt"/>
                </a:rPr>
                <a:t>跨界融合</a:t>
              </a:r>
            </a:p>
          </p:txBody>
        </p:sp>
        <p:sp>
          <p:nvSpPr>
            <p:cNvPr id="137" name="文本框 136"/>
            <p:cNvSpPr txBox="1"/>
            <p:nvPr/>
          </p:nvSpPr>
          <p:spPr>
            <a:xfrm>
              <a:off x="3541806" y="4001098"/>
              <a:ext cx="541937" cy="615553"/>
            </a:xfrm>
            <a:prstGeom prst="rect">
              <a:avLst/>
            </a:prstGeom>
            <a:noFill/>
          </p:spPr>
          <p:txBody>
            <a:bodyPr wrap="square" lIns="0" tIns="0" rIns="0" bIns="0">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cs typeface="演示霸榜 Bold" panose="02000600000000000000" pitchFamily="2" charset="-122"/>
                  <a:sym typeface="+mn-lt"/>
                </a:rPr>
                <a:t>创新驱动</a:t>
              </a:r>
            </a:p>
          </p:txBody>
        </p:sp>
        <p:sp>
          <p:nvSpPr>
            <p:cNvPr id="246" name="椭圆 245"/>
            <p:cNvSpPr/>
            <p:nvPr/>
          </p:nvSpPr>
          <p:spPr>
            <a:xfrm>
              <a:off x="3349063" y="5226128"/>
              <a:ext cx="927423" cy="927424"/>
            </a:xfrm>
            <a:prstGeom prst="ellipse">
              <a:avLst/>
            </a:prstGeom>
            <a:solidFill>
              <a:schemeClr val="bg1">
                <a:lumMod val="95000"/>
              </a:schemeClr>
            </a:solidFill>
            <a:ln>
              <a:solidFill>
                <a:schemeClr val="accent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248" name="文本框 247"/>
            <p:cNvSpPr txBox="1"/>
            <p:nvPr/>
          </p:nvSpPr>
          <p:spPr>
            <a:xfrm>
              <a:off x="3541806" y="5382064"/>
              <a:ext cx="541937" cy="615553"/>
            </a:xfrm>
            <a:prstGeom prst="rect">
              <a:avLst/>
            </a:prstGeom>
            <a:noFill/>
          </p:spPr>
          <p:txBody>
            <a:bodyPr wrap="square" lIns="0" tIns="0" rIns="0" bIns="0">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cs typeface="演示霸榜 Bold" panose="02000600000000000000" pitchFamily="2" charset="-122"/>
                  <a:sym typeface="+mn-lt"/>
                </a:rPr>
                <a:t>终身学习</a:t>
              </a:r>
            </a:p>
          </p:txBody>
        </p:sp>
        <p:sp>
          <p:nvSpPr>
            <p:cNvPr id="375" name="椭圆 374"/>
            <p:cNvSpPr/>
            <p:nvPr/>
          </p:nvSpPr>
          <p:spPr>
            <a:xfrm>
              <a:off x="3396450" y="1130618"/>
              <a:ext cx="832648" cy="832648"/>
            </a:xfrm>
            <a:prstGeom prst="ellipse">
              <a:avLst/>
            </a:prstGeom>
            <a:noFill/>
            <a:ln>
              <a:solidFill>
                <a:schemeClr val="accent1">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6" name="椭圆 375"/>
            <p:cNvSpPr/>
            <p:nvPr/>
          </p:nvSpPr>
          <p:spPr>
            <a:xfrm>
              <a:off x="3396450" y="2511584"/>
              <a:ext cx="832648" cy="832648"/>
            </a:xfrm>
            <a:prstGeom prst="ellipse">
              <a:avLst/>
            </a:prstGeom>
            <a:noFill/>
            <a:ln>
              <a:solidFill>
                <a:schemeClr val="accent1">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9" name="椭圆 378"/>
            <p:cNvSpPr/>
            <p:nvPr/>
          </p:nvSpPr>
          <p:spPr>
            <a:xfrm>
              <a:off x="3396450" y="3892550"/>
              <a:ext cx="832648" cy="832648"/>
            </a:xfrm>
            <a:prstGeom prst="ellipse">
              <a:avLst/>
            </a:prstGeom>
            <a:noFill/>
            <a:ln>
              <a:solidFill>
                <a:schemeClr val="accent1">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0" name="椭圆 379"/>
            <p:cNvSpPr/>
            <p:nvPr/>
          </p:nvSpPr>
          <p:spPr>
            <a:xfrm>
              <a:off x="3396450" y="5273516"/>
              <a:ext cx="832648" cy="832648"/>
            </a:xfrm>
            <a:prstGeom prst="ellipse">
              <a:avLst/>
            </a:prstGeom>
            <a:noFill/>
            <a:ln>
              <a:solidFill>
                <a:schemeClr val="accent1">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randombar(horizontal)">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25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up)">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up)">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up)">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352926" y="2265815"/>
            <a:ext cx="2274160" cy="4258810"/>
            <a:chOff x="352926" y="2265815"/>
            <a:chExt cx="2274160" cy="4258810"/>
          </a:xfrm>
        </p:grpSpPr>
        <p:sp>
          <p:nvSpPr>
            <p:cNvPr id="92" name="矩形 91"/>
            <p:cNvSpPr/>
            <p:nvPr/>
          </p:nvSpPr>
          <p:spPr>
            <a:xfrm>
              <a:off x="682171" y="2577053"/>
              <a:ext cx="1944915" cy="3636334"/>
            </a:xfrm>
            <a:prstGeom prst="rect">
              <a:avLst/>
            </a:prstGeom>
            <a:solidFill>
              <a:schemeClr val="accent3">
                <a:lumMod val="20000"/>
                <a:lumOff val="80000"/>
                <a:alpha val="20000"/>
              </a:schemeClr>
            </a:solidFill>
            <a:ln>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圆角 85"/>
            <p:cNvSpPr/>
            <p:nvPr/>
          </p:nvSpPr>
          <p:spPr>
            <a:xfrm>
              <a:off x="442913" y="2577053"/>
              <a:ext cx="480422" cy="3636334"/>
            </a:xfrm>
            <a:prstGeom prst="roundRect">
              <a:avLst>
                <a:gd name="adj" fmla="val 0"/>
              </a:avLst>
            </a:prstGeom>
            <a:gradFill flip="none" rotWithShape="1">
              <a:gsLst>
                <a:gs pos="0">
                  <a:schemeClr val="accent3">
                    <a:lumMod val="86000"/>
                    <a:lumOff val="14000"/>
                  </a:schemeClr>
                </a:gs>
                <a:gs pos="10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352926" y="2265815"/>
              <a:ext cx="660396" cy="660395"/>
            </a:xfrm>
            <a:prstGeom prst="ellipse">
              <a:avLst/>
            </a:prstGeom>
            <a:gradFill flip="none" rotWithShape="1">
              <a:gsLst>
                <a:gs pos="0">
                  <a:schemeClr val="accent3">
                    <a:lumMod val="80000"/>
                    <a:lumOff val="20000"/>
                  </a:schemeClr>
                </a:gs>
                <a:gs pos="53000">
                  <a:schemeClr val="accent3">
                    <a:lumMod val="95000"/>
                  </a:schemeClr>
                </a:gs>
              </a:gsLst>
              <a:lin ang="16200000" scaled="1"/>
              <a:tileRect/>
            </a:gradFill>
            <a:ln>
              <a:solidFill>
                <a:schemeClr val="bg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r>
                <a:rPr lang="zh-CN" altLang="en-US" sz="1600" b="1">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重构</a:t>
              </a:r>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90" name="文本框 89"/>
            <p:cNvSpPr txBox="1"/>
            <p:nvPr/>
          </p:nvSpPr>
          <p:spPr>
            <a:xfrm>
              <a:off x="537868" y="2964059"/>
              <a:ext cx="309562" cy="2862322"/>
            </a:xfrm>
            <a:prstGeom prst="rect">
              <a:avLst/>
            </a:prstGeom>
            <a:noFill/>
          </p:spPr>
          <p:txBody>
            <a:bodyPr wrap="square">
              <a:spAutoFit/>
            </a:bodyPr>
            <a:lstStyle/>
            <a:p>
              <a:pPr algn="ctr"/>
              <a:r>
                <a:rPr lang="zh-CN" altLang="en-US" sz="2000" b="1"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理论与实践应用贯通</a:t>
              </a:r>
            </a:p>
          </p:txBody>
        </p:sp>
        <p:sp>
          <p:nvSpPr>
            <p:cNvPr id="93" name="椭圆 92"/>
            <p:cNvSpPr/>
            <p:nvPr/>
          </p:nvSpPr>
          <p:spPr>
            <a:xfrm>
              <a:off x="352926" y="5864230"/>
              <a:ext cx="660396" cy="660395"/>
            </a:xfrm>
            <a:prstGeom prst="ellipse">
              <a:avLst/>
            </a:prstGeom>
            <a:gradFill flip="none" rotWithShape="1">
              <a:gsLst>
                <a:gs pos="0">
                  <a:schemeClr val="accent3">
                    <a:lumMod val="80000"/>
                    <a:lumOff val="20000"/>
                  </a:schemeClr>
                </a:gs>
                <a:gs pos="53000">
                  <a:schemeClr val="accent3">
                    <a:lumMod val="95000"/>
                  </a:schemeClr>
                </a:gs>
              </a:gsLst>
              <a:lin ang="5400000" scaled="1"/>
              <a:tileRect/>
            </a:gradFill>
            <a:ln>
              <a:solidFill>
                <a:schemeClr val="bg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r>
                <a:rPr lang="zh-CN" altLang="en-US" sz="1600" b="1">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思路</a:t>
              </a:r>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07" name="矩形: 圆角 106"/>
            <p:cNvSpPr/>
            <p:nvPr/>
          </p:nvSpPr>
          <p:spPr>
            <a:xfrm>
              <a:off x="1123951" y="4344421"/>
              <a:ext cx="1290638" cy="655640"/>
            </a:xfrm>
            <a:prstGeom prst="roundRect">
              <a:avLst>
                <a:gd name="adj" fmla="val 4978"/>
              </a:avLst>
            </a:prstGeom>
            <a:solidFill>
              <a:schemeClr val="bg1"/>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圆角 107"/>
            <p:cNvSpPr/>
            <p:nvPr/>
          </p:nvSpPr>
          <p:spPr>
            <a:xfrm>
              <a:off x="1123951" y="3533207"/>
              <a:ext cx="1290638" cy="655640"/>
            </a:xfrm>
            <a:prstGeom prst="roundRect">
              <a:avLst>
                <a:gd name="adj" fmla="val 4978"/>
              </a:avLst>
            </a:prstGeom>
            <a:solidFill>
              <a:schemeClr val="bg1"/>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圆角 108"/>
            <p:cNvSpPr/>
            <p:nvPr/>
          </p:nvSpPr>
          <p:spPr>
            <a:xfrm>
              <a:off x="1123951" y="2721993"/>
              <a:ext cx="1290638" cy="655640"/>
            </a:xfrm>
            <a:prstGeom prst="roundRect">
              <a:avLst>
                <a:gd name="adj" fmla="val 4978"/>
              </a:avLst>
            </a:prstGeom>
            <a:solidFill>
              <a:schemeClr val="bg1"/>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米菲PPT59"/>
            <p:cNvSpPr txBox="1"/>
            <p:nvPr/>
          </p:nvSpPr>
          <p:spPr>
            <a:xfrm>
              <a:off x="1223865" y="2772272"/>
              <a:ext cx="1077218" cy="499176"/>
            </a:xfrm>
            <a:prstGeom prst="rect">
              <a:avLst/>
            </a:prstGeom>
            <a:noFill/>
          </p:spPr>
          <p:txBody>
            <a:bodyPr wrap="none" lIns="0" tIns="0" rIns="0" bIns="0">
              <a:spAutoFit/>
            </a:bodyPr>
            <a:lstStyle/>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知识传授</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能力培养并重</a:t>
              </a:r>
            </a:p>
          </p:txBody>
        </p:sp>
        <p:sp>
          <p:nvSpPr>
            <p:cNvPr id="111" name="米菲PPT59"/>
            <p:cNvSpPr txBox="1"/>
            <p:nvPr/>
          </p:nvSpPr>
          <p:spPr>
            <a:xfrm>
              <a:off x="1223865" y="3611439"/>
              <a:ext cx="1077218" cy="499176"/>
            </a:xfrm>
            <a:prstGeom prst="rect">
              <a:avLst/>
            </a:prstGeom>
            <a:noFill/>
          </p:spPr>
          <p:txBody>
            <a:bodyPr wrap="square" lIns="0" tIns="0" rIns="0" bIns="0">
              <a:spAutoFit/>
            </a:bodyPr>
            <a:lstStyle/>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价值塑造</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发展引导同步</a:t>
              </a:r>
            </a:p>
          </p:txBody>
        </p:sp>
        <p:sp>
          <p:nvSpPr>
            <p:cNvPr id="112" name="米菲PPT59"/>
            <p:cNvSpPr txBox="1"/>
            <p:nvPr/>
          </p:nvSpPr>
          <p:spPr>
            <a:xfrm>
              <a:off x="1223865" y="4422653"/>
              <a:ext cx="1077218" cy="499176"/>
            </a:xfrm>
            <a:prstGeom prst="rect">
              <a:avLst/>
            </a:prstGeom>
            <a:noFill/>
          </p:spPr>
          <p:txBody>
            <a:bodyPr wrap="square" lIns="0" tIns="0" rIns="0" bIns="0">
              <a:spAutoFit/>
            </a:bodyPr>
            <a:lstStyle/>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传统内容</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前沿技术结合</a:t>
              </a:r>
            </a:p>
          </p:txBody>
        </p:sp>
      </p:grpSp>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7" name="组合 26"/>
          <p:cNvGrpSpPr/>
          <p:nvPr/>
        </p:nvGrpSpPr>
        <p:grpSpPr>
          <a:xfrm>
            <a:off x="263530" y="934172"/>
            <a:ext cx="11900154" cy="2244340"/>
            <a:chOff x="263530" y="934172"/>
            <a:chExt cx="11900154" cy="2244340"/>
          </a:xfrm>
        </p:grpSpPr>
        <p:sp>
          <p:nvSpPr>
            <p:cNvPr id="33" name="米菲PPT4"/>
            <p:cNvSpPr/>
            <p:nvPr/>
          </p:nvSpPr>
          <p:spPr>
            <a:xfrm flipH="1" flipV="1">
              <a:off x="1656313" y="93417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34" name="米菲PPT5"/>
            <p:cNvSpPr/>
            <p:nvPr/>
          </p:nvSpPr>
          <p:spPr>
            <a:xfrm flipH="1" flipV="1">
              <a:off x="5117920" y="93417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35" name="米菲PPT6"/>
            <p:cNvSpPr/>
            <p:nvPr/>
          </p:nvSpPr>
          <p:spPr>
            <a:xfrm flipH="1" flipV="1">
              <a:off x="8596833" y="93417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iSans Medium" panose="00000600000000000000" pitchFamily="2" charset="-122"/>
                <a:ea typeface="MiSans Medium" panose="00000600000000000000" pitchFamily="2" charset="-122"/>
                <a:cs typeface="MiSans Medium" panose="00000600000000000000" pitchFamily="2" charset="-122"/>
              </a:endParaRPr>
            </a:p>
          </p:txBody>
        </p:sp>
        <p:grpSp>
          <p:nvGrpSpPr>
            <p:cNvPr id="19" name="组合 18"/>
            <p:cNvGrpSpPr/>
            <p:nvPr/>
          </p:nvGrpSpPr>
          <p:grpSpPr>
            <a:xfrm>
              <a:off x="263530" y="1040261"/>
              <a:ext cx="11900154" cy="1150835"/>
              <a:chOff x="263530" y="1040261"/>
              <a:chExt cx="11900154" cy="1150835"/>
            </a:xfrm>
          </p:grpSpPr>
          <p:sp>
            <p:nvSpPr>
              <p:cNvPr id="36" name="米菲PPT9"/>
              <p:cNvSpPr txBox="1"/>
              <p:nvPr/>
            </p:nvSpPr>
            <p:spPr>
              <a:xfrm>
                <a:off x="2415937" y="1047294"/>
                <a:ext cx="1569660" cy="631968"/>
              </a:xfrm>
              <a:prstGeom prst="rect">
                <a:avLst/>
              </a:prstGeom>
              <a:noFill/>
            </p:spPr>
            <p:txBody>
              <a:bodyPr wrap="none">
                <a:spAutoFit/>
              </a:bodyPr>
              <a:lstStyle/>
              <a:p>
                <a:pPr algn="ctr">
                  <a:lnSpc>
                    <a:spcPct val="120000"/>
                  </a:lnSpc>
                </a:pPr>
                <a:r>
                  <a:rPr lang="zh-CN" altLang="en-US" sz="1805"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rPr>
                  <a:t>基础能力建设</a:t>
                </a:r>
                <a:endParaRPr lang="en-US" altLang="zh-CN" sz="1805"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endParaRPr>
              </a:p>
              <a:p>
                <a:pPr algn="ctr">
                  <a:lnSpc>
                    <a:spcPct val="120000"/>
                  </a:lnSpc>
                </a:pP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(1</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月</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15</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日</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-2</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月</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10</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日</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a:t>
                </a:r>
                <a:endPar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37" name="米菲PPT10"/>
              <p:cNvSpPr/>
              <p:nvPr/>
            </p:nvSpPr>
            <p:spPr>
              <a:xfrm>
                <a:off x="2004606" y="1040261"/>
                <a:ext cx="377381" cy="377381"/>
              </a:xfrm>
              <a:prstGeom prst="ellipse">
                <a:avLst/>
              </a:prstGeom>
              <a:gradFill>
                <a:gsLst>
                  <a:gs pos="0">
                    <a:schemeClr val="accent2">
                      <a:lumMod val="75000"/>
                    </a:schemeClr>
                  </a:gs>
                  <a:gs pos="100000">
                    <a:schemeClr val="accent2"/>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rPr>
                  <a:t>1</a:t>
                </a:r>
                <a:endPar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38" name="米菲PPT11"/>
              <p:cNvSpPr/>
              <p:nvPr/>
            </p:nvSpPr>
            <p:spPr>
              <a:xfrm>
                <a:off x="263530" y="1657856"/>
                <a:ext cx="11694146" cy="127502"/>
              </a:xfrm>
              <a:custGeom>
                <a:avLst/>
                <a:gdLst>
                  <a:gd name="connsiteX0" fmla="*/ 12576255 w 12867171"/>
                  <a:gd name="connsiteY0" fmla="*/ 0 h 145680"/>
                  <a:gd name="connsiteX1" fmla="*/ 12867171 w 12867171"/>
                  <a:gd name="connsiteY1" fmla="*/ 145680 h 145680"/>
                  <a:gd name="connsiteX2" fmla="*/ 12715297 w 12867171"/>
                  <a:gd name="connsiteY2" fmla="*/ 145680 h 145680"/>
                  <a:gd name="connsiteX3" fmla="*/ 12576255 w 12867171"/>
                  <a:gd name="connsiteY3" fmla="*/ 145680 h 145680"/>
                  <a:gd name="connsiteX4" fmla="*/ 0 w 12867171"/>
                  <a:gd name="connsiteY4" fmla="*/ 145680 h 145680"/>
                  <a:gd name="connsiteX5" fmla="*/ 0 w 12867171"/>
                  <a:gd name="connsiteY5" fmla="*/ 99961 h 145680"/>
                  <a:gd name="connsiteX6" fmla="*/ 12576255 w 12867171"/>
                  <a:gd name="connsiteY6" fmla="*/ 99961 h 14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67171" h="145680">
                    <a:moveTo>
                      <a:pt x="12576255" y="0"/>
                    </a:moveTo>
                    <a:lnTo>
                      <a:pt x="12867171" y="145680"/>
                    </a:lnTo>
                    <a:lnTo>
                      <a:pt x="12715297" y="145680"/>
                    </a:lnTo>
                    <a:lnTo>
                      <a:pt x="12576255" y="145680"/>
                    </a:lnTo>
                    <a:lnTo>
                      <a:pt x="0" y="145680"/>
                    </a:lnTo>
                    <a:lnTo>
                      <a:pt x="0" y="99961"/>
                    </a:lnTo>
                    <a:lnTo>
                      <a:pt x="12576255" y="99961"/>
                    </a:lnTo>
                    <a:close/>
                  </a:path>
                </a:pathLst>
              </a:custGeom>
              <a:solidFill>
                <a:schemeClr val="accent1"/>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39" name="米菲PPT12"/>
              <p:cNvSpPr txBox="1"/>
              <p:nvPr/>
            </p:nvSpPr>
            <p:spPr>
              <a:xfrm>
                <a:off x="5877544" y="1047294"/>
                <a:ext cx="1569660" cy="631968"/>
              </a:xfrm>
              <a:prstGeom prst="rect">
                <a:avLst/>
              </a:prstGeom>
              <a:noFill/>
            </p:spPr>
            <p:txBody>
              <a:bodyPr wrap="none">
                <a:spAutoFit/>
              </a:bodyPr>
              <a:lstStyle/>
              <a:p>
                <a:pPr algn="ctr">
                  <a:lnSpc>
                    <a:spcPct val="120000"/>
                  </a:lnSpc>
                </a:pPr>
                <a:r>
                  <a:rPr lang="zh-CN" altLang="en-US" sz="1805"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rPr>
                  <a:t>专项能力突破</a:t>
                </a:r>
                <a:endParaRPr lang="en-US" altLang="zh-CN" sz="1805"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endParaRPr>
              </a:p>
              <a:p>
                <a:pPr algn="ctr">
                  <a:lnSpc>
                    <a:spcPct val="120000"/>
                  </a:lnSpc>
                </a:pP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(2</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月</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23</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号</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-2</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月</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28</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日</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a:t>
                </a:r>
              </a:p>
            </p:txBody>
          </p:sp>
          <p:sp>
            <p:nvSpPr>
              <p:cNvPr id="40" name="米菲PPT13"/>
              <p:cNvSpPr/>
              <p:nvPr/>
            </p:nvSpPr>
            <p:spPr>
              <a:xfrm>
                <a:off x="5466207" y="1040261"/>
                <a:ext cx="377381" cy="377381"/>
              </a:xfrm>
              <a:prstGeom prst="ellipse">
                <a:avLst/>
              </a:prstGeom>
              <a:gradFill>
                <a:gsLst>
                  <a:gs pos="0">
                    <a:schemeClr val="accent2">
                      <a:lumMod val="75000"/>
                    </a:schemeClr>
                  </a:gs>
                  <a:gs pos="100000">
                    <a:schemeClr val="accent2"/>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rPr>
                  <a:t>2</a:t>
                </a:r>
                <a:endPar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41" name="米菲PPT14"/>
              <p:cNvSpPr txBox="1"/>
              <p:nvPr/>
            </p:nvSpPr>
            <p:spPr>
              <a:xfrm>
                <a:off x="9356457" y="1047294"/>
                <a:ext cx="1569660" cy="631968"/>
              </a:xfrm>
              <a:prstGeom prst="rect">
                <a:avLst/>
              </a:prstGeom>
              <a:noFill/>
            </p:spPr>
            <p:txBody>
              <a:bodyPr wrap="none">
                <a:spAutoFit/>
              </a:bodyPr>
              <a:lstStyle/>
              <a:p>
                <a:pPr algn="ctr">
                  <a:lnSpc>
                    <a:spcPct val="120000"/>
                  </a:lnSpc>
                </a:pPr>
                <a:r>
                  <a:rPr lang="zh-CN" altLang="en-US" sz="1805"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rPr>
                  <a:t>综合创新实践</a:t>
                </a:r>
                <a:endParaRPr lang="en-US" altLang="zh-CN" sz="1805"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endParaRPr>
              </a:p>
              <a:p>
                <a:pPr algn="ctr">
                  <a:lnSpc>
                    <a:spcPct val="120000"/>
                  </a:lnSpc>
                </a:pP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(3</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月</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4</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日</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-4</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月</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30</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日</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a:t>
                </a:r>
                <a:endPar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42" name="米菲PPT15"/>
              <p:cNvSpPr/>
              <p:nvPr/>
            </p:nvSpPr>
            <p:spPr>
              <a:xfrm>
                <a:off x="8945125" y="1040261"/>
                <a:ext cx="377381" cy="377381"/>
              </a:xfrm>
              <a:prstGeom prst="ellipse">
                <a:avLst/>
              </a:prstGeom>
              <a:gradFill>
                <a:gsLst>
                  <a:gs pos="0">
                    <a:schemeClr val="accent2">
                      <a:lumMod val="75000"/>
                    </a:schemeClr>
                  </a:gs>
                  <a:gs pos="100000">
                    <a:schemeClr val="accent2"/>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rPr>
                  <a:t>3</a:t>
                </a:r>
                <a:endPar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43" name="米菲PPT16"/>
              <p:cNvSpPr/>
              <p:nvPr/>
            </p:nvSpPr>
            <p:spPr>
              <a:xfrm flipV="1">
                <a:off x="6582376" y="166501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44" name="米菲PPT17"/>
              <p:cNvSpPr/>
              <p:nvPr/>
            </p:nvSpPr>
            <p:spPr>
              <a:xfrm flipV="1">
                <a:off x="10061289" y="166501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45" name="米菲PPT18"/>
              <p:cNvSpPr/>
              <p:nvPr/>
            </p:nvSpPr>
            <p:spPr>
              <a:xfrm flipV="1">
                <a:off x="3120769" y="166501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46" name="米菲PPT59"/>
              <p:cNvSpPr txBox="1"/>
              <p:nvPr/>
            </p:nvSpPr>
            <p:spPr>
              <a:xfrm>
                <a:off x="418918" y="1852542"/>
                <a:ext cx="1120368" cy="338554"/>
              </a:xfrm>
              <a:prstGeom prst="rect">
                <a:avLst/>
              </a:prstGeom>
              <a:noFill/>
            </p:spPr>
            <p:txBody>
              <a:bodyPr wrap="square">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处理规范</a:t>
                </a:r>
                <a:endParaRPr lang="zh-CN" altLang="en-US"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47" name="米菲PPT60"/>
              <p:cNvSpPr txBox="1"/>
              <p:nvPr/>
            </p:nvSpPr>
            <p:spPr>
              <a:xfrm>
                <a:off x="2698065" y="1852542"/>
                <a:ext cx="1005403" cy="338554"/>
              </a:xfrm>
              <a:prstGeom prst="rect">
                <a:avLst/>
              </a:prstGeom>
              <a:noFill/>
            </p:spPr>
            <p:txBody>
              <a:bodyPr wrap="none">
                <a:spAutoFit/>
              </a:body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基础理论</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48" name="米菲PPT61"/>
              <p:cNvSpPr txBox="1"/>
              <p:nvPr/>
            </p:nvSpPr>
            <p:spPr>
              <a:xfrm>
                <a:off x="6159672" y="1852542"/>
                <a:ext cx="1005403" cy="338554"/>
              </a:xfrm>
              <a:prstGeom prst="rect">
                <a:avLst/>
              </a:prstGeom>
              <a:noFill/>
            </p:spPr>
            <p:txBody>
              <a:bodyPr wrap="none">
                <a:spAutoFit/>
              </a:body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核心课程</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49" name="米菲PPT62"/>
              <p:cNvSpPr txBox="1"/>
              <p:nvPr/>
            </p:nvSpPr>
            <p:spPr>
              <a:xfrm>
                <a:off x="9638585" y="1852542"/>
                <a:ext cx="1005404" cy="338554"/>
              </a:xfrm>
              <a:prstGeom prst="rect">
                <a:avLst/>
              </a:prstGeom>
              <a:noFill/>
            </p:spPr>
            <p:txBody>
              <a:bodyPr wrap="none">
                <a:spAutoFit/>
              </a:body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教学重点</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50" name="米菲PPT63"/>
              <p:cNvSpPr txBox="1"/>
              <p:nvPr/>
            </p:nvSpPr>
            <p:spPr>
              <a:xfrm>
                <a:off x="11043316" y="1852542"/>
                <a:ext cx="1120368" cy="338554"/>
              </a:xfrm>
              <a:prstGeom prst="rect">
                <a:avLst/>
              </a:prstGeom>
              <a:noFill/>
            </p:spPr>
            <p:txBody>
              <a:bodyPr wrap="square">
                <a:spAutoFit/>
              </a:bodyPr>
              <a:lstStyle>
                <a:defPPr>
                  <a:defRPr lang="en-US"/>
                </a:defPPr>
                <a:lvl1pPr algn="ctr">
                  <a:defRPr sz="1200">
                    <a:effectLst/>
                    <a:latin typeface="MiSans Bold" panose="00000800000000000000" pitchFamily="2" charset="-122"/>
                    <a:ea typeface="MiSans Bold" panose="00000800000000000000" pitchFamily="2" charset="-122"/>
                  </a:defRPr>
                </a:lvl1pPr>
              </a:lstStyle>
              <a:p>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发展拓展</a:t>
                </a:r>
                <a:endParaRPr lang="zh-CN" altLang="en-US"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grpSp>
        <p:nvGrpSpPr>
          <p:cNvPr id="21" name="组合 20"/>
          <p:cNvGrpSpPr/>
          <p:nvPr/>
        </p:nvGrpSpPr>
        <p:grpSpPr>
          <a:xfrm>
            <a:off x="2824392" y="2265815"/>
            <a:ext cx="8924696" cy="472167"/>
            <a:chOff x="2824392" y="2265815"/>
            <a:chExt cx="8924696" cy="472167"/>
          </a:xfrm>
        </p:grpSpPr>
        <p:sp>
          <p:nvSpPr>
            <p:cNvPr id="77" name="箭头: 五边形 76"/>
            <p:cNvSpPr/>
            <p:nvPr/>
          </p:nvSpPr>
          <p:spPr>
            <a:xfrm>
              <a:off x="2824392" y="2265815"/>
              <a:ext cx="3055708" cy="472167"/>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箭头: V 形 77"/>
            <p:cNvSpPr/>
            <p:nvPr/>
          </p:nvSpPr>
          <p:spPr>
            <a:xfrm>
              <a:off x="5758886" y="2265815"/>
              <a:ext cx="3055708" cy="472167"/>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箭头: V 形 78"/>
            <p:cNvSpPr/>
            <p:nvPr/>
          </p:nvSpPr>
          <p:spPr>
            <a:xfrm>
              <a:off x="8693380" y="2265815"/>
              <a:ext cx="3055708" cy="472167"/>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文本框 97"/>
            <p:cNvSpPr txBox="1"/>
            <p:nvPr/>
          </p:nvSpPr>
          <p:spPr>
            <a:xfrm>
              <a:off x="3336583" y="2317232"/>
              <a:ext cx="2031326" cy="369332"/>
            </a:xfrm>
            <a:prstGeom prst="rect">
              <a:avLst/>
            </a:prstGeom>
            <a:noFill/>
          </p:spPr>
          <p:txBody>
            <a:bodyPr wrap="none">
              <a:spAutoFit/>
            </a:bodyPr>
            <a:lstStyle/>
            <a:p>
              <a:pPr algn="ctr"/>
              <a:r>
                <a:rPr lang="zh-CN" altLang="en-US" b="1" dirty="0">
                  <a:solidFill>
                    <a:srgbClr val="FFFF00"/>
                  </a:solidFill>
                  <a:latin typeface="思源黑体 CN Bold" panose="020B0800000000000000" pitchFamily="34" charset="-122"/>
                  <a:ea typeface="思源黑体 CN Bold" panose="020B0800000000000000" pitchFamily="34" charset="-122"/>
                  <a:cs typeface="+mn-ea"/>
                  <a:sym typeface="+mn-lt"/>
                </a:rPr>
                <a:t>智能化资源库架构</a:t>
              </a:r>
            </a:p>
          </p:txBody>
        </p:sp>
        <p:sp>
          <p:nvSpPr>
            <p:cNvPr id="99" name="文本框 98"/>
            <p:cNvSpPr txBox="1"/>
            <p:nvPr/>
          </p:nvSpPr>
          <p:spPr>
            <a:xfrm>
              <a:off x="6501910" y="2317232"/>
              <a:ext cx="1569661" cy="369332"/>
            </a:xfrm>
            <a:prstGeom prst="rect">
              <a:avLst/>
            </a:prstGeom>
            <a:noFill/>
          </p:spPr>
          <p:txBody>
            <a:bodyPr wrap="none">
              <a:spAutoFit/>
            </a:bodyPr>
            <a:lstStyle/>
            <a:p>
              <a:pPr algn="ctr"/>
              <a:r>
                <a:rPr lang="zh-CN" altLang="en-US" b="1" dirty="0">
                  <a:solidFill>
                    <a:srgbClr val="FFFF00"/>
                  </a:solidFill>
                  <a:latin typeface="思源黑体 CN Bold" panose="020B0800000000000000" pitchFamily="34" charset="-122"/>
                  <a:ea typeface="思源黑体 CN Bold" panose="020B0800000000000000" pitchFamily="34" charset="-122"/>
                  <a:cs typeface="+mn-ea"/>
                  <a:sym typeface="+mn-lt"/>
                </a:rPr>
                <a:t>校企双导师制</a:t>
              </a:r>
            </a:p>
          </p:txBody>
        </p:sp>
        <p:sp>
          <p:nvSpPr>
            <p:cNvPr id="100" name="文本框 99"/>
            <p:cNvSpPr txBox="1"/>
            <p:nvPr/>
          </p:nvSpPr>
          <p:spPr>
            <a:xfrm>
              <a:off x="9205571" y="2317232"/>
              <a:ext cx="2031326" cy="369332"/>
            </a:xfrm>
            <a:prstGeom prst="rect">
              <a:avLst/>
            </a:prstGeom>
            <a:noFill/>
          </p:spPr>
          <p:txBody>
            <a:bodyPr wrap="none">
              <a:spAutoFit/>
            </a:bodyPr>
            <a:lstStyle/>
            <a:p>
              <a:pPr algn="ctr"/>
              <a:r>
                <a:rPr lang="zh-CN" altLang="en-US" b="1" dirty="0">
                  <a:solidFill>
                    <a:srgbClr val="FFFF00"/>
                  </a:solidFill>
                  <a:latin typeface="思源黑体 CN Bold" panose="020B0800000000000000" pitchFamily="34" charset="-122"/>
                  <a:ea typeface="思源黑体 CN Bold" panose="020B0800000000000000" pitchFamily="34" charset="-122"/>
                  <a:cs typeface="+mn-ea"/>
                  <a:sym typeface="+mn-lt"/>
                </a:rPr>
                <a:t>虚实结合实训体系</a:t>
              </a:r>
            </a:p>
          </p:txBody>
        </p:sp>
      </p:grpSp>
      <p:grpSp>
        <p:nvGrpSpPr>
          <p:cNvPr id="28" name="组合 27"/>
          <p:cNvGrpSpPr/>
          <p:nvPr/>
        </p:nvGrpSpPr>
        <p:grpSpPr>
          <a:xfrm>
            <a:off x="1123951" y="5155635"/>
            <a:ext cx="1708149" cy="912813"/>
            <a:chOff x="1123951" y="5155635"/>
            <a:chExt cx="1708149" cy="912813"/>
          </a:xfrm>
        </p:grpSpPr>
        <p:sp>
          <p:nvSpPr>
            <p:cNvPr id="105" name="箭头: 右 104"/>
            <p:cNvSpPr/>
            <p:nvPr/>
          </p:nvSpPr>
          <p:spPr>
            <a:xfrm>
              <a:off x="2438400" y="5238355"/>
              <a:ext cx="393700" cy="222250"/>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箭头: 右 105"/>
            <p:cNvSpPr/>
            <p:nvPr/>
          </p:nvSpPr>
          <p:spPr>
            <a:xfrm>
              <a:off x="2438400" y="5743180"/>
              <a:ext cx="393700" cy="222250"/>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圆角 93"/>
            <p:cNvSpPr/>
            <p:nvPr/>
          </p:nvSpPr>
          <p:spPr>
            <a:xfrm>
              <a:off x="1123951" y="5689828"/>
              <a:ext cx="1290638" cy="378620"/>
            </a:xfrm>
            <a:prstGeom prst="roundRect">
              <a:avLst>
                <a:gd name="adj" fmla="val 7884"/>
              </a:avLst>
            </a:prstGeom>
            <a:gradFill flip="none" rotWithShape="1">
              <a:gsLst>
                <a:gs pos="0">
                  <a:schemeClr val="accent3">
                    <a:lumMod val="71000"/>
                    <a:lumOff val="29000"/>
                  </a:schemeClr>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文本框 94"/>
            <p:cNvSpPr txBox="1"/>
            <p:nvPr/>
          </p:nvSpPr>
          <p:spPr>
            <a:xfrm>
              <a:off x="1358901" y="5756028"/>
              <a:ext cx="820738" cy="246221"/>
            </a:xfrm>
            <a:prstGeom prst="rect">
              <a:avLst/>
            </a:prstGeom>
            <a:noFill/>
          </p:spPr>
          <p:txBody>
            <a:bodyPr wrap="none" lIns="0" tIns="0" rIns="0" bIns="0">
              <a:spAutoFit/>
            </a:bodyPr>
            <a:lstStyle/>
            <a:p>
              <a:pPr algn="ctr"/>
              <a:r>
                <a:rPr lang="zh-CN" altLang="en-US" sz="1600" b="1">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能力标准</a:t>
              </a:r>
              <a:endParaRPr lang="zh-CN" altLang="en-US" sz="1600" b="1"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01" name="矩形: 圆角 100"/>
            <p:cNvSpPr/>
            <p:nvPr/>
          </p:nvSpPr>
          <p:spPr>
            <a:xfrm>
              <a:off x="1123951" y="5155635"/>
              <a:ext cx="1290638" cy="378620"/>
            </a:xfrm>
            <a:prstGeom prst="roundRect">
              <a:avLst>
                <a:gd name="adj" fmla="val 7884"/>
              </a:avLst>
            </a:prstGeom>
            <a:gradFill flip="none" rotWithShape="1">
              <a:gsLst>
                <a:gs pos="0">
                  <a:schemeClr val="accent3">
                    <a:lumMod val="71000"/>
                    <a:lumOff val="29000"/>
                  </a:schemeClr>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p:cNvSpPr txBox="1"/>
            <p:nvPr/>
          </p:nvSpPr>
          <p:spPr>
            <a:xfrm>
              <a:off x="1358901" y="5221835"/>
              <a:ext cx="820738" cy="246221"/>
            </a:xfrm>
            <a:prstGeom prst="rect">
              <a:avLst/>
            </a:prstGeom>
            <a:noFill/>
          </p:spPr>
          <p:txBody>
            <a:bodyPr wrap="none" lIns="0" tIns="0" rIns="0" bIns="0">
              <a:spAutoFit/>
            </a:bodyPr>
            <a:lstStyle/>
            <a:p>
              <a:pPr algn="ctr"/>
              <a:r>
                <a:rPr lang="zh-CN" altLang="en-US" sz="1600" b="1">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行业需求</a:t>
              </a:r>
              <a:endParaRPr lang="zh-CN" altLang="en-US" sz="1600" b="1"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grpSp>
      <p:grpSp>
        <p:nvGrpSpPr>
          <p:cNvPr id="26" name="组合 25"/>
          <p:cNvGrpSpPr/>
          <p:nvPr/>
        </p:nvGrpSpPr>
        <p:grpSpPr>
          <a:xfrm>
            <a:off x="2824392" y="2840488"/>
            <a:ext cx="2865208" cy="3684137"/>
            <a:chOff x="2824392" y="2840488"/>
            <a:chExt cx="2865208" cy="3684137"/>
          </a:xfrm>
        </p:grpSpPr>
        <p:sp>
          <p:nvSpPr>
            <p:cNvPr id="80" name="矩形 79"/>
            <p:cNvSpPr/>
            <p:nvPr/>
          </p:nvSpPr>
          <p:spPr>
            <a:xfrm>
              <a:off x="2824392" y="2902857"/>
              <a:ext cx="2865208" cy="3621768"/>
            </a:xfrm>
            <a:prstGeom prst="rect">
              <a:avLst/>
            </a:prstGeom>
            <a:solidFill>
              <a:schemeClr val="accent1">
                <a:lumMod val="20000"/>
                <a:lumOff val="80000"/>
                <a:alpha val="30000"/>
              </a:schemeClr>
            </a:soli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9" name="组合 88"/>
            <p:cNvGrpSpPr/>
            <p:nvPr/>
          </p:nvGrpSpPr>
          <p:grpSpPr>
            <a:xfrm>
              <a:off x="2977995" y="3026581"/>
              <a:ext cx="619188" cy="804837"/>
              <a:chOff x="1170312" y="2747360"/>
              <a:chExt cx="619188" cy="804837"/>
            </a:xfrm>
          </p:grpSpPr>
          <p:sp>
            <p:nvSpPr>
              <p:cNvPr id="53" name="米菲PPT97-2"/>
              <p:cNvSpPr/>
              <p:nvPr/>
            </p:nvSpPr>
            <p:spPr>
              <a:xfrm>
                <a:off x="1170312" y="2783610"/>
                <a:ext cx="608193" cy="768587"/>
              </a:xfrm>
              <a:custGeom>
                <a:avLst/>
                <a:gdLst>
                  <a:gd name="connsiteX0" fmla="*/ 1760220 w 1896903"/>
                  <a:gd name="connsiteY0" fmla="*/ 0 h 2397156"/>
                  <a:gd name="connsiteX1" fmla="*/ 0 w 1896903"/>
                  <a:gd name="connsiteY1" fmla="*/ 0 h 2397156"/>
                  <a:gd name="connsiteX2" fmla="*/ 136779 w 1896903"/>
                  <a:gd name="connsiteY2" fmla="*/ 2397157 h 2397156"/>
                  <a:gd name="connsiteX3" fmla="*/ 1896904 w 1896903"/>
                  <a:gd name="connsiteY3" fmla="*/ 2397157 h 2397156"/>
                </a:gdLst>
                <a:ahLst/>
                <a:cxnLst>
                  <a:cxn ang="0">
                    <a:pos x="connsiteX0" y="connsiteY0"/>
                  </a:cxn>
                  <a:cxn ang="0">
                    <a:pos x="connsiteX1" y="connsiteY1"/>
                  </a:cxn>
                  <a:cxn ang="0">
                    <a:pos x="connsiteX2" y="connsiteY2"/>
                  </a:cxn>
                  <a:cxn ang="0">
                    <a:pos x="connsiteX3" y="connsiteY3"/>
                  </a:cxn>
                </a:cxnLst>
                <a:rect l="l" t="t" r="r" b="b"/>
                <a:pathLst>
                  <a:path w="1896903" h="2397156">
                    <a:moveTo>
                      <a:pt x="1760220" y="0"/>
                    </a:moveTo>
                    <a:lnTo>
                      <a:pt x="0" y="0"/>
                    </a:lnTo>
                    <a:lnTo>
                      <a:pt x="136779" y="2397157"/>
                    </a:lnTo>
                    <a:lnTo>
                      <a:pt x="1896904" y="2397157"/>
                    </a:lnTo>
                    <a:close/>
                  </a:path>
                </a:pathLst>
              </a:custGeom>
              <a:solidFill>
                <a:schemeClr val="bg1">
                  <a:lumMod val="75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54" name="米菲PPT97-3"/>
              <p:cNvSpPr/>
              <p:nvPr/>
            </p:nvSpPr>
            <p:spPr>
              <a:xfrm>
                <a:off x="1181276" y="2783610"/>
                <a:ext cx="608224" cy="768587"/>
              </a:xfrm>
              <a:custGeom>
                <a:avLst/>
                <a:gdLst>
                  <a:gd name="connsiteX0" fmla="*/ 1760220 w 1896999"/>
                  <a:gd name="connsiteY0" fmla="*/ 0 h 2397156"/>
                  <a:gd name="connsiteX1" fmla="*/ 0 w 1896999"/>
                  <a:gd name="connsiteY1" fmla="*/ 0 h 2397156"/>
                  <a:gd name="connsiteX2" fmla="*/ 136779 w 1896999"/>
                  <a:gd name="connsiteY2" fmla="*/ 2397157 h 2397156"/>
                  <a:gd name="connsiteX3" fmla="*/ 1896999 w 1896999"/>
                  <a:gd name="connsiteY3" fmla="*/ 2397157 h 2397156"/>
                </a:gdLst>
                <a:ahLst/>
                <a:cxnLst>
                  <a:cxn ang="0">
                    <a:pos x="connsiteX0" y="connsiteY0"/>
                  </a:cxn>
                  <a:cxn ang="0">
                    <a:pos x="connsiteX1" y="connsiteY1"/>
                  </a:cxn>
                  <a:cxn ang="0">
                    <a:pos x="connsiteX2" y="connsiteY2"/>
                  </a:cxn>
                  <a:cxn ang="0">
                    <a:pos x="connsiteX3" y="connsiteY3"/>
                  </a:cxn>
                </a:cxnLst>
                <a:rect l="l" t="t" r="r" b="b"/>
                <a:pathLst>
                  <a:path w="1896999" h="2397156">
                    <a:moveTo>
                      <a:pt x="1760220" y="0"/>
                    </a:moveTo>
                    <a:lnTo>
                      <a:pt x="0" y="0"/>
                    </a:lnTo>
                    <a:lnTo>
                      <a:pt x="136779" y="2397157"/>
                    </a:lnTo>
                    <a:lnTo>
                      <a:pt x="1896999" y="2397157"/>
                    </a:lnTo>
                    <a:close/>
                  </a:path>
                </a:pathLst>
              </a:custGeom>
              <a:gradFill flip="none" rotWithShape="1">
                <a:gsLst>
                  <a:gs pos="100000">
                    <a:schemeClr val="accent1"/>
                  </a:gs>
                  <a:gs pos="1000">
                    <a:schemeClr val="accent1">
                      <a:lumMod val="80000"/>
                    </a:schemeClr>
                  </a:gs>
                </a:gsLst>
                <a:lin ang="19800000" scaled="0"/>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chemeClr val="bg1"/>
                  </a:solidFill>
                  <a:latin typeface="MiSans Bold" panose="00000800000000000000" pitchFamily="2" charset="-122"/>
                  <a:ea typeface="MiSans Bold" panose="00000800000000000000" pitchFamily="2" charset="-122"/>
                  <a:cs typeface="MiSans Medium" panose="00000600000000000000" pitchFamily="2" charset="-122"/>
                </a:endParaRPr>
              </a:p>
            </p:txBody>
          </p:sp>
          <p:sp>
            <p:nvSpPr>
              <p:cNvPr id="55" name="米菲PPT97-4"/>
              <p:cNvSpPr/>
              <p:nvPr/>
            </p:nvSpPr>
            <p:spPr>
              <a:xfrm>
                <a:off x="1207082" y="2809447"/>
                <a:ext cx="548489" cy="695720"/>
              </a:xfrm>
              <a:custGeom>
                <a:avLst/>
                <a:gdLst>
                  <a:gd name="connsiteX0" fmla="*/ 1558385 w 1710689"/>
                  <a:gd name="connsiteY0" fmla="*/ 0 h 2169890"/>
                  <a:gd name="connsiteX1" fmla="*/ 0 w 1710689"/>
                  <a:gd name="connsiteY1" fmla="*/ 0 h 2169890"/>
                  <a:gd name="connsiteX2" fmla="*/ 111728 w 1710689"/>
                  <a:gd name="connsiteY2" fmla="*/ 2169890 h 2169890"/>
                  <a:gd name="connsiteX3" fmla="*/ 1710690 w 1710689"/>
                  <a:gd name="connsiteY3" fmla="*/ 2169890 h 2169890"/>
                  <a:gd name="connsiteX4" fmla="*/ 1558385 w 1710689"/>
                  <a:gd name="connsiteY4" fmla="*/ 0 h 2169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0689" h="2169890">
                    <a:moveTo>
                      <a:pt x="1558385" y="0"/>
                    </a:moveTo>
                    <a:cubicBezTo>
                      <a:pt x="1025366" y="0"/>
                      <a:pt x="532924" y="0"/>
                      <a:pt x="0" y="0"/>
                    </a:cubicBezTo>
                    <a:lnTo>
                      <a:pt x="111728" y="2169890"/>
                    </a:lnTo>
                    <a:cubicBezTo>
                      <a:pt x="644747" y="2169890"/>
                      <a:pt x="1177671" y="2169890"/>
                      <a:pt x="1710690" y="2169890"/>
                    </a:cubicBezTo>
                    <a:lnTo>
                      <a:pt x="1558385" y="0"/>
                    </a:lnTo>
                    <a:close/>
                  </a:path>
                </a:pathLst>
              </a:custGeom>
              <a:solidFill>
                <a:schemeClr val="tx1">
                  <a:lumMod val="65000"/>
                  <a:lumOff val="35000"/>
                  <a:alpha val="5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56" name="米菲PPT97-5"/>
              <p:cNvSpPr/>
              <p:nvPr/>
            </p:nvSpPr>
            <p:spPr>
              <a:xfrm>
                <a:off x="1207082" y="2809447"/>
                <a:ext cx="561468" cy="695720"/>
              </a:xfrm>
              <a:custGeom>
                <a:avLst/>
                <a:gdLst>
                  <a:gd name="connsiteX0" fmla="*/ 0 w 1751171"/>
                  <a:gd name="connsiteY0" fmla="*/ 0 h 2169890"/>
                  <a:gd name="connsiteX1" fmla="*/ 152210 w 1751171"/>
                  <a:gd name="connsiteY1" fmla="*/ 2169890 h 2169890"/>
                  <a:gd name="connsiteX2" fmla="*/ 1751171 w 1751171"/>
                  <a:gd name="connsiteY2" fmla="*/ 2169890 h 2169890"/>
                  <a:gd name="connsiteX3" fmla="*/ 1598962 w 1751171"/>
                  <a:gd name="connsiteY3" fmla="*/ 0 h 2169890"/>
                  <a:gd name="connsiteX4" fmla="*/ 0 w 1751171"/>
                  <a:gd name="connsiteY4" fmla="*/ 0 h 2169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1171" h="2169890">
                    <a:moveTo>
                      <a:pt x="0" y="0"/>
                    </a:moveTo>
                    <a:cubicBezTo>
                      <a:pt x="115824" y="723329"/>
                      <a:pt x="36385" y="1446562"/>
                      <a:pt x="152210" y="2169890"/>
                    </a:cubicBezTo>
                    <a:cubicBezTo>
                      <a:pt x="685229" y="2169890"/>
                      <a:pt x="1218152" y="2169890"/>
                      <a:pt x="1751171" y="2169890"/>
                    </a:cubicBezTo>
                    <a:cubicBezTo>
                      <a:pt x="1635347" y="1446562"/>
                      <a:pt x="1714786" y="723329"/>
                      <a:pt x="1598962" y="0"/>
                    </a:cubicBezTo>
                    <a:cubicBezTo>
                      <a:pt x="1065943" y="0"/>
                      <a:pt x="533019" y="0"/>
                      <a:pt x="0" y="0"/>
                    </a:cubicBezTo>
                    <a:close/>
                  </a:path>
                </a:pathLst>
              </a:custGeom>
              <a:solidFill>
                <a:srgbClr val="FFFFFF"/>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nvGrpSpPr>
              <p:cNvPr id="57" name="图形 502"/>
              <p:cNvGrpSpPr/>
              <p:nvPr/>
            </p:nvGrpSpPr>
            <p:grpSpPr>
              <a:xfrm>
                <a:off x="1278145" y="2956574"/>
                <a:ext cx="429170" cy="408740"/>
                <a:chOff x="-2694889" y="2366617"/>
                <a:chExt cx="1338544" cy="1274825"/>
              </a:xfrm>
            </p:grpSpPr>
            <p:sp>
              <p:nvSpPr>
                <p:cNvPr id="73" name="米菲PPT97-6"/>
                <p:cNvSpPr/>
                <p:nvPr/>
              </p:nvSpPr>
              <p:spPr>
                <a:xfrm>
                  <a:off x="-2694889" y="2366617"/>
                  <a:ext cx="317004" cy="316801"/>
                </a:xfrm>
                <a:custGeom>
                  <a:avLst/>
                  <a:gdLst>
                    <a:gd name="connsiteX0" fmla="*/ 152785 w 317004"/>
                    <a:gd name="connsiteY0" fmla="*/ 27623 h 316801"/>
                    <a:gd name="connsiteX1" fmla="*/ 289374 w 317004"/>
                    <a:gd name="connsiteY1" fmla="*/ 158782 h 316801"/>
                    <a:gd name="connsiteX2" fmla="*/ 254226 w 317004"/>
                    <a:gd name="connsiteY2" fmla="*/ 251079 h 316801"/>
                    <a:gd name="connsiteX3" fmla="*/ 163072 w 317004"/>
                    <a:gd name="connsiteY3" fmla="*/ 289274 h 316801"/>
                    <a:gd name="connsiteX4" fmla="*/ 27722 w 317004"/>
                    <a:gd name="connsiteY4" fmla="*/ 158115 h 316801"/>
                    <a:gd name="connsiteX5" fmla="*/ 62298 w 317004"/>
                    <a:gd name="connsiteY5" fmla="*/ 65818 h 316801"/>
                    <a:gd name="connsiteX6" fmla="*/ 152785 w 317004"/>
                    <a:gd name="connsiteY6" fmla="*/ 27623 h 316801"/>
                    <a:gd name="connsiteX7" fmla="*/ 151833 w 317004"/>
                    <a:gd name="connsiteY7" fmla="*/ 0 h 316801"/>
                    <a:gd name="connsiteX8" fmla="*/ 100 w 317004"/>
                    <a:gd name="connsiteY8" fmla="*/ 158401 h 316801"/>
                    <a:gd name="connsiteX9" fmla="*/ 163453 w 317004"/>
                    <a:gd name="connsiteY9" fmla="*/ 316802 h 316801"/>
                    <a:gd name="connsiteX10" fmla="*/ 316901 w 317004"/>
                    <a:gd name="connsiteY10" fmla="*/ 158401 h 316801"/>
                    <a:gd name="connsiteX11" fmla="*/ 151833 w 317004"/>
                    <a:gd name="connsiteY11" fmla="*/ 0 h 316801"/>
                    <a:gd name="connsiteX12" fmla="*/ 151833 w 317004"/>
                    <a:gd name="connsiteY12" fmla="*/ 0 h 3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7004" h="316801">
                      <a:moveTo>
                        <a:pt x="152785" y="27623"/>
                      </a:moveTo>
                      <a:cubicBezTo>
                        <a:pt x="225080" y="27623"/>
                        <a:pt x="286802" y="86487"/>
                        <a:pt x="289374" y="158782"/>
                      </a:cubicBezTo>
                      <a:cubicBezTo>
                        <a:pt x="290612" y="193643"/>
                        <a:pt x="278134" y="226409"/>
                        <a:pt x="254226" y="251079"/>
                      </a:cubicBezTo>
                      <a:cubicBezTo>
                        <a:pt x="230319" y="275654"/>
                        <a:pt x="197934" y="289274"/>
                        <a:pt x="163072" y="289274"/>
                      </a:cubicBezTo>
                      <a:cubicBezTo>
                        <a:pt x="90682" y="289274"/>
                        <a:pt x="30294" y="230410"/>
                        <a:pt x="27722" y="158115"/>
                      </a:cubicBezTo>
                      <a:cubicBezTo>
                        <a:pt x="26484" y="123254"/>
                        <a:pt x="38771" y="90488"/>
                        <a:pt x="62298" y="65818"/>
                      </a:cubicBezTo>
                      <a:cubicBezTo>
                        <a:pt x="85825" y="41148"/>
                        <a:pt x="117924" y="27623"/>
                        <a:pt x="152785" y="27623"/>
                      </a:cubicBezTo>
                      <a:moveTo>
                        <a:pt x="151833" y="0"/>
                      </a:moveTo>
                      <a:cubicBezTo>
                        <a:pt x="64393" y="0"/>
                        <a:pt x="-2948" y="70961"/>
                        <a:pt x="100" y="158401"/>
                      </a:cubicBezTo>
                      <a:cubicBezTo>
                        <a:pt x="3243" y="245840"/>
                        <a:pt x="75919" y="316802"/>
                        <a:pt x="163453" y="316802"/>
                      </a:cubicBezTo>
                      <a:cubicBezTo>
                        <a:pt x="250893" y="316802"/>
                        <a:pt x="320044" y="245936"/>
                        <a:pt x="316901" y="158401"/>
                      </a:cubicBezTo>
                      <a:cubicBezTo>
                        <a:pt x="313853" y="70866"/>
                        <a:pt x="239368" y="0"/>
                        <a:pt x="151833" y="0"/>
                      </a:cubicBezTo>
                      <a:lnTo>
                        <a:pt x="151833" y="0"/>
                      </a:lnTo>
                      <a:close/>
                    </a:path>
                  </a:pathLst>
                </a:custGeom>
                <a:solidFill>
                  <a:schemeClr val="accent1"/>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nvGrpSpPr>
                <p:cNvPr id="74" name="图形 502"/>
                <p:cNvGrpSpPr/>
                <p:nvPr/>
              </p:nvGrpSpPr>
              <p:grpSpPr>
                <a:xfrm>
                  <a:off x="-2200622" y="3458087"/>
                  <a:ext cx="844277" cy="183356"/>
                  <a:chOff x="-2200622" y="3458087"/>
                  <a:chExt cx="844277" cy="183356"/>
                </a:xfrm>
                <a:solidFill>
                  <a:srgbClr val="E0E0E0"/>
                </a:solidFill>
              </p:grpSpPr>
              <p:sp>
                <p:nvSpPr>
                  <p:cNvPr id="75" name="米菲PPT97-7"/>
                  <p:cNvSpPr/>
                  <p:nvPr/>
                </p:nvSpPr>
                <p:spPr>
                  <a:xfrm>
                    <a:off x="-2190094" y="3582388"/>
                    <a:ext cx="564426" cy="59054"/>
                  </a:xfrm>
                  <a:custGeom>
                    <a:avLst/>
                    <a:gdLst>
                      <a:gd name="connsiteX0" fmla="*/ 532006 w 564426"/>
                      <a:gd name="connsiteY0" fmla="*/ 0 h 59054"/>
                      <a:gd name="connsiteX1" fmla="*/ 26990 w 564426"/>
                      <a:gd name="connsiteY1" fmla="*/ 0 h 59054"/>
                      <a:gd name="connsiteX2" fmla="*/ 130 w 564426"/>
                      <a:gd name="connsiteY2" fmla="*/ 29528 h 59054"/>
                      <a:gd name="connsiteX3" fmla="*/ 130 w 564426"/>
                      <a:gd name="connsiteY3" fmla="*/ 29528 h 59054"/>
                      <a:gd name="connsiteX4" fmla="*/ 32610 w 564426"/>
                      <a:gd name="connsiteY4" fmla="*/ 59055 h 59054"/>
                      <a:gd name="connsiteX5" fmla="*/ 537625 w 564426"/>
                      <a:gd name="connsiteY5" fmla="*/ 59055 h 59054"/>
                      <a:gd name="connsiteX6" fmla="*/ 564295 w 564426"/>
                      <a:gd name="connsiteY6" fmla="*/ 29528 h 59054"/>
                      <a:gd name="connsiteX7" fmla="*/ 564295 w 564426"/>
                      <a:gd name="connsiteY7" fmla="*/ 29528 h 59054"/>
                      <a:gd name="connsiteX8" fmla="*/ 532006 w 564426"/>
                      <a:gd name="connsiteY8" fmla="*/ 0 h 59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4426" h="59054">
                        <a:moveTo>
                          <a:pt x="532006" y="0"/>
                        </a:moveTo>
                        <a:cubicBezTo>
                          <a:pt x="363699" y="0"/>
                          <a:pt x="195297" y="0"/>
                          <a:pt x="26990" y="0"/>
                        </a:cubicBezTo>
                        <a:cubicBezTo>
                          <a:pt x="10702" y="0"/>
                          <a:pt x="-1394" y="13240"/>
                          <a:pt x="130" y="29528"/>
                        </a:cubicBezTo>
                        <a:lnTo>
                          <a:pt x="130" y="29528"/>
                        </a:lnTo>
                        <a:cubicBezTo>
                          <a:pt x="1654" y="45815"/>
                          <a:pt x="16322" y="59055"/>
                          <a:pt x="32610" y="59055"/>
                        </a:cubicBezTo>
                        <a:cubicBezTo>
                          <a:pt x="200917" y="59055"/>
                          <a:pt x="369319" y="59055"/>
                          <a:pt x="537625" y="59055"/>
                        </a:cubicBezTo>
                        <a:cubicBezTo>
                          <a:pt x="553913" y="59055"/>
                          <a:pt x="565819" y="45815"/>
                          <a:pt x="564295" y="29528"/>
                        </a:cubicBezTo>
                        <a:lnTo>
                          <a:pt x="564295" y="29528"/>
                        </a:lnTo>
                        <a:cubicBezTo>
                          <a:pt x="562771" y="13240"/>
                          <a:pt x="548389" y="0"/>
                          <a:pt x="532006" y="0"/>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76" name="米菲PPT97-8"/>
                  <p:cNvSpPr/>
                  <p:nvPr/>
                </p:nvSpPr>
                <p:spPr>
                  <a:xfrm>
                    <a:off x="-2200622" y="3458087"/>
                    <a:ext cx="844277" cy="59055"/>
                  </a:xfrm>
                  <a:custGeom>
                    <a:avLst/>
                    <a:gdLst>
                      <a:gd name="connsiteX0" fmla="*/ 812568 w 844277"/>
                      <a:gd name="connsiteY0" fmla="*/ 0 h 59055"/>
                      <a:gd name="connsiteX1" fmla="*/ 27517 w 844277"/>
                      <a:gd name="connsiteY1" fmla="*/ 0 h 59055"/>
                      <a:gd name="connsiteX2" fmla="*/ 85 w 844277"/>
                      <a:gd name="connsiteY2" fmla="*/ 29528 h 59055"/>
                      <a:gd name="connsiteX3" fmla="*/ 85 w 844277"/>
                      <a:gd name="connsiteY3" fmla="*/ 29528 h 59055"/>
                      <a:gd name="connsiteX4" fmla="*/ 31899 w 844277"/>
                      <a:gd name="connsiteY4" fmla="*/ 59055 h 59055"/>
                      <a:gd name="connsiteX5" fmla="*/ 816949 w 844277"/>
                      <a:gd name="connsiteY5" fmla="*/ 59055 h 59055"/>
                      <a:gd name="connsiteX6" fmla="*/ 844191 w 844277"/>
                      <a:gd name="connsiteY6" fmla="*/ 29528 h 59055"/>
                      <a:gd name="connsiteX7" fmla="*/ 844191 w 844277"/>
                      <a:gd name="connsiteY7" fmla="*/ 29528 h 59055"/>
                      <a:gd name="connsiteX8" fmla="*/ 812568 w 844277"/>
                      <a:gd name="connsiteY8"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4277" h="59055">
                        <a:moveTo>
                          <a:pt x="812568" y="0"/>
                        </a:moveTo>
                        <a:cubicBezTo>
                          <a:pt x="550916" y="0"/>
                          <a:pt x="289169" y="0"/>
                          <a:pt x="27517" y="0"/>
                        </a:cubicBezTo>
                        <a:cubicBezTo>
                          <a:pt x="11230" y="0"/>
                          <a:pt x="-1153" y="13145"/>
                          <a:pt x="85" y="29528"/>
                        </a:cubicBezTo>
                        <a:cubicBezTo>
                          <a:pt x="85" y="29528"/>
                          <a:pt x="85" y="29528"/>
                          <a:pt x="85" y="29528"/>
                        </a:cubicBezTo>
                        <a:cubicBezTo>
                          <a:pt x="1324" y="45815"/>
                          <a:pt x="15611" y="59055"/>
                          <a:pt x="31899" y="59055"/>
                        </a:cubicBezTo>
                        <a:cubicBezTo>
                          <a:pt x="293551" y="59055"/>
                          <a:pt x="555298" y="59055"/>
                          <a:pt x="816949" y="59055"/>
                        </a:cubicBezTo>
                        <a:cubicBezTo>
                          <a:pt x="833332" y="59055"/>
                          <a:pt x="845429" y="45815"/>
                          <a:pt x="844191" y="29528"/>
                        </a:cubicBezTo>
                        <a:cubicBezTo>
                          <a:pt x="844191" y="29528"/>
                          <a:pt x="844191" y="29528"/>
                          <a:pt x="844191" y="29528"/>
                        </a:cubicBezTo>
                        <a:cubicBezTo>
                          <a:pt x="843143" y="13240"/>
                          <a:pt x="828951" y="0"/>
                          <a:pt x="812568" y="0"/>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grpSp>
          <p:grpSp>
            <p:nvGrpSpPr>
              <p:cNvPr id="58" name="图形 502"/>
              <p:cNvGrpSpPr/>
              <p:nvPr/>
            </p:nvGrpSpPr>
            <p:grpSpPr>
              <a:xfrm>
                <a:off x="1282736" y="2977982"/>
                <a:ext cx="394352" cy="244438"/>
                <a:chOff x="-2680571" y="2433387"/>
                <a:chExt cx="1229950" cy="762381"/>
              </a:xfrm>
            </p:grpSpPr>
            <p:sp>
              <p:nvSpPr>
                <p:cNvPr id="68" name="米菲PPT97-9"/>
                <p:cNvSpPr/>
                <p:nvPr/>
              </p:nvSpPr>
              <p:spPr>
                <a:xfrm>
                  <a:off x="-2680571" y="2878967"/>
                  <a:ext cx="316941" cy="316801"/>
                </a:xfrm>
                <a:custGeom>
                  <a:avLst/>
                  <a:gdLst>
                    <a:gd name="connsiteX0" fmla="*/ 154565 w 316941"/>
                    <a:gd name="connsiteY0" fmla="*/ 27622 h 316801"/>
                    <a:gd name="connsiteX1" fmla="*/ 289344 w 316941"/>
                    <a:gd name="connsiteY1" fmla="*/ 158782 h 316801"/>
                    <a:gd name="connsiteX2" fmla="*/ 254196 w 316941"/>
                    <a:gd name="connsiteY2" fmla="*/ 251079 h 316801"/>
                    <a:gd name="connsiteX3" fmla="*/ 163328 w 316941"/>
                    <a:gd name="connsiteY3" fmla="*/ 289274 h 316801"/>
                    <a:gd name="connsiteX4" fmla="*/ 27692 w 316941"/>
                    <a:gd name="connsiteY4" fmla="*/ 158115 h 316801"/>
                    <a:gd name="connsiteX5" fmla="*/ 63315 w 316941"/>
                    <a:gd name="connsiteY5" fmla="*/ 65818 h 316801"/>
                    <a:gd name="connsiteX6" fmla="*/ 154565 w 316941"/>
                    <a:gd name="connsiteY6" fmla="*/ 27622 h 316801"/>
                    <a:gd name="connsiteX7" fmla="*/ 154184 w 316941"/>
                    <a:gd name="connsiteY7" fmla="*/ 0 h 316801"/>
                    <a:gd name="connsiteX8" fmla="*/ 154184 w 316941"/>
                    <a:gd name="connsiteY8" fmla="*/ 0 h 316801"/>
                    <a:gd name="connsiteX9" fmla="*/ 69 w 316941"/>
                    <a:gd name="connsiteY9" fmla="*/ 158401 h 316801"/>
                    <a:gd name="connsiteX10" fmla="*/ 163995 w 316941"/>
                    <a:gd name="connsiteY10" fmla="*/ 316801 h 316801"/>
                    <a:gd name="connsiteX11" fmla="*/ 316871 w 316941"/>
                    <a:gd name="connsiteY11" fmla="*/ 158401 h 316801"/>
                    <a:gd name="connsiteX12" fmla="*/ 154184 w 316941"/>
                    <a:gd name="connsiteY12" fmla="*/ 0 h 316801"/>
                    <a:gd name="connsiteX13" fmla="*/ 154184 w 316941"/>
                    <a:gd name="connsiteY13" fmla="*/ 0 h 3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6941" h="316801">
                      <a:moveTo>
                        <a:pt x="154565" y="27622"/>
                      </a:moveTo>
                      <a:cubicBezTo>
                        <a:pt x="226955" y="27622"/>
                        <a:pt x="287248" y="86487"/>
                        <a:pt x="289344" y="158782"/>
                      </a:cubicBezTo>
                      <a:cubicBezTo>
                        <a:pt x="290391" y="193643"/>
                        <a:pt x="277914" y="226504"/>
                        <a:pt x="254196" y="251079"/>
                      </a:cubicBezTo>
                      <a:cubicBezTo>
                        <a:pt x="230479" y="275749"/>
                        <a:pt x="198189" y="289274"/>
                        <a:pt x="163328" y="289274"/>
                      </a:cubicBezTo>
                      <a:cubicBezTo>
                        <a:pt x="91033" y="289274"/>
                        <a:pt x="29787" y="230410"/>
                        <a:pt x="27692" y="158115"/>
                      </a:cubicBezTo>
                      <a:cubicBezTo>
                        <a:pt x="26644" y="123253"/>
                        <a:pt x="39312" y="90488"/>
                        <a:pt x="63315" y="65818"/>
                      </a:cubicBezTo>
                      <a:cubicBezTo>
                        <a:pt x="87223" y="41148"/>
                        <a:pt x="119703" y="27622"/>
                        <a:pt x="154565" y="27622"/>
                      </a:cubicBezTo>
                      <a:moveTo>
                        <a:pt x="154184" y="0"/>
                      </a:moveTo>
                      <a:cubicBezTo>
                        <a:pt x="154184" y="0"/>
                        <a:pt x="154184" y="0"/>
                        <a:pt x="154184" y="0"/>
                      </a:cubicBezTo>
                      <a:cubicBezTo>
                        <a:pt x="66744" y="0"/>
                        <a:pt x="-2502" y="70961"/>
                        <a:pt x="69" y="158401"/>
                      </a:cubicBezTo>
                      <a:cubicBezTo>
                        <a:pt x="2641" y="245840"/>
                        <a:pt x="76460" y="316801"/>
                        <a:pt x="163995" y="316801"/>
                      </a:cubicBezTo>
                      <a:cubicBezTo>
                        <a:pt x="251434" y="316801"/>
                        <a:pt x="319443" y="245840"/>
                        <a:pt x="316871" y="158401"/>
                      </a:cubicBezTo>
                      <a:cubicBezTo>
                        <a:pt x="314299" y="70961"/>
                        <a:pt x="241719" y="0"/>
                        <a:pt x="154184" y="0"/>
                      </a:cubicBezTo>
                      <a:cubicBezTo>
                        <a:pt x="154184" y="0"/>
                        <a:pt x="154184" y="0"/>
                        <a:pt x="154184" y="0"/>
                      </a:cubicBezTo>
                      <a:close/>
                    </a:path>
                  </a:pathLst>
                </a:custGeom>
                <a:solidFill>
                  <a:schemeClr val="accent1"/>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nvGrpSpPr>
                <p:cNvPr id="69" name="图形 502"/>
                <p:cNvGrpSpPr/>
                <p:nvPr/>
              </p:nvGrpSpPr>
              <p:grpSpPr>
                <a:xfrm>
                  <a:off x="-2239043" y="2433387"/>
                  <a:ext cx="788422" cy="183356"/>
                  <a:chOff x="-2239043" y="2433387"/>
                  <a:chExt cx="788422" cy="183356"/>
                </a:xfrm>
                <a:solidFill>
                  <a:srgbClr val="E0E0E0"/>
                </a:solidFill>
              </p:grpSpPr>
              <p:sp>
                <p:nvSpPr>
                  <p:cNvPr id="70" name="米菲PPT97-10"/>
                  <p:cNvSpPr/>
                  <p:nvPr/>
                </p:nvSpPr>
                <p:spPr>
                  <a:xfrm>
                    <a:off x="-2239043" y="2433387"/>
                    <a:ext cx="329051" cy="59055"/>
                  </a:xfrm>
                  <a:custGeom>
                    <a:avLst/>
                    <a:gdLst>
                      <a:gd name="connsiteX0" fmla="*/ 300729 w 329051"/>
                      <a:gd name="connsiteY0" fmla="*/ 59055 h 59055"/>
                      <a:gd name="connsiteX1" fmla="*/ 30791 w 329051"/>
                      <a:gd name="connsiteY1" fmla="*/ 59055 h 59055"/>
                      <a:gd name="connsiteX2" fmla="*/ 25 w 329051"/>
                      <a:gd name="connsiteY2" fmla="*/ 29527 h 59055"/>
                      <a:gd name="connsiteX3" fmla="*/ 25 w 329051"/>
                      <a:gd name="connsiteY3" fmla="*/ 29527 h 59055"/>
                      <a:gd name="connsiteX4" fmla="*/ 28314 w 329051"/>
                      <a:gd name="connsiteY4" fmla="*/ 0 h 59055"/>
                      <a:gd name="connsiteX5" fmla="*/ 298253 w 329051"/>
                      <a:gd name="connsiteY5" fmla="*/ 0 h 59055"/>
                      <a:gd name="connsiteX6" fmla="*/ 329019 w 329051"/>
                      <a:gd name="connsiteY6" fmla="*/ 29527 h 59055"/>
                      <a:gd name="connsiteX7" fmla="*/ 329019 w 329051"/>
                      <a:gd name="connsiteY7" fmla="*/ 29527 h 59055"/>
                      <a:gd name="connsiteX8" fmla="*/ 300729 w 329051"/>
                      <a:gd name="connsiteY8" fmla="*/ 59055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9051" h="59055">
                        <a:moveTo>
                          <a:pt x="300729" y="59055"/>
                        </a:moveTo>
                        <a:cubicBezTo>
                          <a:pt x="210718" y="59055"/>
                          <a:pt x="120707" y="59055"/>
                          <a:pt x="30791" y="59055"/>
                        </a:cubicBezTo>
                        <a:cubicBezTo>
                          <a:pt x="14503" y="59055"/>
                          <a:pt x="692" y="45815"/>
                          <a:pt x="25" y="29527"/>
                        </a:cubicBezTo>
                        <a:cubicBezTo>
                          <a:pt x="25" y="29527"/>
                          <a:pt x="25" y="29527"/>
                          <a:pt x="25" y="29527"/>
                        </a:cubicBezTo>
                        <a:cubicBezTo>
                          <a:pt x="-642" y="13144"/>
                          <a:pt x="12027" y="0"/>
                          <a:pt x="28314" y="0"/>
                        </a:cubicBezTo>
                        <a:cubicBezTo>
                          <a:pt x="118326" y="0"/>
                          <a:pt x="208337" y="0"/>
                          <a:pt x="298253" y="0"/>
                        </a:cubicBezTo>
                        <a:cubicBezTo>
                          <a:pt x="314636" y="0"/>
                          <a:pt x="328447" y="13240"/>
                          <a:pt x="329019" y="29527"/>
                        </a:cubicBezTo>
                        <a:cubicBezTo>
                          <a:pt x="329019" y="29527"/>
                          <a:pt x="329019" y="29527"/>
                          <a:pt x="329019" y="29527"/>
                        </a:cubicBezTo>
                        <a:cubicBezTo>
                          <a:pt x="329781" y="45815"/>
                          <a:pt x="317017" y="59055"/>
                          <a:pt x="300729" y="59055"/>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71" name="米菲PPT97-11"/>
                  <p:cNvSpPr/>
                  <p:nvPr/>
                </p:nvSpPr>
                <p:spPr>
                  <a:xfrm>
                    <a:off x="-1840422" y="2433387"/>
                    <a:ext cx="242088" cy="59055"/>
                  </a:xfrm>
                  <a:custGeom>
                    <a:avLst/>
                    <a:gdLst>
                      <a:gd name="connsiteX0" fmla="*/ 213766 w 242088"/>
                      <a:gd name="connsiteY0" fmla="*/ 59055 h 59055"/>
                      <a:gd name="connsiteX1" fmla="*/ 30791 w 242088"/>
                      <a:gd name="connsiteY1" fmla="*/ 59055 h 59055"/>
                      <a:gd name="connsiteX2" fmla="*/ 25 w 242088"/>
                      <a:gd name="connsiteY2" fmla="*/ 29527 h 59055"/>
                      <a:gd name="connsiteX3" fmla="*/ 25 w 242088"/>
                      <a:gd name="connsiteY3" fmla="*/ 29527 h 59055"/>
                      <a:gd name="connsiteX4" fmla="*/ 28314 w 242088"/>
                      <a:gd name="connsiteY4" fmla="*/ 0 h 59055"/>
                      <a:gd name="connsiteX5" fmla="*/ 211290 w 242088"/>
                      <a:gd name="connsiteY5" fmla="*/ 0 h 59055"/>
                      <a:gd name="connsiteX6" fmla="*/ 242055 w 242088"/>
                      <a:gd name="connsiteY6" fmla="*/ 29527 h 59055"/>
                      <a:gd name="connsiteX7" fmla="*/ 242055 w 242088"/>
                      <a:gd name="connsiteY7" fmla="*/ 29527 h 59055"/>
                      <a:gd name="connsiteX8" fmla="*/ 213766 w 242088"/>
                      <a:gd name="connsiteY8" fmla="*/ 59055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088" h="59055">
                        <a:moveTo>
                          <a:pt x="213766" y="59055"/>
                        </a:moveTo>
                        <a:cubicBezTo>
                          <a:pt x="152806" y="59055"/>
                          <a:pt x="91846" y="59055"/>
                          <a:pt x="30791" y="59055"/>
                        </a:cubicBezTo>
                        <a:cubicBezTo>
                          <a:pt x="14503" y="59055"/>
                          <a:pt x="692" y="45815"/>
                          <a:pt x="25" y="29527"/>
                        </a:cubicBezTo>
                        <a:cubicBezTo>
                          <a:pt x="25" y="29527"/>
                          <a:pt x="25" y="29527"/>
                          <a:pt x="25" y="29527"/>
                        </a:cubicBezTo>
                        <a:cubicBezTo>
                          <a:pt x="-642" y="13144"/>
                          <a:pt x="12027" y="0"/>
                          <a:pt x="28314" y="0"/>
                        </a:cubicBezTo>
                        <a:cubicBezTo>
                          <a:pt x="89274" y="0"/>
                          <a:pt x="150330" y="0"/>
                          <a:pt x="211290" y="0"/>
                        </a:cubicBezTo>
                        <a:cubicBezTo>
                          <a:pt x="227673" y="0"/>
                          <a:pt x="241389" y="13240"/>
                          <a:pt x="242055" y="29527"/>
                        </a:cubicBezTo>
                        <a:cubicBezTo>
                          <a:pt x="242055" y="29527"/>
                          <a:pt x="242055" y="29527"/>
                          <a:pt x="242055" y="29527"/>
                        </a:cubicBezTo>
                        <a:cubicBezTo>
                          <a:pt x="242817" y="45815"/>
                          <a:pt x="230149" y="59055"/>
                          <a:pt x="213766" y="59055"/>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72" name="米菲PPT97-12"/>
                  <p:cNvSpPr/>
                  <p:nvPr/>
                </p:nvSpPr>
                <p:spPr>
                  <a:xfrm>
                    <a:off x="-2234560" y="2557688"/>
                    <a:ext cx="783938" cy="59055"/>
                  </a:xfrm>
                  <a:custGeom>
                    <a:avLst/>
                    <a:gdLst>
                      <a:gd name="connsiteX0" fmla="*/ 755256 w 783938"/>
                      <a:gd name="connsiteY0" fmla="*/ 59055 h 59055"/>
                      <a:gd name="connsiteX1" fmla="*/ 30498 w 783938"/>
                      <a:gd name="connsiteY1" fmla="*/ 59055 h 59055"/>
                      <a:gd name="connsiteX2" fmla="*/ 18 w 783938"/>
                      <a:gd name="connsiteY2" fmla="*/ 29528 h 59055"/>
                      <a:gd name="connsiteX3" fmla="*/ 18 w 783938"/>
                      <a:gd name="connsiteY3" fmla="*/ 29528 h 59055"/>
                      <a:gd name="connsiteX4" fmla="*/ 28593 w 783938"/>
                      <a:gd name="connsiteY4" fmla="*/ 1 h 59055"/>
                      <a:gd name="connsiteX5" fmla="*/ 753351 w 783938"/>
                      <a:gd name="connsiteY5" fmla="*/ 1 h 59055"/>
                      <a:gd name="connsiteX6" fmla="*/ 783926 w 783938"/>
                      <a:gd name="connsiteY6" fmla="*/ 29528 h 59055"/>
                      <a:gd name="connsiteX7" fmla="*/ 783926 w 783938"/>
                      <a:gd name="connsiteY7" fmla="*/ 29528 h 59055"/>
                      <a:gd name="connsiteX8" fmla="*/ 755256 w 783938"/>
                      <a:gd name="connsiteY8" fmla="*/ 59055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3938" h="59055">
                        <a:moveTo>
                          <a:pt x="755256" y="59055"/>
                        </a:moveTo>
                        <a:cubicBezTo>
                          <a:pt x="513702" y="59055"/>
                          <a:pt x="272052" y="59055"/>
                          <a:pt x="30498" y="59055"/>
                        </a:cubicBezTo>
                        <a:cubicBezTo>
                          <a:pt x="14211" y="59055"/>
                          <a:pt x="495" y="45816"/>
                          <a:pt x="18" y="29528"/>
                        </a:cubicBezTo>
                        <a:cubicBezTo>
                          <a:pt x="18" y="29528"/>
                          <a:pt x="18" y="29528"/>
                          <a:pt x="18" y="29528"/>
                        </a:cubicBezTo>
                        <a:cubicBezTo>
                          <a:pt x="-553" y="13240"/>
                          <a:pt x="12306" y="-95"/>
                          <a:pt x="28593" y="1"/>
                        </a:cubicBezTo>
                        <a:cubicBezTo>
                          <a:pt x="270147" y="1"/>
                          <a:pt x="511797" y="1"/>
                          <a:pt x="753351" y="1"/>
                        </a:cubicBezTo>
                        <a:cubicBezTo>
                          <a:pt x="769734" y="1"/>
                          <a:pt x="783354" y="13240"/>
                          <a:pt x="783926" y="29528"/>
                        </a:cubicBezTo>
                        <a:cubicBezTo>
                          <a:pt x="783926" y="29528"/>
                          <a:pt x="783926" y="29528"/>
                          <a:pt x="783926" y="29528"/>
                        </a:cubicBezTo>
                        <a:cubicBezTo>
                          <a:pt x="784402" y="45816"/>
                          <a:pt x="771543" y="59055"/>
                          <a:pt x="755256" y="59055"/>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grpSp>
          <p:grpSp>
            <p:nvGrpSpPr>
              <p:cNvPr id="59" name="图形 502"/>
              <p:cNvGrpSpPr/>
              <p:nvPr/>
            </p:nvGrpSpPr>
            <p:grpSpPr>
              <a:xfrm>
                <a:off x="1291220" y="3142223"/>
                <a:ext cx="426302" cy="244499"/>
                <a:chOff x="-2654110" y="2945642"/>
                <a:chExt cx="1329600" cy="762571"/>
              </a:xfrm>
            </p:grpSpPr>
            <p:sp>
              <p:nvSpPr>
                <p:cNvPr id="64" name="米菲PPT97-13"/>
                <p:cNvSpPr/>
                <p:nvPr/>
              </p:nvSpPr>
              <p:spPr>
                <a:xfrm>
                  <a:off x="-2654110" y="3391412"/>
                  <a:ext cx="317949" cy="316801"/>
                </a:xfrm>
                <a:custGeom>
                  <a:avLst/>
                  <a:gdLst>
                    <a:gd name="connsiteX0" fmla="*/ 148773 w 317949"/>
                    <a:gd name="connsiteY0" fmla="*/ 27527 h 316801"/>
                    <a:gd name="connsiteX1" fmla="*/ 289743 w 317949"/>
                    <a:gd name="connsiteY1" fmla="*/ 158687 h 316801"/>
                    <a:gd name="connsiteX2" fmla="*/ 260120 w 317949"/>
                    <a:gd name="connsiteY2" fmla="*/ 250984 h 316801"/>
                    <a:gd name="connsiteX3" fmla="*/ 171824 w 317949"/>
                    <a:gd name="connsiteY3" fmla="*/ 289179 h 316801"/>
                    <a:gd name="connsiteX4" fmla="*/ 27996 w 317949"/>
                    <a:gd name="connsiteY4" fmla="*/ 158020 h 316801"/>
                    <a:gd name="connsiteX5" fmla="*/ 59048 w 317949"/>
                    <a:gd name="connsiteY5" fmla="*/ 65723 h 316801"/>
                    <a:gd name="connsiteX6" fmla="*/ 148773 w 317949"/>
                    <a:gd name="connsiteY6" fmla="*/ 27527 h 316801"/>
                    <a:gd name="connsiteX7" fmla="*/ 147440 w 317949"/>
                    <a:gd name="connsiteY7" fmla="*/ 0 h 316801"/>
                    <a:gd name="connsiteX8" fmla="*/ 564 w 317949"/>
                    <a:gd name="connsiteY8" fmla="*/ 158401 h 316801"/>
                    <a:gd name="connsiteX9" fmla="*/ 174586 w 317949"/>
                    <a:gd name="connsiteY9" fmla="*/ 316802 h 316801"/>
                    <a:gd name="connsiteX10" fmla="*/ 317366 w 317949"/>
                    <a:gd name="connsiteY10" fmla="*/ 158401 h 316801"/>
                    <a:gd name="connsiteX11" fmla="*/ 147440 w 317949"/>
                    <a:gd name="connsiteY11" fmla="*/ 0 h 316801"/>
                    <a:gd name="connsiteX12" fmla="*/ 147440 w 317949"/>
                    <a:gd name="connsiteY12" fmla="*/ 0 h 3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7949" h="316801">
                      <a:moveTo>
                        <a:pt x="148773" y="27527"/>
                      </a:moveTo>
                      <a:cubicBezTo>
                        <a:pt x="221163" y="27527"/>
                        <a:pt x="283647" y="86392"/>
                        <a:pt x="289743" y="158687"/>
                      </a:cubicBezTo>
                      <a:cubicBezTo>
                        <a:pt x="292696" y="193548"/>
                        <a:pt x="282218" y="226314"/>
                        <a:pt x="260120" y="250984"/>
                      </a:cubicBezTo>
                      <a:cubicBezTo>
                        <a:pt x="238022" y="275654"/>
                        <a:pt x="206780" y="289179"/>
                        <a:pt x="171824" y="289179"/>
                      </a:cubicBezTo>
                      <a:cubicBezTo>
                        <a:pt x="99529" y="289179"/>
                        <a:pt x="34092" y="230315"/>
                        <a:pt x="27996" y="158020"/>
                      </a:cubicBezTo>
                      <a:cubicBezTo>
                        <a:pt x="25043" y="123158"/>
                        <a:pt x="36188" y="90392"/>
                        <a:pt x="59048" y="65723"/>
                      </a:cubicBezTo>
                      <a:cubicBezTo>
                        <a:pt x="82003" y="41148"/>
                        <a:pt x="113912" y="27527"/>
                        <a:pt x="148773" y="27527"/>
                      </a:cubicBezTo>
                      <a:moveTo>
                        <a:pt x="147440" y="0"/>
                      </a:moveTo>
                      <a:cubicBezTo>
                        <a:pt x="60000" y="0"/>
                        <a:pt x="-6865" y="70961"/>
                        <a:pt x="564" y="158401"/>
                      </a:cubicBezTo>
                      <a:cubicBezTo>
                        <a:pt x="7898" y="245840"/>
                        <a:pt x="87146" y="316802"/>
                        <a:pt x="174586" y="316802"/>
                      </a:cubicBezTo>
                      <a:cubicBezTo>
                        <a:pt x="262121" y="316802"/>
                        <a:pt x="324700" y="245840"/>
                        <a:pt x="317366" y="158401"/>
                      </a:cubicBezTo>
                      <a:cubicBezTo>
                        <a:pt x="309936" y="70866"/>
                        <a:pt x="234974" y="-95"/>
                        <a:pt x="147440" y="0"/>
                      </a:cubicBezTo>
                      <a:lnTo>
                        <a:pt x="147440" y="0"/>
                      </a:lnTo>
                      <a:close/>
                    </a:path>
                  </a:pathLst>
                </a:custGeom>
                <a:solidFill>
                  <a:schemeClr val="accent1"/>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nvGrpSpPr>
                <p:cNvPr id="65" name="图形 502"/>
                <p:cNvGrpSpPr/>
                <p:nvPr/>
              </p:nvGrpSpPr>
              <p:grpSpPr>
                <a:xfrm>
                  <a:off x="-2224267" y="2945642"/>
                  <a:ext cx="899757" cy="183451"/>
                  <a:chOff x="-2224267" y="2945642"/>
                  <a:chExt cx="899757" cy="183451"/>
                </a:xfrm>
                <a:solidFill>
                  <a:srgbClr val="E0E0E0"/>
                </a:solidFill>
              </p:grpSpPr>
              <p:sp>
                <p:nvSpPr>
                  <p:cNvPr id="66" name="米菲PPT97-14"/>
                  <p:cNvSpPr/>
                  <p:nvPr/>
                </p:nvSpPr>
                <p:spPr>
                  <a:xfrm>
                    <a:off x="-2220367" y="3070038"/>
                    <a:ext cx="895857" cy="59055"/>
                  </a:xfrm>
                  <a:custGeom>
                    <a:avLst/>
                    <a:gdLst>
                      <a:gd name="connsiteX0" fmla="*/ 865269 w 895857"/>
                      <a:gd name="connsiteY0" fmla="*/ 1 h 59055"/>
                      <a:gd name="connsiteX1" fmla="*/ 28593 w 895857"/>
                      <a:gd name="connsiteY1" fmla="*/ 1 h 59055"/>
                      <a:gd name="connsiteX2" fmla="*/ 18 w 895857"/>
                      <a:gd name="connsiteY2" fmla="*/ 29528 h 59055"/>
                      <a:gd name="connsiteX3" fmla="*/ 18 w 895857"/>
                      <a:gd name="connsiteY3" fmla="*/ 29528 h 59055"/>
                      <a:gd name="connsiteX4" fmla="*/ 30594 w 895857"/>
                      <a:gd name="connsiteY4" fmla="*/ 59055 h 59055"/>
                      <a:gd name="connsiteX5" fmla="*/ 867270 w 895857"/>
                      <a:gd name="connsiteY5" fmla="*/ 59055 h 59055"/>
                      <a:gd name="connsiteX6" fmla="*/ 895845 w 895857"/>
                      <a:gd name="connsiteY6" fmla="*/ 29528 h 59055"/>
                      <a:gd name="connsiteX7" fmla="*/ 895845 w 895857"/>
                      <a:gd name="connsiteY7" fmla="*/ 29528 h 59055"/>
                      <a:gd name="connsiteX8" fmla="*/ 865269 w 895857"/>
                      <a:gd name="connsiteY8" fmla="*/ 1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5857" h="59055">
                        <a:moveTo>
                          <a:pt x="865269" y="1"/>
                        </a:moveTo>
                        <a:cubicBezTo>
                          <a:pt x="586377" y="1"/>
                          <a:pt x="307485" y="1"/>
                          <a:pt x="28593" y="1"/>
                        </a:cubicBezTo>
                        <a:cubicBezTo>
                          <a:pt x="12306" y="1"/>
                          <a:pt x="-553" y="13240"/>
                          <a:pt x="18" y="29528"/>
                        </a:cubicBezTo>
                        <a:cubicBezTo>
                          <a:pt x="18" y="29528"/>
                          <a:pt x="18" y="29528"/>
                          <a:pt x="18" y="29528"/>
                        </a:cubicBezTo>
                        <a:cubicBezTo>
                          <a:pt x="590" y="45816"/>
                          <a:pt x="14306" y="59055"/>
                          <a:pt x="30594" y="59055"/>
                        </a:cubicBezTo>
                        <a:cubicBezTo>
                          <a:pt x="309486" y="59055"/>
                          <a:pt x="588378" y="59055"/>
                          <a:pt x="867270" y="59055"/>
                        </a:cubicBezTo>
                        <a:cubicBezTo>
                          <a:pt x="883557" y="59055"/>
                          <a:pt x="896321" y="45816"/>
                          <a:pt x="895845" y="29528"/>
                        </a:cubicBezTo>
                        <a:lnTo>
                          <a:pt x="895845" y="29528"/>
                        </a:lnTo>
                        <a:cubicBezTo>
                          <a:pt x="895273" y="13240"/>
                          <a:pt x="881557" y="-95"/>
                          <a:pt x="865269" y="1"/>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67" name="米菲PPT97-15"/>
                  <p:cNvSpPr/>
                  <p:nvPr/>
                </p:nvSpPr>
                <p:spPr>
                  <a:xfrm>
                    <a:off x="-2224267" y="2945642"/>
                    <a:ext cx="701060" cy="59054"/>
                  </a:xfrm>
                  <a:custGeom>
                    <a:avLst/>
                    <a:gdLst>
                      <a:gd name="connsiteX0" fmla="*/ 670668 w 701060"/>
                      <a:gd name="connsiteY0" fmla="*/ 0 h 59054"/>
                      <a:gd name="connsiteX1" fmla="*/ 28778 w 701060"/>
                      <a:gd name="connsiteY1" fmla="*/ 0 h 59054"/>
                      <a:gd name="connsiteX2" fmla="*/ 13 w 701060"/>
                      <a:gd name="connsiteY2" fmla="*/ 29527 h 59054"/>
                      <a:gd name="connsiteX3" fmla="*/ 13 w 701060"/>
                      <a:gd name="connsiteY3" fmla="*/ 29527 h 59054"/>
                      <a:gd name="connsiteX4" fmla="*/ 30397 w 701060"/>
                      <a:gd name="connsiteY4" fmla="*/ 59055 h 59054"/>
                      <a:gd name="connsiteX5" fmla="*/ 672287 w 701060"/>
                      <a:gd name="connsiteY5" fmla="*/ 59055 h 59054"/>
                      <a:gd name="connsiteX6" fmla="*/ 701053 w 701060"/>
                      <a:gd name="connsiteY6" fmla="*/ 29527 h 59054"/>
                      <a:gd name="connsiteX7" fmla="*/ 701053 w 701060"/>
                      <a:gd name="connsiteY7" fmla="*/ 29527 h 59054"/>
                      <a:gd name="connsiteX8" fmla="*/ 670668 w 701060"/>
                      <a:gd name="connsiteY8" fmla="*/ 0 h 59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060" h="59054">
                        <a:moveTo>
                          <a:pt x="670668" y="0"/>
                        </a:moveTo>
                        <a:cubicBezTo>
                          <a:pt x="456736" y="0"/>
                          <a:pt x="242805" y="0"/>
                          <a:pt x="28778" y="0"/>
                        </a:cubicBezTo>
                        <a:cubicBezTo>
                          <a:pt x="12490" y="0"/>
                          <a:pt x="-464" y="13240"/>
                          <a:pt x="13" y="29527"/>
                        </a:cubicBezTo>
                        <a:lnTo>
                          <a:pt x="13" y="29527"/>
                        </a:lnTo>
                        <a:cubicBezTo>
                          <a:pt x="489" y="45815"/>
                          <a:pt x="14110" y="59055"/>
                          <a:pt x="30397" y="59055"/>
                        </a:cubicBezTo>
                        <a:cubicBezTo>
                          <a:pt x="244329" y="59055"/>
                          <a:pt x="458260" y="59055"/>
                          <a:pt x="672287" y="59055"/>
                        </a:cubicBezTo>
                        <a:cubicBezTo>
                          <a:pt x="688575" y="59055"/>
                          <a:pt x="701434" y="45815"/>
                          <a:pt x="701053" y="29527"/>
                        </a:cubicBezTo>
                        <a:cubicBezTo>
                          <a:pt x="701053" y="29527"/>
                          <a:pt x="701053" y="29527"/>
                          <a:pt x="701053" y="29527"/>
                        </a:cubicBezTo>
                        <a:cubicBezTo>
                          <a:pt x="700672" y="13240"/>
                          <a:pt x="687051" y="0"/>
                          <a:pt x="670668" y="0"/>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grpSp>
          <p:sp>
            <p:nvSpPr>
              <p:cNvPr id="60" name="米菲PPT97-16"/>
              <p:cNvSpPr/>
              <p:nvPr/>
            </p:nvSpPr>
            <p:spPr>
              <a:xfrm>
                <a:off x="1298058" y="2966804"/>
                <a:ext cx="96963" cy="70516"/>
              </a:xfrm>
              <a:custGeom>
                <a:avLst/>
                <a:gdLst>
                  <a:gd name="connsiteX0" fmla="*/ 105156 w 302418"/>
                  <a:gd name="connsiteY0" fmla="*/ 219932 h 219932"/>
                  <a:gd name="connsiteX1" fmla="*/ 93917 w 302418"/>
                  <a:gd name="connsiteY1" fmla="*/ 201454 h 219932"/>
                  <a:gd name="connsiteX2" fmla="*/ 0 w 302418"/>
                  <a:gd name="connsiteY2" fmla="*/ 114681 h 219932"/>
                  <a:gd name="connsiteX3" fmla="*/ 13335 w 302418"/>
                  <a:gd name="connsiteY3" fmla="*/ 91059 h 219932"/>
                  <a:gd name="connsiteX4" fmla="*/ 105442 w 302418"/>
                  <a:gd name="connsiteY4" fmla="*/ 170688 h 219932"/>
                  <a:gd name="connsiteX5" fmla="*/ 285179 w 302418"/>
                  <a:gd name="connsiteY5" fmla="*/ 0 h 219932"/>
                  <a:gd name="connsiteX6" fmla="*/ 302419 w 302418"/>
                  <a:gd name="connsiteY6" fmla="*/ 22288 h 219932"/>
                  <a:gd name="connsiteX7" fmla="*/ 116967 w 302418"/>
                  <a:gd name="connsiteY7" fmla="*/ 202597 h 219932"/>
                  <a:gd name="connsiteX8" fmla="*/ 105156 w 302418"/>
                  <a:gd name="connsiteY8" fmla="*/ 219932 h 21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418" h="219932">
                    <a:moveTo>
                      <a:pt x="105156" y="219932"/>
                    </a:moveTo>
                    <a:cubicBezTo>
                      <a:pt x="101441" y="213741"/>
                      <a:pt x="97631" y="207645"/>
                      <a:pt x="93917" y="201454"/>
                    </a:cubicBezTo>
                    <a:cubicBezTo>
                      <a:pt x="69342" y="161163"/>
                      <a:pt x="17812" y="125158"/>
                      <a:pt x="0" y="114681"/>
                    </a:cubicBezTo>
                    <a:cubicBezTo>
                      <a:pt x="4477" y="106775"/>
                      <a:pt x="8953" y="98965"/>
                      <a:pt x="13335" y="91059"/>
                    </a:cubicBezTo>
                    <a:cubicBezTo>
                      <a:pt x="34385" y="103537"/>
                      <a:pt x="77057" y="134207"/>
                      <a:pt x="105442" y="170688"/>
                    </a:cubicBezTo>
                    <a:cubicBezTo>
                      <a:pt x="146018" y="116395"/>
                      <a:pt x="205073" y="60388"/>
                      <a:pt x="285179" y="0"/>
                    </a:cubicBezTo>
                    <a:cubicBezTo>
                      <a:pt x="290893" y="7429"/>
                      <a:pt x="296704" y="14859"/>
                      <a:pt x="302419" y="22288"/>
                    </a:cubicBezTo>
                    <a:cubicBezTo>
                      <a:pt x="216694" y="86773"/>
                      <a:pt x="155924" y="145732"/>
                      <a:pt x="116967" y="202597"/>
                    </a:cubicBezTo>
                    <a:cubicBezTo>
                      <a:pt x="113157" y="208407"/>
                      <a:pt x="109156" y="214217"/>
                      <a:pt x="105156" y="219932"/>
                    </a:cubicBezTo>
                    <a:close/>
                  </a:path>
                </a:pathLst>
              </a:custGeom>
              <a:solidFill>
                <a:schemeClr val="accent1"/>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61" name="米菲PPT97-17"/>
              <p:cNvSpPr/>
              <p:nvPr/>
            </p:nvSpPr>
            <p:spPr>
              <a:xfrm>
                <a:off x="1302669" y="3131076"/>
                <a:ext cx="97360" cy="70546"/>
              </a:xfrm>
              <a:custGeom>
                <a:avLst/>
                <a:gdLst>
                  <a:gd name="connsiteX0" fmla="*/ 105061 w 303657"/>
                  <a:gd name="connsiteY0" fmla="*/ 220028 h 220027"/>
                  <a:gd name="connsiteX1" fmla="*/ 93726 w 303657"/>
                  <a:gd name="connsiteY1" fmla="*/ 201549 h 220027"/>
                  <a:gd name="connsiteX2" fmla="*/ 0 w 303657"/>
                  <a:gd name="connsiteY2" fmla="*/ 114681 h 220027"/>
                  <a:gd name="connsiteX3" fmla="*/ 13526 w 303657"/>
                  <a:gd name="connsiteY3" fmla="*/ 91059 h 220027"/>
                  <a:gd name="connsiteX4" fmla="*/ 105251 w 303657"/>
                  <a:gd name="connsiteY4" fmla="*/ 170688 h 220027"/>
                  <a:gd name="connsiteX5" fmla="*/ 286798 w 303657"/>
                  <a:gd name="connsiteY5" fmla="*/ 0 h 220027"/>
                  <a:gd name="connsiteX6" fmla="*/ 303657 w 303657"/>
                  <a:gd name="connsiteY6" fmla="*/ 22288 h 220027"/>
                  <a:gd name="connsiteX7" fmla="*/ 116967 w 303657"/>
                  <a:gd name="connsiteY7" fmla="*/ 202597 h 220027"/>
                  <a:gd name="connsiteX8" fmla="*/ 105061 w 303657"/>
                  <a:gd name="connsiteY8" fmla="*/ 220028 h 22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3657" h="220027">
                    <a:moveTo>
                      <a:pt x="105061" y="220028"/>
                    </a:moveTo>
                    <a:cubicBezTo>
                      <a:pt x="101251" y="213836"/>
                      <a:pt x="97441" y="207740"/>
                      <a:pt x="93726" y="201549"/>
                    </a:cubicBezTo>
                    <a:cubicBezTo>
                      <a:pt x="68961" y="161258"/>
                      <a:pt x="17717" y="125254"/>
                      <a:pt x="0" y="114681"/>
                    </a:cubicBezTo>
                    <a:cubicBezTo>
                      <a:pt x="4477" y="106775"/>
                      <a:pt x="9049" y="98965"/>
                      <a:pt x="13526" y="91059"/>
                    </a:cubicBezTo>
                    <a:cubicBezTo>
                      <a:pt x="34481" y="103442"/>
                      <a:pt x="76867" y="134207"/>
                      <a:pt x="105251" y="170688"/>
                    </a:cubicBezTo>
                    <a:cubicBezTo>
                      <a:pt x="145828" y="116396"/>
                      <a:pt x="205454" y="60388"/>
                      <a:pt x="286798" y="0"/>
                    </a:cubicBezTo>
                    <a:cubicBezTo>
                      <a:pt x="292418" y="7429"/>
                      <a:pt x="298037" y="14859"/>
                      <a:pt x="303657" y="22288"/>
                    </a:cubicBezTo>
                    <a:cubicBezTo>
                      <a:pt x="216789" y="86773"/>
                      <a:pt x="155639" y="145733"/>
                      <a:pt x="116967" y="202597"/>
                    </a:cubicBezTo>
                    <a:cubicBezTo>
                      <a:pt x="112967" y="208407"/>
                      <a:pt x="109061" y="214217"/>
                      <a:pt x="105061" y="220028"/>
                    </a:cubicBezTo>
                    <a:close/>
                  </a:path>
                </a:pathLst>
              </a:custGeom>
              <a:solidFill>
                <a:schemeClr val="accent1"/>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62" name="米菲PPT97-18"/>
              <p:cNvSpPr/>
              <p:nvPr/>
            </p:nvSpPr>
            <p:spPr>
              <a:xfrm>
                <a:off x="1311129" y="3295745"/>
                <a:ext cx="95924" cy="70546"/>
              </a:xfrm>
              <a:custGeom>
                <a:avLst/>
                <a:gdLst>
                  <a:gd name="connsiteX0" fmla="*/ 111347 w 299180"/>
                  <a:gd name="connsiteY0" fmla="*/ 220028 h 220027"/>
                  <a:gd name="connsiteX1" fmla="*/ 98774 w 299180"/>
                  <a:gd name="connsiteY1" fmla="*/ 201549 h 220027"/>
                  <a:gd name="connsiteX2" fmla="*/ 0 w 299180"/>
                  <a:gd name="connsiteY2" fmla="*/ 114681 h 220027"/>
                  <a:gd name="connsiteX3" fmla="*/ 12382 w 299180"/>
                  <a:gd name="connsiteY3" fmla="*/ 91059 h 220027"/>
                  <a:gd name="connsiteX4" fmla="*/ 108490 w 299180"/>
                  <a:gd name="connsiteY4" fmla="*/ 170688 h 220027"/>
                  <a:gd name="connsiteX5" fmla="*/ 281464 w 299180"/>
                  <a:gd name="connsiteY5" fmla="*/ 0 h 220027"/>
                  <a:gd name="connsiteX6" fmla="*/ 299180 w 299180"/>
                  <a:gd name="connsiteY6" fmla="*/ 22289 h 220027"/>
                  <a:gd name="connsiteX7" fmla="*/ 122015 w 299180"/>
                  <a:gd name="connsiteY7" fmla="*/ 202597 h 220027"/>
                  <a:gd name="connsiteX8" fmla="*/ 111347 w 299180"/>
                  <a:gd name="connsiteY8" fmla="*/ 220028 h 22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180" h="220027">
                    <a:moveTo>
                      <a:pt x="111347" y="220028"/>
                    </a:moveTo>
                    <a:cubicBezTo>
                      <a:pt x="107156" y="213836"/>
                      <a:pt x="102965" y="207740"/>
                      <a:pt x="98774" y="201549"/>
                    </a:cubicBezTo>
                    <a:cubicBezTo>
                      <a:pt x="71438" y="161258"/>
                      <a:pt x="18193" y="125254"/>
                      <a:pt x="0" y="114681"/>
                    </a:cubicBezTo>
                    <a:cubicBezTo>
                      <a:pt x="4096" y="106775"/>
                      <a:pt x="8192" y="98965"/>
                      <a:pt x="12382" y="91059"/>
                    </a:cubicBezTo>
                    <a:cubicBezTo>
                      <a:pt x="33909" y="103442"/>
                      <a:pt x="77915" y="134207"/>
                      <a:pt x="108490" y="170688"/>
                    </a:cubicBezTo>
                    <a:cubicBezTo>
                      <a:pt x="145828" y="116396"/>
                      <a:pt x="202597" y="60389"/>
                      <a:pt x="281464" y="0"/>
                    </a:cubicBezTo>
                    <a:cubicBezTo>
                      <a:pt x="287369" y="7429"/>
                      <a:pt x="293275" y="14859"/>
                      <a:pt x="299180" y="22289"/>
                    </a:cubicBezTo>
                    <a:cubicBezTo>
                      <a:pt x="215075" y="86773"/>
                      <a:pt x="157163" y="145828"/>
                      <a:pt x="122015" y="202597"/>
                    </a:cubicBezTo>
                    <a:cubicBezTo>
                      <a:pt x="118396" y="208502"/>
                      <a:pt x="114872" y="214217"/>
                      <a:pt x="111347" y="220028"/>
                    </a:cubicBezTo>
                    <a:close/>
                  </a:path>
                </a:pathLst>
              </a:custGeom>
              <a:solidFill>
                <a:schemeClr val="accent1"/>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63" name="米菲PPT97-19"/>
              <p:cNvSpPr/>
              <p:nvPr/>
            </p:nvSpPr>
            <p:spPr>
              <a:xfrm>
                <a:off x="1305370" y="2747360"/>
                <a:ext cx="319619" cy="72043"/>
              </a:xfrm>
              <a:custGeom>
                <a:avLst/>
                <a:gdLst>
                  <a:gd name="connsiteX0" fmla="*/ 995038 w 996863"/>
                  <a:gd name="connsiteY0" fmla="*/ 199835 h 224695"/>
                  <a:gd name="connsiteX1" fmla="*/ 821111 w 996863"/>
                  <a:gd name="connsiteY1" fmla="*/ 95917 h 224695"/>
                  <a:gd name="connsiteX2" fmla="*/ 668807 w 996863"/>
                  <a:gd name="connsiteY2" fmla="*/ 95917 h 224695"/>
                  <a:gd name="connsiteX3" fmla="*/ 615943 w 996863"/>
                  <a:gd name="connsiteY3" fmla="*/ 68294 h 224695"/>
                  <a:gd name="connsiteX4" fmla="*/ 486593 w 996863"/>
                  <a:gd name="connsiteY4" fmla="*/ 0 h 224695"/>
                  <a:gd name="connsiteX5" fmla="*/ 365054 w 996863"/>
                  <a:gd name="connsiteY5" fmla="*/ 68199 h 224695"/>
                  <a:gd name="connsiteX6" fmla="*/ 315334 w 996863"/>
                  <a:gd name="connsiteY6" fmla="*/ 95822 h 224695"/>
                  <a:gd name="connsiteX7" fmla="*/ 163029 w 996863"/>
                  <a:gd name="connsiteY7" fmla="*/ 95822 h 224695"/>
                  <a:gd name="connsiteX8" fmla="*/ 1009 w 996863"/>
                  <a:gd name="connsiteY8" fmla="*/ 199739 h 224695"/>
                  <a:gd name="connsiteX9" fmla="*/ 56 w 996863"/>
                  <a:gd name="connsiteY9" fmla="*/ 206693 h 224695"/>
                  <a:gd name="connsiteX10" fmla="*/ 19106 w 996863"/>
                  <a:gd name="connsiteY10" fmla="*/ 224695 h 224695"/>
                  <a:gd name="connsiteX11" fmla="*/ 979893 w 996863"/>
                  <a:gd name="connsiteY11" fmla="*/ 224695 h 224695"/>
                  <a:gd name="connsiteX12" fmla="*/ 995038 w 996863"/>
                  <a:gd name="connsiteY12" fmla="*/ 199835 h 224695"/>
                  <a:gd name="connsiteX13" fmla="*/ 493070 w 996863"/>
                  <a:gd name="connsiteY13" fmla="*/ 113062 h 224695"/>
                  <a:gd name="connsiteX14" fmla="*/ 448208 w 996863"/>
                  <a:gd name="connsiteY14" fmla="*/ 70676 h 224695"/>
                  <a:gd name="connsiteX15" fmla="*/ 488213 w 996863"/>
                  <a:gd name="connsiteY15" fmla="*/ 28289 h 224695"/>
                  <a:gd name="connsiteX16" fmla="*/ 533075 w 996863"/>
                  <a:gd name="connsiteY16" fmla="*/ 70676 h 224695"/>
                  <a:gd name="connsiteX17" fmla="*/ 493070 w 996863"/>
                  <a:gd name="connsiteY17" fmla="*/ 113062 h 224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6863" h="224695">
                    <a:moveTo>
                      <a:pt x="995038" y="199835"/>
                    </a:moveTo>
                    <a:cubicBezTo>
                      <a:pt x="965320" y="137351"/>
                      <a:pt x="895883" y="95917"/>
                      <a:pt x="821111" y="95917"/>
                    </a:cubicBezTo>
                    <a:lnTo>
                      <a:pt x="668807" y="95917"/>
                    </a:lnTo>
                    <a:cubicBezTo>
                      <a:pt x="646042" y="95917"/>
                      <a:pt x="624801" y="85058"/>
                      <a:pt x="615943" y="68294"/>
                    </a:cubicBezTo>
                    <a:cubicBezTo>
                      <a:pt x="594702" y="28385"/>
                      <a:pt x="544124" y="0"/>
                      <a:pt x="486593" y="0"/>
                    </a:cubicBezTo>
                    <a:cubicBezTo>
                      <a:pt x="429158" y="0"/>
                      <a:pt x="381818" y="28385"/>
                      <a:pt x="365054" y="68199"/>
                    </a:cubicBezTo>
                    <a:cubicBezTo>
                      <a:pt x="358101" y="84868"/>
                      <a:pt x="338099" y="95822"/>
                      <a:pt x="315334" y="95822"/>
                    </a:cubicBezTo>
                    <a:lnTo>
                      <a:pt x="163029" y="95822"/>
                    </a:lnTo>
                    <a:cubicBezTo>
                      <a:pt x="88258" y="95822"/>
                      <a:pt x="23583" y="137255"/>
                      <a:pt x="1009" y="199739"/>
                    </a:cubicBezTo>
                    <a:cubicBezTo>
                      <a:pt x="152" y="202025"/>
                      <a:pt x="-134" y="204311"/>
                      <a:pt x="56" y="206693"/>
                    </a:cubicBezTo>
                    <a:cubicBezTo>
                      <a:pt x="628" y="216218"/>
                      <a:pt x="8724" y="224695"/>
                      <a:pt x="19106" y="224695"/>
                    </a:cubicBezTo>
                    <a:lnTo>
                      <a:pt x="979893" y="224695"/>
                    </a:lnTo>
                    <a:cubicBezTo>
                      <a:pt x="992657" y="224790"/>
                      <a:pt x="1000658" y="211646"/>
                      <a:pt x="995038" y="199835"/>
                    </a:cubicBezTo>
                    <a:close/>
                    <a:moveTo>
                      <a:pt x="493070" y="113062"/>
                    </a:moveTo>
                    <a:cubicBezTo>
                      <a:pt x="469734" y="113062"/>
                      <a:pt x="449541" y="94107"/>
                      <a:pt x="448208" y="70676"/>
                    </a:cubicBezTo>
                    <a:cubicBezTo>
                      <a:pt x="446874" y="47244"/>
                      <a:pt x="464876" y="28289"/>
                      <a:pt x="488213" y="28289"/>
                    </a:cubicBezTo>
                    <a:cubicBezTo>
                      <a:pt x="511644" y="28289"/>
                      <a:pt x="531742" y="47244"/>
                      <a:pt x="533075" y="70676"/>
                    </a:cubicBezTo>
                    <a:cubicBezTo>
                      <a:pt x="534409" y="94107"/>
                      <a:pt x="516502" y="113062"/>
                      <a:pt x="493070" y="113062"/>
                    </a:cubicBezTo>
                    <a:close/>
                  </a:path>
                </a:pathLst>
              </a:custGeom>
              <a:solidFill>
                <a:schemeClr val="accent1">
                  <a:lumMod val="75000"/>
                </a:schemeClr>
              </a:solidFill>
              <a:ln w="9525" cap="flat">
                <a:noFill/>
                <a:prstDash val="solid"/>
                <a:miter/>
              </a:ln>
            </p:spPr>
            <p:txBody>
              <a:bodyPr rtlCol="0" anchor="ctr"/>
              <a:lstStyle/>
              <a:p>
                <a:endPar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grpSp>
        <p:grpSp>
          <p:nvGrpSpPr>
            <p:cNvPr id="114" name="组合 113"/>
            <p:cNvGrpSpPr/>
            <p:nvPr/>
          </p:nvGrpSpPr>
          <p:grpSpPr>
            <a:xfrm rot="16200000">
              <a:off x="3260199" y="3150149"/>
              <a:ext cx="1177021" cy="557700"/>
              <a:chOff x="4661685" y="5249549"/>
              <a:chExt cx="2868632" cy="799706"/>
            </a:xfrm>
          </p:grpSpPr>
          <p:sp>
            <p:nvSpPr>
              <p:cNvPr id="115" name="Freeform 6"/>
              <p:cNvSpPr/>
              <p:nvPr/>
            </p:nvSpPr>
            <p:spPr bwMode="auto">
              <a:xfrm rot="5400000">
                <a:off x="5696148" y="4340704"/>
                <a:ext cx="799706" cy="2617395"/>
              </a:xfrm>
              <a:custGeom>
                <a:avLst/>
                <a:gdLst>
                  <a:gd name="T0" fmla="*/ 0 w 574"/>
                  <a:gd name="T1" fmla="*/ 0 h 1190"/>
                  <a:gd name="T2" fmla="*/ 0 w 574"/>
                  <a:gd name="T3" fmla="*/ 487 h 1190"/>
                  <a:gd name="T4" fmla="*/ 166 w 574"/>
                  <a:gd name="T5" fmla="*/ 595 h 1190"/>
                  <a:gd name="T6" fmla="*/ 166 w 574"/>
                  <a:gd name="T7" fmla="*/ 595 h 1190"/>
                  <a:gd name="T8" fmla="*/ 166 w 574"/>
                  <a:gd name="T9" fmla="*/ 595 h 1190"/>
                  <a:gd name="T10" fmla="*/ 0 w 574"/>
                  <a:gd name="T11" fmla="*/ 704 h 1190"/>
                  <a:gd name="T12" fmla="*/ 0 w 574"/>
                  <a:gd name="T13" fmla="*/ 1190 h 1190"/>
                  <a:gd name="T14" fmla="*/ 424 w 574"/>
                  <a:gd name="T15" fmla="*/ 689 h 1190"/>
                  <a:gd name="T16" fmla="*/ 424 w 574"/>
                  <a:gd name="T17" fmla="*/ 689 h 1190"/>
                  <a:gd name="T18" fmla="*/ 424 w 574"/>
                  <a:gd name="T19" fmla="*/ 689 h 1190"/>
                  <a:gd name="T20" fmla="*/ 425 w 574"/>
                  <a:gd name="T21" fmla="*/ 689 h 1190"/>
                  <a:gd name="T22" fmla="*/ 425 w 574"/>
                  <a:gd name="T23" fmla="*/ 795 h 1190"/>
                  <a:gd name="T24" fmla="*/ 574 w 574"/>
                  <a:gd name="T25" fmla="*/ 592 h 1190"/>
                  <a:gd name="T26" fmla="*/ 425 w 574"/>
                  <a:gd name="T27" fmla="*/ 389 h 1190"/>
                  <a:gd name="T28" fmla="*/ 425 w 574"/>
                  <a:gd name="T29" fmla="*/ 501 h 1190"/>
                  <a:gd name="T30" fmla="*/ 424 w 574"/>
                  <a:gd name="T31" fmla="*/ 502 h 1190"/>
                  <a:gd name="T32" fmla="*/ 0 w 574"/>
                  <a:gd name="T33"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4" h="1190">
                    <a:moveTo>
                      <a:pt x="0" y="0"/>
                    </a:moveTo>
                    <a:cubicBezTo>
                      <a:pt x="0" y="487"/>
                      <a:pt x="0" y="487"/>
                      <a:pt x="0" y="487"/>
                    </a:cubicBezTo>
                    <a:cubicBezTo>
                      <a:pt x="0" y="487"/>
                      <a:pt x="65" y="541"/>
                      <a:pt x="166" y="595"/>
                    </a:cubicBezTo>
                    <a:cubicBezTo>
                      <a:pt x="166" y="595"/>
                      <a:pt x="166" y="595"/>
                      <a:pt x="166" y="595"/>
                    </a:cubicBezTo>
                    <a:cubicBezTo>
                      <a:pt x="166" y="595"/>
                      <a:pt x="166" y="595"/>
                      <a:pt x="166" y="595"/>
                    </a:cubicBezTo>
                    <a:cubicBezTo>
                      <a:pt x="65" y="649"/>
                      <a:pt x="0" y="704"/>
                      <a:pt x="0" y="704"/>
                    </a:cubicBezTo>
                    <a:cubicBezTo>
                      <a:pt x="0" y="1190"/>
                      <a:pt x="0" y="1190"/>
                      <a:pt x="0" y="1190"/>
                    </a:cubicBezTo>
                    <a:cubicBezTo>
                      <a:pt x="135" y="877"/>
                      <a:pt x="369" y="722"/>
                      <a:pt x="424" y="689"/>
                    </a:cubicBezTo>
                    <a:cubicBezTo>
                      <a:pt x="424" y="689"/>
                      <a:pt x="424" y="689"/>
                      <a:pt x="424" y="689"/>
                    </a:cubicBezTo>
                    <a:cubicBezTo>
                      <a:pt x="424" y="689"/>
                      <a:pt x="424" y="689"/>
                      <a:pt x="424" y="689"/>
                    </a:cubicBezTo>
                    <a:cubicBezTo>
                      <a:pt x="424" y="689"/>
                      <a:pt x="425" y="689"/>
                      <a:pt x="425" y="689"/>
                    </a:cubicBezTo>
                    <a:cubicBezTo>
                      <a:pt x="425" y="795"/>
                      <a:pt x="425" y="795"/>
                      <a:pt x="425" y="795"/>
                    </a:cubicBezTo>
                    <a:cubicBezTo>
                      <a:pt x="574" y="592"/>
                      <a:pt x="574" y="592"/>
                      <a:pt x="574" y="592"/>
                    </a:cubicBezTo>
                    <a:cubicBezTo>
                      <a:pt x="425" y="389"/>
                      <a:pt x="425" y="389"/>
                      <a:pt x="425" y="389"/>
                    </a:cubicBezTo>
                    <a:cubicBezTo>
                      <a:pt x="425" y="501"/>
                      <a:pt x="425" y="501"/>
                      <a:pt x="425" y="501"/>
                    </a:cubicBezTo>
                    <a:cubicBezTo>
                      <a:pt x="425" y="501"/>
                      <a:pt x="424" y="502"/>
                      <a:pt x="424" y="502"/>
                    </a:cubicBezTo>
                    <a:cubicBezTo>
                      <a:pt x="369" y="468"/>
                      <a:pt x="135" y="313"/>
                      <a:pt x="0" y="0"/>
                    </a:cubicBezTo>
                    <a:close/>
                  </a:path>
                </a:pathLst>
              </a:custGeom>
              <a:gradFill flip="none" rotWithShape="1">
                <a:gsLst>
                  <a:gs pos="0">
                    <a:schemeClr val="accent1">
                      <a:lumMod val="40000"/>
                      <a:lumOff val="60000"/>
                    </a:schemeClr>
                  </a:gs>
                  <a:gs pos="83000">
                    <a:schemeClr val="accent3">
                      <a:lumMod val="20000"/>
                      <a:lumOff val="80000"/>
                      <a:alpha val="0"/>
                    </a:schemeClr>
                  </a:gs>
                </a:gsLst>
                <a:lin ang="108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zh-CN" altLang="en-US" dirty="0">
                  <a:solidFill>
                    <a:prstClr val="white"/>
                  </a:solidFill>
                  <a:latin typeface="Source Han Sans Normal"/>
                  <a:ea typeface="微软雅黑 Light" panose="020B0502040204020203" pitchFamily="34" charset="-122"/>
                </a:endParaRPr>
              </a:p>
            </p:txBody>
          </p:sp>
          <p:sp>
            <p:nvSpPr>
              <p:cNvPr id="116" name="任意多边形: 形状 115"/>
              <p:cNvSpPr/>
              <p:nvPr/>
            </p:nvSpPr>
            <p:spPr bwMode="auto">
              <a:xfrm rot="5400000" flipV="1">
                <a:off x="5813169" y="4139408"/>
                <a:ext cx="565664" cy="2868632"/>
              </a:xfrm>
              <a:custGeom>
                <a:avLst/>
                <a:gdLst>
                  <a:gd name="connsiteX0" fmla="*/ 0 w 1728432"/>
                  <a:gd name="connsiteY0" fmla="*/ 2041171 h 2041171"/>
                  <a:gd name="connsiteX1" fmla="*/ 1600788 w 1728432"/>
                  <a:gd name="connsiteY1" fmla="*/ 1267606 h 2041171"/>
                  <a:gd name="connsiteX2" fmla="*/ 1728432 w 1728432"/>
                  <a:gd name="connsiteY2" fmla="*/ 1253786 h 2041171"/>
                  <a:gd name="connsiteX3" fmla="*/ 1728432 w 1728432"/>
                  <a:gd name="connsiteY3" fmla="*/ 787385 h 2041171"/>
                  <a:gd name="connsiteX4" fmla="*/ 1600788 w 1728432"/>
                  <a:gd name="connsiteY4" fmla="*/ 773565 h 2041171"/>
                  <a:gd name="connsiteX5" fmla="*/ 0 w 1728432"/>
                  <a:gd name="connsiteY5" fmla="*/ 0 h 2041171"/>
                  <a:gd name="connsiteX6" fmla="*/ 0 w 1728432"/>
                  <a:gd name="connsiteY6" fmla="*/ 1020586 h 204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8432" h="2041171">
                    <a:moveTo>
                      <a:pt x="0" y="2041171"/>
                    </a:moveTo>
                    <a:cubicBezTo>
                      <a:pt x="454125" y="1670283"/>
                      <a:pt x="859344" y="1365561"/>
                      <a:pt x="1600788" y="1267606"/>
                    </a:cubicBezTo>
                    <a:lnTo>
                      <a:pt x="1728432" y="1253786"/>
                    </a:lnTo>
                    <a:lnTo>
                      <a:pt x="1728432" y="787385"/>
                    </a:lnTo>
                    <a:lnTo>
                      <a:pt x="1600788" y="773565"/>
                    </a:lnTo>
                    <a:cubicBezTo>
                      <a:pt x="859344" y="675611"/>
                      <a:pt x="454125" y="370888"/>
                      <a:pt x="0" y="0"/>
                    </a:cubicBezTo>
                    <a:lnTo>
                      <a:pt x="0" y="1020586"/>
                    </a:lnTo>
                    <a:close/>
                  </a:path>
                </a:pathLst>
              </a:custGeom>
              <a:noFill/>
              <a:ln w="12700" cap="flat" cmpd="sng" algn="ctr">
                <a:gradFill>
                  <a:gsLst>
                    <a:gs pos="20000">
                      <a:schemeClr val="accent3">
                        <a:alpha val="0"/>
                      </a:schemeClr>
                    </a:gs>
                    <a:gs pos="85000">
                      <a:schemeClr val="accent3">
                        <a:alpha val="0"/>
                      </a:schemeClr>
                    </a:gs>
                    <a:gs pos="57000">
                      <a:schemeClr val="accent3">
                        <a:alpha val="40000"/>
                      </a:schemeClr>
                    </a:gs>
                  </a:gsLst>
                  <a:lin ang="0" scaled="0"/>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Light" panose="020B0502040204020203" pitchFamily="34" charset="-122"/>
                  <a:cs typeface="+mn-cs"/>
                </a:endParaRPr>
              </a:p>
            </p:txBody>
          </p:sp>
        </p:grpSp>
        <p:sp>
          <p:nvSpPr>
            <p:cNvPr id="117" name="矩形: 圆角 116"/>
            <p:cNvSpPr/>
            <p:nvPr/>
          </p:nvSpPr>
          <p:spPr>
            <a:xfrm>
              <a:off x="2945722" y="4004696"/>
              <a:ext cx="2622549" cy="655640"/>
            </a:xfrm>
            <a:prstGeom prst="roundRect">
              <a:avLst>
                <a:gd name="adj" fmla="val 4978"/>
              </a:avLst>
            </a:prstGeom>
            <a:solidFill>
              <a:schemeClr val="bg1"/>
            </a:solidFill>
            <a:ln>
              <a:solidFill>
                <a:schemeClr val="accent3">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米菲PPT59"/>
            <p:cNvSpPr txBox="1"/>
            <p:nvPr/>
          </p:nvSpPr>
          <p:spPr>
            <a:xfrm>
              <a:off x="4102800" y="3143729"/>
              <a:ext cx="1377249" cy="570541"/>
            </a:xfrm>
            <a:prstGeom prst="rect">
              <a:avLst/>
            </a:prstGeom>
            <a:noFill/>
          </p:spPr>
          <p:txBody>
            <a:bodyPr wrap="square" lIns="0" tIns="0" rIns="0" bIns="0">
              <a:spAutoFit/>
            </a:bodyPr>
            <a:lstStyle/>
            <a:p>
              <a:pPr marL="285750" indent="-285750" algn="ctr">
                <a:lnSpc>
                  <a:spcPct val="12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基础能力</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marL="285750" indent="-285750" algn="ctr">
                <a:lnSpc>
                  <a:spcPct val="12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专业能力</a:t>
              </a:r>
              <a:endParaRPr lang="zh-CN" altLang="en-US" sz="1600" dirty="0">
                <a:latin typeface="思源黑体 CN Bold" panose="020B0800000000000000" pitchFamily="34" charset="-122"/>
                <a:ea typeface="思源黑体 CN Bold" panose="020B0800000000000000" pitchFamily="34" charset="-122"/>
                <a:sym typeface="MiSans Medium" panose="00000600000000000000" pitchFamily="2" charset="-122"/>
              </a:endParaRPr>
            </a:p>
          </p:txBody>
        </p:sp>
        <p:sp>
          <p:nvSpPr>
            <p:cNvPr id="119" name="矩形: 圆角 118"/>
            <p:cNvSpPr/>
            <p:nvPr/>
          </p:nvSpPr>
          <p:spPr>
            <a:xfrm>
              <a:off x="2945722" y="4850516"/>
              <a:ext cx="2622549" cy="655640"/>
            </a:xfrm>
            <a:prstGeom prst="roundRect">
              <a:avLst>
                <a:gd name="adj" fmla="val 4978"/>
              </a:avLst>
            </a:prstGeom>
            <a:solidFill>
              <a:schemeClr val="bg1"/>
            </a:solidFill>
            <a:ln>
              <a:solidFill>
                <a:schemeClr val="accent3">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圆角 119"/>
            <p:cNvSpPr/>
            <p:nvPr/>
          </p:nvSpPr>
          <p:spPr>
            <a:xfrm>
              <a:off x="2945722" y="5696336"/>
              <a:ext cx="2622549" cy="655640"/>
            </a:xfrm>
            <a:prstGeom prst="roundRect">
              <a:avLst>
                <a:gd name="adj" fmla="val 4978"/>
              </a:avLst>
            </a:prstGeom>
            <a:solidFill>
              <a:schemeClr val="bg1"/>
            </a:solidFill>
            <a:ln>
              <a:solidFill>
                <a:schemeClr val="accent3">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米菲PPT59"/>
            <p:cNvSpPr txBox="1"/>
            <p:nvPr/>
          </p:nvSpPr>
          <p:spPr>
            <a:xfrm>
              <a:off x="3239201" y="4082928"/>
              <a:ext cx="1322478" cy="499176"/>
            </a:xfrm>
            <a:prstGeom prst="rect">
              <a:avLst/>
            </a:prstGeom>
            <a:noFill/>
          </p:spPr>
          <p:txBody>
            <a:bodyPr wrap="none" lIns="0" tIns="0" rIns="0" bIns="0">
              <a:spAutoFit/>
            </a:bodyPr>
            <a:lstStyle/>
            <a:p>
              <a:pPr marL="285750" indent="-285750">
                <a:lnSpc>
                  <a:spcPct val="120000"/>
                </a:lnSpc>
                <a:buFont typeface="Wingdings" panose="05000000000000000000" pitchFamily="2" charset="2"/>
                <a:buChar char="Ø"/>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基础资源层</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marL="285750" indent="-285750">
                <a:lnSpc>
                  <a:spcPct val="120000"/>
                </a:lnSpc>
                <a:buFont typeface="Wingdings" panose="05000000000000000000" pitchFamily="2" charset="2"/>
                <a:buChar char="Ø"/>
              </a:pPr>
              <a:r>
                <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课件</a:t>
              </a:r>
              <a:r>
                <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题库）</a:t>
              </a:r>
            </a:p>
          </p:txBody>
        </p:sp>
        <p:sp>
          <p:nvSpPr>
            <p:cNvPr id="135" name="米菲PPT59"/>
            <p:cNvSpPr txBox="1"/>
            <p:nvPr/>
          </p:nvSpPr>
          <p:spPr>
            <a:xfrm>
              <a:off x="3239201" y="4928748"/>
              <a:ext cx="2035814" cy="499176"/>
            </a:xfrm>
            <a:prstGeom prst="rect">
              <a:avLst/>
            </a:prstGeom>
            <a:noFill/>
          </p:spPr>
          <p:txBody>
            <a:bodyPr wrap="none" lIns="0" tIns="0" rIns="0" bIns="0">
              <a:spAutoFit/>
            </a:bodyPr>
            <a:lstStyle/>
            <a:p>
              <a:pPr marL="285750" indent="-285750">
                <a:lnSpc>
                  <a:spcPct val="120000"/>
                </a:lnSpc>
                <a:buFont typeface="Wingdings" panose="05000000000000000000" pitchFamily="2" charset="2"/>
                <a:buChar char="Ø"/>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案例资源层</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marL="285750" indent="-285750">
                <a:lnSpc>
                  <a:spcPct val="120000"/>
                </a:lnSpc>
                <a:buFont typeface="Wingdings" panose="05000000000000000000" pitchFamily="2" charset="2"/>
                <a:buChar char="Ø"/>
              </a:pPr>
              <a:r>
                <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(200+</a:t>
              </a: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企业真实案例）</a:t>
              </a:r>
            </a:p>
          </p:txBody>
        </p:sp>
        <p:sp>
          <p:nvSpPr>
            <p:cNvPr id="136" name="米菲PPT59"/>
            <p:cNvSpPr txBox="1"/>
            <p:nvPr/>
          </p:nvSpPr>
          <p:spPr>
            <a:xfrm>
              <a:off x="3239201" y="5774568"/>
              <a:ext cx="2042226" cy="499176"/>
            </a:xfrm>
            <a:prstGeom prst="rect">
              <a:avLst/>
            </a:prstGeom>
            <a:noFill/>
          </p:spPr>
          <p:txBody>
            <a:bodyPr wrap="none" lIns="0" tIns="0" rIns="0" bIns="0">
              <a:spAutoFit/>
            </a:bodyPr>
            <a:lstStyle/>
            <a:p>
              <a:pPr marL="285750" indent="-285750">
                <a:lnSpc>
                  <a:spcPct val="120000"/>
                </a:lnSpc>
                <a:buFont typeface="Wingdings" panose="05000000000000000000" pitchFamily="2" charset="2"/>
                <a:buChar char="Ø"/>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工具资源层</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marL="285750" indent="-285750">
                <a:lnSpc>
                  <a:spcPct val="120000"/>
                </a:lnSpc>
                <a:buFont typeface="Wingdings" panose="05000000000000000000" pitchFamily="2" charset="2"/>
                <a:buChar char="Ø"/>
              </a:pPr>
              <a:r>
                <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财务机器人</a:t>
              </a:r>
              <a:r>
                <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/BI</a:t>
              </a: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工具）</a:t>
              </a:r>
            </a:p>
          </p:txBody>
        </p:sp>
      </p:grpSp>
      <p:grpSp>
        <p:nvGrpSpPr>
          <p:cNvPr id="24" name="组合 23"/>
          <p:cNvGrpSpPr/>
          <p:nvPr/>
        </p:nvGrpSpPr>
        <p:grpSpPr>
          <a:xfrm>
            <a:off x="5854136" y="2902857"/>
            <a:ext cx="2865208" cy="3621768"/>
            <a:chOff x="5854136" y="2902857"/>
            <a:chExt cx="2865208" cy="3621768"/>
          </a:xfrm>
        </p:grpSpPr>
        <p:sp>
          <p:nvSpPr>
            <p:cNvPr id="81" name="矩形 80"/>
            <p:cNvSpPr/>
            <p:nvPr/>
          </p:nvSpPr>
          <p:spPr>
            <a:xfrm>
              <a:off x="5854136" y="2902857"/>
              <a:ext cx="2865208" cy="3621768"/>
            </a:xfrm>
            <a:prstGeom prst="rect">
              <a:avLst/>
            </a:prstGeom>
            <a:solidFill>
              <a:schemeClr val="accent3">
                <a:lumMod val="20000"/>
                <a:lumOff val="80000"/>
                <a:alpha val="30000"/>
              </a:schemeClr>
            </a:soli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圆角 145"/>
            <p:cNvSpPr/>
            <p:nvPr/>
          </p:nvSpPr>
          <p:spPr>
            <a:xfrm>
              <a:off x="5975466" y="3060700"/>
              <a:ext cx="2622549" cy="1145540"/>
            </a:xfrm>
            <a:prstGeom prst="roundRect">
              <a:avLst>
                <a:gd name="adj" fmla="val 3125"/>
              </a:avLst>
            </a:prstGeom>
            <a:solidFill>
              <a:schemeClr val="bg1"/>
            </a:solidFill>
            <a:ln>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圆角 146"/>
            <p:cNvSpPr/>
            <p:nvPr/>
          </p:nvSpPr>
          <p:spPr>
            <a:xfrm>
              <a:off x="5975466" y="4610100"/>
              <a:ext cx="2622549" cy="1320800"/>
            </a:xfrm>
            <a:prstGeom prst="roundRect">
              <a:avLst>
                <a:gd name="adj" fmla="val 3125"/>
              </a:avLst>
            </a:prstGeom>
            <a:solidFill>
              <a:schemeClr val="bg1"/>
            </a:solidFill>
            <a:ln>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圆角 147"/>
            <p:cNvSpPr/>
            <p:nvPr/>
          </p:nvSpPr>
          <p:spPr>
            <a:xfrm>
              <a:off x="6127714" y="3460750"/>
              <a:ext cx="2368586" cy="588867"/>
            </a:xfrm>
            <a:prstGeom prst="roundRect">
              <a:avLst>
                <a:gd name="adj" fmla="val 2042"/>
              </a:avLst>
            </a:prstGeom>
            <a:solidFill>
              <a:schemeClr val="bg1">
                <a:alpha val="98000"/>
              </a:schemeClr>
            </a:solidFill>
            <a:ln>
              <a:solidFill>
                <a:schemeClr val="bg1">
                  <a:lumMod val="95000"/>
                </a:schemeClr>
              </a:solidFill>
            </a:ln>
            <a:effectLst>
              <a:outerShdw blurRad="63500" sx="102000" sy="102000" algn="ctr" rotWithShape="0">
                <a:schemeClr val="tx1">
                  <a:lumMod val="50000"/>
                  <a:lumOff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1" name="矩形: 圆角 150"/>
            <p:cNvSpPr/>
            <p:nvPr/>
          </p:nvSpPr>
          <p:spPr>
            <a:xfrm>
              <a:off x="6100935" y="5486400"/>
              <a:ext cx="2371610" cy="346297"/>
            </a:xfrm>
            <a:prstGeom prst="roundRect">
              <a:avLst>
                <a:gd name="adj" fmla="val 2042"/>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4" name="箭头: 五边形 153"/>
            <p:cNvSpPr/>
            <p:nvPr/>
          </p:nvSpPr>
          <p:spPr>
            <a:xfrm>
              <a:off x="6017534" y="6038850"/>
              <a:ext cx="2654300" cy="355600"/>
            </a:xfrm>
            <a:prstGeom prst="homePlat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文本框 154"/>
            <p:cNvSpPr txBox="1"/>
            <p:nvPr/>
          </p:nvSpPr>
          <p:spPr>
            <a:xfrm>
              <a:off x="6715505" y="6093540"/>
              <a:ext cx="1258358" cy="246221"/>
            </a:xfrm>
            <a:prstGeom prst="rect">
              <a:avLst/>
            </a:prstGeom>
            <a:noFill/>
          </p:spPr>
          <p:txBody>
            <a:bodyPr wrap="none" lIns="0" tIns="0" rIns="0" bIns="0">
              <a:spAutoFit/>
            </a:bodyPr>
            <a:lstStyle/>
            <a:p>
              <a:r>
                <a:rPr lang="zh-CN" altLang="en-US" sz="1600" dirty="0">
                  <a:latin typeface="思源黑体 CN Bold" panose="020B0800000000000000" pitchFamily="34" charset="-122"/>
                  <a:ea typeface="思源黑体 CN Bold" panose="020B0800000000000000" pitchFamily="34" charset="-122"/>
                  <a:cs typeface="+mn-ea"/>
                  <a:sym typeface="+mn-lt"/>
                </a:rPr>
                <a:t>虚拟实训</a:t>
              </a:r>
              <a:r>
                <a:rPr lang="en-US" altLang="zh-CN" sz="1600" dirty="0">
                  <a:latin typeface="思源黑体 CN Bold" panose="020B0800000000000000" pitchFamily="34" charset="-122"/>
                  <a:ea typeface="思源黑体 CN Bold" panose="020B0800000000000000" pitchFamily="34" charset="-122"/>
                  <a:cs typeface="+mn-ea"/>
                  <a:sym typeface="+mn-lt"/>
                </a:rPr>
                <a:t>40%</a:t>
              </a:r>
              <a:endParaRPr lang="zh-CN" altLang="en-US" sz="1600" dirty="0"/>
            </a:p>
          </p:txBody>
        </p:sp>
        <p:sp>
          <p:nvSpPr>
            <p:cNvPr id="156" name="矩形: 圆角 155"/>
            <p:cNvSpPr/>
            <p:nvPr/>
          </p:nvSpPr>
          <p:spPr>
            <a:xfrm>
              <a:off x="6100935" y="5016500"/>
              <a:ext cx="722140" cy="346297"/>
            </a:xfrm>
            <a:prstGeom prst="roundRect">
              <a:avLst>
                <a:gd name="adj" fmla="val 2042"/>
              </a:avLst>
            </a:prstGeom>
            <a:solidFill>
              <a:schemeClr val="accent1"/>
            </a:solidFill>
            <a:ln>
              <a:solidFill>
                <a:schemeClr val="bg1">
                  <a:lumMod val="95000"/>
                </a:schemeClr>
              </a:solidFill>
            </a:ln>
            <a:effectLst>
              <a:outerShdw blurRad="63500" sx="102000" sy="102000" algn="ctr" rotWithShape="0">
                <a:schemeClr val="tx1">
                  <a:lumMod val="50000"/>
                  <a:lumOff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7" name="矩形: 圆角 156"/>
            <p:cNvSpPr/>
            <p:nvPr/>
          </p:nvSpPr>
          <p:spPr>
            <a:xfrm>
              <a:off x="6929610" y="5016500"/>
              <a:ext cx="722140" cy="346297"/>
            </a:xfrm>
            <a:prstGeom prst="roundRect">
              <a:avLst>
                <a:gd name="adj" fmla="val 2042"/>
              </a:avLst>
            </a:prstGeom>
            <a:solidFill>
              <a:schemeClr val="accent1"/>
            </a:solidFill>
            <a:ln>
              <a:solidFill>
                <a:schemeClr val="bg1">
                  <a:lumMod val="95000"/>
                </a:schemeClr>
              </a:solidFill>
            </a:ln>
            <a:effectLst>
              <a:outerShdw blurRad="63500" sx="102000" sy="102000" algn="ctr" rotWithShape="0">
                <a:schemeClr val="tx1">
                  <a:lumMod val="50000"/>
                  <a:lumOff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8" name="矩形: 圆角 157"/>
            <p:cNvSpPr/>
            <p:nvPr/>
          </p:nvSpPr>
          <p:spPr>
            <a:xfrm>
              <a:off x="7753522" y="5016500"/>
              <a:ext cx="722140" cy="346297"/>
            </a:xfrm>
            <a:prstGeom prst="roundRect">
              <a:avLst>
                <a:gd name="adj" fmla="val 2042"/>
              </a:avLst>
            </a:prstGeom>
            <a:solidFill>
              <a:schemeClr val="accent1"/>
            </a:solidFill>
            <a:ln>
              <a:solidFill>
                <a:schemeClr val="bg1">
                  <a:lumMod val="95000"/>
                </a:schemeClr>
              </a:solidFill>
            </a:ln>
            <a:effectLst>
              <a:outerShdw blurRad="63500" sx="102000" sy="102000" algn="ctr" rotWithShape="0">
                <a:schemeClr val="tx1">
                  <a:lumMod val="50000"/>
                  <a:lumOff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9" name="文本框 158"/>
            <p:cNvSpPr txBox="1"/>
            <p:nvPr/>
          </p:nvSpPr>
          <p:spPr>
            <a:xfrm>
              <a:off x="6671187" y="4691460"/>
              <a:ext cx="1231106" cy="246221"/>
            </a:xfrm>
            <a:prstGeom prst="rect">
              <a:avLst/>
            </a:prstGeom>
            <a:noFill/>
          </p:spPr>
          <p:txBody>
            <a:bodyPr wrap="none" lIns="0" tIns="0" rIns="0" bIns="0">
              <a:spAutoFit/>
            </a:bodyPr>
            <a:lstStyle/>
            <a:p>
              <a:r>
                <a:rPr lang="zh-CN" altLang="en-US" sz="1600">
                  <a:solidFill>
                    <a:schemeClr val="accent1"/>
                  </a:solidFill>
                  <a:latin typeface="思源黑体 CN Bold" panose="020B0800000000000000" pitchFamily="34" charset="-122"/>
                  <a:ea typeface="思源黑体 CN Bold" panose="020B0800000000000000" pitchFamily="34" charset="-122"/>
                  <a:cs typeface="+mn-ea"/>
                  <a:sym typeface="+mn-lt"/>
                </a:rPr>
                <a:t>学习能力评估</a:t>
              </a:r>
              <a:endParaRPr lang="zh-CN" altLang="en-US" sz="1600" dirty="0">
                <a:solidFill>
                  <a:schemeClr val="accent1"/>
                </a:solidFill>
              </a:endParaRPr>
            </a:p>
          </p:txBody>
        </p:sp>
        <p:sp>
          <p:nvSpPr>
            <p:cNvPr id="160" name="文本框 159"/>
            <p:cNvSpPr txBox="1"/>
            <p:nvPr/>
          </p:nvSpPr>
          <p:spPr>
            <a:xfrm>
              <a:off x="6260818" y="3136980"/>
              <a:ext cx="2051844" cy="246221"/>
            </a:xfrm>
            <a:prstGeom prst="rect">
              <a:avLst/>
            </a:prstGeom>
            <a:noFill/>
          </p:spPr>
          <p:txBody>
            <a:bodyPr wrap="none" lIns="0" tIns="0" rIns="0" bIns="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cs typeface="+mn-ea"/>
                  <a:sym typeface="+mn-lt"/>
                </a:rPr>
                <a:t>建立导师协同备课制度</a:t>
              </a:r>
              <a:endParaRPr lang="zh-CN" altLang="en-US" sz="1600" dirty="0">
                <a:solidFill>
                  <a:schemeClr val="accent1"/>
                </a:solidFill>
              </a:endParaRPr>
            </a:p>
          </p:txBody>
        </p:sp>
        <p:sp>
          <p:nvSpPr>
            <p:cNvPr id="161" name="文本框 160"/>
            <p:cNvSpPr txBox="1"/>
            <p:nvPr/>
          </p:nvSpPr>
          <p:spPr>
            <a:xfrm>
              <a:off x="6321351" y="3541214"/>
              <a:ext cx="1981312" cy="427938"/>
            </a:xfrm>
            <a:prstGeom prst="rect">
              <a:avLst/>
            </a:prstGeom>
            <a:noFill/>
          </p:spPr>
          <p:txBody>
            <a:bodyPr wrap="none" lIns="0" tIns="0" rIns="0" bIns="0">
              <a:spAutoFit/>
            </a:bodyPr>
            <a:lstStyle/>
            <a:p>
              <a:pPr marL="285750" indent="-285750">
                <a:lnSpc>
                  <a:spcPct val="120000"/>
                </a:lnSpc>
                <a:buFont typeface="Wingdings" panose="05000000000000000000" pitchFamily="2" charset="2"/>
                <a:buChar char="Ø"/>
              </a:pPr>
              <a:r>
                <a:rPr lang="zh-CN" altLang="en-US" sz="1200" dirty="0">
                  <a:latin typeface="思源黑体 CN Bold" panose="020B0800000000000000" pitchFamily="34" charset="-122"/>
                  <a:ea typeface="思源黑体 CN Bold" panose="020B0800000000000000" pitchFamily="34" charset="-122"/>
                  <a:cs typeface="+mn-ea"/>
                  <a:sym typeface="+mn-lt"/>
                </a:rPr>
                <a:t>校内导师：负责理论教学</a:t>
              </a:r>
            </a:p>
            <a:p>
              <a:pPr marL="285750" indent="-285750">
                <a:lnSpc>
                  <a:spcPct val="120000"/>
                </a:lnSpc>
                <a:buFont typeface="Wingdings" panose="05000000000000000000" pitchFamily="2" charset="2"/>
                <a:buChar char="Ø"/>
              </a:pPr>
              <a:r>
                <a:rPr lang="zh-CN" altLang="en-US" sz="1200" dirty="0">
                  <a:latin typeface="思源黑体 CN Bold" panose="020B0800000000000000" pitchFamily="34" charset="-122"/>
                  <a:ea typeface="思源黑体 CN Bold" panose="020B0800000000000000" pitchFamily="34" charset="-122"/>
                  <a:cs typeface="+mn-ea"/>
                  <a:sym typeface="+mn-lt"/>
                </a:rPr>
                <a:t>企业导师：指导实践项目</a:t>
              </a:r>
              <a:endParaRPr lang="zh-CN" altLang="en-US" sz="1200" dirty="0"/>
            </a:p>
          </p:txBody>
        </p:sp>
        <p:sp>
          <p:nvSpPr>
            <p:cNvPr id="164" name="文本框 163"/>
            <p:cNvSpPr txBox="1"/>
            <p:nvPr/>
          </p:nvSpPr>
          <p:spPr>
            <a:xfrm>
              <a:off x="6284710" y="5074365"/>
              <a:ext cx="359073" cy="215444"/>
            </a:xfrm>
            <a:prstGeom prst="rect">
              <a:avLst/>
            </a:prstGeom>
            <a:noFill/>
          </p:spPr>
          <p:txBody>
            <a:bodyPr wrap="non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理论</a:t>
              </a:r>
              <a:endParaRPr lang="en-US" altLang="zh-CN"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165" name="文本框 164"/>
            <p:cNvSpPr txBox="1"/>
            <p:nvPr/>
          </p:nvSpPr>
          <p:spPr>
            <a:xfrm>
              <a:off x="7084810" y="5074365"/>
              <a:ext cx="359073" cy="215444"/>
            </a:xfrm>
            <a:prstGeom prst="rect">
              <a:avLst/>
            </a:prstGeom>
            <a:noFill/>
          </p:spPr>
          <p:txBody>
            <a:bodyPr wrap="non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案例</a:t>
              </a:r>
              <a:endParaRPr lang="en-US" altLang="zh-CN"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166" name="文本框 165"/>
            <p:cNvSpPr txBox="1"/>
            <p:nvPr/>
          </p:nvSpPr>
          <p:spPr>
            <a:xfrm>
              <a:off x="7935056" y="5081926"/>
              <a:ext cx="359073" cy="215444"/>
            </a:xfrm>
            <a:prstGeom prst="rect">
              <a:avLst/>
            </a:prstGeom>
            <a:noFill/>
          </p:spPr>
          <p:txBody>
            <a:bodyPr wrap="non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实操</a:t>
              </a:r>
              <a:endParaRPr lang="en-US" altLang="zh-CN"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167" name="文本框 166"/>
            <p:cNvSpPr txBox="1"/>
            <p:nvPr/>
          </p:nvSpPr>
          <p:spPr>
            <a:xfrm>
              <a:off x="6328144" y="5536438"/>
              <a:ext cx="1917192" cy="246221"/>
            </a:xfrm>
            <a:prstGeom prst="rect">
              <a:avLst/>
            </a:prstGeom>
            <a:noFill/>
          </p:spPr>
          <p:txBody>
            <a:bodyPr wrap="none" lIns="0" tIns="0" rIns="0" bIns="0">
              <a:spAutoFit/>
            </a:bodyPr>
            <a:lstStyle/>
            <a:p>
              <a:r>
                <a:rPr lang="en-US" altLang="zh-CN" sz="1600">
                  <a:solidFill>
                    <a:schemeClr val="accent1"/>
                  </a:solidFill>
                  <a:effectLst>
                    <a:glow rad="63500">
                      <a:schemeClr val="bg1"/>
                    </a:glow>
                  </a:effectLst>
                  <a:latin typeface="思源黑体 CN Bold" panose="020B0800000000000000" pitchFamily="34" charset="-122"/>
                  <a:ea typeface="思源黑体 CN Bold" panose="020B0800000000000000" pitchFamily="34" charset="-122"/>
                  <a:cs typeface="+mn-ea"/>
                  <a:sym typeface="+mn-lt"/>
                </a:rPr>
                <a:t>360</a:t>
              </a:r>
              <a:r>
                <a:rPr lang="zh-CN" altLang="en-US" sz="1600">
                  <a:solidFill>
                    <a:schemeClr val="accent1"/>
                  </a:solidFill>
                  <a:effectLst>
                    <a:glow rad="63500">
                      <a:schemeClr val="bg1"/>
                    </a:glow>
                  </a:effectLst>
                  <a:latin typeface="思源黑体 CN Bold" panose="020B0800000000000000" pitchFamily="34" charset="-122"/>
                  <a:ea typeface="思源黑体 CN Bold" panose="020B0800000000000000" pitchFamily="34" charset="-122"/>
                  <a:cs typeface="+mn-ea"/>
                  <a:sym typeface="+mn-lt"/>
                </a:rPr>
                <a:t>度评价</a:t>
              </a:r>
              <a:r>
                <a:rPr lang="en-US" altLang="zh-CN" sz="1600">
                  <a:solidFill>
                    <a:schemeClr val="accent1"/>
                  </a:solidFill>
                  <a:effectLst>
                    <a:glow rad="63500">
                      <a:schemeClr val="bg1"/>
                    </a:glow>
                  </a:effectLst>
                  <a:latin typeface="思源黑体 CN Bold" panose="020B0800000000000000" pitchFamily="34" charset="-122"/>
                  <a:ea typeface="思源黑体 CN Bold" panose="020B0800000000000000" pitchFamily="34" charset="-122"/>
                  <a:cs typeface="+mn-ea"/>
                  <a:sym typeface="+mn-lt"/>
                </a:rPr>
                <a:t>+</a:t>
              </a:r>
              <a:r>
                <a:rPr lang="zh-CN" altLang="en-US" sz="1600">
                  <a:solidFill>
                    <a:schemeClr val="accent1"/>
                  </a:solidFill>
                  <a:effectLst>
                    <a:glow rad="63500">
                      <a:schemeClr val="bg1"/>
                    </a:glow>
                  </a:effectLst>
                  <a:latin typeface="思源黑体 CN Bold" panose="020B0800000000000000" pitchFamily="34" charset="-122"/>
                  <a:ea typeface="思源黑体 CN Bold" panose="020B0800000000000000" pitchFamily="34" charset="-122"/>
                  <a:cs typeface="+mn-ea"/>
                  <a:sym typeface="+mn-lt"/>
                </a:rPr>
                <a:t>成长档案</a:t>
              </a:r>
              <a:endParaRPr lang="zh-CN" altLang="en-US" sz="1600" dirty="0">
                <a:solidFill>
                  <a:schemeClr val="accent1"/>
                </a:solidFill>
                <a:effectLst>
                  <a:glow rad="63500">
                    <a:schemeClr val="bg1"/>
                  </a:glow>
                </a:effectLst>
              </a:endParaRPr>
            </a:p>
          </p:txBody>
        </p:sp>
        <p:cxnSp>
          <p:nvCxnSpPr>
            <p:cNvPr id="169" name="直接箭头连接符 168"/>
            <p:cNvCxnSpPr>
              <a:stCxn id="147" idx="0"/>
            </p:cNvCxnSpPr>
            <p:nvPr/>
          </p:nvCxnSpPr>
          <p:spPr>
            <a:xfrm flipV="1">
              <a:off x="7286741" y="4049618"/>
              <a:ext cx="0" cy="560482"/>
            </a:xfrm>
            <a:prstGeom prst="straightConnector1">
              <a:avLst/>
            </a:prstGeom>
            <a:ln w="158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直接箭头连接符 171"/>
            <p:cNvCxnSpPr>
              <a:stCxn id="158" idx="0"/>
            </p:cNvCxnSpPr>
            <p:nvPr/>
          </p:nvCxnSpPr>
          <p:spPr>
            <a:xfrm flipV="1">
              <a:off x="8114592" y="4049617"/>
              <a:ext cx="0" cy="966883"/>
            </a:xfrm>
            <a:prstGeom prst="straightConnector1">
              <a:avLst/>
            </a:prstGeom>
            <a:ln w="158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5" name="文本框 174"/>
            <p:cNvSpPr txBox="1"/>
            <p:nvPr/>
          </p:nvSpPr>
          <p:spPr>
            <a:xfrm>
              <a:off x="6840970" y="4297125"/>
              <a:ext cx="359073" cy="215444"/>
            </a:xfrm>
            <a:prstGeom prst="rect">
              <a:avLst/>
            </a:prstGeom>
            <a:noFill/>
          </p:spPr>
          <p:txBody>
            <a:bodyPr wrap="none" lIns="0" tIns="0" rIns="0" bIns="0">
              <a:spAutoFit/>
            </a:bodyPr>
            <a:lstStyle/>
            <a:p>
              <a:r>
                <a:rPr lang="zh-CN" altLang="en-US" sz="1400">
                  <a:solidFill>
                    <a:schemeClr val="tx1">
                      <a:lumMod val="65000"/>
                      <a:lumOff val="35000"/>
                    </a:schemeClr>
                  </a:solidFill>
                  <a:latin typeface="思源黑体 CN Bold" panose="020B0800000000000000" pitchFamily="34" charset="-122"/>
                  <a:ea typeface="思源黑体 CN Bold" panose="020B0800000000000000" pitchFamily="34" charset="-122"/>
                  <a:cs typeface="+mn-ea"/>
                  <a:sym typeface="+mn-lt"/>
                </a:rPr>
                <a:t>潜力</a:t>
              </a:r>
              <a:endParaRPr lang="en-US" altLang="zh-CN" sz="1400" dirty="0">
                <a:solidFill>
                  <a:schemeClr val="tx1">
                    <a:lumMod val="65000"/>
                    <a:lumOff val="3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134" name="文本框 133"/>
            <p:cNvSpPr txBox="1"/>
            <p:nvPr/>
          </p:nvSpPr>
          <p:spPr>
            <a:xfrm>
              <a:off x="7717270" y="4297125"/>
              <a:ext cx="359073" cy="215444"/>
            </a:xfrm>
            <a:prstGeom prst="rect">
              <a:avLst/>
            </a:prstGeom>
            <a:noFill/>
          </p:spPr>
          <p:txBody>
            <a:bodyPr wrap="none" lIns="0" tIns="0" rIns="0" bIns="0">
              <a:spAutoFit/>
            </a:bodyPr>
            <a:lstStyle/>
            <a:p>
              <a:r>
                <a:rPr lang="zh-CN" altLang="en-US" sz="1400">
                  <a:solidFill>
                    <a:schemeClr val="tx1">
                      <a:lumMod val="65000"/>
                      <a:lumOff val="35000"/>
                    </a:schemeClr>
                  </a:solidFill>
                  <a:latin typeface="思源黑体 CN Bold" panose="020B0800000000000000" pitchFamily="34" charset="-122"/>
                  <a:ea typeface="思源黑体 CN Bold" panose="020B0800000000000000" pitchFamily="34" charset="-122"/>
                  <a:cs typeface="+mn-ea"/>
                  <a:sym typeface="+mn-lt"/>
                </a:rPr>
                <a:t>发展</a:t>
              </a:r>
              <a:endParaRPr lang="en-US" altLang="zh-CN" sz="1400" dirty="0">
                <a:solidFill>
                  <a:schemeClr val="tx1">
                    <a:lumMod val="65000"/>
                    <a:lumOff val="35000"/>
                  </a:schemeClr>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22" name="组合 21"/>
          <p:cNvGrpSpPr/>
          <p:nvPr/>
        </p:nvGrpSpPr>
        <p:grpSpPr>
          <a:xfrm>
            <a:off x="8883880" y="2902857"/>
            <a:ext cx="2865208" cy="3621768"/>
            <a:chOff x="8883880" y="2902857"/>
            <a:chExt cx="2865208" cy="3621768"/>
          </a:xfrm>
        </p:grpSpPr>
        <p:sp>
          <p:nvSpPr>
            <p:cNvPr id="82" name="矩形 81"/>
            <p:cNvSpPr/>
            <p:nvPr/>
          </p:nvSpPr>
          <p:spPr>
            <a:xfrm>
              <a:off x="8883880" y="2902857"/>
              <a:ext cx="2865208" cy="3621768"/>
            </a:xfrm>
            <a:prstGeom prst="rect">
              <a:avLst/>
            </a:prstGeom>
            <a:solidFill>
              <a:schemeClr val="accent2">
                <a:lumMod val="20000"/>
                <a:lumOff val="80000"/>
                <a:alpha val="20000"/>
              </a:schemeClr>
            </a:soli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箭头: 五边形 136"/>
            <p:cNvSpPr/>
            <p:nvPr/>
          </p:nvSpPr>
          <p:spPr>
            <a:xfrm>
              <a:off x="8989334" y="6038850"/>
              <a:ext cx="2654300" cy="355600"/>
            </a:xfrm>
            <a:prstGeom prst="homePlat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文本框 137"/>
            <p:cNvSpPr txBox="1"/>
            <p:nvPr/>
          </p:nvSpPr>
          <p:spPr>
            <a:xfrm>
              <a:off x="9687305" y="6093540"/>
              <a:ext cx="1258358" cy="246221"/>
            </a:xfrm>
            <a:prstGeom prst="rect">
              <a:avLst/>
            </a:prstGeom>
            <a:noFill/>
          </p:spPr>
          <p:txBody>
            <a:bodyPr wrap="none" lIns="0" tIns="0" rIns="0" bIns="0">
              <a:spAutoFit/>
            </a:bodyPr>
            <a:lstStyle/>
            <a:p>
              <a:r>
                <a:rPr lang="zh-CN" altLang="en-US" sz="1600" dirty="0">
                  <a:latin typeface="思源黑体 CN Bold" panose="020B0800000000000000" pitchFamily="34" charset="-122"/>
                  <a:ea typeface="思源黑体 CN Bold" panose="020B0800000000000000" pitchFamily="34" charset="-122"/>
                  <a:cs typeface="+mn-ea"/>
                  <a:sym typeface="+mn-lt"/>
                </a:rPr>
                <a:t>实体实训</a:t>
              </a:r>
              <a:r>
                <a:rPr lang="en-US" altLang="zh-CN" sz="1600" dirty="0">
                  <a:latin typeface="思源黑体 CN Bold" panose="020B0800000000000000" pitchFamily="34" charset="-122"/>
                  <a:ea typeface="思源黑体 CN Bold" panose="020B0800000000000000" pitchFamily="34" charset="-122"/>
                  <a:cs typeface="+mn-ea"/>
                  <a:sym typeface="+mn-lt"/>
                </a:rPr>
                <a:t>60%</a:t>
              </a:r>
              <a:endParaRPr lang="zh-CN" altLang="en-US" sz="1600" dirty="0"/>
            </a:p>
          </p:txBody>
        </p:sp>
        <p:sp>
          <p:nvSpPr>
            <p:cNvPr id="121" name="矩形: 圆角 120"/>
            <p:cNvSpPr/>
            <p:nvPr/>
          </p:nvSpPr>
          <p:spPr>
            <a:xfrm>
              <a:off x="9178868" y="3466958"/>
              <a:ext cx="1036982" cy="1037757"/>
            </a:xfrm>
            <a:prstGeom prst="roundRect">
              <a:avLst>
                <a:gd name="adj" fmla="val 4978"/>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圆角 121"/>
            <p:cNvSpPr/>
            <p:nvPr/>
          </p:nvSpPr>
          <p:spPr>
            <a:xfrm>
              <a:off x="10417118" y="3466958"/>
              <a:ext cx="1036982" cy="1037757"/>
            </a:xfrm>
            <a:prstGeom prst="roundRect">
              <a:avLst>
                <a:gd name="adj" fmla="val 4978"/>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矩形: 圆角 122"/>
            <p:cNvSpPr/>
            <p:nvPr/>
          </p:nvSpPr>
          <p:spPr>
            <a:xfrm>
              <a:off x="9178868" y="4719296"/>
              <a:ext cx="1036982" cy="1037757"/>
            </a:xfrm>
            <a:prstGeom prst="roundRect">
              <a:avLst>
                <a:gd name="adj" fmla="val 497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圆角 123"/>
            <p:cNvSpPr/>
            <p:nvPr/>
          </p:nvSpPr>
          <p:spPr>
            <a:xfrm>
              <a:off x="10417118" y="4719296"/>
              <a:ext cx="1036982" cy="1037757"/>
            </a:xfrm>
            <a:prstGeom prst="roundRect">
              <a:avLst>
                <a:gd name="adj" fmla="val 4978"/>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 name="直接箭头连接符 125"/>
            <p:cNvCxnSpPr/>
            <p:nvPr/>
          </p:nvCxnSpPr>
          <p:spPr>
            <a:xfrm>
              <a:off x="9029945" y="4612005"/>
              <a:ext cx="2573079" cy="0"/>
            </a:xfrm>
            <a:prstGeom prst="straightConnector1">
              <a:avLst/>
            </a:prstGeom>
            <a:ln w="19050">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p:nvPr/>
          </p:nvCxnSpPr>
          <p:spPr>
            <a:xfrm flipV="1">
              <a:off x="10316484" y="3332480"/>
              <a:ext cx="0" cy="2559050"/>
            </a:xfrm>
            <a:prstGeom prst="straightConnector1">
              <a:avLst/>
            </a:prstGeom>
            <a:ln w="19050">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9" name="文本框 138"/>
            <p:cNvSpPr txBox="1"/>
            <p:nvPr/>
          </p:nvSpPr>
          <p:spPr>
            <a:xfrm>
              <a:off x="9286990" y="4168220"/>
              <a:ext cx="820738" cy="246221"/>
            </a:xfrm>
            <a:prstGeom prst="rect">
              <a:avLst/>
            </a:prstGeom>
            <a:noFill/>
          </p:spPr>
          <p:txBody>
            <a:bodyPr wrap="none" lIns="0" tIns="0" rIns="0" bIns="0">
              <a:spAutoFit/>
            </a:bodyPr>
            <a:lstStyle/>
            <a:p>
              <a:r>
                <a:rPr lang="zh-CN" altLang="en-US" sz="1600" dirty="0">
                  <a:latin typeface="思源黑体 CN Bold" panose="020B0800000000000000" pitchFamily="34" charset="-122"/>
                  <a:ea typeface="思源黑体 CN Bold" panose="020B0800000000000000" pitchFamily="34" charset="-122"/>
                  <a:cs typeface="+mn-ea"/>
                  <a:sym typeface="+mn-lt"/>
                </a:rPr>
                <a:t>虚拟仿真</a:t>
              </a:r>
              <a:endParaRPr lang="zh-CN" altLang="en-US" sz="1600" dirty="0"/>
            </a:p>
          </p:txBody>
        </p:sp>
        <p:sp>
          <p:nvSpPr>
            <p:cNvPr id="140" name="文本框 139"/>
            <p:cNvSpPr txBox="1"/>
            <p:nvPr/>
          </p:nvSpPr>
          <p:spPr>
            <a:xfrm>
              <a:off x="10525240" y="4168220"/>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实体操作</a:t>
              </a:r>
              <a:endParaRPr lang="zh-CN" altLang="en-US" sz="1600" dirty="0"/>
            </a:p>
          </p:txBody>
        </p:sp>
        <p:sp>
          <p:nvSpPr>
            <p:cNvPr id="141" name="文本框 140"/>
            <p:cNvSpPr txBox="1"/>
            <p:nvPr/>
          </p:nvSpPr>
          <p:spPr>
            <a:xfrm>
              <a:off x="9286990" y="5419170"/>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比例配置</a:t>
              </a:r>
              <a:endParaRPr lang="zh-CN" altLang="en-US" sz="1600" dirty="0"/>
            </a:p>
          </p:txBody>
        </p:sp>
        <p:sp>
          <p:nvSpPr>
            <p:cNvPr id="142" name="文本框 141"/>
            <p:cNvSpPr txBox="1"/>
            <p:nvPr/>
          </p:nvSpPr>
          <p:spPr>
            <a:xfrm>
              <a:off x="10525240" y="5419170"/>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教学维度</a:t>
              </a:r>
              <a:endParaRPr lang="zh-CN" altLang="en-US" sz="1600" dirty="0"/>
            </a:p>
          </p:txBody>
        </p:sp>
        <p:sp>
          <p:nvSpPr>
            <p:cNvPr id="153" name="米菲PPT63"/>
            <p:cNvSpPr txBox="1"/>
            <p:nvPr/>
          </p:nvSpPr>
          <p:spPr>
            <a:xfrm>
              <a:off x="9539669" y="2982842"/>
              <a:ext cx="1553630" cy="338554"/>
            </a:xfrm>
            <a:prstGeom prst="rect">
              <a:avLst/>
            </a:prstGeom>
            <a:noFill/>
          </p:spPr>
          <p:txBody>
            <a:bodyPr wrap="none">
              <a:spAutoFit/>
            </a:bodyPr>
            <a:lstStyle>
              <a:defPPr>
                <a:defRPr lang="en-US"/>
              </a:defPPr>
              <a:lvl1pPr algn="ctr">
                <a:defRPr sz="1200">
                  <a:effectLst/>
                  <a:latin typeface="MiSans Bold" panose="00000800000000000000" pitchFamily="2" charset="-122"/>
                  <a:ea typeface="MiSans Bold" panose="00000800000000000000" pitchFamily="2" charset="-122"/>
                </a:defRPr>
              </a:lvl1pPr>
            </a:lstStyle>
            <a:p>
              <a:r>
                <a:rPr lang="en-US" altLang="zh-CN" sz="160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PDCA</a:t>
              </a:r>
              <a:r>
                <a:rPr lang="zh-CN" altLang="en-US" sz="160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循环改进</a:t>
              </a:r>
              <a:endParaRPr lang="zh-CN" altLang="en-US" sz="1600"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43" name="文本框 142"/>
            <p:cNvSpPr txBox="1"/>
            <p:nvPr/>
          </p:nvSpPr>
          <p:spPr>
            <a:xfrm>
              <a:off x="9385799" y="3689512"/>
              <a:ext cx="623120" cy="369332"/>
            </a:xfrm>
            <a:prstGeom prst="rect">
              <a:avLst/>
            </a:prstGeom>
            <a:noFill/>
          </p:spPr>
          <p:txBody>
            <a:bodyPr wrap="square" lIns="0" tIns="0" rIns="0" bIns="0">
              <a:spAutoFit/>
            </a:bodyPr>
            <a:lstStyle/>
            <a:p>
              <a:r>
                <a:rPr lang="zh-CN" altLang="en-US" sz="2400" dirty="0">
                  <a:solidFill>
                    <a:schemeClr val="accent2"/>
                  </a:solidFill>
                  <a:latin typeface="思源黑体 CN Bold" panose="020B0800000000000000" pitchFamily="34" charset="-122"/>
                  <a:ea typeface="思源黑体 CN Bold" panose="020B0800000000000000" pitchFamily="34" charset="-122"/>
                  <a:cs typeface="+mn-ea"/>
                  <a:sym typeface="+mn-lt"/>
                </a:rPr>
                <a:t>计划 </a:t>
              </a:r>
              <a:endParaRPr lang="zh-CN" altLang="en-US" sz="2400" dirty="0">
                <a:solidFill>
                  <a:schemeClr val="accent2"/>
                </a:solidFill>
              </a:endParaRPr>
            </a:p>
          </p:txBody>
        </p:sp>
        <p:sp>
          <p:nvSpPr>
            <p:cNvPr id="144" name="文本框 143"/>
            <p:cNvSpPr txBox="1"/>
            <p:nvPr/>
          </p:nvSpPr>
          <p:spPr>
            <a:xfrm>
              <a:off x="10627833" y="3689512"/>
              <a:ext cx="615553" cy="369332"/>
            </a:xfrm>
            <a:prstGeom prst="rect">
              <a:avLst/>
            </a:prstGeom>
            <a:noFill/>
          </p:spPr>
          <p:txBody>
            <a:bodyPr wrap="none" lIns="0" tIns="0" rIns="0" bIns="0">
              <a:spAutoFit/>
            </a:bodyPr>
            <a:lstStyle/>
            <a:p>
              <a:r>
                <a:rPr lang="zh-CN" altLang="en-US" sz="2400" dirty="0">
                  <a:solidFill>
                    <a:schemeClr val="accent1"/>
                  </a:solidFill>
                  <a:latin typeface="思源黑体 CN Bold" panose="020B0800000000000000" pitchFamily="34" charset="-122"/>
                  <a:ea typeface="思源黑体 CN Bold" panose="020B0800000000000000" pitchFamily="34" charset="-122"/>
                  <a:cs typeface="+mn-ea"/>
                  <a:sym typeface="+mn-lt"/>
                </a:rPr>
                <a:t>执行</a:t>
              </a:r>
              <a:endParaRPr lang="zh-CN" altLang="en-US" sz="2400" dirty="0">
                <a:solidFill>
                  <a:schemeClr val="accent1"/>
                </a:solidFill>
              </a:endParaRPr>
            </a:p>
          </p:txBody>
        </p:sp>
        <p:sp>
          <p:nvSpPr>
            <p:cNvPr id="145" name="文本框 144"/>
            <p:cNvSpPr txBox="1"/>
            <p:nvPr/>
          </p:nvSpPr>
          <p:spPr>
            <a:xfrm>
              <a:off x="9389583" y="4914427"/>
              <a:ext cx="615553" cy="369332"/>
            </a:xfrm>
            <a:prstGeom prst="rect">
              <a:avLst/>
            </a:prstGeom>
            <a:noFill/>
          </p:spPr>
          <p:txBody>
            <a:bodyPr wrap="none" lIns="0" tIns="0" rIns="0" bIns="0">
              <a:spAutoFit/>
            </a:bodyPr>
            <a:lstStyle/>
            <a:p>
              <a:r>
                <a:rPr lang="zh-CN" altLang="en-US" sz="2400" dirty="0">
                  <a:solidFill>
                    <a:schemeClr val="accent5"/>
                  </a:solidFill>
                  <a:latin typeface="思源黑体 CN Bold" panose="020B0800000000000000" pitchFamily="34" charset="-122"/>
                  <a:ea typeface="思源黑体 CN Bold" panose="020B0800000000000000" pitchFamily="34" charset="-122"/>
                  <a:cs typeface="+mn-ea"/>
                  <a:sym typeface="+mn-lt"/>
                </a:rPr>
                <a:t>检查</a:t>
              </a:r>
              <a:endParaRPr lang="zh-CN" altLang="en-US" sz="2400" dirty="0">
                <a:solidFill>
                  <a:schemeClr val="accent5"/>
                </a:solidFill>
              </a:endParaRPr>
            </a:p>
          </p:txBody>
        </p:sp>
        <p:sp>
          <p:nvSpPr>
            <p:cNvPr id="149" name="文本框 148"/>
            <p:cNvSpPr txBox="1"/>
            <p:nvPr/>
          </p:nvSpPr>
          <p:spPr>
            <a:xfrm>
              <a:off x="10627833" y="4914427"/>
              <a:ext cx="615553" cy="369332"/>
            </a:xfrm>
            <a:prstGeom prst="rect">
              <a:avLst/>
            </a:prstGeom>
            <a:noFill/>
          </p:spPr>
          <p:txBody>
            <a:bodyPr wrap="none" lIns="0" tIns="0" rIns="0" bIns="0">
              <a:spAutoFit/>
            </a:bodyPr>
            <a:lstStyle/>
            <a:p>
              <a:r>
                <a:rPr lang="zh-CN" altLang="en-US" sz="2400" dirty="0">
                  <a:solidFill>
                    <a:schemeClr val="accent3"/>
                  </a:solidFill>
                  <a:latin typeface="思源黑体 CN Bold" panose="020B0800000000000000" pitchFamily="34" charset="-122"/>
                  <a:ea typeface="思源黑体 CN Bold" panose="020B0800000000000000" pitchFamily="34" charset="-122"/>
                  <a:cs typeface="+mn-ea"/>
                  <a:sym typeface="+mn-lt"/>
                </a:rPr>
                <a:t>改进</a:t>
              </a:r>
              <a:endParaRPr lang="zh-CN" altLang="en-US" sz="2400" dirty="0">
                <a:solidFill>
                  <a:schemeClr val="accent3"/>
                </a:solidFill>
              </a:endParaRPr>
            </a:p>
          </p:txBody>
        </p:sp>
      </p:grpSp>
      <p:grpSp>
        <p:nvGrpSpPr>
          <p:cNvPr id="25" name="组合 24"/>
          <p:cNvGrpSpPr/>
          <p:nvPr/>
        </p:nvGrpSpPr>
        <p:grpSpPr>
          <a:xfrm>
            <a:off x="5602289" y="4221391"/>
            <a:ext cx="325437" cy="1913890"/>
            <a:chOff x="5602289" y="4221391"/>
            <a:chExt cx="325437" cy="1913890"/>
          </a:xfrm>
        </p:grpSpPr>
        <p:sp>
          <p:nvSpPr>
            <p:cNvPr id="176" name="箭头: 右 175"/>
            <p:cNvSpPr/>
            <p:nvPr/>
          </p:nvSpPr>
          <p:spPr>
            <a:xfrm>
              <a:off x="5602289" y="4221391"/>
              <a:ext cx="325437" cy="22225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箭头: 右 176"/>
            <p:cNvSpPr/>
            <p:nvPr/>
          </p:nvSpPr>
          <p:spPr>
            <a:xfrm>
              <a:off x="5602289" y="5067211"/>
              <a:ext cx="325437" cy="22225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箭头: 右 177"/>
            <p:cNvSpPr/>
            <p:nvPr/>
          </p:nvSpPr>
          <p:spPr>
            <a:xfrm>
              <a:off x="5602289" y="5913031"/>
              <a:ext cx="325437" cy="22225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a:off x="8637588" y="3522345"/>
            <a:ext cx="325437" cy="1859280"/>
            <a:chOff x="8637588" y="3522345"/>
            <a:chExt cx="325437" cy="1859280"/>
          </a:xfrm>
        </p:grpSpPr>
        <p:sp>
          <p:nvSpPr>
            <p:cNvPr id="179" name="箭头: 右 178"/>
            <p:cNvSpPr/>
            <p:nvPr/>
          </p:nvSpPr>
          <p:spPr>
            <a:xfrm>
              <a:off x="8637588" y="3522345"/>
              <a:ext cx="325437" cy="22225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箭头: 右 179"/>
            <p:cNvSpPr/>
            <p:nvPr/>
          </p:nvSpPr>
          <p:spPr>
            <a:xfrm>
              <a:off x="8637588" y="5159375"/>
              <a:ext cx="325437" cy="22225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fill="hold"/>
                                        <p:tgtEl>
                                          <p:spTgt spid="24"/>
                                        </p:tgtEl>
                                        <p:attrNameLst>
                                          <p:attrName>ppt_x</p:attrName>
                                        </p:attrNameLst>
                                      </p:cBhvr>
                                      <p:tavLst>
                                        <p:tav tm="0">
                                          <p:val>
                                            <p:strVal val="#ppt_x"/>
                                          </p:val>
                                        </p:tav>
                                        <p:tav tm="100000">
                                          <p:val>
                                            <p:strVal val="#ppt_x"/>
                                          </p:val>
                                        </p:tav>
                                      </p:tavLst>
                                    </p:anim>
                                    <p:anim calcmode="lin" valueType="num">
                                      <p:cBhvr additive="base">
                                        <p:cTn id="3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500" fill="hold"/>
                                        <p:tgtEl>
                                          <p:spTgt spid="22"/>
                                        </p:tgtEl>
                                        <p:attrNameLst>
                                          <p:attrName>ppt_x</p:attrName>
                                        </p:attrNameLst>
                                      </p:cBhvr>
                                      <p:tavLst>
                                        <p:tav tm="0">
                                          <p:val>
                                            <p:strVal val="#ppt_x"/>
                                          </p:val>
                                        </p:tav>
                                        <p:tav tm="100000">
                                          <p:val>
                                            <p:strVal val="#ppt_x"/>
                                          </p:val>
                                        </p:tav>
                                      </p:tavLst>
                                    </p:anim>
                                    <p:anim calcmode="lin" valueType="num">
                                      <p:cBhvr additive="base">
                                        <p:cTn id="4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left)">
                                      <p:cBhvr>
                                        <p:cTn id="5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3542351" y="1847850"/>
            <a:ext cx="5107299" cy="4676775"/>
            <a:chOff x="3542351" y="1847850"/>
            <a:chExt cx="5107299" cy="4676775"/>
          </a:xfrm>
        </p:grpSpPr>
        <p:sp>
          <p:nvSpPr>
            <p:cNvPr id="245" name="圆角矩形 8"/>
            <p:cNvSpPr/>
            <p:nvPr/>
          </p:nvSpPr>
          <p:spPr>
            <a:xfrm>
              <a:off x="3542351" y="1847850"/>
              <a:ext cx="608335" cy="4676775"/>
            </a:xfrm>
            <a:prstGeom prst="roundRect">
              <a:avLst>
                <a:gd name="adj" fmla="val 0"/>
              </a:avLst>
            </a:prstGeom>
            <a:solidFill>
              <a:schemeClr val="accent2"/>
            </a:solidFill>
          </p:spPr>
          <p:style>
            <a:lnRef idx="2">
              <a:schemeClr val="lt1"/>
            </a:lnRef>
            <a:fillRef idx="1">
              <a:schemeClr val="accent5"/>
            </a:fillRef>
            <a:effectRef idx="1">
              <a:schemeClr val="accent5"/>
            </a:effectRef>
            <a:fontRef idx="minor">
              <a:schemeClr val="lt1"/>
            </a:fontRef>
          </p:style>
          <p:txBody>
            <a:bodyPr vert="eaVert" rtlCol="0" anchor="ctr"/>
            <a:lstStyle/>
            <a:p>
              <a:pPr algn="ctr"/>
              <a:endParaRPr lang="zh-CN" altLang="en-US" dirty="0">
                <a:latin typeface="+mj-ea"/>
                <a:ea typeface="+mj-ea"/>
                <a:cs typeface="黑体" panose="02010609060101010101" charset="-122"/>
              </a:endParaRPr>
            </a:p>
          </p:txBody>
        </p:sp>
        <p:sp>
          <p:nvSpPr>
            <p:cNvPr id="247" name="圆角矩形 8"/>
            <p:cNvSpPr/>
            <p:nvPr/>
          </p:nvSpPr>
          <p:spPr>
            <a:xfrm>
              <a:off x="8041315" y="1847850"/>
              <a:ext cx="608335" cy="4676775"/>
            </a:xfrm>
            <a:prstGeom prst="roundRect">
              <a:avLst>
                <a:gd name="adj" fmla="val 0"/>
              </a:avLst>
            </a:prstGeom>
            <a:solidFill>
              <a:schemeClr val="accent2"/>
            </a:solidFill>
          </p:spPr>
          <p:style>
            <a:lnRef idx="2">
              <a:schemeClr val="lt1"/>
            </a:lnRef>
            <a:fillRef idx="1">
              <a:schemeClr val="accent5"/>
            </a:fillRef>
            <a:effectRef idx="1">
              <a:schemeClr val="accent5"/>
            </a:effectRef>
            <a:fontRef idx="minor">
              <a:schemeClr val="lt1"/>
            </a:fontRef>
          </p:style>
          <p:txBody>
            <a:bodyPr vert="eaVert" rtlCol="0" anchor="ctr"/>
            <a:lstStyle/>
            <a:p>
              <a:pPr algn="ctr"/>
              <a:endParaRPr lang="zh-CN" altLang="en-US" dirty="0">
                <a:latin typeface="+mj-ea"/>
                <a:ea typeface="+mj-ea"/>
                <a:cs typeface="黑体" panose="02010609060101010101" charset="-122"/>
              </a:endParaRPr>
            </a:p>
          </p:txBody>
        </p:sp>
        <p:sp>
          <p:nvSpPr>
            <p:cNvPr id="153" name="文本框 152"/>
            <p:cNvSpPr txBox="1"/>
            <p:nvPr/>
          </p:nvSpPr>
          <p:spPr>
            <a:xfrm>
              <a:off x="8187501" y="2779514"/>
              <a:ext cx="315962" cy="3030958"/>
            </a:xfrm>
            <a:prstGeom prst="rect">
              <a:avLst/>
            </a:prstGeom>
            <a:noFill/>
          </p:spPr>
          <p:txBody>
            <a:bodyPr wrap="square" lIns="0" tIns="0" rIns="0" bIns="0">
              <a:spAutoFit/>
            </a:bodyPr>
            <a:lstStyle/>
            <a:p>
              <a:pPr algn="ctr">
                <a:lnSpc>
                  <a:spcPct val="110000"/>
                </a:lnSpc>
              </a:pPr>
              <a:r>
                <a:rPr lang="zh-CN" altLang="en-US" dirty="0">
                  <a:solidFill>
                    <a:schemeClr val="bg1"/>
                  </a:solidFill>
                  <a:latin typeface="+mj-ea"/>
                  <a:ea typeface="+mj-ea"/>
                  <a:cs typeface="黑体" panose="02010609060101010101" charset="-122"/>
                  <a:sym typeface="+mn-ea"/>
                </a:rPr>
                <a:t>实施资源动态淘汰制度</a:t>
              </a:r>
              <a:endParaRPr lang="zh-CN" altLang="en-US" dirty="0">
                <a:solidFill>
                  <a:schemeClr val="bg1"/>
                </a:solidFill>
                <a:latin typeface="+mj-ea"/>
                <a:ea typeface="+mj-ea"/>
                <a:cs typeface="黑体" panose="02010609060101010101" charset="-122"/>
              </a:endParaRPr>
            </a:p>
          </p:txBody>
        </p:sp>
        <p:sp>
          <p:nvSpPr>
            <p:cNvPr id="154" name="文本框 153"/>
            <p:cNvSpPr txBox="1"/>
            <p:nvPr/>
          </p:nvSpPr>
          <p:spPr>
            <a:xfrm>
              <a:off x="3688537" y="2779514"/>
              <a:ext cx="315962" cy="3030958"/>
            </a:xfrm>
            <a:prstGeom prst="rect">
              <a:avLst/>
            </a:prstGeom>
            <a:noFill/>
          </p:spPr>
          <p:txBody>
            <a:bodyPr wrap="square" lIns="0" tIns="0" rIns="0" bIns="0">
              <a:spAutoFit/>
            </a:bodyPr>
            <a:lstStyle/>
            <a:p>
              <a:pPr algn="ctr">
                <a:lnSpc>
                  <a:spcPct val="110000"/>
                </a:lnSpc>
              </a:pPr>
              <a:r>
                <a:rPr lang="zh-CN" altLang="en-US">
                  <a:solidFill>
                    <a:schemeClr val="bg1"/>
                  </a:solidFill>
                  <a:latin typeface="+mj-ea"/>
                  <a:ea typeface="+mj-ea"/>
                  <a:cs typeface="黑体" panose="02010609060101010101" charset="-122"/>
                  <a:sym typeface="+mn-ea"/>
                </a:rPr>
                <a:t>建立教学案例众筹平台</a:t>
              </a:r>
              <a:endParaRPr lang="zh-CN" altLang="en-US" dirty="0">
                <a:solidFill>
                  <a:schemeClr val="bg1"/>
                </a:solidFill>
                <a:latin typeface="+mj-ea"/>
                <a:ea typeface="+mj-ea"/>
                <a:cs typeface="黑体" panose="02010609060101010101" charset="-122"/>
                <a:sym typeface="+mn-ea"/>
              </a:endParaRPr>
            </a:p>
          </p:txBody>
        </p:sp>
      </p:grpSp>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mj-ea"/>
                <a:ea typeface="+mj-ea"/>
              </a:rPr>
              <a:t>教学内容图</a:t>
            </a:r>
          </a:p>
        </p:txBody>
      </p:sp>
      <p:cxnSp>
        <p:nvCxnSpPr>
          <p:cNvPr id="18" name="直接连接符 17"/>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5" name="组合 24"/>
          <p:cNvGrpSpPr/>
          <p:nvPr/>
        </p:nvGrpSpPr>
        <p:grpSpPr>
          <a:xfrm>
            <a:off x="442912" y="908051"/>
            <a:ext cx="496889" cy="5616576"/>
            <a:chOff x="442912" y="908051"/>
            <a:chExt cx="496889" cy="5616576"/>
          </a:xfrm>
        </p:grpSpPr>
        <p:sp>
          <p:nvSpPr>
            <p:cNvPr id="50" name="箭头: 五边形 49"/>
            <p:cNvSpPr/>
            <p:nvPr/>
          </p:nvSpPr>
          <p:spPr>
            <a:xfrm rot="5400000">
              <a:off x="-2116931" y="3467894"/>
              <a:ext cx="5616576" cy="496889"/>
            </a:xfrm>
            <a:prstGeom prst="homePlate">
              <a:avLst/>
            </a:prstGeom>
            <a:gradFill flip="none" rotWithShape="1">
              <a:gsLst>
                <a:gs pos="0">
                  <a:schemeClr val="accent1">
                    <a:alpha val="0"/>
                  </a:schemeClr>
                </a:gs>
                <a:gs pos="8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59" name="文本框 158"/>
            <p:cNvSpPr txBox="1"/>
            <p:nvPr/>
          </p:nvSpPr>
          <p:spPr>
            <a:xfrm>
              <a:off x="536576" y="3721369"/>
              <a:ext cx="309562" cy="2554545"/>
            </a:xfrm>
            <a:prstGeom prst="rect">
              <a:avLst/>
            </a:prstGeom>
            <a:noFill/>
          </p:spPr>
          <p:txBody>
            <a:bodyPr wrap="square">
              <a:spAutoFit/>
            </a:bodyPr>
            <a:lstStyle/>
            <a:p>
              <a:pPr algn="ctr"/>
              <a:r>
                <a:rPr lang="zh-CN" altLang="en-US" sz="2000" b="1" dirty="0">
                  <a:solidFill>
                    <a:schemeClr val="bg1"/>
                  </a:solidFill>
                  <a:latin typeface="+mj-ea"/>
                  <a:ea typeface="+mj-ea"/>
                  <a:cs typeface="+mn-ea"/>
                  <a:sym typeface="+mn-lt"/>
                </a:rPr>
                <a:t>解决重理论轻实践</a:t>
              </a:r>
            </a:p>
          </p:txBody>
        </p:sp>
      </p:grpSp>
      <p:grpSp>
        <p:nvGrpSpPr>
          <p:cNvPr id="24" name="组合 23"/>
          <p:cNvGrpSpPr/>
          <p:nvPr/>
        </p:nvGrpSpPr>
        <p:grpSpPr>
          <a:xfrm>
            <a:off x="11252199" y="908052"/>
            <a:ext cx="496889" cy="5616576"/>
            <a:chOff x="11252199" y="908052"/>
            <a:chExt cx="496889" cy="5616576"/>
          </a:xfrm>
        </p:grpSpPr>
        <p:sp>
          <p:nvSpPr>
            <p:cNvPr id="51" name="箭头: 五边形 50"/>
            <p:cNvSpPr/>
            <p:nvPr/>
          </p:nvSpPr>
          <p:spPr>
            <a:xfrm rot="5400000">
              <a:off x="8692356" y="3467895"/>
              <a:ext cx="5616576" cy="496889"/>
            </a:xfrm>
            <a:prstGeom prst="homePlate">
              <a:avLst/>
            </a:prstGeom>
            <a:gradFill flip="none" rotWithShape="1">
              <a:gsLst>
                <a:gs pos="0">
                  <a:schemeClr val="accent3">
                    <a:alpha val="0"/>
                  </a:schemeClr>
                </a:gs>
                <a:gs pos="8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60" name="文本框 159"/>
            <p:cNvSpPr txBox="1"/>
            <p:nvPr/>
          </p:nvSpPr>
          <p:spPr>
            <a:xfrm>
              <a:off x="11345863" y="3721369"/>
              <a:ext cx="309562" cy="2554545"/>
            </a:xfrm>
            <a:prstGeom prst="rect">
              <a:avLst/>
            </a:prstGeom>
            <a:noFill/>
          </p:spPr>
          <p:txBody>
            <a:bodyPr wrap="square">
              <a:spAutoFit/>
            </a:bodyPr>
            <a:lstStyle/>
            <a:p>
              <a:pPr algn="ctr"/>
              <a:r>
                <a:rPr lang="zh-CN" altLang="en-US" sz="2000" b="1" dirty="0">
                  <a:solidFill>
                    <a:schemeClr val="bg1"/>
                  </a:solidFill>
                  <a:latin typeface="+mj-ea"/>
                  <a:ea typeface="+mj-ea"/>
                  <a:cs typeface="+mn-ea"/>
                  <a:sym typeface="+mn-lt"/>
                </a:rPr>
                <a:t>解决重知识轻能力</a:t>
              </a:r>
            </a:p>
          </p:txBody>
        </p:sp>
      </p:grpSp>
      <p:grpSp>
        <p:nvGrpSpPr>
          <p:cNvPr id="21" name="组合 20"/>
          <p:cNvGrpSpPr/>
          <p:nvPr/>
        </p:nvGrpSpPr>
        <p:grpSpPr>
          <a:xfrm>
            <a:off x="1010458" y="2376250"/>
            <a:ext cx="414309" cy="2768144"/>
            <a:chOff x="1010458" y="2376250"/>
            <a:chExt cx="414309" cy="2768144"/>
          </a:xfrm>
        </p:grpSpPr>
        <p:grpSp>
          <p:nvGrpSpPr>
            <p:cNvPr id="158" name="组合 157"/>
            <p:cNvGrpSpPr/>
            <p:nvPr/>
          </p:nvGrpSpPr>
          <p:grpSpPr>
            <a:xfrm rot="16200000">
              <a:off x="1110766" y="2515493"/>
              <a:ext cx="213694" cy="414308"/>
              <a:chOff x="620917" y="5531069"/>
              <a:chExt cx="213694" cy="326756"/>
            </a:xfrm>
          </p:grpSpPr>
          <p:sp>
            <p:nvSpPr>
              <p:cNvPr id="156" name="箭头: 上 155"/>
              <p:cNvSpPr/>
              <p:nvPr/>
            </p:nvSpPr>
            <p:spPr>
              <a:xfrm rot="10800000" flipH="1" flipV="1">
                <a:off x="620917" y="5531069"/>
                <a:ext cx="98691" cy="326756"/>
              </a:xfrm>
              <a:prstGeom prst="upArrow">
                <a:avLst/>
              </a:prstGeom>
              <a:gradFill>
                <a:gsLst>
                  <a:gs pos="0">
                    <a:schemeClr val="accent1">
                      <a:alpha val="0"/>
                    </a:schemeClr>
                  </a:gs>
                  <a:gs pos="100000">
                    <a:schemeClr val="accent1"/>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157" name="箭头: 上 156"/>
              <p:cNvSpPr/>
              <p:nvPr/>
            </p:nvSpPr>
            <p:spPr>
              <a:xfrm flipV="1">
                <a:off x="735920" y="5531069"/>
                <a:ext cx="98691" cy="326756"/>
              </a:xfrm>
              <a:prstGeom prst="upArrow">
                <a:avLst/>
              </a:prstGeom>
              <a:gradFill flip="none" rotWithShape="1">
                <a:gsLst>
                  <a:gs pos="0">
                    <a:schemeClr val="accent1">
                      <a:alpha val="0"/>
                    </a:schemeClr>
                  </a:gs>
                  <a:gs pos="100000">
                    <a:schemeClr val="accent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grpSp>
        <p:grpSp>
          <p:nvGrpSpPr>
            <p:cNvPr id="161" name="组合 160"/>
            <p:cNvGrpSpPr/>
            <p:nvPr/>
          </p:nvGrpSpPr>
          <p:grpSpPr>
            <a:xfrm rot="16200000">
              <a:off x="1110765" y="4595753"/>
              <a:ext cx="213694" cy="414308"/>
              <a:chOff x="620917" y="5531069"/>
              <a:chExt cx="213694" cy="326756"/>
            </a:xfrm>
          </p:grpSpPr>
          <p:sp>
            <p:nvSpPr>
              <p:cNvPr id="162" name="箭头: 上 161"/>
              <p:cNvSpPr/>
              <p:nvPr/>
            </p:nvSpPr>
            <p:spPr>
              <a:xfrm rot="10800000" flipH="1" flipV="1">
                <a:off x="620917" y="5531069"/>
                <a:ext cx="98691" cy="326756"/>
              </a:xfrm>
              <a:prstGeom prst="upArrow">
                <a:avLst/>
              </a:prstGeom>
              <a:gradFill>
                <a:gsLst>
                  <a:gs pos="0">
                    <a:schemeClr val="accent1">
                      <a:alpha val="0"/>
                    </a:schemeClr>
                  </a:gs>
                  <a:gs pos="100000">
                    <a:schemeClr val="accent1"/>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163" name="箭头: 上 162"/>
              <p:cNvSpPr/>
              <p:nvPr/>
            </p:nvSpPr>
            <p:spPr>
              <a:xfrm flipV="1">
                <a:off x="735920" y="5531069"/>
                <a:ext cx="98691" cy="326756"/>
              </a:xfrm>
              <a:prstGeom prst="upArrow">
                <a:avLst/>
              </a:prstGeom>
              <a:gradFill flip="none" rotWithShape="1">
                <a:gsLst>
                  <a:gs pos="0">
                    <a:schemeClr val="accent1">
                      <a:alpha val="0"/>
                    </a:schemeClr>
                  </a:gs>
                  <a:gs pos="100000">
                    <a:schemeClr val="accent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grpSp>
        <p:sp>
          <p:nvSpPr>
            <p:cNvPr id="164" name="TextBox 50"/>
            <p:cNvSpPr txBox="1"/>
            <p:nvPr/>
          </p:nvSpPr>
          <p:spPr>
            <a:xfrm>
              <a:off x="1013185" y="2376250"/>
              <a:ext cx="359073" cy="215444"/>
            </a:xfrm>
            <a:prstGeom prst="rect">
              <a:avLst/>
            </a:prstGeom>
            <a:noFill/>
          </p:spPr>
          <p:txBody>
            <a:bodyPr wrap="none" lIns="0" tIns="0" rIns="0" bIns="0" rtlCol="0">
              <a:spAutoFit/>
            </a:bodyPr>
            <a:lstStyle/>
            <a:p>
              <a:pPr algn="ctr"/>
              <a:r>
                <a:rPr lang="zh-CN" altLang="en-US" sz="1400" b="1">
                  <a:latin typeface="+mj-ea"/>
                  <a:ea typeface="+mj-ea"/>
                </a:rPr>
                <a:t>技术</a:t>
              </a:r>
              <a:endParaRPr lang="id-ID" sz="1400" b="1" dirty="0">
                <a:latin typeface="+mj-ea"/>
                <a:ea typeface="+mj-ea"/>
              </a:endParaRPr>
            </a:p>
          </p:txBody>
        </p:sp>
        <p:sp>
          <p:nvSpPr>
            <p:cNvPr id="165" name="TextBox 50"/>
            <p:cNvSpPr txBox="1"/>
            <p:nvPr/>
          </p:nvSpPr>
          <p:spPr>
            <a:xfrm>
              <a:off x="1013185" y="2894410"/>
              <a:ext cx="359073" cy="215444"/>
            </a:xfrm>
            <a:prstGeom prst="rect">
              <a:avLst/>
            </a:prstGeom>
            <a:noFill/>
          </p:spPr>
          <p:txBody>
            <a:bodyPr wrap="none" lIns="0" tIns="0" rIns="0" bIns="0" rtlCol="0">
              <a:spAutoFit/>
            </a:bodyPr>
            <a:lstStyle/>
            <a:p>
              <a:pPr algn="ctr"/>
              <a:r>
                <a:rPr lang="zh-CN" altLang="en-US" sz="1400" b="1">
                  <a:latin typeface="+mj-ea"/>
                  <a:ea typeface="+mj-ea"/>
                </a:rPr>
                <a:t>培训</a:t>
              </a:r>
              <a:endParaRPr lang="id-ID" sz="1400" b="1" dirty="0">
                <a:latin typeface="+mj-ea"/>
                <a:ea typeface="+mj-ea"/>
              </a:endParaRPr>
            </a:p>
          </p:txBody>
        </p:sp>
        <p:sp>
          <p:nvSpPr>
            <p:cNvPr id="166" name="TextBox 50"/>
            <p:cNvSpPr txBox="1"/>
            <p:nvPr/>
          </p:nvSpPr>
          <p:spPr>
            <a:xfrm>
              <a:off x="1013185" y="4410790"/>
              <a:ext cx="359073" cy="215444"/>
            </a:xfrm>
            <a:prstGeom prst="rect">
              <a:avLst/>
            </a:prstGeom>
            <a:noFill/>
          </p:spPr>
          <p:txBody>
            <a:bodyPr wrap="none" lIns="0" tIns="0" rIns="0" bIns="0" rtlCol="0">
              <a:spAutoFit/>
            </a:bodyPr>
            <a:lstStyle/>
            <a:p>
              <a:pPr algn="ctr"/>
              <a:r>
                <a:rPr lang="zh-CN" altLang="en-US" sz="1400" b="1">
                  <a:latin typeface="+mj-ea"/>
                  <a:ea typeface="+mj-ea"/>
                </a:rPr>
                <a:t>企业</a:t>
              </a:r>
              <a:endParaRPr lang="id-ID" sz="1400" b="1" dirty="0">
                <a:latin typeface="+mj-ea"/>
                <a:ea typeface="+mj-ea"/>
              </a:endParaRPr>
            </a:p>
          </p:txBody>
        </p:sp>
        <p:sp>
          <p:nvSpPr>
            <p:cNvPr id="167" name="TextBox 50"/>
            <p:cNvSpPr txBox="1"/>
            <p:nvPr/>
          </p:nvSpPr>
          <p:spPr>
            <a:xfrm>
              <a:off x="1013185" y="4928950"/>
              <a:ext cx="359073" cy="215444"/>
            </a:xfrm>
            <a:prstGeom prst="rect">
              <a:avLst/>
            </a:prstGeom>
            <a:noFill/>
          </p:spPr>
          <p:txBody>
            <a:bodyPr wrap="none" lIns="0" tIns="0" rIns="0" bIns="0" rtlCol="0">
              <a:spAutoFit/>
            </a:bodyPr>
            <a:lstStyle/>
            <a:p>
              <a:pPr algn="ctr"/>
              <a:r>
                <a:rPr lang="zh-CN" altLang="en-US" sz="1400" b="1">
                  <a:latin typeface="+mj-ea"/>
                  <a:ea typeface="+mj-ea"/>
                </a:rPr>
                <a:t>实践</a:t>
              </a:r>
              <a:endParaRPr lang="id-ID" sz="1400" b="1" dirty="0">
                <a:latin typeface="+mj-ea"/>
                <a:ea typeface="+mj-ea"/>
              </a:endParaRPr>
            </a:p>
          </p:txBody>
        </p:sp>
      </p:grpSp>
      <p:grpSp>
        <p:nvGrpSpPr>
          <p:cNvPr id="23" name="组合 22"/>
          <p:cNvGrpSpPr/>
          <p:nvPr/>
        </p:nvGrpSpPr>
        <p:grpSpPr>
          <a:xfrm>
            <a:off x="10773356" y="2376250"/>
            <a:ext cx="414309" cy="2768144"/>
            <a:chOff x="10773356" y="2376250"/>
            <a:chExt cx="414309" cy="2768144"/>
          </a:xfrm>
        </p:grpSpPr>
        <p:grpSp>
          <p:nvGrpSpPr>
            <p:cNvPr id="168" name="组合 167"/>
            <p:cNvGrpSpPr/>
            <p:nvPr/>
          </p:nvGrpSpPr>
          <p:grpSpPr>
            <a:xfrm rot="16200000">
              <a:off x="10873664" y="2515493"/>
              <a:ext cx="213694" cy="414308"/>
              <a:chOff x="620917" y="5531069"/>
              <a:chExt cx="213694" cy="326756"/>
            </a:xfrm>
          </p:grpSpPr>
          <p:sp>
            <p:nvSpPr>
              <p:cNvPr id="169" name="箭头: 上 168"/>
              <p:cNvSpPr/>
              <p:nvPr/>
            </p:nvSpPr>
            <p:spPr>
              <a:xfrm rot="10800000" flipH="1" flipV="1">
                <a:off x="620917" y="5531069"/>
                <a:ext cx="98691" cy="326756"/>
              </a:xfrm>
              <a:prstGeom prst="upArrow">
                <a:avLst/>
              </a:prstGeom>
              <a:gradFill>
                <a:gsLst>
                  <a:gs pos="0">
                    <a:schemeClr val="accent3">
                      <a:alpha val="0"/>
                    </a:schemeClr>
                  </a:gs>
                  <a:gs pos="100000">
                    <a:schemeClr val="accent3"/>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170" name="箭头: 上 169"/>
              <p:cNvSpPr/>
              <p:nvPr/>
            </p:nvSpPr>
            <p:spPr>
              <a:xfrm flipV="1">
                <a:off x="735920" y="5531069"/>
                <a:ext cx="98691" cy="326756"/>
              </a:xfrm>
              <a:prstGeom prst="upArrow">
                <a:avLst/>
              </a:prstGeom>
              <a:gradFill flip="none" rotWithShape="1">
                <a:gsLst>
                  <a:gs pos="0">
                    <a:schemeClr val="accent3">
                      <a:alpha val="0"/>
                    </a:schemeClr>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grpSp>
        <p:grpSp>
          <p:nvGrpSpPr>
            <p:cNvPr id="171" name="组合 170"/>
            <p:cNvGrpSpPr/>
            <p:nvPr/>
          </p:nvGrpSpPr>
          <p:grpSpPr>
            <a:xfrm rot="16200000">
              <a:off x="10873663" y="4595753"/>
              <a:ext cx="213694" cy="414308"/>
              <a:chOff x="620917" y="5531069"/>
              <a:chExt cx="213694" cy="326756"/>
            </a:xfrm>
          </p:grpSpPr>
          <p:sp>
            <p:nvSpPr>
              <p:cNvPr id="172" name="箭头: 上 171"/>
              <p:cNvSpPr/>
              <p:nvPr/>
            </p:nvSpPr>
            <p:spPr>
              <a:xfrm rot="10800000" flipH="1" flipV="1">
                <a:off x="620917" y="5531069"/>
                <a:ext cx="98691" cy="326756"/>
              </a:xfrm>
              <a:prstGeom prst="upArrow">
                <a:avLst/>
              </a:prstGeom>
              <a:gradFill>
                <a:gsLst>
                  <a:gs pos="0">
                    <a:schemeClr val="accent3">
                      <a:alpha val="0"/>
                    </a:schemeClr>
                  </a:gs>
                  <a:gs pos="100000">
                    <a:schemeClr val="accent3"/>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173" name="箭头: 上 172"/>
              <p:cNvSpPr/>
              <p:nvPr/>
            </p:nvSpPr>
            <p:spPr>
              <a:xfrm flipV="1">
                <a:off x="735920" y="5531069"/>
                <a:ext cx="98691" cy="326756"/>
              </a:xfrm>
              <a:prstGeom prst="upArrow">
                <a:avLst/>
              </a:prstGeom>
              <a:gradFill flip="none" rotWithShape="1">
                <a:gsLst>
                  <a:gs pos="0">
                    <a:schemeClr val="accent3">
                      <a:alpha val="0"/>
                    </a:schemeClr>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grpSp>
        <p:sp>
          <p:nvSpPr>
            <p:cNvPr id="174" name="TextBox 50"/>
            <p:cNvSpPr txBox="1"/>
            <p:nvPr/>
          </p:nvSpPr>
          <p:spPr>
            <a:xfrm>
              <a:off x="10776083" y="2376250"/>
              <a:ext cx="359073" cy="215444"/>
            </a:xfrm>
            <a:prstGeom prst="rect">
              <a:avLst/>
            </a:prstGeom>
            <a:noFill/>
          </p:spPr>
          <p:txBody>
            <a:bodyPr wrap="none" lIns="0" tIns="0" rIns="0" bIns="0" rtlCol="0">
              <a:spAutoFit/>
            </a:bodyPr>
            <a:lstStyle/>
            <a:p>
              <a:pPr algn="ctr"/>
              <a:r>
                <a:rPr lang="zh-CN" altLang="en-US" sz="1400" b="1">
                  <a:latin typeface="+mj-ea"/>
                  <a:ea typeface="+mj-ea"/>
                </a:rPr>
                <a:t>分析</a:t>
              </a:r>
              <a:endParaRPr lang="id-ID" sz="1400" b="1" dirty="0">
                <a:latin typeface="+mj-ea"/>
                <a:ea typeface="+mj-ea"/>
              </a:endParaRPr>
            </a:p>
          </p:txBody>
        </p:sp>
        <p:sp>
          <p:nvSpPr>
            <p:cNvPr id="175" name="TextBox 50"/>
            <p:cNvSpPr txBox="1"/>
            <p:nvPr/>
          </p:nvSpPr>
          <p:spPr>
            <a:xfrm>
              <a:off x="10776083" y="2894410"/>
              <a:ext cx="359073" cy="215444"/>
            </a:xfrm>
            <a:prstGeom prst="rect">
              <a:avLst/>
            </a:prstGeom>
            <a:noFill/>
          </p:spPr>
          <p:txBody>
            <a:bodyPr wrap="none" lIns="0" tIns="0" rIns="0" bIns="0" rtlCol="0">
              <a:spAutoFit/>
            </a:bodyPr>
            <a:lstStyle/>
            <a:p>
              <a:pPr algn="ctr"/>
              <a:r>
                <a:rPr lang="zh-CN" altLang="en-US" sz="1400" b="1">
                  <a:latin typeface="+mj-ea"/>
                  <a:ea typeface="+mj-ea"/>
                </a:rPr>
                <a:t>系统</a:t>
              </a:r>
              <a:endParaRPr lang="id-ID" sz="1400" b="1" dirty="0">
                <a:latin typeface="+mj-ea"/>
                <a:ea typeface="+mj-ea"/>
              </a:endParaRPr>
            </a:p>
          </p:txBody>
        </p:sp>
        <p:sp>
          <p:nvSpPr>
            <p:cNvPr id="176" name="TextBox 50"/>
            <p:cNvSpPr txBox="1"/>
            <p:nvPr/>
          </p:nvSpPr>
          <p:spPr>
            <a:xfrm>
              <a:off x="10776083" y="4410790"/>
              <a:ext cx="359073" cy="215444"/>
            </a:xfrm>
            <a:prstGeom prst="rect">
              <a:avLst/>
            </a:prstGeom>
            <a:noFill/>
          </p:spPr>
          <p:txBody>
            <a:bodyPr wrap="none" lIns="0" tIns="0" rIns="0" bIns="0" rtlCol="0">
              <a:spAutoFit/>
            </a:bodyPr>
            <a:lstStyle/>
            <a:p>
              <a:pPr algn="ctr"/>
              <a:r>
                <a:rPr lang="zh-CN" altLang="en-US" sz="1400" b="1">
                  <a:latin typeface="+mj-ea"/>
                  <a:ea typeface="+mj-ea"/>
                </a:rPr>
                <a:t>智能</a:t>
              </a:r>
              <a:endParaRPr lang="id-ID" sz="1400" b="1" dirty="0">
                <a:latin typeface="+mj-ea"/>
                <a:ea typeface="+mj-ea"/>
              </a:endParaRPr>
            </a:p>
          </p:txBody>
        </p:sp>
        <p:sp>
          <p:nvSpPr>
            <p:cNvPr id="177" name="TextBox 50"/>
            <p:cNvSpPr txBox="1"/>
            <p:nvPr/>
          </p:nvSpPr>
          <p:spPr>
            <a:xfrm>
              <a:off x="10776083" y="4928950"/>
              <a:ext cx="359073" cy="215444"/>
            </a:xfrm>
            <a:prstGeom prst="rect">
              <a:avLst/>
            </a:prstGeom>
            <a:noFill/>
          </p:spPr>
          <p:txBody>
            <a:bodyPr wrap="none" lIns="0" tIns="0" rIns="0" bIns="0" rtlCol="0">
              <a:spAutoFit/>
            </a:bodyPr>
            <a:lstStyle/>
            <a:p>
              <a:pPr algn="ctr"/>
              <a:r>
                <a:rPr lang="zh-CN" altLang="en-US" sz="1400" b="1">
                  <a:latin typeface="+mj-ea"/>
                  <a:ea typeface="+mj-ea"/>
                </a:rPr>
                <a:t>工具</a:t>
              </a:r>
              <a:endParaRPr lang="id-ID" sz="1400" b="1" dirty="0">
                <a:latin typeface="+mj-ea"/>
                <a:ea typeface="+mj-ea"/>
              </a:endParaRPr>
            </a:p>
          </p:txBody>
        </p:sp>
      </p:grpSp>
      <p:grpSp>
        <p:nvGrpSpPr>
          <p:cNvPr id="31" name="组合 30"/>
          <p:cNvGrpSpPr/>
          <p:nvPr/>
        </p:nvGrpSpPr>
        <p:grpSpPr>
          <a:xfrm>
            <a:off x="8877587" y="2144257"/>
            <a:ext cx="1615827" cy="4234383"/>
            <a:chOff x="8877587" y="2144257"/>
            <a:chExt cx="1615827" cy="4234383"/>
          </a:xfrm>
        </p:grpSpPr>
        <p:sp>
          <p:nvSpPr>
            <p:cNvPr id="199" name="泪滴形 198"/>
            <p:cNvSpPr/>
            <p:nvPr/>
          </p:nvSpPr>
          <p:spPr>
            <a:xfrm rot="8100000">
              <a:off x="9451500" y="2144257"/>
              <a:ext cx="468000" cy="468000"/>
            </a:xfrm>
            <a:prstGeom prst="teardrop">
              <a:avLst/>
            </a:prstGeom>
            <a:noFill/>
            <a:ln>
              <a:solidFill>
                <a:schemeClr val="accent3">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mj-ea"/>
                <a:ea typeface="+mj-ea"/>
              </a:endParaRPr>
            </a:p>
          </p:txBody>
        </p:sp>
        <p:sp>
          <p:nvSpPr>
            <p:cNvPr id="200" name="矩形 199"/>
            <p:cNvSpPr/>
            <p:nvPr/>
          </p:nvSpPr>
          <p:spPr>
            <a:xfrm>
              <a:off x="8881273" y="2731968"/>
              <a:ext cx="1608455" cy="782639"/>
            </a:xfrm>
            <a:prstGeom prst="rect">
              <a:avLst/>
            </a:prstGeom>
            <a:solidFill>
              <a:schemeClr val="bg1"/>
            </a:solidFill>
            <a:ln>
              <a:solidFill>
                <a:schemeClr val="accent3"/>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sz="1200" dirty="0">
                <a:solidFill>
                  <a:schemeClr val="tx1"/>
                </a:solidFill>
                <a:latin typeface="+mj-ea"/>
                <a:ea typeface="+mj-ea"/>
              </a:endParaRPr>
            </a:p>
          </p:txBody>
        </p:sp>
        <p:sp>
          <p:nvSpPr>
            <p:cNvPr id="201" name="椭圆 200"/>
            <p:cNvSpPr/>
            <p:nvPr/>
          </p:nvSpPr>
          <p:spPr>
            <a:xfrm>
              <a:off x="9505500" y="2198257"/>
              <a:ext cx="360000" cy="360000"/>
            </a:xfrm>
            <a:prstGeom prst="ellipse">
              <a:avLst/>
            </a:prstGeom>
            <a:solidFill>
              <a:schemeClr val="accent3"/>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endParaRPr lang="zh-CN" altLang="en-US" dirty="0">
                <a:latin typeface="+mj-ea"/>
                <a:ea typeface="+mj-ea"/>
                <a:cs typeface="演示刀刻黑" panose="02000600000000000000" pitchFamily="2" charset="-122"/>
              </a:endParaRPr>
            </a:p>
          </p:txBody>
        </p:sp>
        <p:sp>
          <p:nvSpPr>
            <p:cNvPr id="202" name="矩形 201"/>
            <p:cNvSpPr/>
            <p:nvPr/>
          </p:nvSpPr>
          <p:spPr>
            <a:xfrm>
              <a:off x="9047325" y="2604970"/>
              <a:ext cx="1276350" cy="2571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03" name="文本框 202"/>
            <p:cNvSpPr txBox="1"/>
            <p:nvPr/>
          </p:nvSpPr>
          <p:spPr>
            <a:xfrm>
              <a:off x="8967355" y="2919146"/>
              <a:ext cx="1436291" cy="499176"/>
            </a:xfrm>
            <a:prstGeom prst="rect">
              <a:avLst/>
            </a:prstGeom>
            <a:noFill/>
          </p:spPr>
          <p:txBody>
            <a:bodyPr wrap="none" lIns="0" tIns="0" rIns="0" bIns="0">
              <a:spAutoFit/>
            </a:bodyPr>
            <a:lstStyle/>
            <a:p>
              <a:pPr algn="ctr">
                <a:lnSpc>
                  <a:spcPct val="120000"/>
                </a:lnSpc>
              </a:pPr>
              <a:r>
                <a:rPr lang="zh-CN" altLang="en-US" sz="1400" dirty="0">
                  <a:solidFill>
                    <a:schemeClr val="tx1"/>
                  </a:solidFill>
                  <a:latin typeface="+mj-ea"/>
                  <a:ea typeface="+mj-ea"/>
                </a:rPr>
                <a:t>标准化技能训练</a:t>
              </a:r>
              <a:endParaRPr lang="en-US" altLang="zh-CN" sz="1400" dirty="0">
                <a:solidFill>
                  <a:schemeClr val="tx1"/>
                </a:solidFill>
                <a:latin typeface="+mj-ea"/>
                <a:ea typeface="+mj-ea"/>
              </a:endParaRPr>
            </a:p>
            <a:p>
              <a:pPr algn="ctr">
                <a:lnSpc>
                  <a:spcPct val="120000"/>
                </a:lnSpc>
              </a:pPr>
              <a:r>
                <a:rPr lang="zh-CN" altLang="en-US" sz="1400" dirty="0">
                  <a:solidFill>
                    <a:schemeClr val="tx1"/>
                  </a:solidFill>
                  <a:latin typeface="+mj-ea"/>
                  <a:ea typeface="+mj-ea"/>
                </a:rPr>
                <a:t>（会计循环模拟）</a:t>
              </a:r>
              <a:endParaRPr lang="zh-CN" altLang="zh-CN" sz="1400" dirty="0">
                <a:solidFill>
                  <a:schemeClr val="tx1"/>
                </a:solidFill>
                <a:latin typeface="+mj-ea"/>
                <a:ea typeface="+mj-ea"/>
              </a:endParaRPr>
            </a:p>
          </p:txBody>
        </p:sp>
        <p:sp>
          <p:nvSpPr>
            <p:cNvPr id="204" name="TextBox 50"/>
            <p:cNvSpPr txBox="1"/>
            <p:nvPr/>
          </p:nvSpPr>
          <p:spPr>
            <a:xfrm>
              <a:off x="9505964" y="2625835"/>
              <a:ext cx="359073" cy="215444"/>
            </a:xfrm>
            <a:prstGeom prst="rect">
              <a:avLst/>
            </a:prstGeom>
            <a:noFill/>
          </p:spPr>
          <p:txBody>
            <a:bodyPr wrap="none" lIns="0" tIns="0" rIns="0" bIns="0" rtlCol="0">
              <a:spAutoFit/>
            </a:bodyPr>
            <a:lstStyle/>
            <a:p>
              <a:pPr algn="ctr"/>
              <a:r>
                <a:rPr lang="zh-CN" altLang="en-US" sz="1400" b="1">
                  <a:solidFill>
                    <a:schemeClr val="bg1"/>
                  </a:solidFill>
                  <a:latin typeface="+mj-ea"/>
                  <a:ea typeface="+mj-ea"/>
                </a:rPr>
                <a:t>初级</a:t>
              </a:r>
              <a:endParaRPr lang="id-ID" sz="1400" b="1" dirty="0">
                <a:solidFill>
                  <a:schemeClr val="bg1"/>
                </a:solidFill>
                <a:latin typeface="+mj-ea"/>
                <a:ea typeface="+mj-ea"/>
              </a:endParaRPr>
            </a:p>
          </p:txBody>
        </p:sp>
        <p:sp>
          <p:nvSpPr>
            <p:cNvPr id="205" name="泪滴形 204"/>
            <p:cNvSpPr/>
            <p:nvPr/>
          </p:nvSpPr>
          <p:spPr>
            <a:xfrm rot="8100000">
              <a:off x="9451500" y="3576273"/>
              <a:ext cx="468000" cy="468000"/>
            </a:xfrm>
            <a:prstGeom prst="teardrop">
              <a:avLst/>
            </a:prstGeom>
            <a:noFill/>
            <a:ln>
              <a:solidFill>
                <a:schemeClr val="accent3">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mj-ea"/>
                <a:ea typeface="+mj-ea"/>
              </a:endParaRPr>
            </a:p>
          </p:txBody>
        </p:sp>
        <p:sp>
          <p:nvSpPr>
            <p:cNvPr id="206" name="矩形 205"/>
            <p:cNvSpPr/>
            <p:nvPr/>
          </p:nvSpPr>
          <p:spPr>
            <a:xfrm>
              <a:off x="8881273" y="4163984"/>
              <a:ext cx="1608455" cy="782639"/>
            </a:xfrm>
            <a:prstGeom prst="rect">
              <a:avLst/>
            </a:prstGeom>
            <a:solidFill>
              <a:schemeClr val="bg1"/>
            </a:solidFill>
            <a:ln>
              <a:solidFill>
                <a:schemeClr val="accent3"/>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sz="1200" dirty="0">
                <a:solidFill>
                  <a:schemeClr val="tx1"/>
                </a:solidFill>
                <a:latin typeface="+mj-ea"/>
                <a:ea typeface="+mj-ea"/>
              </a:endParaRPr>
            </a:p>
          </p:txBody>
        </p:sp>
        <p:sp>
          <p:nvSpPr>
            <p:cNvPr id="207" name="椭圆 206"/>
            <p:cNvSpPr/>
            <p:nvPr/>
          </p:nvSpPr>
          <p:spPr>
            <a:xfrm>
              <a:off x="9505500" y="3630273"/>
              <a:ext cx="360000" cy="360000"/>
            </a:xfrm>
            <a:prstGeom prst="ellipse">
              <a:avLst/>
            </a:prstGeom>
            <a:solidFill>
              <a:schemeClr val="accent3"/>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endParaRPr lang="zh-CN" altLang="en-US" dirty="0">
                <a:latin typeface="+mj-ea"/>
                <a:ea typeface="+mj-ea"/>
                <a:cs typeface="演示刀刻黑" panose="02000600000000000000" pitchFamily="2" charset="-122"/>
              </a:endParaRPr>
            </a:p>
          </p:txBody>
        </p:sp>
        <p:sp>
          <p:nvSpPr>
            <p:cNvPr id="208" name="矩形 207"/>
            <p:cNvSpPr/>
            <p:nvPr/>
          </p:nvSpPr>
          <p:spPr>
            <a:xfrm>
              <a:off x="9047325" y="4036986"/>
              <a:ext cx="1276350" cy="2571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09" name="文本框 208"/>
            <p:cNvSpPr txBox="1"/>
            <p:nvPr/>
          </p:nvSpPr>
          <p:spPr>
            <a:xfrm>
              <a:off x="8967355" y="4351162"/>
              <a:ext cx="1436291" cy="499176"/>
            </a:xfrm>
            <a:prstGeom prst="rect">
              <a:avLst/>
            </a:prstGeom>
            <a:noFill/>
          </p:spPr>
          <p:txBody>
            <a:bodyPr wrap="none" lIns="0" tIns="0" rIns="0" bIns="0">
              <a:spAutoFit/>
            </a:bodyPr>
            <a:lstStyle/>
            <a:p>
              <a:pPr algn="ctr">
                <a:lnSpc>
                  <a:spcPct val="120000"/>
                </a:lnSpc>
              </a:pPr>
              <a:r>
                <a:rPr lang="zh-CN" altLang="en-US" sz="1400" dirty="0">
                  <a:solidFill>
                    <a:schemeClr val="tx1"/>
                  </a:solidFill>
                  <a:latin typeface="+mj-ea"/>
                  <a:ea typeface="+mj-ea"/>
                </a:rPr>
                <a:t>个性化任务挑战</a:t>
              </a:r>
              <a:endParaRPr lang="en-US" altLang="zh-CN" sz="1400" dirty="0">
                <a:solidFill>
                  <a:schemeClr val="tx1"/>
                </a:solidFill>
                <a:latin typeface="+mj-ea"/>
                <a:ea typeface="+mj-ea"/>
              </a:endParaRPr>
            </a:p>
            <a:p>
              <a:pPr algn="ctr">
                <a:lnSpc>
                  <a:spcPct val="120000"/>
                </a:lnSpc>
              </a:pPr>
              <a:r>
                <a:rPr lang="zh-CN" altLang="en-US" sz="1400" dirty="0">
                  <a:solidFill>
                    <a:schemeClr val="tx1"/>
                  </a:solidFill>
                  <a:latin typeface="+mj-ea"/>
                  <a:ea typeface="+mj-ea"/>
                </a:rPr>
                <a:t>（行业特色处理）</a:t>
              </a:r>
              <a:endParaRPr lang="zh-CN" altLang="zh-CN" sz="1400" dirty="0">
                <a:solidFill>
                  <a:schemeClr val="tx1"/>
                </a:solidFill>
                <a:latin typeface="+mj-ea"/>
                <a:ea typeface="+mj-ea"/>
              </a:endParaRPr>
            </a:p>
          </p:txBody>
        </p:sp>
        <p:sp>
          <p:nvSpPr>
            <p:cNvPr id="210" name="TextBox 50"/>
            <p:cNvSpPr txBox="1"/>
            <p:nvPr/>
          </p:nvSpPr>
          <p:spPr>
            <a:xfrm>
              <a:off x="9505964" y="4057851"/>
              <a:ext cx="359073" cy="215444"/>
            </a:xfrm>
            <a:prstGeom prst="rect">
              <a:avLst/>
            </a:prstGeom>
            <a:noFill/>
          </p:spPr>
          <p:txBody>
            <a:bodyPr wrap="none" lIns="0" tIns="0" rIns="0" bIns="0" rtlCol="0">
              <a:spAutoFit/>
            </a:bodyPr>
            <a:lstStyle/>
            <a:p>
              <a:pPr algn="ctr"/>
              <a:r>
                <a:rPr lang="zh-CN" altLang="en-US" sz="1400" b="1">
                  <a:solidFill>
                    <a:schemeClr val="bg1"/>
                  </a:solidFill>
                  <a:latin typeface="+mj-ea"/>
                  <a:ea typeface="+mj-ea"/>
                </a:rPr>
                <a:t>中级</a:t>
              </a:r>
              <a:endParaRPr lang="id-ID" sz="1400" b="1" dirty="0">
                <a:solidFill>
                  <a:schemeClr val="bg1"/>
                </a:solidFill>
                <a:latin typeface="+mj-ea"/>
                <a:ea typeface="+mj-ea"/>
              </a:endParaRPr>
            </a:p>
          </p:txBody>
        </p:sp>
        <p:sp>
          <p:nvSpPr>
            <p:cNvPr id="211" name="泪滴形 210"/>
            <p:cNvSpPr/>
            <p:nvPr/>
          </p:nvSpPr>
          <p:spPr>
            <a:xfrm rot="8100000">
              <a:off x="9451500" y="5008290"/>
              <a:ext cx="468000" cy="468000"/>
            </a:xfrm>
            <a:prstGeom prst="teardrop">
              <a:avLst/>
            </a:prstGeom>
            <a:noFill/>
            <a:ln>
              <a:solidFill>
                <a:schemeClr val="accent3">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mj-ea"/>
                <a:ea typeface="+mj-ea"/>
              </a:endParaRPr>
            </a:p>
          </p:txBody>
        </p:sp>
        <p:sp>
          <p:nvSpPr>
            <p:cNvPr id="212" name="矩形 211"/>
            <p:cNvSpPr/>
            <p:nvPr/>
          </p:nvSpPr>
          <p:spPr>
            <a:xfrm>
              <a:off x="8881273" y="5596001"/>
              <a:ext cx="1608455" cy="782639"/>
            </a:xfrm>
            <a:prstGeom prst="rect">
              <a:avLst/>
            </a:prstGeom>
            <a:solidFill>
              <a:schemeClr val="bg1"/>
            </a:solidFill>
            <a:ln>
              <a:solidFill>
                <a:schemeClr val="accent3"/>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sz="1200" dirty="0">
                <a:solidFill>
                  <a:schemeClr val="tx1"/>
                </a:solidFill>
                <a:latin typeface="+mj-ea"/>
                <a:ea typeface="+mj-ea"/>
              </a:endParaRPr>
            </a:p>
          </p:txBody>
        </p:sp>
        <p:sp>
          <p:nvSpPr>
            <p:cNvPr id="213" name="椭圆 212"/>
            <p:cNvSpPr/>
            <p:nvPr/>
          </p:nvSpPr>
          <p:spPr>
            <a:xfrm>
              <a:off x="9505500" y="5062290"/>
              <a:ext cx="360000" cy="360000"/>
            </a:xfrm>
            <a:prstGeom prst="ellipse">
              <a:avLst/>
            </a:prstGeom>
            <a:solidFill>
              <a:schemeClr val="accent3"/>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endParaRPr lang="zh-CN" altLang="en-US" dirty="0">
                <a:latin typeface="+mj-ea"/>
                <a:ea typeface="+mj-ea"/>
                <a:cs typeface="演示刀刻黑" panose="02000600000000000000" pitchFamily="2" charset="-122"/>
              </a:endParaRPr>
            </a:p>
          </p:txBody>
        </p:sp>
        <p:sp>
          <p:nvSpPr>
            <p:cNvPr id="214" name="矩形 213"/>
            <p:cNvSpPr/>
            <p:nvPr/>
          </p:nvSpPr>
          <p:spPr>
            <a:xfrm>
              <a:off x="9047325" y="5469003"/>
              <a:ext cx="1276350" cy="2571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15" name="文本框 214"/>
            <p:cNvSpPr txBox="1"/>
            <p:nvPr/>
          </p:nvSpPr>
          <p:spPr>
            <a:xfrm>
              <a:off x="8877587" y="5783179"/>
              <a:ext cx="1615827" cy="499176"/>
            </a:xfrm>
            <a:prstGeom prst="rect">
              <a:avLst/>
            </a:prstGeom>
            <a:noFill/>
          </p:spPr>
          <p:txBody>
            <a:bodyPr wrap="none" lIns="0" tIns="0" rIns="0" bIns="0">
              <a:spAutoFit/>
            </a:bodyPr>
            <a:lstStyle/>
            <a:p>
              <a:pPr algn="ctr">
                <a:lnSpc>
                  <a:spcPct val="120000"/>
                </a:lnSpc>
              </a:pPr>
              <a:r>
                <a:rPr lang="zh-CN" altLang="en-US" sz="1400" dirty="0">
                  <a:solidFill>
                    <a:schemeClr val="tx1"/>
                  </a:solidFill>
                  <a:latin typeface="+mj-ea"/>
                  <a:ea typeface="+mj-ea"/>
                </a:rPr>
                <a:t>创新性项目实践</a:t>
              </a:r>
              <a:endParaRPr lang="en-US" altLang="zh-CN" sz="1400" dirty="0">
                <a:solidFill>
                  <a:schemeClr val="tx1"/>
                </a:solidFill>
                <a:latin typeface="+mj-ea"/>
                <a:ea typeface="+mj-ea"/>
              </a:endParaRPr>
            </a:p>
            <a:p>
              <a:pPr algn="ctr">
                <a:lnSpc>
                  <a:spcPct val="120000"/>
                </a:lnSpc>
              </a:pPr>
              <a:r>
                <a:rPr lang="zh-CN" altLang="en-US" sz="1400" dirty="0">
                  <a:solidFill>
                    <a:schemeClr val="tx1"/>
                  </a:solidFill>
                  <a:latin typeface="+mj-ea"/>
                  <a:ea typeface="+mj-ea"/>
                </a:rPr>
                <a:t>（数字化改造方案）</a:t>
              </a:r>
              <a:endParaRPr lang="zh-CN" altLang="zh-CN" sz="1400" dirty="0">
                <a:solidFill>
                  <a:schemeClr val="tx1"/>
                </a:solidFill>
                <a:latin typeface="+mj-ea"/>
                <a:ea typeface="+mj-ea"/>
              </a:endParaRPr>
            </a:p>
          </p:txBody>
        </p:sp>
        <p:sp>
          <p:nvSpPr>
            <p:cNvPr id="216" name="TextBox 50"/>
            <p:cNvSpPr txBox="1"/>
            <p:nvPr/>
          </p:nvSpPr>
          <p:spPr>
            <a:xfrm>
              <a:off x="9505964" y="5489868"/>
              <a:ext cx="359073" cy="215444"/>
            </a:xfrm>
            <a:prstGeom prst="rect">
              <a:avLst/>
            </a:prstGeom>
            <a:noFill/>
          </p:spPr>
          <p:txBody>
            <a:bodyPr wrap="none" lIns="0" tIns="0" rIns="0" bIns="0" rtlCol="0">
              <a:spAutoFit/>
            </a:bodyPr>
            <a:lstStyle/>
            <a:p>
              <a:pPr algn="ctr"/>
              <a:r>
                <a:rPr lang="zh-CN" altLang="en-US" sz="1400" b="1">
                  <a:solidFill>
                    <a:schemeClr val="bg1"/>
                  </a:solidFill>
                  <a:latin typeface="+mj-ea"/>
                  <a:ea typeface="+mj-ea"/>
                </a:rPr>
                <a:t>高级</a:t>
              </a:r>
              <a:endParaRPr lang="id-ID" sz="1400" b="1" dirty="0">
                <a:solidFill>
                  <a:schemeClr val="bg1"/>
                </a:solidFill>
                <a:latin typeface="+mj-ea"/>
                <a:ea typeface="+mj-ea"/>
              </a:endParaRPr>
            </a:p>
          </p:txBody>
        </p:sp>
        <p:sp>
          <p:nvSpPr>
            <p:cNvPr id="230" name="文本框 229"/>
            <p:cNvSpPr txBox="1"/>
            <p:nvPr/>
          </p:nvSpPr>
          <p:spPr>
            <a:xfrm>
              <a:off x="9570084" y="5103791"/>
              <a:ext cx="230832" cy="276999"/>
            </a:xfrm>
            <a:prstGeom prst="rect">
              <a:avLst/>
            </a:prstGeom>
            <a:noFill/>
          </p:spPr>
          <p:txBody>
            <a:bodyPr wrap="square" lIns="0" tIns="0" rIns="0" bIns="0">
              <a:spAutoFit/>
            </a:bodyPr>
            <a:lstStyle/>
            <a:p>
              <a:pPr algn="ctr"/>
              <a:r>
                <a:rPr lang="zh-CN" altLang="en-US">
                  <a:solidFill>
                    <a:schemeClr val="bg1"/>
                  </a:solidFill>
                  <a:latin typeface="+mj-ea"/>
                  <a:ea typeface="+mj-ea"/>
                  <a:cs typeface="演示刀刻黑" panose="02000600000000000000" pitchFamily="2" charset="-122"/>
                </a:rPr>
                <a:t>评</a:t>
              </a:r>
              <a:endParaRPr lang="zh-CN" altLang="en-US" dirty="0">
                <a:solidFill>
                  <a:schemeClr val="bg1"/>
                </a:solidFill>
                <a:latin typeface="+mj-ea"/>
                <a:ea typeface="+mj-ea"/>
                <a:cs typeface="演示刀刻黑" panose="02000600000000000000" pitchFamily="2" charset="-122"/>
              </a:endParaRPr>
            </a:p>
          </p:txBody>
        </p:sp>
        <p:sp>
          <p:nvSpPr>
            <p:cNvPr id="231" name="文本框 230"/>
            <p:cNvSpPr txBox="1"/>
            <p:nvPr/>
          </p:nvSpPr>
          <p:spPr>
            <a:xfrm>
              <a:off x="9570084" y="3671774"/>
              <a:ext cx="230832" cy="276999"/>
            </a:xfrm>
            <a:prstGeom prst="rect">
              <a:avLst/>
            </a:prstGeom>
            <a:noFill/>
          </p:spPr>
          <p:txBody>
            <a:bodyPr wrap="square" lIns="0" tIns="0" rIns="0" bIns="0">
              <a:spAutoFit/>
            </a:bodyPr>
            <a:lstStyle/>
            <a:p>
              <a:pPr algn="ctr"/>
              <a:r>
                <a:rPr lang="zh-CN" altLang="en-US" dirty="0">
                  <a:solidFill>
                    <a:schemeClr val="bg1"/>
                  </a:solidFill>
                  <a:latin typeface="+mj-ea"/>
                  <a:ea typeface="+mj-ea"/>
                  <a:cs typeface="演示刀刻黑" panose="02000600000000000000" pitchFamily="2" charset="-122"/>
                </a:rPr>
                <a:t>用</a:t>
              </a:r>
            </a:p>
          </p:txBody>
        </p:sp>
        <p:sp>
          <p:nvSpPr>
            <p:cNvPr id="232" name="文本框 231"/>
            <p:cNvSpPr txBox="1"/>
            <p:nvPr/>
          </p:nvSpPr>
          <p:spPr>
            <a:xfrm>
              <a:off x="9570084" y="2239758"/>
              <a:ext cx="230832" cy="276999"/>
            </a:xfrm>
            <a:prstGeom prst="rect">
              <a:avLst/>
            </a:prstGeom>
            <a:noFill/>
          </p:spPr>
          <p:txBody>
            <a:bodyPr wrap="square" lIns="0" tIns="0" rIns="0" bIns="0">
              <a:spAutoFit/>
            </a:bodyPr>
            <a:lstStyle/>
            <a:p>
              <a:pPr algn="ctr"/>
              <a:r>
                <a:rPr lang="zh-CN" altLang="en-US" dirty="0">
                  <a:solidFill>
                    <a:schemeClr val="bg1"/>
                  </a:solidFill>
                  <a:latin typeface="+mj-ea"/>
                  <a:ea typeface="+mj-ea"/>
                  <a:cs typeface="演示刀刻黑" panose="02000600000000000000" pitchFamily="2" charset="-122"/>
                </a:rPr>
                <a:t>教</a:t>
              </a:r>
            </a:p>
          </p:txBody>
        </p:sp>
      </p:grpSp>
      <p:grpSp>
        <p:nvGrpSpPr>
          <p:cNvPr id="30" name="组合 29"/>
          <p:cNvGrpSpPr/>
          <p:nvPr/>
        </p:nvGrpSpPr>
        <p:grpSpPr>
          <a:xfrm>
            <a:off x="1702272" y="2144257"/>
            <a:ext cx="1608455" cy="4234383"/>
            <a:chOff x="1702272" y="2144257"/>
            <a:chExt cx="1608455" cy="4234383"/>
          </a:xfrm>
        </p:grpSpPr>
        <p:sp>
          <p:nvSpPr>
            <p:cNvPr id="178" name="泪滴形 177"/>
            <p:cNvSpPr/>
            <p:nvPr/>
          </p:nvSpPr>
          <p:spPr>
            <a:xfrm rot="8100000">
              <a:off x="2272499" y="2144257"/>
              <a:ext cx="468000" cy="468000"/>
            </a:xfrm>
            <a:prstGeom prst="teardrop">
              <a:avLst/>
            </a:prstGeom>
            <a:noFill/>
            <a:ln>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mj-ea"/>
                <a:ea typeface="+mj-ea"/>
              </a:endParaRPr>
            </a:p>
          </p:txBody>
        </p:sp>
        <p:sp>
          <p:nvSpPr>
            <p:cNvPr id="179" name="矩形 178"/>
            <p:cNvSpPr/>
            <p:nvPr/>
          </p:nvSpPr>
          <p:spPr>
            <a:xfrm>
              <a:off x="1702272" y="2731968"/>
              <a:ext cx="1608455" cy="782639"/>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sz="1200" dirty="0">
                <a:solidFill>
                  <a:schemeClr val="tx1"/>
                </a:solidFill>
                <a:latin typeface="+mj-ea"/>
                <a:ea typeface="+mj-ea"/>
              </a:endParaRPr>
            </a:p>
          </p:txBody>
        </p:sp>
        <p:sp>
          <p:nvSpPr>
            <p:cNvPr id="180" name="椭圆 179"/>
            <p:cNvSpPr/>
            <p:nvPr/>
          </p:nvSpPr>
          <p:spPr>
            <a:xfrm>
              <a:off x="2326499" y="2198257"/>
              <a:ext cx="360000" cy="360000"/>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endParaRPr lang="zh-CN" altLang="en-US" dirty="0">
                <a:latin typeface="+mj-ea"/>
                <a:ea typeface="+mj-ea"/>
                <a:cs typeface="演示刀刻黑" panose="02000600000000000000" pitchFamily="2" charset="-122"/>
              </a:endParaRPr>
            </a:p>
          </p:txBody>
        </p:sp>
        <p:sp>
          <p:nvSpPr>
            <p:cNvPr id="181" name="矩形 180"/>
            <p:cNvSpPr/>
            <p:nvPr/>
          </p:nvSpPr>
          <p:spPr>
            <a:xfrm>
              <a:off x="1868324" y="2604970"/>
              <a:ext cx="1276350" cy="2571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85" name="文本框 184"/>
            <p:cNvSpPr txBox="1"/>
            <p:nvPr/>
          </p:nvSpPr>
          <p:spPr>
            <a:xfrm>
              <a:off x="1967890" y="2919146"/>
              <a:ext cx="1077218" cy="499176"/>
            </a:xfrm>
            <a:prstGeom prst="rect">
              <a:avLst/>
            </a:prstGeom>
            <a:noFill/>
          </p:spPr>
          <p:txBody>
            <a:bodyPr wrap="none" lIns="0" tIns="0" rIns="0" bIns="0">
              <a:spAutoFit/>
            </a:bodyPr>
            <a:lstStyle/>
            <a:p>
              <a:pPr algn="ctr">
                <a:lnSpc>
                  <a:spcPct val="120000"/>
                </a:lnSpc>
              </a:pPr>
              <a:r>
                <a:rPr lang="zh-CN" altLang="en-US" sz="1400" dirty="0">
                  <a:solidFill>
                    <a:schemeClr val="tx1"/>
                  </a:solidFill>
                  <a:latin typeface="+mj-ea"/>
                  <a:ea typeface="+mj-ea"/>
                </a:rPr>
                <a:t>重点难点精讲</a:t>
              </a:r>
              <a:endParaRPr lang="en-US" altLang="zh-CN" sz="1400" dirty="0">
                <a:solidFill>
                  <a:schemeClr val="tx1"/>
                </a:solidFill>
                <a:latin typeface="+mj-ea"/>
                <a:ea typeface="+mj-ea"/>
              </a:endParaRPr>
            </a:p>
            <a:p>
              <a:pPr algn="ctr">
                <a:lnSpc>
                  <a:spcPct val="120000"/>
                </a:lnSpc>
              </a:pPr>
              <a:r>
                <a:rPr lang="en-US" altLang="zh-CN" sz="1400" dirty="0">
                  <a:solidFill>
                    <a:schemeClr val="tx1"/>
                  </a:solidFill>
                  <a:latin typeface="+mj-ea"/>
                  <a:ea typeface="+mj-ea"/>
                </a:rPr>
                <a:t>+</a:t>
              </a:r>
              <a:r>
                <a:rPr lang="zh-CN" altLang="en-US" sz="1400" dirty="0">
                  <a:solidFill>
                    <a:schemeClr val="tx1"/>
                  </a:solidFill>
                  <a:latin typeface="+mj-ea"/>
                  <a:ea typeface="+mj-ea"/>
                </a:rPr>
                <a:t>即时测评</a:t>
              </a:r>
              <a:endParaRPr lang="zh-CN" altLang="zh-CN" sz="1400" dirty="0">
                <a:solidFill>
                  <a:schemeClr val="tx1"/>
                </a:solidFill>
                <a:latin typeface="+mj-ea"/>
                <a:ea typeface="+mj-ea"/>
              </a:endParaRPr>
            </a:p>
          </p:txBody>
        </p:sp>
        <p:sp>
          <p:nvSpPr>
            <p:cNvPr id="186" name="TextBox 50"/>
            <p:cNvSpPr txBox="1"/>
            <p:nvPr/>
          </p:nvSpPr>
          <p:spPr>
            <a:xfrm>
              <a:off x="2147427" y="2625835"/>
              <a:ext cx="718145" cy="215444"/>
            </a:xfrm>
            <a:prstGeom prst="rect">
              <a:avLst/>
            </a:prstGeom>
            <a:noFill/>
          </p:spPr>
          <p:txBody>
            <a:bodyPr wrap="none" lIns="0" tIns="0" rIns="0" bIns="0" rtlCol="0">
              <a:spAutoFit/>
            </a:bodyPr>
            <a:lstStyle/>
            <a:p>
              <a:pPr algn="ctr"/>
              <a:r>
                <a:rPr lang="zh-CN" altLang="en-US" sz="1400" b="1">
                  <a:solidFill>
                    <a:schemeClr val="bg1"/>
                  </a:solidFill>
                  <a:latin typeface="+mj-ea"/>
                  <a:ea typeface="+mj-ea"/>
                </a:rPr>
                <a:t>课堂讲授</a:t>
              </a:r>
              <a:endParaRPr lang="id-ID" sz="1400" b="1" dirty="0">
                <a:solidFill>
                  <a:schemeClr val="bg1"/>
                </a:solidFill>
                <a:latin typeface="+mj-ea"/>
                <a:ea typeface="+mj-ea"/>
              </a:endParaRPr>
            </a:p>
          </p:txBody>
        </p:sp>
        <p:sp>
          <p:nvSpPr>
            <p:cNvPr id="193" name="泪滴形 192"/>
            <p:cNvSpPr/>
            <p:nvPr/>
          </p:nvSpPr>
          <p:spPr>
            <a:xfrm rot="8100000">
              <a:off x="2272499" y="5008290"/>
              <a:ext cx="468000" cy="468000"/>
            </a:xfrm>
            <a:prstGeom prst="teardrop">
              <a:avLst/>
            </a:prstGeom>
            <a:noFill/>
            <a:ln>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mj-ea"/>
                <a:ea typeface="+mj-ea"/>
              </a:endParaRPr>
            </a:p>
          </p:txBody>
        </p:sp>
        <p:sp>
          <p:nvSpPr>
            <p:cNvPr id="194" name="矩形 193"/>
            <p:cNvSpPr/>
            <p:nvPr/>
          </p:nvSpPr>
          <p:spPr>
            <a:xfrm>
              <a:off x="1702272" y="5596001"/>
              <a:ext cx="1608455" cy="782639"/>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sz="1200" dirty="0">
                <a:solidFill>
                  <a:schemeClr val="tx1"/>
                </a:solidFill>
                <a:latin typeface="+mj-ea"/>
                <a:ea typeface="+mj-ea"/>
              </a:endParaRPr>
            </a:p>
          </p:txBody>
        </p:sp>
        <p:sp>
          <p:nvSpPr>
            <p:cNvPr id="195" name="椭圆 194"/>
            <p:cNvSpPr/>
            <p:nvPr/>
          </p:nvSpPr>
          <p:spPr>
            <a:xfrm>
              <a:off x="2326499" y="5062290"/>
              <a:ext cx="360000" cy="360000"/>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endParaRPr lang="zh-CN" altLang="en-US" dirty="0">
                <a:latin typeface="+mj-ea"/>
                <a:ea typeface="+mj-ea"/>
                <a:cs typeface="演示刀刻黑" panose="02000600000000000000" pitchFamily="2" charset="-122"/>
              </a:endParaRPr>
            </a:p>
          </p:txBody>
        </p:sp>
        <p:sp>
          <p:nvSpPr>
            <p:cNvPr id="196" name="矩形 195"/>
            <p:cNvSpPr/>
            <p:nvPr/>
          </p:nvSpPr>
          <p:spPr>
            <a:xfrm>
              <a:off x="1868324" y="5469003"/>
              <a:ext cx="1276350" cy="2571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97" name="文本框 196"/>
            <p:cNvSpPr txBox="1"/>
            <p:nvPr/>
          </p:nvSpPr>
          <p:spPr>
            <a:xfrm>
              <a:off x="1967890" y="5783179"/>
              <a:ext cx="1077218" cy="499176"/>
            </a:xfrm>
            <a:prstGeom prst="rect">
              <a:avLst/>
            </a:prstGeom>
            <a:noFill/>
          </p:spPr>
          <p:txBody>
            <a:bodyPr wrap="none" lIns="0" tIns="0" rIns="0" bIns="0">
              <a:spAutoFit/>
            </a:bodyPr>
            <a:lstStyle/>
            <a:p>
              <a:pPr algn="ctr">
                <a:lnSpc>
                  <a:spcPct val="120000"/>
                </a:lnSpc>
              </a:pPr>
              <a:r>
                <a:rPr lang="zh-CN" altLang="en-US" sz="1400" dirty="0">
                  <a:solidFill>
                    <a:schemeClr val="tx1"/>
                  </a:solidFill>
                  <a:latin typeface="+mj-ea"/>
                  <a:ea typeface="+mj-ea"/>
                </a:rPr>
                <a:t>智能财务工具</a:t>
              </a:r>
              <a:endParaRPr lang="en-US" altLang="zh-CN" sz="1400" dirty="0">
                <a:solidFill>
                  <a:schemeClr val="tx1"/>
                </a:solidFill>
                <a:latin typeface="+mj-ea"/>
                <a:ea typeface="+mj-ea"/>
              </a:endParaRPr>
            </a:p>
            <a:p>
              <a:pPr algn="ctr">
                <a:lnSpc>
                  <a:spcPct val="120000"/>
                </a:lnSpc>
              </a:pPr>
              <a:r>
                <a:rPr lang="zh-CN" altLang="en-US" sz="1400" dirty="0">
                  <a:solidFill>
                    <a:schemeClr val="tx1"/>
                  </a:solidFill>
                  <a:latin typeface="+mj-ea"/>
                  <a:ea typeface="+mj-ea"/>
                </a:rPr>
                <a:t>应用演练</a:t>
              </a:r>
              <a:endParaRPr lang="zh-CN" altLang="zh-CN" sz="1400" dirty="0">
                <a:solidFill>
                  <a:schemeClr val="tx1"/>
                </a:solidFill>
                <a:latin typeface="+mj-ea"/>
                <a:ea typeface="+mj-ea"/>
              </a:endParaRPr>
            </a:p>
          </p:txBody>
        </p:sp>
        <p:sp>
          <p:nvSpPr>
            <p:cNvPr id="198" name="TextBox 50"/>
            <p:cNvSpPr txBox="1"/>
            <p:nvPr/>
          </p:nvSpPr>
          <p:spPr>
            <a:xfrm>
              <a:off x="2147427" y="5489868"/>
              <a:ext cx="718145" cy="215444"/>
            </a:xfrm>
            <a:prstGeom prst="rect">
              <a:avLst/>
            </a:prstGeom>
            <a:noFill/>
          </p:spPr>
          <p:txBody>
            <a:bodyPr wrap="none" lIns="0" tIns="0" rIns="0" bIns="0" rtlCol="0">
              <a:spAutoFit/>
            </a:bodyPr>
            <a:lstStyle/>
            <a:p>
              <a:pPr algn="ctr"/>
              <a:r>
                <a:rPr lang="zh-CN" altLang="en-US" sz="1400" b="1">
                  <a:solidFill>
                    <a:schemeClr val="bg1"/>
                  </a:solidFill>
                  <a:latin typeface="+mj-ea"/>
                  <a:ea typeface="+mj-ea"/>
                </a:rPr>
                <a:t>实操训练</a:t>
              </a:r>
              <a:endParaRPr lang="id-ID" sz="1400" b="1" dirty="0">
                <a:solidFill>
                  <a:schemeClr val="bg1"/>
                </a:solidFill>
                <a:latin typeface="+mj-ea"/>
                <a:ea typeface="+mj-ea"/>
              </a:endParaRPr>
            </a:p>
          </p:txBody>
        </p:sp>
        <p:sp>
          <p:nvSpPr>
            <p:cNvPr id="187" name="泪滴形 186"/>
            <p:cNvSpPr/>
            <p:nvPr/>
          </p:nvSpPr>
          <p:spPr>
            <a:xfrm rot="8100000">
              <a:off x="2272499" y="3576273"/>
              <a:ext cx="468000" cy="468000"/>
            </a:xfrm>
            <a:prstGeom prst="teardrop">
              <a:avLst/>
            </a:prstGeom>
            <a:noFill/>
            <a:ln>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mj-ea"/>
                <a:ea typeface="+mj-ea"/>
              </a:endParaRPr>
            </a:p>
          </p:txBody>
        </p:sp>
        <p:sp>
          <p:nvSpPr>
            <p:cNvPr id="188" name="矩形 187"/>
            <p:cNvSpPr/>
            <p:nvPr/>
          </p:nvSpPr>
          <p:spPr>
            <a:xfrm>
              <a:off x="1702272" y="4163984"/>
              <a:ext cx="1608455" cy="782639"/>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sz="1200" dirty="0">
                <a:solidFill>
                  <a:schemeClr val="tx1"/>
                </a:solidFill>
                <a:latin typeface="+mj-ea"/>
                <a:ea typeface="+mj-ea"/>
              </a:endParaRPr>
            </a:p>
          </p:txBody>
        </p:sp>
        <p:sp>
          <p:nvSpPr>
            <p:cNvPr id="189" name="椭圆 188"/>
            <p:cNvSpPr/>
            <p:nvPr/>
          </p:nvSpPr>
          <p:spPr>
            <a:xfrm>
              <a:off x="2326499" y="3630273"/>
              <a:ext cx="360000" cy="360000"/>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endParaRPr lang="zh-CN" altLang="en-US" dirty="0">
                <a:latin typeface="+mj-ea"/>
                <a:ea typeface="+mj-ea"/>
                <a:cs typeface="演示刀刻黑" panose="02000600000000000000" pitchFamily="2" charset="-122"/>
              </a:endParaRPr>
            </a:p>
          </p:txBody>
        </p:sp>
        <p:sp>
          <p:nvSpPr>
            <p:cNvPr id="190" name="矩形 189"/>
            <p:cNvSpPr/>
            <p:nvPr/>
          </p:nvSpPr>
          <p:spPr>
            <a:xfrm>
              <a:off x="1868324" y="4036986"/>
              <a:ext cx="1276350" cy="2571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91" name="文本框 190"/>
            <p:cNvSpPr txBox="1"/>
            <p:nvPr/>
          </p:nvSpPr>
          <p:spPr>
            <a:xfrm>
              <a:off x="1967890" y="4351162"/>
              <a:ext cx="1077218" cy="499176"/>
            </a:xfrm>
            <a:prstGeom prst="rect">
              <a:avLst/>
            </a:prstGeom>
            <a:noFill/>
          </p:spPr>
          <p:txBody>
            <a:bodyPr wrap="none" lIns="0" tIns="0" rIns="0" bIns="0">
              <a:spAutoFit/>
            </a:bodyPr>
            <a:lstStyle/>
            <a:p>
              <a:pPr algn="ctr">
                <a:lnSpc>
                  <a:spcPct val="120000"/>
                </a:lnSpc>
              </a:pPr>
              <a:r>
                <a:rPr lang="zh-CN" altLang="en-US" sz="1400" dirty="0">
                  <a:solidFill>
                    <a:schemeClr val="tx1"/>
                  </a:solidFill>
                  <a:latin typeface="+mj-ea"/>
                  <a:ea typeface="+mj-ea"/>
                </a:rPr>
                <a:t>企业真实案例</a:t>
              </a:r>
              <a:endParaRPr lang="en-US" altLang="zh-CN" sz="1400" dirty="0">
                <a:solidFill>
                  <a:schemeClr val="tx1"/>
                </a:solidFill>
                <a:latin typeface="+mj-ea"/>
                <a:ea typeface="+mj-ea"/>
              </a:endParaRPr>
            </a:p>
            <a:p>
              <a:pPr algn="ctr">
                <a:lnSpc>
                  <a:spcPct val="120000"/>
                </a:lnSpc>
              </a:pPr>
              <a:r>
                <a:rPr lang="zh-CN" altLang="en-US" sz="1400" dirty="0">
                  <a:solidFill>
                    <a:schemeClr val="tx1"/>
                  </a:solidFill>
                  <a:latin typeface="+mj-ea"/>
                  <a:ea typeface="+mj-ea"/>
                </a:rPr>
                <a:t>分组对抗</a:t>
              </a:r>
              <a:endParaRPr lang="zh-CN" altLang="zh-CN" sz="1400" dirty="0">
                <a:solidFill>
                  <a:schemeClr val="tx1"/>
                </a:solidFill>
                <a:latin typeface="+mj-ea"/>
                <a:ea typeface="+mj-ea"/>
              </a:endParaRPr>
            </a:p>
          </p:txBody>
        </p:sp>
        <p:sp>
          <p:nvSpPr>
            <p:cNvPr id="192" name="TextBox 50"/>
            <p:cNvSpPr txBox="1"/>
            <p:nvPr/>
          </p:nvSpPr>
          <p:spPr>
            <a:xfrm>
              <a:off x="2147427" y="4057851"/>
              <a:ext cx="718145" cy="215444"/>
            </a:xfrm>
            <a:prstGeom prst="rect">
              <a:avLst/>
            </a:prstGeom>
            <a:noFill/>
          </p:spPr>
          <p:txBody>
            <a:bodyPr wrap="none" lIns="0" tIns="0" rIns="0" bIns="0" rtlCol="0">
              <a:spAutoFit/>
            </a:bodyPr>
            <a:lstStyle/>
            <a:p>
              <a:pPr algn="ctr"/>
              <a:r>
                <a:rPr lang="zh-CN" altLang="en-US" sz="1400" b="1">
                  <a:solidFill>
                    <a:schemeClr val="bg1"/>
                  </a:solidFill>
                  <a:latin typeface="+mj-ea"/>
                  <a:ea typeface="+mj-ea"/>
                </a:rPr>
                <a:t>案例研讨</a:t>
              </a:r>
              <a:endParaRPr lang="id-ID" sz="1400" b="1" dirty="0">
                <a:solidFill>
                  <a:schemeClr val="bg1"/>
                </a:solidFill>
                <a:latin typeface="+mj-ea"/>
                <a:ea typeface="+mj-ea"/>
              </a:endParaRPr>
            </a:p>
          </p:txBody>
        </p:sp>
        <p:sp>
          <p:nvSpPr>
            <p:cNvPr id="233" name="文本框 232"/>
            <p:cNvSpPr txBox="1"/>
            <p:nvPr/>
          </p:nvSpPr>
          <p:spPr>
            <a:xfrm>
              <a:off x="2391083" y="5103791"/>
              <a:ext cx="230832" cy="276999"/>
            </a:xfrm>
            <a:prstGeom prst="rect">
              <a:avLst/>
            </a:prstGeom>
            <a:noFill/>
          </p:spPr>
          <p:txBody>
            <a:bodyPr wrap="square" lIns="0" tIns="0" rIns="0" bIns="0">
              <a:spAutoFit/>
            </a:bodyPr>
            <a:lstStyle/>
            <a:p>
              <a:pPr algn="ctr"/>
              <a:r>
                <a:rPr lang="zh-CN" altLang="en-US">
                  <a:solidFill>
                    <a:schemeClr val="bg1"/>
                  </a:solidFill>
                  <a:latin typeface="+mj-ea"/>
                  <a:ea typeface="+mj-ea"/>
                  <a:cs typeface="演示刀刻黑" panose="02000600000000000000" pitchFamily="2" charset="-122"/>
                </a:rPr>
                <a:t>新</a:t>
              </a:r>
              <a:endParaRPr lang="zh-CN" altLang="en-US" dirty="0">
                <a:solidFill>
                  <a:schemeClr val="bg1"/>
                </a:solidFill>
                <a:latin typeface="+mj-ea"/>
                <a:ea typeface="+mj-ea"/>
                <a:cs typeface="演示刀刻黑" panose="02000600000000000000" pitchFamily="2" charset="-122"/>
              </a:endParaRPr>
            </a:p>
          </p:txBody>
        </p:sp>
        <p:sp>
          <p:nvSpPr>
            <p:cNvPr id="234" name="文本框 233"/>
            <p:cNvSpPr txBox="1"/>
            <p:nvPr/>
          </p:nvSpPr>
          <p:spPr>
            <a:xfrm>
              <a:off x="2391083" y="3671774"/>
              <a:ext cx="230832" cy="276999"/>
            </a:xfrm>
            <a:prstGeom prst="rect">
              <a:avLst/>
            </a:prstGeom>
            <a:noFill/>
          </p:spPr>
          <p:txBody>
            <a:bodyPr wrap="square" lIns="0" tIns="0" rIns="0" bIns="0">
              <a:spAutoFit/>
            </a:bodyPr>
            <a:lstStyle/>
            <a:p>
              <a:pPr algn="ctr"/>
              <a:r>
                <a:rPr lang="zh-CN" altLang="en-US">
                  <a:solidFill>
                    <a:schemeClr val="bg1"/>
                  </a:solidFill>
                  <a:latin typeface="+mj-ea"/>
                  <a:ea typeface="+mj-ea"/>
                  <a:cs typeface="演示刀刻黑" panose="02000600000000000000" pitchFamily="2" charset="-122"/>
                </a:rPr>
                <a:t>培</a:t>
              </a:r>
              <a:endParaRPr lang="zh-CN" altLang="en-US" dirty="0">
                <a:solidFill>
                  <a:schemeClr val="bg1"/>
                </a:solidFill>
                <a:latin typeface="+mj-ea"/>
                <a:ea typeface="+mj-ea"/>
                <a:cs typeface="演示刀刻黑" panose="02000600000000000000" pitchFamily="2" charset="-122"/>
              </a:endParaRPr>
            </a:p>
          </p:txBody>
        </p:sp>
        <p:sp>
          <p:nvSpPr>
            <p:cNvPr id="235" name="文本框 234"/>
            <p:cNvSpPr txBox="1"/>
            <p:nvPr/>
          </p:nvSpPr>
          <p:spPr>
            <a:xfrm>
              <a:off x="2391083" y="2239758"/>
              <a:ext cx="230832" cy="276999"/>
            </a:xfrm>
            <a:prstGeom prst="rect">
              <a:avLst/>
            </a:prstGeom>
            <a:noFill/>
          </p:spPr>
          <p:txBody>
            <a:bodyPr wrap="square" lIns="0" tIns="0" rIns="0" bIns="0">
              <a:spAutoFit/>
            </a:bodyPr>
            <a:lstStyle/>
            <a:p>
              <a:pPr algn="ctr"/>
              <a:r>
                <a:rPr lang="zh-CN" altLang="en-US" dirty="0">
                  <a:solidFill>
                    <a:schemeClr val="bg1"/>
                  </a:solidFill>
                  <a:latin typeface="+mj-ea"/>
                  <a:ea typeface="+mj-ea"/>
                  <a:cs typeface="演示刀刻黑" panose="02000600000000000000" pitchFamily="2" charset="-122"/>
                </a:rPr>
                <a:t>难</a:t>
              </a:r>
            </a:p>
          </p:txBody>
        </p:sp>
      </p:grpSp>
      <p:grpSp>
        <p:nvGrpSpPr>
          <p:cNvPr id="28" name="组合 27"/>
          <p:cNvGrpSpPr/>
          <p:nvPr/>
        </p:nvGrpSpPr>
        <p:grpSpPr>
          <a:xfrm>
            <a:off x="1495425" y="908050"/>
            <a:ext cx="9201150" cy="5616575"/>
            <a:chOff x="1495425" y="908050"/>
            <a:chExt cx="9201150" cy="5616575"/>
          </a:xfrm>
        </p:grpSpPr>
        <p:sp>
          <p:nvSpPr>
            <p:cNvPr id="52" name="矩形: 圆角 51"/>
            <p:cNvSpPr/>
            <p:nvPr/>
          </p:nvSpPr>
          <p:spPr>
            <a:xfrm>
              <a:off x="1495425" y="908050"/>
              <a:ext cx="9201150" cy="5616575"/>
            </a:xfrm>
            <a:prstGeom prst="roundRect">
              <a:avLst>
                <a:gd name="adj" fmla="val 1065"/>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nvGrpSpPr>
            <p:cNvPr id="26" name="组合 25"/>
            <p:cNvGrpSpPr/>
            <p:nvPr/>
          </p:nvGrpSpPr>
          <p:grpSpPr>
            <a:xfrm>
              <a:off x="1703388" y="1045391"/>
              <a:ext cx="8785225" cy="994229"/>
              <a:chOff x="1703388" y="1045391"/>
              <a:chExt cx="8785225" cy="994229"/>
            </a:xfrm>
          </p:grpSpPr>
          <p:sp>
            <p:nvSpPr>
              <p:cNvPr id="53" name="矩形 52"/>
              <p:cNvSpPr/>
              <p:nvPr/>
            </p:nvSpPr>
            <p:spPr>
              <a:xfrm>
                <a:off x="1703388" y="1045391"/>
                <a:ext cx="8785225" cy="9942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7" name="矩形 56"/>
              <p:cNvSpPr/>
              <p:nvPr/>
            </p:nvSpPr>
            <p:spPr>
              <a:xfrm>
                <a:off x="1930400" y="1476374"/>
                <a:ext cx="1854200" cy="410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8" name="矩形 57"/>
              <p:cNvSpPr/>
              <p:nvPr/>
            </p:nvSpPr>
            <p:spPr>
              <a:xfrm>
                <a:off x="4076700" y="1476374"/>
                <a:ext cx="1854200" cy="410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9" name="矩形 58"/>
              <p:cNvSpPr/>
              <p:nvPr/>
            </p:nvSpPr>
            <p:spPr>
              <a:xfrm>
                <a:off x="6248400" y="1476374"/>
                <a:ext cx="1854200" cy="410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0" name="矩形 59"/>
              <p:cNvSpPr/>
              <p:nvPr/>
            </p:nvSpPr>
            <p:spPr>
              <a:xfrm>
                <a:off x="8356600" y="1476374"/>
                <a:ext cx="1854200" cy="410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13" name="TextBox 50"/>
              <p:cNvSpPr txBox="1"/>
              <p:nvPr/>
            </p:nvSpPr>
            <p:spPr>
              <a:xfrm>
                <a:off x="4280044" y="1558686"/>
                <a:ext cx="1447512" cy="246221"/>
              </a:xfrm>
              <a:prstGeom prst="rect">
                <a:avLst/>
              </a:prstGeom>
              <a:noFill/>
            </p:spPr>
            <p:txBody>
              <a:bodyPr wrap="none" lIns="0" tIns="0" rIns="0" bIns="0" rtlCol="0">
                <a:spAutoFit/>
              </a:bodyPr>
              <a:lstStyle/>
              <a:p>
                <a:pPr algn="ctr"/>
                <a:r>
                  <a:rPr lang="zh-CN" altLang="en-US" sz="1600" b="1" dirty="0">
                    <a:latin typeface="+mj-ea"/>
                    <a:ea typeface="+mj-ea"/>
                  </a:rPr>
                  <a:t>交互式模拟系统</a:t>
                </a:r>
                <a:endParaRPr lang="id-ID" sz="1600" b="1" dirty="0">
                  <a:latin typeface="+mj-ea"/>
                  <a:ea typeface="+mj-ea"/>
                </a:endParaRPr>
              </a:p>
            </p:txBody>
          </p:sp>
          <p:sp>
            <p:nvSpPr>
              <p:cNvPr id="126" name="TextBox 50"/>
              <p:cNvSpPr txBox="1"/>
              <p:nvPr/>
            </p:nvSpPr>
            <p:spPr>
              <a:xfrm>
                <a:off x="6555138" y="1558686"/>
                <a:ext cx="1240724" cy="246221"/>
              </a:xfrm>
              <a:prstGeom prst="rect">
                <a:avLst/>
              </a:prstGeom>
              <a:noFill/>
            </p:spPr>
            <p:txBody>
              <a:bodyPr wrap="none" lIns="0" tIns="0" rIns="0" bIns="0" rtlCol="0">
                <a:spAutoFit/>
              </a:bodyPr>
              <a:lstStyle/>
              <a:p>
                <a:pPr algn="ctr"/>
                <a:r>
                  <a:rPr lang="zh-CN" altLang="en-US" sz="1600" b="1" dirty="0">
                    <a:latin typeface="+mj-ea"/>
                    <a:ea typeface="+mj-ea"/>
                  </a:rPr>
                  <a:t>虚拟仿真项目</a:t>
                </a:r>
                <a:endParaRPr lang="id-ID" sz="1600" b="1" dirty="0">
                  <a:latin typeface="+mj-ea"/>
                  <a:ea typeface="+mj-ea"/>
                </a:endParaRPr>
              </a:p>
            </p:txBody>
          </p:sp>
          <p:sp>
            <p:nvSpPr>
              <p:cNvPr id="127" name="TextBox 50"/>
              <p:cNvSpPr txBox="1"/>
              <p:nvPr/>
            </p:nvSpPr>
            <p:spPr>
              <a:xfrm>
                <a:off x="8565555" y="1558686"/>
                <a:ext cx="1436291" cy="246221"/>
              </a:xfrm>
              <a:prstGeom prst="rect">
                <a:avLst/>
              </a:prstGeom>
              <a:noFill/>
            </p:spPr>
            <p:txBody>
              <a:bodyPr wrap="none" lIns="0" tIns="0" rIns="0" bIns="0" rtlCol="0">
                <a:spAutoFit/>
              </a:bodyPr>
              <a:lstStyle/>
              <a:p>
                <a:pPr algn="ctr"/>
                <a:r>
                  <a:rPr lang="zh-CN" altLang="en-US" sz="1600" b="1" dirty="0">
                    <a:latin typeface="+mj-ea"/>
                    <a:ea typeface="+mj-ea"/>
                  </a:rPr>
                  <a:t>机器人实操平台</a:t>
                </a:r>
              </a:p>
            </p:txBody>
          </p:sp>
          <p:sp>
            <p:nvSpPr>
              <p:cNvPr id="130" name="TextBox 50"/>
              <p:cNvSpPr txBox="1"/>
              <p:nvPr/>
            </p:nvSpPr>
            <p:spPr>
              <a:xfrm>
                <a:off x="2340532" y="1558686"/>
                <a:ext cx="1033937" cy="246221"/>
              </a:xfrm>
              <a:prstGeom prst="rect">
                <a:avLst/>
              </a:prstGeom>
              <a:noFill/>
            </p:spPr>
            <p:txBody>
              <a:bodyPr wrap="none" lIns="0" tIns="0" rIns="0" bIns="0" rtlCol="0">
                <a:spAutoFit/>
              </a:bodyPr>
              <a:lstStyle/>
              <a:p>
                <a:pPr algn="ctr"/>
                <a:r>
                  <a:rPr lang="zh-CN" altLang="en-US" sz="1600" b="1">
                    <a:latin typeface="+mj-ea"/>
                    <a:ea typeface="+mj-ea"/>
                  </a:rPr>
                  <a:t>微课视频库</a:t>
                </a:r>
                <a:endParaRPr lang="id-ID" sz="1600" b="1" dirty="0">
                  <a:latin typeface="+mj-ea"/>
                  <a:ea typeface="+mj-ea"/>
                </a:endParaRPr>
              </a:p>
            </p:txBody>
          </p:sp>
          <p:sp>
            <p:nvSpPr>
              <p:cNvPr id="182" name="TextBox 50"/>
              <p:cNvSpPr txBox="1"/>
              <p:nvPr/>
            </p:nvSpPr>
            <p:spPr>
              <a:xfrm>
                <a:off x="4800774" y="1129110"/>
                <a:ext cx="2590453" cy="276999"/>
              </a:xfrm>
              <a:prstGeom prst="rect">
                <a:avLst/>
              </a:prstGeom>
              <a:noFill/>
            </p:spPr>
            <p:txBody>
              <a:bodyPr wrap="none" lIns="0" tIns="0" rIns="0" bIns="0" rtlCol="0">
                <a:spAutoFit/>
              </a:bodyPr>
              <a:lstStyle/>
              <a:p>
                <a:pPr algn="ctr"/>
                <a:r>
                  <a:rPr lang="en-US" altLang="zh-CN" b="1">
                    <a:solidFill>
                      <a:schemeClr val="bg1"/>
                    </a:solidFill>
                    <a:latin typeface="+mj-ea"/>
                    <a:ea typeface="+mj-ea"/>
                  </a:rPr>
                  <a:t>"</a:t>
                </a:r>
                <a:r>
                  <a:rPr lang="zh-CN" altLang="en-US" b="1">
                    <a:solidFill>
                      <a:schemeClr val="bg1"/>
                    </a:solidFill>
                    <a:latin typeface="+mj-ea"/>
                    <a:ea typeface="+mj-ea"/>
                  </a:rPr>
                  <a:t>三阶递进</a:t>
                </a:r>
                <a:r>
                  <a:rPr lang="en-US" altLang="zh-CN" b="1">
                    <a:solidFill>
                      <a:schemeClr val="bg1"/>
                    </a:solidFill>
                    <a:latin typeface="+mj-ea"/>
                    <a:ea typeface="+mj-ea"/>
                  </a:rPr>
                  <a:t>"</a:t>
                </a:r>
                <a:r>
                  <a:rPr lang="zh-CN" altLang="en-US" b="1">
                    <a:solidFill>
                      <a:schemeClr val="bg1"/>
                    </a:solidFill>
                    <a:latin typeface="+mj-ea"/>
                    <a:ea typeface="+mj-ea"/>
                  </a:rPr>
                  <a:t>线上资源建设</a:t>
                </a:r>
                <a:endParaRPr lang="id-ID" b="1" dirty="0">
                  <a:solidFill>
                    <a:schemeClr val="bg1"/>
                  </a:solidFill>
                  <a:latin typeface="+mj-ea"/>
                  <a:ea typeface="+mj-ea"/>
                </a:endParaRPr>
              </a:p>
            </p:txBody>
          </p:sp>
        </p:grpSp>
      </p:grpSp>
      <p:grpSp>
        <p:nvGrpSpPr>
          <p:cNvPr id="29" name="组合 28"/>
          <p:cNvGrpSpPr/>
          <p:nvPr/>
        </p:nvGrpSpPr>
        <p:grpSpPr>
          <a:xfrm>
            <a:off x="4430395" y="2212975"/>
            <a:ext cx="3284855" cy="4311650"/>
            <a:chOff x="4430395" y="2212975"/>
            <a:chExt cx="3284855" cy="4311650"/>
          </a:xfrm>
        </p:grpSpPr>
        <p:sp>
          <p:nvSpPr>
            <p:cNvPr id="240" name="圆角矩形 3"/>
            <p:cNvSpPr/>
            <p:nvPr/>
          </p:nvSpPr>
          <p:spPr>
            <a:xfrm>
              <a:off x="4430395" y="2212975"/>
              <a:ext cx="3284220" cy="532765"/>
            </a:xfrm>
            <a:prstGeom prst="roundRect">
              <a:avLst/>
            </a:prstGeom>
            <a:solidFill>
              <a:schemeClr val="accent2">
                <a:lumMod val="20000"/>
                <a:lumOff val="80000"/>
                <a:alpha val="50000"/>
              </a:schemeClr>
            </a:solidFill>
          </p:spPr>
          <p:style>
            <a:lnRef idx="0">
              <a:srgbClr val="FFFFFF"/>
            </a:lnRef>
            <a:fillRef idx="2">
              <a:schemeClr val="accent5"/>
            </a:fillRef>
            <a:effectRef idx="1">
              <a:schemeClr val="accent5"/>
            </a:effectRef>
            <a:fontRef idx="minor">
              <a:schemeClr val="lt1"/>
            </a:fontRef>
          </p:style>
          <p:txBody>
            <a:bodyPr rtlCol="0" anchor="ctr"/>
            <a:lstStyle/>
            <a:p>
              <a:pPr algn="ctr"/>
              <a:r>
                <a:rPr lang="zh-CN" altLang="en-US" sz="1600" dirty="0">
                  <a:solidFill>
                    <a:schemeClr val="tx1"/>
                  </a:solidFill>
                  <a:latin typeface="+mj-ea"/>
                  <a:ea typeface="+mj-ea"/>
                  <a:sym typeface="+mn-ea"/>
                </a:rPr>
                <a:t>基础项目</a:t>
              </a:r>
              <a:r>
                <a:rPr lang="en-US" altLang="zh-CN" sz="1600" dirty="0">
                  <a:solidFill>
                    <a:schemeClr val="tx1"/>
                  </a:solidFill>
                  <a:latin typeface="+mj-ea"/>
                  <a:ea typeface="+mj-ea"/>
                  <a:sym typeface="+mn-ea"/>
                </a:rPr>
                <a:t>     </a:t>
              </a:r>
              <a:r>
                <a:rPr lang="zh-CN" altLang="en-US" sz="1600" dirty="0">
                  <a:solidFill>
                    <a:schemeClr val="tx1"/>
                  </a:solidFill>
                  <a:latin typeface="+mj-ea"/>
                  <a:ea typeface="+mj-ea"/>
                  <a:sym typeface="+mn-ea"/>
                </a:rPr>
                <a:t>账务处理     单项技能</a:t>
              </a:r>
            </a:p>
          </p:txBody>
        </p:sp>
        <p:sp>
          <p:nvSpPr>
            <p:cNvPr id="244" name="圆角矩形 7"/>
            <p:cNvSpPr/>
            <p:nvPr/>
          </p:nvSpPr>
          <p:spPr>
            <a:xfrm>
              <a:off x="4430395" y="4480306"/>
              <a:ext cx="3284220" cy="532765"/>
            </a:xfrm>
            <a:prstGeom prst="roundRect">
              <a:avLst/>
            </a:prstGeom>
            <a:solidFill>
              <a:schemeClr val="accent2">
                <a:lumMod val="20000"/>
                <a:lumOff val="80000"/>
                <a:alpha val="50000"/>
              </a:schemeClr>
            </a:solidFill>
          </p:spPr>
          <p:style>
            <a:lnRef idx="0">
              <a:srgbClr val="FFFFFF"/>
            </a:lnRef>
            <a:fillRef idx="2">
              <a:schemeClr val="accent5"/>
            </a:fillRef>
            <a:effectRef idx="1">
              <a:schemeClr val="accent5"/>
            </a:effectRef>
            <a:fontRef idx="minor">
              <a:schemeClr val="lt1"/>
            </a:fontRef>
          </p:style>
          <p:txBody>
            <a:bodyPr rtlCol="0" anchor="ctr"/>
            <a:lstStyle/>
            <a:p>
              <a:r>
                <a:rPr lang="zh-CN" altLang="en-US" sz="1600" dirty="0">
                  <a:solidFill>
                    <a:schemeClr val="accent2"/>
                  </a:solidFill>
                  <a:latin typeface="+mj-ea"/>
                  <a:ea typeface="+mj-ea"/>
                  <a:sym typeface="+mn-ea"/>
                </a:rPr>
                <a:t>项目导入</a:t>
              </a:r>
              <a:r>
                <a:rPr lang="zh-CN" altLang="en-US" sz="1600" dirty="0">
                  <a:solidFill>
                    <a:schemeClr val="tx1"/>
                  </a:solidFill>
                  <a:latin typeface="+mj-ea"/>
                  <a:ea typeface="+mj-ea"/>
                  <a:sym typeface="+mn-ea"/>
                </a:rPr>
                <a:t>（企业真实背景）</a:t>
              </a:r>
            </a:p>
          </p:txBody>
        </p:sp>
        <p:sp>
          <p:nvSpPr>
            <p:cNvPr id="243" name="圆角矩形 6"/>
            <p:cNvSpPr/>
            <p:nvPr/>
          </p:nvSpPr>
          <p:spPr>
            <a:xfrm>
              <a:off x="4430395" y="5236083"/>
              <a:ext cx="3284220" cy="532765"/>
            </a:xfrm>
            <a:prstGeom prst="roundRect">
              <a:avLst/>
            </a:prstGeom>
            <a:solidFill>
              <a:schemeClr val="accent2">
                <a:lumMod val="20000"/>
                <a:lumOff val="80000"/>
                <a:alpha val="50000"/>
              </a:schemeClr>
            </a:solidFill>
          </p:spPr>
          <p:style>
            <a:lnRef idx="0">
              <a:srgbClr val="FFFFFF"/>
            </a:lnRef>
            <a:fillRef idx="2">
              <a:schemeClr val="accent5"/>
            </a:fillRef>
            <a:effectRef idx="1">
              <a:schemeClr val="accent5"/>
            </a:effectRef>
            <a:fontRef idx="minor">
              <a:schemeClr val="lt1"/>
            </a:fontRef>
          </p:style>
          <p:txBody>
            <a:bodyPr rtlCol="0" anchor="ctr"/>
            <a:lstStyle/>
            <a:p>
              <a:r>
                <a:rPr lang="zh-CN" altLang="en-US" sz="1600" dirty="0">
                  <a:solidFill>
                    <a:schemeClr val="accent2"/>
                  </a:solidFill>
                  <a:latin typeface="+mj-ea"/>
                  <a:ea typeface="+mj-ea"/>
                  <a:sym typeface="+mn-ea"/>
                </a:rPr>
                <a:t>过程指导</a:t>
              </a:r>
              <a:r>
                <a:rPr lang="zh-CN" altLang="en-US" sz="1600" dirty="0">
                  <a:solidFill>
                    <a:schemeClr val="tx1"/>
                  </a:solidFill>
                  <a:latin typeface="+mj-ea"/>
                  <a:ea typeface="+mj-ea"/>
                  <a:cs typeface="黑体" panose="02010609060101010101" charset="-122"/>
                  <a:sym typeface="+mn-ea"/>
                </a:rPr>
                <a:t>（双导师在线答疑）</a:t>
              </a:r>
            </a:p>
          </p:txBody>
        </p:sp>
        <p:sp>
          <p:nvSpPr>
            <p:cNvPr id="246" name="圆角矩形 50"/>
            <p:cNvSpPr/>
            <p:nvPr/>
          </p:nvSpPr>
          <p:spPr>
            <a:xfrm>
              <a:off x="4431030" y="5991860"/>
              <a:ext cx="3284220" cy="532765"/>
            </a:xfrm>
            <a:prstGeom prst="roundRect">
              <a:avLst/>
            </a:prstGeom>
            <a:solidFill>
              <a:schemeClr val="accent2">
                <a:lumMod val="20000"/>
                <a:lumOff val="80000"/>
                <a:alpha val="50000"/>
              </a:schemeClr>
            </a:solidFill>
          </p:spPr>
          <p:style>
            <a:lnRef idx="0">
              <a:srgbClr val="FFFFFF"/>
            </a:lnRef>
            <a:fillRef idx="2">
              <a:schemeClr val="accent5"/>
            </a:fillRef>
            <a:effectRef idx="1">
              <a:schemeClr val="accent5"/>
            </a:effectRef>
            <a:fontRef idx="minor">
              <a:schemeClr val="lt1"/>
            </a:fontRef>
          </p:style>
          <p:txBody>
            <a:bodyPr rtlCol="0" anchor="ctr"/>
            <a:lstStyle/>
            <a:p>
              <a:r>
                <a:rPr lang="zh-CN" altLang="en-US" sz="1600" dirty="0">
                  <a:solidFill>
                    <a:schemeClr val="accent2"/>
                  </a:solidFill>
                  <a:latin typeface="+mj-ea"/>
                  <a:ea typeface="+mj-ea"/>
                  <a:sym typeface="+mn-ea"/>
                </a:rPr>
                <a:t>成果展示</a:t>
              </a:r>
              <a:r>
                <a:rPr lang="zh-CN" altLang="en-US" sz="1600" dirty="0">
                  <a:solidFill>
                    <a:schemeClr val="tx1"/>
                  </a:solidFill>
                  <a:latin typeface="+mj-ea"/>
                  <a:ea typeface="+mj-ea"/>
                  <a:sym typeface="+mn-ea"/>
                </a:rPr>
                <a:t>（企业专家参与评审）</a:t>
              </a:r>
              <a:endParaRPr lang="zh-CN" sz="1600" dirty="0">
                <a:solidFill>
                  <a:schemeClr val="tx1"/>
                </a:solidFill>
                <a:latin typeface="+mj-ea"/>
                <a:ea typeface="+mj-ea"/>
                <a:sym typeface="+mn-ea"/>
              </a:endParaRPr>
            </a:p>
          </p:txBody>
        </p:sp>
        <p:cxnSp>
          <p:nvCxnSpPr>
            <p:cNvPr id="17" name="直接箭头连接符 16"/>
            <p:cNvCxnSpPr/>
            <p:nvPr/>
          </p:nvCxnSpPr>
          <p:spPr>
            <a:xfrm>
              <a:off x="5451475" y="2471738"/>
              <a:ext cx="18573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45" name="直接箭头连接符 144"/>
            <p:cNvCxnSpPr/>
            <p:nvPr/>
          </p:nvCxnSpPr>
          <p:spPr>
            <a:xfrm>
              <a:off x="6505575" y="2471738"/>
              <a:ext cx="18573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46" name="圆角矩形 3"/>
            <p:cNvSpPr/>
            <p:nvPr/>
          </p:nvSpPr>
          <p:spPr>
            <a:xfrm>
              <a:off x="4430395" y="2898775"/>
              <a:ext cx="3284220" cy="532765"/>
            </a:xfrm>
            <a:prstGeom prst="roundRect">
              <a:avLst/>
            </a:prstGeom>
            <a:solidFill>
              <a:schemeClr val="accent2">
                <a:lumMod val="20000"/>
                <a:lumOff val="80000"/>
                <a:alpha val="50000"/>
              </a:schemeClr>
            </a:solidFill>
          </p:spPr>
          <p:style>
            <a:lnRef idx="0">
              <a:srgbClr val="FFFFFF"/>
            </a:lnRef>
            <a:fillRef idx="2">
              <a:schemeClr val="accent5"/>
            </a:fillRef>
            <a:effectRef idx="1">
              <a:schemeClr val="accent5"/>
            </a:effectRef>
            <a:fontRef idx="minor">
              <a:schemeClr val="lt1"/>
            </a:fontRef>
          </p:style>
          <p:txBody>
            <a:bodyPr rtlCol="0" anchor="ctr"/>
            <a:lstStyle/>
            <a:p>
              <a:pPr algn="ctr"/>
              <a:r>
                <a:rPr lang="zh-CN" altLang="en-US" sz="1600" dirty="0">
                  <a:solidFill>
                    <a:schemeClr val="tx1"/>
                  </a:solidFill>
                  <a:latin typeface="+mj-ea"/>
                  <a:ea typeface="+mj-ea"/>
                  <a:sym typeface="+mn-ea"/>
                </a:rPr>
                <a:t>综合项目     账务诊断     复合能力</a:t>
              </a:r>
            </a:p>
          </p:txBody>
        </p:sp>
        <p:cxnSp>
          <p:nvCxnSpPr>
            <p:cNvPr id="147" name="直接箭头连接符 146"/>
            <p:cNvCxnSpPr/>
            <p:nvPr/>
          </p:nvCxnSpPr>
          <p:spPr>
            <a:xfrm>
              <a:off x="5451475" y="3157538"/>
              <a:ext cx="18573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48" name="直接箭头连接符 147"/>
            <p:cNvCxnSpPr/>
            <p:nvPr/>
          </p:nvCxnSpPr>
          <p:spPr>
            <a:xfrm>
              <a:off x="6505575" y="3157538"/>
              <a:ext cx="18573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49" name="圆角矩形 3"/>
            <p:cNvSpPr/>
            <p:nvPr/>
          </p:nvSpPr>
          <p:spPr>
            <a:xfrm>
              <a:off x="4430395" y="3660775"/>
              <a:ext cx="3284220" cy="532765"/>
            </a:xfrm>
            <a:prstGeom prst="roundRect">
              <a:avLst/>
            </a:prstGeom>
            <a:solidFill>
              <a:schemeClr val="accent2">
                <a:lumMod val="20000"/>
                <a:lumOff val="80000"/>
                <a:alpha val="50000"/>
              </a:schemeClr>
            </a:solidFill>
          </p:spPr>
          <p:style>
            <a:lnRef idx="0">
              <a:srgbClr val="FFFFFF"/>
            </a:lnRef>
            <a:fillRef idx="2">
              <a:schemeClr val="accent5"/>
            </a:fillRef>
            <a:effectRef idx="1">
              <a:schemeClr val="accent5"/>
            </a:effectRef>
            <a:fontRef idx="minor">
              <a:schemeClr val="lt1"/>
            </a:fontRef>
          </p:style>
          <p:txBody>
            <a:bodyPr rtlCol="0" anchor="ctr"/>
            <a:lstStyle/>
            <a:p>
              <a:pPr algn="ctr"/>
              <a:r>
                <a:rPr lang="zh-CN" altLang="en-US" sz="1600" dirty="0">
                  <a:solidFill>
                    <a:schemeClr val="tx1"/>
                  </a:solidFill>
                  <a:latin typeface="+mj-ea"/>
                  <a:ea typeface="+mj-ea"/>
                  <a:sym typeface="+mn-ea"/>
                </a:rPr>
                <a:t>创新项目</a:t>
              </a:r>
              <a:r>
                <a:rPr lang="en-US" altLang="zh-CN" sz="1600" dirty="0">
                  <a:solidFill>
                    <a:schemeClr val="tx1"/>
                  </a:solidFill>
                  <a:latin typeface="+mj-ea"/>
                  <a:ea typeface="+mj-ea"/>
                  <a:sym typeface="+mn-ea"/>
                </a:rPr>
                <a:t>     </a:t>
              </a:r>
              <a:r>
                <a:rPr lang="zh-CN" altLang="en-US" sz="1600" dirty="0">
                  <a:solidFill>
                    <a:schemeClr val="tx1"/>
                  </a:solidFill>
                  <a:latin typeface="+mj-ea"/>
                  <a:ea typeface="+mj-ea"/>
                  <a:sym typeface="+mn-ea"/>
                </a:rPr>
                <a:t>解决方案     发展能力</a:t>
              </a:r>
            </a:p>
          </p:txBody>
        </p:sp>
        <p:cxnSp>
          <p:nvCxnSpPr>
            <p:cNvPr id="150" name="直接箭头连接符 149"/>
            <p:cNvCxnSpPr/>
            <p:nvPr/>
          </p:nvCxnSpPr>
          <p:spPr>
            <a:xfrm>
              <a:off x="5451475" y="3919538"/>
              <a:ext cx="18573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51" name="直接箭头连接符 150"/>
            <p:cNvCxnSpPr/>
            <p:nvPr/>
          </p:nvCxnSpPr>
          <p:spPr>
            <a:xfrm>
              <a:off x="6505575" y="3919538"/>
              <a:ext cx="18573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outVertic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up)">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randombar(horizontal)">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up)">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up)">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arn(inVertical)">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arn(inVertical)">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up)">
                                      <p:cBhvr>
                                        <p:cTn id="42" dur="500"/>
                                        <p:tgtEl>
                                          <p:spTgt spid="24"/>
                                        </p:tgtEl>
                                      </p:cBhvr>
                                    </p:animEffect>
                                  </p:childTnLst>
                                </p:cTn>
                              </p:par>
                              <p:par>
                                <p:cTn id="43" presetID="22" presetClass="entr" presetSubtype="1"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up)">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514815" y="1043393"/>
            <a:ext cx="9162370" cy="4908615"/>
            <a:chOff x="1514815" y="1043393"/>
            <a:chExt cx="9162370" cy="4908615"/>
          </a:xfrm>
        </p:grpSpPr>
        <p:sp>
          <p:nvSpPr>
            <p:cNvPr id="33" name="任意多边形: 形状 32"/>
            <p:cNvSpPr/>
            <p:nvPr/>
          </p:nvSpPr>
          <p:spPr>
            <a:xfrm>
              <a:off x="1514815" y="1043393"/>
              <a:ext cx="9162370" cy="4625635"/>
            </a:xfrm>
            <a:custGeom>
              <a:avLst/>
              <a:gdLst>
                <a:gd name="connsiteX0" fmla="*/ 4581185 w 9162370"/>
                <a:gd name="connsiteY0" fmla="*/ 0 h 4625635"/>
                <a:gd name="connsiteX1" fmla="*/ 9162370 w 9162370"/>
                <a:gd name="connsiteY1" fmla="*/ 4581185 h 4625635"/>
                <a:gd name="connsiteX2" fmla="*/ 9161246 w 9162370"/>
                <a:gd name="connsiteY2" fmla="*/ 4625635 h 4625635"/>
                <a:gd name="connsiteX3" fmla="*/ 1124 w 9162370"/>
                <a:gd name="connsiteY3" fmla="*/ 4625635 h 4625635"/>
                <a:gd name="connsiteX4" fmla="*/ 0 w 9162370"/>
                <a:gd name="connsiteY4" fmla="*/ 4581185 h 4625635"/>
                <a:gd name="connsiteX5" fmla="*/ 4581185 w 9162370"/>
                <a:gd name="connsiteY5" fmla="*/ 0 h 462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62370" h="4625635">
                  <a:moveTo>
                    <a:pt x="4581185" y="0"/>
                  </a:moveTo>
                  <a:cubicBezTo>
                    <a:pt x="7111304" y="0"/>
                    <a:pt x="9162370" y="2051066"/>
                    <a:pt x="9162370" y="4581185"/>
                  </a:cubicBezTo>
                  <a:lnTo>
                    <a:pt x="9161246" y="4625635"/>
                  </a:lnTo>
                  <a:lnTo>
                    <a:pt x="1124" y="4625635"/>
                  </a:lnTo>
                  <a:lnTo>
                    <a:pt x="0" y="4581185"/>
                  </a:lnTo>
                  <a:cubicBezTo>
                    <a:pt x="0" y="2051066"/>
                    <a:pt x="2051066" y="0"/>
                    <a:pt x="4581185" y="0"/>
                  </a:cubicBezTo>
                  <a:close/>
                </a:path>
              </a:pathLst>
            </a:custGeom>
            <a:gradFill flip="none" rotWithShape="1">
              <a:gsLst>
                <a:gs pos="0">
                  <a:schemeClr val="accent5">
                    <a:lumMod val="60000"/>
                    <a:lumOff val="40000"/>
                  </a:schemeClr>
                </a:gs>
                <a:gs pos="100000">
                  <a:schemeClr val="accent5">
                    <a:lumMod val="20000"/>
                    <a:lumOff val="80000"/>
                    <a:alpha val="50000"/>
                  </a:schemeClr>
                </a:gs>
              </a:gsLst>
              <a:lin ang="5400000" scaled="1"/>
              <a:tileRect/>
            </a:grad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0" name="任意多边形: 形状 69"/>
            <p:cNvSpPr/>
            <p:nvPr/>
          </p:nvSpPr>
          <p:spPr>
            <a:xfrm>
              <a:off x="1714005" y="1215487"/>
              <a:ext cx="8765309" cy="4352980"/>
            </a:xfrm>
            <a:custGeom>
              <a:avLst/>
              <a:gdLst>
                <a:gd name="connsiteX0" fmla="*/ 4581185 w 9162370"/>
                <a:gd name="connsiteY0" fmla="*/ 0 h 4625635"/>
                <a:gd name="connsiteX1" fmla="*/ 9162370 w 9162370"/>
                <a:gd name="connsiteY1" fmla="*/ 4581185 h 4625635"/>
                <a:gd name="connsiteX2" fmla="*/ 9161246 w 9162370"/>
                <a:gd name="connsiteY2" fmla="*/ 4625635 h 4625635"/>
                <a:gd name="connsiteX3" fmla="*/ 1124 w 9162370"/>
                <a:gd name="connsiteY3" fmla="*/ 4625635 h 4625635"/>
                <a:gd name="connsiteX4" fmla="*/ 0 w 9162370"/>
                <a:gd name="connsiteY4" fmla="*/ 4581185 h 4625635"/>
                <a:gd name="connsiteX5" fmla="*/ 4581185 w 9162370"/>
                <a:gd name="connsiteY5" fmla="*/ 0 h 462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62370" h="4625635">
                  <a:moveTo>
                    <a:pt x="4581185" y="0"/>
                  </a:moveTo>
                  <a:cubicBezTo>
                    <a:pt x="7111304" y="0"/>
                    <a:pt x="9162370" y="2051066"/>
                    <a:pt x="9162370" y="4581185"/>
                  </a:cubicBezTo>
                  <a:lnTo>
                    <a:pt x="9161246" y="4625635"/>
                  </a:lnTo>
                  <a:lnTo>
                    <a:pt x="1124" y="4625635"/>
                  </a:lnTo>
                  <a:lnTo>
                    <a:pt x="0" y="4581185"/>
                  </a:lnTo>
                  <a:cubicBezTo>
                    <a:pt x="0" y="2051066"/>
                    <a:pt x="2051066" y="0"/>
                    <a:pt x="4581185" y="0"/>
                  </a:cubicBezTo>
                  <a:close/>
                </a:path>
              </a:pathLst>
            </a:custGeom>
            <a:noFill/>
            <a:ln w="5080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6" name="文本框 65"/>
            <p:cNvSpPr txBox="1"/>
            <p:nvPr/>
          </p:nvSpPr>
          <p:spPr>
            <a:xfrm rot="17830091">
              <a:off x="1801381" y="3632648"/>
              <a:ext cx="3330021" cy="1308699"/>
            </a:xfrm>
            <a:prstGeom prst="rect">
              <a:avLst/>
            </a:prstGeom>
            <a:noFill/>
          </p:spPr>
          <p:txBody>
            <a:bodyPr wrap="none" lIns="0" tIns="0" rIns="0" bIns="0">
              <a:prstTxWarp prst="textArchUp">
                <a:avLst/>
              </a:prstTxWarp>
              <a:spAutoFit/>
            </a:bodyPr>
            <a:lstStyle/>
            <a:p>
              <a:pPr algn="ctr">
                <a:lnSpc>
                  <a:spcPct val="120000"/>
                </a:lnSpc>
              </a:pPr>
              <a:r>
                <a:rPr lang="zh-CN" altLang="en-US" sz="2000" b="1" dirty="0">
                  <a:latin typeface="思源黑体 CN Bold" panose="020B0800000000000000" pitchFamily="34" charset="-122"/>
                  <a:ea typeface="思源黑体 CN Bold" panose="020B0800000000000000" pitchFamily="34" charset="-122"/>
                  <a:cs typeface="+mn-ea"/>
                  <a:sym typeface="+mn-lt"/>
                </a:rPr>
                <a:t>以将证书内容融入必修课</a:t>
              </a:r>
            </a:p>
          </p:txBody>
        </p:sp>
        <p:sp>
          <p:nvSpPr>
            <p:cNvPr id="69" name="文本框 68"/>
            <p:cNvSpPr txBox="1"/>
            <p:nvPr/>
          </p:nvSpPr>
          <p:spPr>
            <a:xfrm rot="3769909" flipH="1">
              <a:off x="7064498" y="3632648"/>
              <a:ext cx="3330021" cy="1308699"/>
            </a:xfrm>
            <a:prstGeom prst="rect">
              <a:avLst/>
            </a:prstGeom>
            <a:noFill/>
          </p:spPr>
          <p:txBody>
            <a:bodyPr wrap="none" lIns="0" tIns="0" rIns="0" bIns="0">
              <a:prstTxWarp prst="textArchUp">
                <a:avLst/>
              </a:prstTxWarp>
              <a:spAutoFit/>
            </a:bodyPr>
            <a:lstStyle/>
            <a:p>
              <a:pPr algn="ctr">
                <a:lnSpc>
                  <a:spcPct val="120000"/>
                </a:lnSpc>
              </a:pPr>
              <a:r>
                <a:rPr lang="zh-CN" altLang="en-US" sz="2000" b="1" dirty="0">
                  <a:latin typeface="思源黑体 CN Bold" panose="020B0800000000000000" pitchFamily="34" charset="-122"/>
                  <a:ea typeface="思源黑体 CN Bold" panose="020B0800000000000000" pitchFamily="34" charset="-122"/>
                  <a:cs typeface="+mn-ea"/>
                  <a:sym typeface="+mn-lt"/>
                </a:rPr>
                <a:t>区块链在存货核算中的用</a:t>
              </a:r>
            </a:p>
          </p:txBody>
        </p:sp>
        <p:sp>
          <p:nvSpPr>
            <p:cNvPr id="73" name="文本框 72"/>
            <p:cNvSpPr txBox="1"/>
            <p:nvPr/>
          </p:nvSpPr>
          <p:spPr>
            <a:xfrm>
              <a:off x="4430990" y="1671533"/>
              <a:ext cx="3330021" cy="1308699"/>
            </a:xfrm>
            <a:prstGeom prst="rect">
              <a:avLst/>
            </a:prstGeom>
            <a:noFill/>
          </p:spPr>
          <p:txBody>
            <a:bodyPr wrap="none" lIns="0" tIns="0" rIns="0" bIns="0">
              <a:prstTxWarp prst="textArchUp">
                <a:avLst/>
              </a:prstTxWarp>
              <a:spAutoFit/>
            </a:bodyPr>
            <a:lstStyle/>
            <a:p>
              <a:pPr algn="ctr">
                <a:lnSpc>
                  <a:spcPct val="120000"/>
                </a:lnSpc>
              </a:pPr>
              <a:r>
                <a:rPr lang="zh-CN" altLang="en-US" sz="2400" b="1" dirty="0">
                  <a:solidFill>
                    <a:schemeClr val="accent5">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n-ea"/>
                  <a:sym typeface="+mn-lt"/>
                </a:rPr>
                <a:t>对接证书</a:t>
              </a:r>
            </a:p>
          </p:txBody>
        </p:sp>
        <p:grpSp>
          <p:nvGrpSpPr>
            <p:cNvPr id="36" name="组合 35"/>
            <p:cNvGrpSpPr/>
            <p:nvPr/>
          </p:nvGrpSpPr>
          <p:grpSpPr>
            <a:xfrm>
              <a:off x="3636963" y="1891347"/>
              <a:ext cx="4918075" cy="914400"/>
              <a:chOff x="3636963" y="1891347"/>
              <a:chExt cx="4918075" cy="914400"/>
            </a:xfrm>
          </p:grpSpPr>
          <p:pic>
            <p:nvPicPr>
              <p:cNvPr id="106" name="图片 26" descr="徽章"/>
              <p:cNvPicPr>
                <a:picLocks noChangeAspect="1"/>
              </p:cNvPicPr>
              <p:nvPr>
                <p:custDataLst>
                  <p:tags r:id="rId1"/>
                </p:custDataLst>
              </p:nvPr>
            </p:nvPicPr>
            <p:blipFill>
              <a:blip r:embed="rId7"/>
              <a:stretch>
                <a:fillRect/>
              </a:stretch>
            </p:blipFill>
            <p:spPr>
              <a:xfrm rot="19739290">
                <a:off x="3636963" y="1891347"/>
                <a:ext cx="914400" cy="914400"/>
              </a:xfrm>
              <a:prstGeom prst="rect">
                <a:avLst/>
              </a:prstGeom>
            </p:spPr>
          </p:pic>
          <p:sp>
            <p:nvSpPr>
              <p:cNvPr id="107" name="椭圆 106"/>
              <p:cNvSpPr/>
              <p:nvPr>
                <p:custDataLst>
                  <p:tags r:id="rId2"/>
                </p:custDataLst>
              </p:nvPr>
            </p:nvSpPr>
            <p:spPr>
              <a:xfrm rot="19739290">
                <a:off x="3790869" y="2008667"/>
                <a:ext cx="497205" cy="496570"/>
              </a:xfrm>
              <a:prstGeom prst="ellipse">
                <a:avLst/>
              </a:prstGeom>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b="1" dirty="0"/>
                  <a:t>证</a:t>
                </a:r>
              </a:p>
            </p:txBody>
          </p:sp>
          <p:pic>
            <p:nvPicPr>
              <p:cNvPr id="125" name="图片 26" descr="徽章"/>
              <p:cNvPicPr>
                <a:picLocks noChangeAspect="1"/>
              </p:cNvPicPr>
              <p:nvPr>
                <p:custDataLst>
                  <p:tags r:id="rId3"/>
                </p:custDataLst>
              </p:nvPr>
            </p:nvPicPr>
            <p:blipFill>
              <a:blip r:embed="rId7"/>
              <a:stretch>
                <a:fillRect/>
              </a:stretch>
            </p:blipFill>
            <p:spPr>
              <a:xfrm rot="1860710" flipH="1">
                <a:off x="7640638" y="1891347"/>
                <a:ext cx="914400" cy="914400"/>
              </a:xfrm>
              <a:prstGeom prst="rect">
                <a:avLst/>
              </a:prstGeom>
            </p:spPr>
          </p:pic>
          <p:sp>
            <p:nvSpPr>
              <p:cNvPr id="126" name="椭圆 125"/>
              <p:cNvSpPr/>
              <p:nvPr>
                <p:custDataLst>
                  <p:tags r:id="rId4"/>
                </p:custDataLst>
              </p:nvPr>
            </p:nvSpPr>
            <p:spPr>
              <a:xfrm rot="1860710" flipH="1">
                <a:off x="7903927" y="2008667"/>
                <a:ext cx="497205" cy="496570"/>
              </a:xfrm>
              <a:prstGeom prst="ellipse">
                <a:avLst/>
              </a:prstGeom>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b="1" dirty="0"/>
                  <a:t>岗</a:t>
                </a:r>
              </a:p>
            </p:txBody>
          </p:sp>
        </p:grpSp>
      </p:grpSp>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30" name="组合 29"/>
          <p:cNvGrpSpPr/>
          <p:nvPr/>
        </p:nvGrpSpPr>
        <p:grpSpPr>
          <a:xfrm>
            <a:off x="442912" y="908051"/>
            <a:ext cx="11306176" cy="4083052"/>
            <a:chOff x="442912" y="908051"/>
            <a:chExt cx="11306176" cy="4083052"/>
          </a:xfrm>
        </p:grpSpPr>
        <p:sp>
          <p:nvSpPr>
            <p:cNvPr id="64" name="箭头: 右 63"/>
            <p:cNvSpPr/>
            <p:nvPr/>
          </p:nvSpPr>
          <p:spPr>
            <a:xfrm rot="16200000" flipV="1">
              <a:off x="-990731" y="2341694"/>
              <a:ext cx="4083052" cy="1215766"/>
            </a:xfrm>
            <a:prstGeom prst="rightArrow">
              <a:avLst/>
            </a:prstGeom>
            <a:gradFill flip="none" rotWithShape="1">
              <a:gsLst>
                <a:gs pos="0">
                  <a:schemeClr val="accent3">
                    <a:alpha val="0"/>
                  </a:schemeClr>
                </a:gs>
                <a:gs pos="41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箭头: 右 64"/>
            <p:cNvSpPr/>
            <p:nvPr/>
          </p:nvSpPr>
          <p:spPr>
            <a:xfrm rot="16200000" flipV="1">
              <a:off x="9099679" y="2341694"/>
              <a:ext cx="4083052" cy="1215766"/>
            </a:xfrm>
            <a:prstGeom prst="rightArrow">
              <a:avLst/>
            </a:prstGeom>
            <a:gradFill flip="none" rotWithShape="1">
              <a:gsLst>
                <a:gs pos="0">
                  <a:schemeClr val="accent3">
                    <a:alpha val="0"/>
                  </a:schemeClr>
                </a:gs>
                <a:gs pos="41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文本框 70"/>
            <p:cNvSpPr txBox="1"/>
            <p:nvPr/>
          </p:nvSpPr>
          <p:spPr>
            <a:xfrm>
              <a:off x="896013" y="1172213"/>
              <a:ext cx="309562" cy="3046988"/>
            </a:xfrm>
            <a:prstGeom prst="rect">
              <a:avLst/>
            </a:prstGeom>
            <a:noFill/>
          </p:spPr>
          <p:txBody>
            <a:bodyPr wrap="square">
              <a:spAutoFit/>
            </a:bodyPr>
            <a:lstStyle/>
            <a:p>
              <a:pPr algn="ctr"/>
              <a:r>
                <a:rPr lang="zh-CN" altLang="en-US" sz="2400" b="1" dirty="0">
                  <a:solidFill>
                    <a:schemeClr val="bg1"/>
                  </a:solidFill>
                  <a:latin typeface="思源黑体 CN Bold" panose="020B0800000000000000" pitchFamily="34" charset="-122"/>
                  <a:ea typeface="思源黑体 CN Bold" panose="020B0800000000000000" pitchFamily="34" charset="-122"/>
                  <a:cs typeface="+mn-ea"/>
                  <a:sym typeface="+mn-lt"/>
                </a:rPr>
                <a:t>准则技术融合课程</a:t>
              </a:r>
            </a:p>
          </p:txBody>
        </p:sp>
        <p:sp>
          <p:nvSpPr>
            <p:cNvPr id="72" name="文本框 71"/>
            <p:cNvSpPr txBox="1"/>
            <p:nvPr/>
          </p:nvSpPr>
          <p:spPr>
            <a:xfrm>
              <a:off x="10986424" y="1172213"/>
              <a:ext cx="309562" cy="3416320"/>
            </a:xfrm>
            <a:prstGeom prst="rect">
              <a:avLst/>
            </a:prstGeom>
            <a:noFill/>
          </p:spPr>
          <p:txBody>
            <a:bodyPr wrap="square">
              <a:spAutoFit/>
            </a:bodyPr>
            <a:lstStyle/>
            <a:p>
              <a:pPr algn="ctr"/>
              <a:r>
                <a:rPr lang="zh-CN" altLang="en-US" sz="2400" b="1" dirty="0">
                  <a:solidFill>
                    <a:schemeClr val="bg1"/>
                  </a:solidFill>
                  <a:latin typeface="思源黑体 CN Bold" panose="020B0800000000000000" pitchFamily="34" charset="-122"/>
                  <a:ea typeface="思源黑体 CN Bold" panose="020B0800000000000000" pitchFamily="34" charset="-122"/>
                  <a:cs typeface="+mn-ea"/>
                  <a:sym typeface="+mn-lt"/>
                </a:rPr>
                <a:t>岗课证证书衔接课程</a:t>
              </a:r>
            </a:p>
          </p:txBody>
        </p:sp>
      </p:grpSp>
      <p:grpSp>
        <p:nvGrpSpPr>
          <p:cNvPr id="34" name="组合 33"/>
          <p:cNvGrpSpPr/>
          <p:nvPr/>
        </p:nvGrpSpPr>
        <p:grpSpPr>
          <a:xfrm>
            <a:off x="2819173" y="2077933"/>
            <a:ext cx="6553654" cy="3737637"/>
            <a:chOff x="2819173" y="2077933"/>
            <a:chExt cx="6553654" cy="3737637"/>
          </a:xfrm>
        </p:grpSpPr>
        <p:sp>
          <p:nvSpPr>
            <p:cNvPr id="35" name="任意多边形: 形状 34"/>
            <p:cNvSpPr/>
            <p:nvPr/>
          </p:nvSpPr>
          <p:spPr>
            <a:xfrm>
              <a:off x="2819173" y="2347751"/>
              <a:ext cx="6553654" cy="3321277"/>
            </a:xfrm>
            <a:custGeom>
              <a:avLst/>
              <a:gdLst>
                <a:gd name="connsiteX0" fmla="*/ 3276827 w 6553654"/>
                <a:gd name="connsiteY0" fmla="*/ 0 h 3321277"/>
                <a:gd name="connsiteX1" fmla="*/ 6553654 w 6553654"/>
                <a:gd name="connsiteY1" fmla="*/ 3276827 h 3321277"/>
                <a:gd name="connsiteX2" fmla="*/ 6551409 w 6553654"/>
                <a:gd name="connsiteY2" fmla="*/ 3321277 h 3321277"/>
                <a:gd name="connsiteX3" fmla="*/ 2245 w 6553654"/>
                <a:gd name="connsiteY3" fmla="*/ 3321277 h 3321277"/>
                <a:gd name="connsiteX4" fmla="*/ 0 w 6553654"/>
                <a:gd name="connsiteY4" fmla="*/ 3276827 h 3321277"/>
                <a:gd name="connsiteX5" fmla="*/ 3276827 w 6553654"/>
                <a:gd name="connsiteY5" fmla="*/ 0 h 332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53654" h="3321277">
                  <a:moveTo>
                    <a:pt x="3276827" y="0"/>
                  </a:moveTo>
                  <a:cubicBezTo>
                    <a:pt x="5086569" y="0"/>
                    <a:pt x="6553654" y="1467085"/>
                    <a:pt x="6553654" y="3276827"/>
                  </a:cubicBezTo>
                  <a:lnTo>
                    <a:pt x="6551409" y="3321277"/>
                  </a:lnTo>
                  <a:lnTo>
                    <a:pt x="2245" y="3321277"/>
                  </a:lnTo>
                  <a:lnTo>
                    <a:pt x="0" y="3276827"/>
                  </a:lnTo>
                  <a:cubicBezTo>
                    <a:pt x="0" y="1467085"/>
                    <a:pt x="1467086" y="0"/>
                    <a:pt x="3276827" y="0"/>
                  </a:cubicBezTo>
                  <a:close/>
                </a:path>
              </a:pathLst>
            </a:custGeom>
            <a:gradFill>
              <a:gsLst>
                <a:gs pos="0">
                  <a:schemeClr val="accent2">
                    <a:lumMod val="20000"/>
                    <a:lumOff val="80000"/>
                  </a:schemeClr>
                </a:gs>
                <a:gs pos="100000">
                  <a:schemeClr val="accent2">
                    <a:lumMod val="40000"/>
                    <a:lumOff val="60000"/>
                  </a:schemeClr>
                </a:gs>
              </a:gsLst>
              <a:lin ang="5400000" scaled="1"/>
            </a:gra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8" name="文本框 67"/>
            <p:cNvSpPr txBox="1"/>
            <p:nvPr/>
          </p:nvSpPr>
          <p:spPr>
            <a:xfrm>
              <a:off x="4431649" y="2077933"/>
              <a:ext cx="3330021" cy="1308699"/>
            </a:xfrm>
            <a:prstGeom prst="rect">
              <a:avLst/>
            </a:prstGeom>
            <a:noFill/>
          </p:spPr>
          <p:txBody>
            <a:bodyPr wrap="none" lIns="0" tIns="0" rIns="0" bIns="0">
              <a:prstTxWarp prst="textArchUp">
                <a:avLst/>
              </a:prstTxWarp>
              <a:spAutoFit/>
            </a:bodyPr>
            <a:lstStyle/>
            <a:p>
              <a:pPr algn="ctr">
                <a:lnSpc>
                  <a:spcPct val="120000"/>
                </a:lnSpc>
              </a:pPr>
              <a:r>
                <a:rPr lang="zh-CN" altLang="en-US" sz="2000" b="1">
                  <a:latin typeface="思源黑体 CN Bold" panose="020B0800000000000000" pitchFamily="34" charset="-122"/>
                  <a:ea typeface="思源黑体 CN Bold" panose="020B0800000000000000" pitchFamily="34" charset="-122"/>
                  <a:cs typeface="+mn-ea"/>
                  <a:sym typeface="+mn-lt"/>
                </a:rPr>
                <a:t>新收入准则与智能合同</a:t>
              </a:r>
              <a:endParaRPr lang="zh-CN" altLang="en-US" sz="2000" b="1" dirty="0">
                <a:latin typeface="思源黑体 CN Bold" panose="020B0800000000000000" pitchFamily="34" charset="-122"/>
                <a:ea typeface="思源黑体 CN Bold" panose="020B0800000000000000" pitchFamily="34" charset="-122"/>
                <a:cs typeface="+mn-ea"/>
                <a:sym typeface="+mn-lt"/>
              </a:endParaRPr>
            </a:p>
          </p:txBody>
        </p:sp>
        <p:sp>
          <p:nvSpPr>
            <p:cNvPr id="77" name="任意多边形: 形状 76"/>
            <p:cNvSpPr/>
            <p:nvPr/>
          </p:nvSpPr>
          <p:spPr>
            <a:xfrm>
              <a:off x="3014415" y="2568271"/>
              <a:ext cx="6163170" cy="3197897"/>
            </a:xfrm>
            <a:custGeom>
              <a:avLst/>
              <a:gdLst>
                <a:gd name="connsiteX0" fmla="*/ 4581185 w 9162370"/>
                <a:gd name="connsiteY0" fmla="*/ 0 h 4625635"/>
                <a:gd name="connsiteX1" fmla="*/ 9162370 w 9162370"/>
                <a:gd name="connsiteY1" fmla="*/ 4581185 h 4625635"/>
                <a:gd name="connsiteX2" fmla="*/ 9161246 w 9162370"/>
                <a:gd name="connsiteY2" fmla="*/ 4625635 h 4625635"/>
                <a:gd name="connsiteX3" fmla="*/ 1124 w 9162370"/>
                <a:gd name="connsiteY3" fmla="*/ 4625635 h 4625635"/>
                <a:gd name="connsiteX4" fmla="*/ 0 w 9162370"/>
                <a:gd name="connsiteY4" fmla="*/ 4581185 h 4625635"/>
                <a:gd name="connsiteX5" fmla="*/ 4581185 w 9162370"/>
                <a:gd name="connsiteY5" fmla="*/ 0 h 462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62370" h="4625635">
                  <a:moveTo>
                    <a:pt x="4581185" y="0"/>
                  </a:moveTo>
                  <a:cubicBezTo>
                    <a:pt x="7111304" y="0"/>
                    <a:pt x="9162370" y="2051066"/>
                    <a:pt x="9162370" y="4581185"/>
                  </a:cubicBezTo>
                  <a:lnTo>
                    <a:pt x="9161246" y="4625635"/>
                  </a:lnTo>
                  <a:lnTo>
                    <a:pt x="1124" y="4625635"/>
                  </a:lnTo>
                  <a:lnTo>
                    <a:pt x="0" y="4581185"/>
                  </a:lnTo>
                  <a:cubicBezTo>
                    <a:pt x="0" y="2051066"/>
                    <a:pt x="2051066" y="0"/>
                    <a:pt x="4581185" y="0"/>
                  </a:cubicBezTo>
                  <a:close/>
                </a:path>
              </a:pathLst>
            </a:custGeom>
            <a:noFill/>
            <a:ln w="5080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2" name="文本框 101"/>
            <p:cNvSpPr txBox="1"/>
            <p:nvPr/>
          </p:nvSpPr>
          <p:spPr>
            <a:xfrm rot="4060572" flipH="1">
              <a:off x="7055651" y="4296331"/>
              <a:ext cx="2283694" cy="754783"/>
            </a:xfrm>
            <a:prstGeom prst="rect">
              <a:avLst/>
            </a:prstGeom>
            <a:noFill/>
          </p:spPr>
          <p:txBody>
            <a:bodyPr wrap="none" lIns="0" tIns="0" rIns="0" bIns="0">
              <a:prstTxWarp prst="textArchUp">
                <a:avLst/>
              </a:prstTxWarp>
              <a:spAutoFit/>
            </a:bodyPr>
            <a:lstStyle/>
            <a:p>
              <a:pPr algn="ctr">
                <a:lnSpc>
                  <a:spcPct val="120000"/>
                </a:lnSpc>
              </a:pPr>
              <a:r>
                <a:rPr lang="zh-CN" altLang="en-US" sz="2000" b="1" dirty="0">
                  <a:solidFill>
                    <a:schemeClr val="accent1"/>
                  </a:solidFill>
                  <a:latin typeface="思源黑体 CN Bold" panose="020B0800000000000000" pitchFamily="34" charset="-122"/>
                  <a:ea typeface="思源黑体 CN Bold" panose="020B0800000000000000" pitchFamily="34" charset="-122"/>
                  <a:cs typeface="+mn-ea"/>
                  <a:sym typeface="+mn-lt"/>
                </a:rPr>
                <a:t>建立动态案例心</a:t>
              </a:r>
            </a:p>
          </p:txBody>
        </p:sp>
        <p:sp>
          <p:nvSpPr>
            <p:cNvPr id="103" name="文本框 102"/>
            <p:cNvSpPr txBox="1"/>
            <p:nvPr/>
          </p:nvSpPr>
          <p:spPr>
            <a:xfrm rot="17539428">
              <a:off x="2882520" y="4296331"/>
              <a:ext cx="2283694" cy="754783"/>
            </a:xfrm>
            <a:prstGeom prst="rect">
              <a:avLst/>
            </a:prstGeom>
            <a:noFill/>
          </p:spPr>
          <p:txBody>
            <a:bodyPr wrap="none" lIns="0" tIns="0" rIns="0" bIns="0">
              <a:prstTxWarp prst="textArchUp">
                <a:avLst/>
              </a:prstTxWarp>
              <a:spAutoFit/>
            </a:bodyPr>
            <a:lstStyle/>
            <a:p>
              <a:pPr algn="ctr">
                <a:lnSpc>
                  <a:spcPct val="120000"/>
                </a:lnSpc>
              </a:pPr>
              <a:r>
                <a:rPr lang="zh-CN" altLang="en-US" sz="2000" b="1" dirty="0">
                  <a:solidFill>
                    <a:schemeClr val="accent1"/>
                  </a:solidFill>
                  <a:latin typeface="思源黑体 CN Bold" panose="020B0800000000000000" pitchFamily="34" charset="-122"/>
                  <a:ea typeface="思源黑体 CN Bold" panose="020B0800000000000000" pitchFamily="34" charset="-122"/>
                  <a:cs typeface="+mn-ea"/>
                  <a:sym typeface="+mn-lt"/>
                </a:rPr>
                <a:t>设置专项证培训</a:t>
              </a:r>
            </a:p>
          </p:txBody>
        </p:sp>
      </p:grpSp>
      <p:grpSp>
        <p:nvGrpSpPr>
          <p:cNvPr id="31" name="组合 30"/>
          <p:cNvGrpSpPr/>
          <p:nvPr/>
        </p:nvGrpSpPr>
        <p:grpSpPr>
          <a:xfrm>
            <a:off x="4357946" y="2330746"/>
            <a:ext cx="3476108" cy="3476108"/>
            <a:chOff x="4357946" y="2330746"/>
            <a:chExt cx="3476108" cy="3476108"/>
          </a:xfrm>
        </p:grpSpPr>
        <p:sp>
          <p:nvSpPr>
            <p:cNvPr id="39" name="任意多边形: 形状 38"/>
            <p:cNvSpPr/>
            <p:nvPr/>
          </p:nvSpPr>
          <p:spPr>
            <a:xfrm>
              <a:off x="5021687" y="4550265"/>
              <a:ext cx="2148626" cy="1118763"/>
            </a:xfrm>
            <a:custGeom>
              <a:avLst/>
              <a:gdLst>
                <a:gd name="connsiteX0" fmla="*/ 1074313 w 2148626"/>
                <a:gd name="connsiteY0" fmla="*/ 0 h 1118763"/>
                <a:gd name="connsiteX1" fmla="*/ 2148626 w 2148626"/>
                <a:gd name="connsiteY1" fmla="*/ 1074313 h 1118763"/>
                <a:gd name="connsiteX2" fmla="*/ 2144145 w 2148626"/>
                <a:gd name="connsiteY2" fmla="*/ 1118763 h 1118763"/>
                <a:gd name="connsiteX3" fmla="*/ 4481 w 2148626"/>
                <a:gd name="connsiteY3" fmla="*/ 1118763 h 1118763"/>
                <a:gd name="connsiteX4" fmla="*/ 0 w 2148626"/>
                <a:gd name="connsiteY4" fmla="*/ 1074313 h 1118763"/>
                <a:gd name="connsiteX5" fmla="*/ 1074313 w 2148626"/>
                <a:gd name="connsiteY5" fmla="*/ 0 h 111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48626" h="1118763">
                  <a:moveTo>
                    <a:pt x="1074313" y="0"/>
                  </a:moveTo>
                  <a:cubicBezTo>
                    <a:pt x="1667640" y="0"/>
                    <a:pt x="2148626" y="480986"/>
                    <a:pt x="2148626" y="1074313"/>
                  </a:cubicBezTo>
                  <a:lnTo>
                    <a:pt x="2144145" y="1118763"/>
                  </a:lnTo>
                  <a:lnTo>
                    <a:pt x="4481" y="1118763"/>
                  </a:lnTo>
                  <a:lnTo>
                    <a:pt x="0" y="1074313"/>
                  </a:lnTo>
                  <a:cubicBezTo>
                    <a:pt x="0" y="480986"/>
                    <a:pt x="480986" y="0"/>
                    <a:pt x="1074313" y="0"/>
                  </a:cubicBezTo>
                  <a:close/>
                </a:path>
              </a:pathLst>
            </a:custGeom>
            <a:solidFill>
              <a:schemeClr val="accent1">
                <a:alpha val="70000"/>
              </a:schemeClr>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3" name="椭圆 62"/>
            <p:cNvSpPr/>
            <p:nvPr/>
          </p:nvSpPr>
          <p:spPr>
            <a:xfrm>
              <a:off x="4357946" y="2330746"/>
              <a:ext cx="3476108" cy="34761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Freeform 5"/>
            <p:cNvSpPr/>
            <p:nvPr/>
          </p:nvSpPr>
          <p:spPr bwMode="auto">
            <a:xfrm>
              <a:off x="5817974" y="4760029"/>
              <a:ext cx="150580" cy="581293"/>
            </a:xfrm>
            <a:custGeom>
              <a:avLst/>
              <a:gdLst>
                <a:gd name="T0" fmla="*/ 76 w 76"/>
                <a:gd name="T1" fmla="*/ 292 h 292"/>
                <a:gd name="T2" fmla="*/ 53 w 76"/>
                <a:gd name="T3" fmla="*/ 292 h 292"/>
                <a:gd name="T4" fmla="*/ 0 w 76"/>
                <a:gd name="T5" fmla="*/ 10 h 292"/>
                <a:gd name="T6" fmla="*/ 21 w 76"/>
                <a:gd name="T7" fmla="*/ 0 h 292"/>
                <a:gd name="T8" fmla="*/ 76 w 76"/>
                <a:gd name="T9" fmla="*/ 292 h 292"/>
              </a:gdLst>
              <a:ahLst/>
              <a:cxnLst>
                <a:cxn ang="0">
                  <a:pos x="T0" y="T1"/>
                </a:cxn>
                <a:cxn ang="0">
                  <a:pos x="T2" y="T3"/>
                </a:cxn>
                <a:cxn ang="0">
                  <a:pos x="T4" y="T5"/>
                </a:cxn>
                <a:cxn ang="0">
                  <a:pos x="T6" y="T7"/>
                </a:cxn>
                <a:cxn ang="0">
                  <a:pos x="T8" y="T9"/>
                </a:cxn>
              </a:cxnLst>
              <a:rect l="0" t="0" r="r" b="b"/>
              <a:pathLst>
                <a:path w="76" h="292">
                  <a:moveTo>
                    <a:pt x="76" y="292"/>
                  </a:moveTo>
                  <a:cubicBezTo>
                    <a:pt x="53" y="292"/>
                    <a:pt x="53" y="292"/>
                    <a:pt x="53" y="292"/>
                  </a:cubicBezTo>
                  <a:cubicBezTo>
                    <a:pt x="53" y="118"/>
                    <a:pt x="1" y="11"/>
                    <a:pt x="0" y="10"/>
                  </a:cubicBezTo>
                  <a:cubicBezTo>
                    <a:pt x="21" y="0"/>
                    <a:pt x="21" y="0"/>
                    <a:pt x="21" y="0"/>
                  </a:cubicBezTo>
                  <a:cubicBezTo>
                    <a:pt x="24" y="4"/>
                    <a:pt x="76" y="112"/>
                    <a:pt x="76" y="292"/>
                  </a:cubicBezTo>
                  <a:close/>
                </a:path>
              </a:pathLst>
            </a:custGeom>
            <a:solidFill>
              <a:schemeClr val="bg1">
                <a:lumMod val="85000"/>
              </a:schemeClr>
            </a:solidFill>
            <a:ln>
              <a:noFill/>
            </a:ln>
            <a:effectLst/>
          </p:spPr>
          <p:txBody>
            <a:bodyPr vert="horz" wrap="square" lIns="68580" tIns="34290" rIns="68580" bIns="34290" numCol="1" anchor="t" anchorCtr="0" compatLnSpc="1"/>
            <a:lstStyle/>
            <a:p>
              <a:endParaRPr lang="en-US" sz="1350"/>
            </a:p>
          </p:txBody>
        </p:sp>
        <p:sp>
          <p:nvSpPr>
            <p:cNvPr id="42" name="Freeform 6"/>
            <p:cNvSpPr/>
            <p:nvPr/>
          </p:nvSpPr>
          <p:spPr bwMode="auto">
            <a:xfrm>
              <a:off x="6114089" y="4742365"/>
              <a:ext cx="151422" cy="581293"/>
            </a:xfrm>
            <a:custGeom>
              <a:avLst/>
              <a:gdLst>
                <a:gd name="T0" fmla="*/ 24 w 76"/>
                <a:gd name="T1" fmla="*/ 292 h 292"/>
                <a:gd name="T2" fmla="*/ 0 w 76"/>
                <a:gd name="T3" fmla="*/ 292 h 292"/>
                <a:gd name="T4" fmla="*/ 55 w 76"/>
                <a:gd name="T5" fmla="*/ 0 h 292"/>
                <a:gd name="T6" fmla="*/ 76 w 76"/>
                <a:gd name="T7" fmla="*/ 11 h 292"/>
                <a:gd name="T8" fmla="*/ 66 w 76"/>
                <a:gd name="T9" fmla="*/ 6 h 292"/>
                <a:gd name="T10" fmla="*/ 76 w 76"/>
                <a:gd name="T11" fmla="*/ 11 h 292"/>
                <a:gd name="T12" fmla="*/ 24 w 76"/>
                <a:gd name="T13" fmla="*/ 292 h 292"/>
              </a:gdLst>
              <a:ahLst/>
              <a:cxnLst>
                <a:cxn ang="0">
                  <a:pos x="T0" y="T1"/>
                </a:cxn>
                <a:cxn ang="0">
                  <a:pos x="T2" y="T3"/>
                </a:cxn>
                <a:cxn ang="0">
                  <a:pos x="T4" y="T5"/>
                </a:cxn>
                <a:cxn ang="0">
                  <a:pos x="T6" y="T7"/>
                </a:cxn>
                <a:cxn ang="0">
                  <a:pos x="T8" y="T9"/>
                </a:cxn>
                <a:cxn ang="0">
                  <a:pos x="T10" y="T11"/>
                </a:cxn>
                <a:cxn ang="0">
                  <a:pos x="T12" y="T13"/>
                </a:cxn>
              </a:cxnLst>
              <a:rect l="0" t="0" r="r" b="b"/>
              <a:pathLst>
                <a:path w="76" h="292">
                  <a:moveTo>
                    <a:pt x="24" y="292"/>
                  </a:moveTo>
                  <a:cubicBezTo>
                    <a:pt x="0" y="292"/>
                    <a:pt x="0" y="292"/>
                    <a:pt x="0" y="292"/>
                  </a:cubicBezTo>
                  <a:cubicBezTo>
                    <a:pt x="0" y="113"/>
                    <a:pt x="53" y="5"/>
                    <a:pt x="55" y="0"/>
                  </a:cubicBezTo>
                  <a:cubicBezTo>
                    <a:pt x="76" y="11"/>
                    <a:pt x="76" y="11"/>
                    <a:pt x="76" y="11"/>
                  </a:cubicBezTo>
                  <a:cubicBezTo>
                    <a:pt x="66" y="6"/>
                    <a:pt x="66" y="6"/>
                    <a:pt x="66" y="6"/>
                  </a:cubicBezTo>
                  <a:cubicBezTo>
                    <a:pt x="76" y="11"/>
                    <a:pt x="76" y="11"/>
                    <a:pt x="76" y="11"/>
                  </a:cubicBezTo>
                  <a:cubicBezTo>
                    <a:pt x="76" y="12"/>
                    <a:pt x="24" y="119"/>
                    <a:pt x="24" y="292"/>
                  </a:cubicBezTo>
                  <a:close/>
                </a:path>
              </a:pathLst>
            </a:custGeom>
            <a:solidFill>
              <a:schemeClr val="bg1">
                <a:lumMod val="85000"/>
              </a:schemeClr>
            </a:solidFill>
            <a:ln>
              <a:noFill/>
            </a:ln>
            <a:effectLst/>
          </p:spPr>
          <p:txBody>
            <a:bodyPr vert="horz" wrap="square" lIns="68580" tIns="34290" rIns="68580" bIns="34290" numCol="1" anchor="t" anchorCtr="0" compatLnSpc="1"/>
            <a:lstStyle/>
            <a:p>
              <a:endParaRPr lang="en-US" sz="1350"/>
            </a:p>
          </p:txBody>
        </p:sp>
        <p:sp>
          <p:nvSpPr>
            <p:cNvPr id="43" name="Freeform 9"/>
            <p:cNvSpPr/>
            <p:nvPr/>
          </p:nvSpPr>
          <p:spPr bwMode="auto">
            <a:xfrm>
              <a:off x="6070343" y="2942963"/>
              <a:ext cx="820203" cy="820203"/>
            </a:xfrm>
            <a:custGeom>
              <a:avLst/>
              <a:gdLst>
                <a:gd name="T0" fmla="*/ 52 w 412"/>
                <a:gd name="T1" fmla="*/ 112 h 412"/>
                <a:gd name="T2" fmla="*/ 112 w 412"/>
                <a:gd name="T3" fmla="*/ 361 h 412"/>
                <a:gd name="T4" fmla="*/ 360 w 412"/>
                <a:gd name="T5" fmla="*/ 300 h 412"/>
                <a:gd name="T6" fmla="*/ 300 w 412"/>
                <a:gd name="T7" fmla="*/ 52 h 412"/>
                <a:gd name="T8" fmla="*/ 52 w 412"/>
                <a:gd name="T9" fmla="*/ 112 h 412"/>
              </a:gdLst>
              <a:ahLst/>
              <a:cxnLst>
                <a:cxn ang="0">
                  <a:pos x="T0" y="T1"/>
                </a:cxn>
                <a:cxn ang="0">
                  <a:pos x="T2" y="T3"/>
                </a:cxn>
                <a:cxn ang="0">
                  <a:pos x="T4" y="T5"/>
                </a:cxn>
                <a:cxn ang="0">
                  <a:pos x="T6" y="T7"/>
                </a:cxn>
                <a:cxn ang="0">
                  <a:pos x="T8" y="T9"/>
                </a:cxn>
              </a:cxnLst>
              <a:rect l="0" t="0" r="r" b="b"/>
              <a:pathLst>
                <a:path w="412" h="412">
                  <a:moveTo>
                    <a:pt x="52" y="112"/>
                  </a:moveTo>
                  <a:cubicBezTo>
                    <a:pt x="0" y="198"/>
                    <a:pt x="27" y="309"/>
                    <a:pt x="112" y="361"/>
                  </a:cubicBezTo>
                  <a:cubicBezTo>
                    <a:pt x="197" y="412"/>
                    <a:pt x="308" y="385"/>
                    <a:pt x="360" y="300"/>
                  </a:cubicBezTo>
                  <a:cubicBezTo>
                    <a:pt x="412" y="215"/>
                    <a:pt x="385" y="104"/>
                    <a:pt x="300" y="52"/>
                  </a:cubicBezTo>
                  <a:cubicBezTo>
                    <a:pt x="214" y="0"/>
                    <a:pt x="103" y="27"/>
                    <a:pt x="52" y="112"/>
                  </a:cubicBezTo>
                  <a:close/>
                </a:path>
              </a:pathLst>
            </a:custGeom>
            <a:solidFill>
              <a:schemeClr val="accent3"/>
            </a:solidFill>
            <a:ln>
              <a:noFill/>
            </a:ln>
            <a:effectLst/>
          </p:spPr>
          <p:txBody>
            <a:bodyPr vert="horz" wrap="square" lIns="68580" tIns="34290" rIns="68580" bIns="34290" numCol="1" anchor="t" anchorCtr="0" compatLnSpc="1"/>
            <a:lstStyle/>
            <a:p>
              <a:endParaRPr lang="en-US" sz="1350"/>
            </a:p>
          </p:txBody>
        </p:sp>
        <p:sp>
          <p:nvSpPr>
            <p:cNvPr id="44" name="Freeform 10"/>
            <p:cNvSpPr>
              <a:spLocks noEditPoints="1"/>
            </p:cNvSpPr>
            <p:nvPr/>
          </p:nvSpPr>
          <p:spPr bwMode="auto">
            <a:xfrm>
              <a:off x="5869289" y="2741909"/>
              <a:ext cx="1223996" cy="1219790"/>
            </a:xfrm>
            <a:custGeom>
              <a:avLst/>
              <a:gdLst>
                <a:gd name="T0" fmla="*/ 109 w 615"/>
                <a:gd name="T1" fmla="*/ 156 h 613"/>
                <a:gd name="T2" fmla="*/ 50 w 615"/>
                <a:gd name="T3" fmla="*/ 137 h 613"/>
                <a:gd name="T4" fmla="*/ 70 w 615"/>
                <a:gd name="T5" fmla="*/ 231 h 613"/>
                <a:gd name="T6" fmla="*/ 59 w 615"/>
                <a:gd name="T7" fmla="*/ 270 h 613"/>
                <a:gd name="T8" fmla="*/ 1 w 615"/>
                <a:gd name="T9" fmla="*/ 344 h 613"/>
                <a:gd name="T10" fmla="*/ 73 w 615"/>
                <a:gd name="T11" fmla="*/ 393 h 613"/>
                <a:gd name="T12" fmla="*/ 26 w 615"/>
                <a:gd name="T13" fmla="*/ 432 h 613"/>
                <a:gd name="T14" fmla="*/ 116 w 615"/>
                <a:gd name="T15" fmla="*/ 466 h 613"/>
                <a:gd name="T16" fmla="*/ 144 w 615"/>
                <a:gd name="T17" fmla="*/ 496 h 613"/>
                <a:gd name="T18" fmla="*/ 175 w 615"/>
                <a:gd name="T19" fmla="*/ 583 h 613"/>
                <a:gd name="T20" fmla="*/ 267 w 615"/>
                <a:gd name="T21" fmla="*/ 553 h 613"/>
                <a:gd name="T22" fmla="*/ 277 w 615"/>
                <a:gd name="T23" fmla="*/ 613 h 613"/>
                <a:gd name="T24" fmla="*/ 351 w 615"/>
                <a:gd name="T25" fmla="*/ 552 h 613"/>
                <a:gd name="T26" fmla="*/ 409 w 615"/>
                <a:gd name="T27" fmla="*/ 536 h 613"/>
                <a:gd name="T28" fmla="*/ 503 w 615"/>
                <a:gd name="T29" fmla="*/ 545 h 613"/>
                <a:gd name="T30" fmla="*/ 479 w 615"/>
                <a:gd name="T31" fmla="*/ 487 h 613"/>
                <a:gd name="T32" fmla="*/ 507 w 615"/>
                <a:gd name="T33" fmla="*/ 458 h 613"/>
                <a:gd name="T34" fmla="*/ 593 w 615"/>
                <a:gd name="T35" fmla="*/ 421 h 613"/>
                <a:gd name="T36" fmla="*/ 544 w 615"/>
                <a:gd name="T37" fmla="*/ 382 h 613"/>
                <a:gd name="T38" fmla="*/ 555 w 615"/>
                <a:gd name="T39" fmla="*/ 344 h 613"/>
                <a:gd name="T40" fmla="*/ 613 w 615"/>
                <a:gd name="T41" fmla="*/ 270 h 613"/>
                <a:gd name="T42" fmla="*/ 551 w 615"/>
                <a:gd name="T43" fmla="*/ 259 h 613"/>
                <a:gd name="T44" fmla="*/ 542 w 615"/>
                <a:gd name="T45" fmla="*/ 220 h 613"/>
                <a:gd name="T46" fmla="*/ 558 w 615"/>
                <a:gd name="T47" fmla="*/ 127 h 613"/>
                <a:gd name="T48" fmla="*/ 494 w 615"/>
                <a:gd name="T49" fmla="*/ 145 h 613"/>
                <a:gd name="T50" fmla="*/ 464 w 615"/>
                <a:gd name="T51" fmla="*/ 113 h 613"/>
                <a:gd name="T52" fmla="*/ 437 w 615"/>
                <a:gd name="T53" fmla="*/ 35 h 613"/>
                <a:gd name="T54" fmla="*/ 397 w 615"/>
                <a:gd name="T55" fmla="*/ 77 h 613"/>
                <a:gd name="T56" fmla="*/ 348 w 615"/>
                <a:gd name="T57" fmla="*/ 60 h 613"/>
                <a:gd name="T58" fmla="*/ 275 w 615"/>
                <a:gd name="T59" fmla="*/ 0 h 613"/>
                <a:gd name="T60" fmla="*/ 264 w 615"/>
                <a:gd name="T61" fmla="*/ 62 h 613"/>
                <a:gd name="T62" fmla="*/ 205 w 615"/>
                <a:gd name="T63" fmla="*/ 78 h 613"/>
                <a:gd name="T64" fmla="*/ 112 w 615"/>
                <a:gd name="T65" fmla="*/ 69 h 613"/>
                <a:gd name="T66" fmla="*/ 414 w 615"/>
                <a:gd name="T67" fmla="*/ 131 h 613"/>
                <a:gd name="T68" fmla="*/ 200 w 615"/>
                <a:gd name="T69" fmla="*/ 484 h 613"/>
                <a:gd name="T70" fmla="*/ 414 w 615"/>
                <a:gd name="T71" fmla="*/ 131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15" h="613">
                  <a:moveTo>
                    <a:pt x="136" y="126"/>
                  </a:moveTo>
                  <a:cubicBezTo>
                    <a:pt x="126" y="135"/>
                    <a:pt x="117" y="145"/>
                    <a:pt x="109" y="156"/>
                  </a:cubicBezTo>
                  <a:cubicBezTo>
                    <a:pt x="108" y="155"/>
                    <a:pt x="108" y="155"/>
                    <a:pt x="108" y="155"/>
                  </a:cubicBezTo>
                  <a:cubicBezTo>
                    <a:pt x="50" y="137"/>
                    <a:pt x="50" y="137"/>
                    <a:pt x="50" y="137"/>
                  </a:cubicBezTo>
                  <a:cubicBezTo>
                    <a:pt x="21" y="192"/>
                    <a:pt x="21" y="192"/>
                    <a:pt x="21" y="192"/>
                  </a:cubicBezTo>
                  <a:cubicBezTo>
                    <a:pt x="70" y="231"/>
                    <a:pt x="70" y="231"/>
                    <a:pt x="70" y="231"/>
                  </a:cubicBezTo>
                  <a:cubicBezTo>
                    <a:pt x="66" y="244"/>
                    <a:pt x="63" y="257"/>
                    <a:pt x="61" y="270"/>
                  </a:cubicBezTo>
                  <a:cubicBezTo>
                    <a:pt x="59" y="270"/>
                    <a:pt x="59" y="270"/>
                    <a:pt x="59" y="270"/>
                  </a:cubicBezTo>
                  <a:cubicBezTo>
                    <a:pt x="0" y="281"/>
                    <a:pt x="0" y="281"/>
                    <a:pt x="0" y="281"/>
                  </a:cubicBezTo>
                  <a:cubicBezTo>
                    <a:pt x="1" y="344"/>
                    <a:pt x="1" y="344"/>
                    <a:pt x="1" y="344"/>
                  </a:cubicBezTo>
                  <a:cubicBezTo>
                    <a:pt x="62" y="354"/>
                    <a:pt x="62" y="354"/>
                    <a:pt x="62" y="354"/>
                  </a:cubicBezTo>
                  <a:cubicBezTo>
                    <a:pt x="65" y="367"/>
                    <a:pt x="69" y="380"/>
                    <a:pt x="73" y="393"/>
                  </a:cubicBezTo>
                  <a:cubicBezTo>
                    <a:pt x="72" y="394"/>
                    <a:pt x="72" y="394"/>
                    <a:pt x="72" y="394"/>
                  </a:cubicBezTo>
                  <a:cubicBezTo>
                    <a:pt x="26" y="432"/>
                    <a:pt x="26" y="432"/>
                    <a:pt x="26" y="432"/>
                  </a:cubicBezTo>
                  <a:cubicBezTo>
                    <a:pt x="57" y="486"/>
                    <a:pt x="57" y="486"/>
                    <a:pt x="57" y="486"/>
                  </a:cubicBezTo>
                  <a:cubicBezTo>
                    <a:pt x="116" y="466"/>
                    <a:pt x="116" y="466"/>
                    <a:pt x="116" y="466"/>
                  </a:cubicBezTo>
                  <a:cubicBezTo>
                    <a:pt x="124" y="477"/>
                    <a:pt x="128" y="483"/>
                    <a:pt x="144" y="495"/>
                  </a:cubicBezTo>
                  <a:cubicBezTo>
                    <a:pt x="144" y="496"/>
                    <a:pt x="144" y="496"/>
                    <a:pt x="144" y="496"/>
                  </a:cubicBezTo>
                  <a:cubicBezTo>
                    <a:pt x="122" y="551"/>
                    <a:pt x="122" y="551"/>
                    <a:pt x="122" y="551"/>
                  </a:cubicBezTo>
                  <a:cubicBezTo>
                    <a:pt x="175" y="583"/>
                    <a:pt x="175" y="583"/>
                    <a:pt x="175" y="583"/>
                  </a:cubicBezTo>
                  <a:cubicBezTo>
                    <a:pt x="216" y="538"/>
                    <a:pt x="216" y="538"/>
                    <a:pt x="216" y="538"/>
                  </a:cubicBezTo>
                  <a:cubicBezTo>
                    <a:pt x="233" y="545"/>
                    <a:pt x="249" y="550"/>
                    <a:pt x="267" y="553"/>
                  </a:cubicBezTo>
                  <a:cubicBezTo>
                    <a:pt x="266" y="554"/>
                    <a:pt x="266" y="554"/>
                    <a:pt x="266" y="554"/>
                  </a:cubicBezTo>
                  <a:cubicBezTo>
                    <a:pt x="277" y="613"/>
                    <a:pt x="277" y="613"/>
                    <a:pt x="277" y="613"/>
                  </a:cubicBezTo>
                  <a:cubicBezTo>
                    <a:pt x="339" y="613"/>
                    <a:pt x="339" y="613"/>
                    <a:pt x="339" y="613"/>
                  </a:cubicBezTo>
                  <a:cubicBezTo>
                    <a:pt x="351" y="552"/>
                    <a:pt x="351" y="552"/>
                    <a:pt x="351" y="552"/>
                  </a:cubicBezTo>
                  <a:cubicBezTo>
                    <a:pt x="371" y="549"/>
                    <a:pt x="390" y="543"/>
                    <a:pt x="409" y="534"/>
                  </a:cubicBezTo>
                  <a:cubicBezTo>
                    <a:pt x="409" y="536"/>
                    <a:pt x="409" y="536"/>
                    <a:pt x="409" y="536"/>
                  </a:cubicBezTo>
                  <a:cubicBezTo>
                    <a:pt x="451" y="579"/>
                    <a:pt x="451" y="579"/>
                    <a:pt x="451" y="579"/>
                  </a:cubicBezTo>
                  <a:cubicBezTo>
                    <a:pt x="503" y="545"/>
                    <a:pt x="503" y="545"/>
                    <a:pt x="503" y="545"/>
                  </a:cubicBezTo>
                  <a:cubicBezTo>
                    <a:pt x="479" y="487"/>
                    <a:pt x="479" y="487"/>
                    <a:pt x="479" y="487"/>
                  </a:cubicBezTo>
                  <a:cubicBezTo>
                    <a:pt x="479" y="487"/>
                    <a:pt x="479" y="487"/>
                    <a:pt x="479" y="487"/>
                  </a:cubicBezTo>
                  <a:cubicBezTo>
                    <a:pt x="488" y="478"/>
                    <a:pt x="497" y="468"/>
                    <a:pt x="506" y="458"/>
                  </a:cubicBezTo>
                  <a:cubicBezTo>
                    <a:pt x="507" y="458"/>
                    <a:pt x="507" y="458"/>
                    <a:pt x="507" y="458"/>
                  </a:cubicBezTo>
                  <a:cubicBezTo>
                    <a:pt x="565" y="477"/>
                    <a:pt x="565" y="477"/>
                    <a:pt x="565" y="477"/>
                  </a:cubicBezTo>
                  <a:cubicBezTo>
                    <a:pt x="593" y="421"/>
                    <a:pt x="593" y="421"/>
                    <a:pt x="593" y="421"/>
                  </a:cubicBezTo>
                  <a:cubicBezTo>
                    <a:pt x="545" y="382"/>
                    <a:pt x="545" y="382"/>
                    <a:pt x="545" y="382"/>
                  </a:cubicBezTo>
                  <a:cubicBezTo>
                    <a:pt x="544" y="382"/>
                    <a:pt x="544" y="382"/>
                    <a:pt x="544" y="382"/>
                  </a:cubicBezTo>
                  <a:cubicBezTo>
                    <a:pt x="548" y="370"/>
                    <a:pt x="551" y="357"/>
                    <a:pt x="553" y="344"/>
                  </a:cubicBezTo>
                  <a:cubicBezTo>
                    <a:pt x="555" y="344"/>
                    <a:pt x="555" y="344"/>
                    <a:pt x="555" y="344"/>
                  </a:cubicBezTo>
                  <a:cubicBezTo>
                    <a:pt x="615" y="332"/>
                    <a:pt x="615" y="332"/>
                    <a:pt x="615" y="332"/>
                  </a:cubicBezTo>
                  <a:cubicBezTo>
                    <a:pt x="613" y="270"/>
                    <a:pt x="613" y="270"/>
                    <a:pt x="613" y="270"/>
                  </a:cubicBezTo>
                  <a:cubicBezTo>
                    <a:pt x="552" y="259"/>
                    <a:pt x="552" y="259"/>
                    <a:pt x="552" y="259"/>
                  </a:cubicBezTo>
                  <a:cubicBezTo>
                    <a:pt x="551" y="259"/>
                    <a:pt x="551" y="259"/>
                    <a:pt x="551" y="259"/>
                  </a:cubicBezTo>
                  <a:cubicBezTo>
                    <a:pt x="548" y="246"/>
                    <a:pt x="545" y="233"/>
                    <a:pt x="540" y="221"/>
                  </a:cubicBezTo>
                  <a:cubicBezTo>
                    <a:pt x="542" y="220"/>
                    <a:pt x="542" y="220"/>
                    <a:pt x="542" y="220"/>
                  </a:cubicBezTo>
                  <a:cubicBezTo>
                    <a:pt x="589" y="181"/>
                    <a:pt x="589" y="181"/>
                    <a:pt x="589" y="181"/>
                  </a:cubicBezTo>
                  <a:cubicBezTo>
                    <a:pt x="558" y="127"/>
                    <a:pt x="558" y="127"/>
                    <a:pt x="558" y="127"/>
                  </a:cubicBezTo>
                  <a:cubicBezTo>
                    <a:pt x="499" y="147"/>
                    <a:pt x="499" y="147"/>
                    <a:pt x="499" y="147"/>
                  </a:cubicBezTo>
                  <a:cubicBezTo>
                    <a:pt x="494" y="145"/>
                    <a:pt x="494" y="145"/>
                    <a:pt x="494" y="145"/>
                  </a:cubicBezTo>
                  <a:cubicBezTo>
                    <a:pt x="486" y="135"/>
                    <a:pt x="479" y="127"/>
                    <a:pt x="463" y="115"/>
                  </a:cubicBezTo>
                  <a:cubicBezTo>
                    <a:pt x="464" y="113"/>
                    <a:pt x="464" y="113"/>
                    <a:pt x="464" y="113"/>
                  </a:cubicBezTo>
                  <a:cubicBezTo>
                    <a:pt x="490" y="68"/>
                    <a:pt x="490" y="68"/>
                    <a:pt x="490" y="68"/>
                  </a:cubicBezTo>
                  <a:cubicBezTo>
                    <a:pt x="437" y="35"/>
                    <a:pt x="437" y="35"/>
                    <a:pt x="437" y="35"/>
                  </a:cubicBezTo>
                  <a:cubicBezTo>
                    <a:pt x="396" y="78"/>
                    <a:pt x="396" y="78"/>
                    <a:pt x="396" y="78"/>
                  </a:cubicBezTo>
                  <a:cubicBezTo>
                    <a:pt x="397" y="77"/>
                    <a:pt x="397" y="77"/>
                    <a:pt x="397" y="77"/>
                  </a:cubicBezTo>
                  <a:cubicBezTo>
                    <a:pt x="381" y="71"/>
                    <a:pt x="365" y="65"/>
                    <a:pt x="348" y="62"/>
                  </a:cubicBezTo>
                  <a:cubicBezTo>
                    <a:pt x="348" y="60"/>
                    <a:pt x="348" y="60"/>
                    <a:pt x="348" y="60"/>
                  </a:cubicBezTo>
                  <a:cubicBezTo>
                    <a:pt x="337" y="0"/>
                    <a:pt x="337" y="0"/>
                    <a:pt x="337" y="0"/>
                  </a:cubicBezTo>
                  <a:cubicBezTo>
                    <a:pt x="275" y="0"/>
                    <a:pt x="275" y="0"/>
                    <a:pt x="275" y="0"/>
                  </a:cubicBezTo>
                  <a:cubicBezTo>
                    <a:pt x="264" y="62"/>
                    <a:pt x="264" y="62"/>
                    <a:pt x="264" y="62"/>
                  </a:cubicBezTo>
                  <a:cubicBezTo>
                    <a:pt x="264" y="62"/>
                    <a:pt x="264" y="62"/>
                    <a:pt x="264" y="62"/>
                  </a:cubicBezTo>
                  <a:cubicBezTo>
                    <a:pt x="244" y="66"/>
                    <a:pt x="225" y="71"/>
                    <a:pt x="206" y="79"/>
                  </a:cubicBezTo>
                  <a:cubicBezTo>
                    <a:pt x="205" y="78"/>
                    <a:pt x="205" y="78"/>
                    <a:pt x="205" y="78"/>
                  </a:cubicBezTo>
                  <a:cubicBezTo>
                    <a:pt x="163" y="34"/>
                    <a:pt x="163" y="34"/>
                    <a:pt x="163" y="34"/>
                  </a:cubicBezTo>
                  <a:cubicBezTo>
                    <a:pt x="112" y="69"/>
                    <a:pt x="112" y="69"/>
                    <a:pt x="112" y="69"/>
                  </a:cubicBezTo>
                  <a:cubicBezTo>
                    <a:pt x="136" y="126"/>
                    <a:pt x="136" y="126"/>
                    <a:pt x="136" y="126"/>
                  </a:cubicBezTo>
                  <a:close/>
                  <a:moveTo>
                    <a:pt x="414" y="131"/>
                  </a:moveTo>
                  <a:cubicBezTo>
                    <a:pt x="512" y="190"/>
                    <a:pt x="543" y="317"/>
                    <a:pt x="483" y="414"/>
                  </a:cubicBezTo>
                  <a:cubicBezTo>
                    <a:pt x="424" y="512"/>
                    <a:pt x="297" y="543"/>
                    <a:pt x="200" y="484"/>
                  </a:cubicBezTo>
                  <a:cubicBezTo>
                    <a:pt x="102" y="425"/>
                    <a:pt x="71" y="298"/>
                    <a:pt x="130" y="200"/>
                  </a:cubicBezTo>
                  <a:cubicBezTo>
                    <a:pt x="189" y="102"/>
                    <a:pt x="317" y="71"/>
                    <a:pt x="414" y="131"/>
                  </a:cubicBezTo>
                  <a:close/>
                </a:path>
              </a:pathLst>
            </a:custGeom>
            <a:solidFill>
              <a:schemeClr val="accent3"/>
            </a:solidFill>
            <a:ln>
              <a:noFill/>
            </a:ln>
            <a:effectLst/>
          </p:spPr>
          <p:txBody>
            <a:bodyPr vert="horz" wrap="square" lIns="68580" tIns="34290" rIns="68580" bIns="34290" numCol="1" anchor="t" anchorCtr="0" compatLnSpc="1"/>
            <a:lstStyle/>
            <a:p>
              <a:endParaRPr lang="en-US" sz="1350"/>
            </a:p>
          </p:txBody>
        </p:sp>
        <p:sp>
          <p:nvSpPr>
            <p:cNvPr id="45" name="Freeform 11"/>
            <p:cNvSpPr/>
            <p:nvPr/>
          </p:nvSpPr>
          <p:spPr bwMode="auto">
            <a:xfrm>
              <a:off x="5684217" y="4039933"/>
              <a:ext cx="732715" cy="730192"/>
            </a:xfrm>
            <a:custGeom>
              <a:avLst/>
              <a:gdLst>
                <a:gd name="T0" fmla="*/ 46 w 368"/>
                <a:gd name="T1" fmla="*/ 100 h 367"/>
                <a:gd name="T2" fmla="*/ 101 w 368"/>
                <a:gd name="T3" fmla="*/ 321 h 367"/>
                <a:gd name="T4" fmla="*/ 322 w 368"/>
                <a:gd name="T5" fmla="*/ 267 h 367"/>
                <a:gd name="T6" fmla="*/ 267 w 368"/>
                <a:gd name="T7" fmla="*/ 46 h 367"/>
                <a:gd name="T8" fmla="*/ 46 w 368"/>
                <a:gd name="T9" fmla="*/ 100 h 367"/>
              </a:gdLst>
              <a:ahLst/>
              <a:cxnLst>
                <a:cxn ang="0">
                  <a:pos x="T0" y="T1"/>
                </a:cxn>
                <a:cxn ang="0">
                  <a:pos x="T2" y="T3"/>
                </a:cxn>
                <a:cxn ang="0">
                  <a:pos x="T4" y="T5"/>
                </a:cxn>
                <a:cxn ang="0">
                  <a:pos x="T6" y="T7"/>
                </a:cxn>
                <a:cxn ang="0">
                  <a:pos x="T8" y="T9"/>
                </a:cxn>
              </a:cxnLst>
              <a:rect l="0" t="0" r="r" b="b"/>
              <a:pathLst>
                <a:path w="368" h="367">
                  <a:moveTo>
                    <a:pt x="46" y="100"/>
                  </a:moveTo>
                  <a:cubicBezTo>
                    <a:pt x="0" y="176"/>
                    <a:pt x="25" y="275"/>
                    <a:pt x="101" y="321"/>
                  </a:cubicBezTo>
                  <a:cubicBezTo>
                    <a:pt x="176" y="367"/>
                    <a:pt x="275" y="343"/>
                    <a:pt x="322" y="267"/>
                  </a:cubicBezTo>
                  <a:cubicBezTo>
                    <a:pt x="368" y="191"/>
                    <a:pt x="343" y="92"/>
                    <a:pt x="267" y="46"/>
                  </a:cubicBezTo>
                  <a:cubicBezTo>
                    <a:pt x="192" y="0"/>
                    <a:pt x="93" y="24"/>
                    <a:pt x="46" y="100"/>
                  </a:cubicBezTo>
                  <a:close/>
                </a:path>
              </a:pathLst>
            </a:custGeom>
            <a:solidFill>
              <a:schemeClr val="accent1"/>
            </a:solidFill>
            <a:ln>
              <a:noFill/>
            </a:ln>
            <a:effectLst/>
          </p:spPr>
          <p:txBody>
            <a:bodyPr vert="horz" wrap="square" lIns="68580" tIns="34290" rIns="68580" bIns="34290" numCol="1" anchor="t" anchorCtr="0" compatLnSpc="1"/>
            <a:lstStyle/>
            <a:p>
              <a:endParaRPr lang="en-US" sz="1350"/>
            </a:p>
          </p:txBody>
        </p:sp>
        <p:sp>
          <p:nvSpPr>
            <p:cNvPr id="46" name="Freeform 12"/>
            <p:cNvSpPr>
              <a:spLocks noEditPoints="1"/>
            </p:cNvSpPr>
            <p:nvPr/>
          </p:nvSpPr>
          <p:spPr bwMode="auto">
            <a:xfrm>
              <a:off x="5506717" y="3860750"/>
              <a:ext cx="1089398" cy="1088557"/>
            </a:xfrm>
            <a:custGeom>
              <a:avLst/>
              <a:gdLst>
                <a:gd name="T0" fmla="*/ 97 w 547"/>
                <a:gd name="T1" fmla="*/ 139 h 547"/>
                <a:gd name="T2" fmla="*/ 44 w 547"/>
                <a:gd name="T3" fmla="*/ 122 h 547"/>
                <a:gd name="T4" fmla="*/ 62 w 547"/>
                <a:gd name="T5" fmla="*/ 206 h 547"/>
                <a:gd name="T6" fmla="*/ 52 w 547"/>
                <a:gd name="T7" fmla="*/ 240 h 547"/>
                <a:gd name="T8" fmla="*/ 1 w 547"/>
                <a:gd name="T9" fmla="*/ 306 h 547"/>
                <a:gd name="T10" fmla="*/ 65 w 547"/>
                <a:gd name="T11" fmla="*/ 350 h 547"/>
                <a:gd name="T12" fmla="*/ 23 w 547"/>
                <a:gd name="T13" fmla="*/ 385 h 547"/>
                <a:gd name="T14" fmla="*/ 103 w 547"/>
                <a:gd name="T15" fmla="*/ 416 h 547"/>
                <a:gd name="T16" fmla="*/ 128 w 547"/>
                <a:gd name="T17" fmla="*/ 442 h 547"/>
                <a:gd name="T18" fmla="*/ 155 w 547"/>
                <a:gd name="T19" fmla="*/ 520 h 547"/>
                <a:gd name="T20" fmla="*/ 237 w 547"/>
                <a:gd name="T21" fmla="*/ 492 h 547"/>
                <a:gd name="T22" fmla="*/ 247 w 547"/>
                <a:gd name="T23" fmla="*/ 547 h 547"/>
                <a:gd name="T24" fmla="*/ 312 w 547"/>
                <a:gd name="T25" fmla="*/ 492 h 547"/>
                <a:gd name="T26" fmla="*/ 364 w 547"/>
                <a:gd name="T27" fmla="*/ 477 h 547"/>
                <a:gd name="T28" fmla="*/ 448 w 547"/>
                <a:gd name="T29" fmla="*/ 486 h 547"/>
                <a:gd name="T30" fmla="*/ 426 w 547"/>
                <a:gd name="T31" fmla="*/ 434 h 547"/>
                <a:gd name="T32" fmla="*/ 451 w 547"/>
                <a:gd name="T33" fmla="*/ 408 h 547"/>
                <a:gd name="T34" fmla="*/ 528 w 547"/>
                <a:gd name="T35" fmla="*/ 376 h 547"/>
                <a:gd name="T36" fmla="*/ 484 w 547"/>
                <a:gd name="T37" fmla="*/ 341 h 547"/>
                <a:gd name="T38" fmla="*/ 494 w 547"/>
                <a:gd name="T39" fmla="*/ 306 h 547"/>
                <a:gd name="T40" fmla="*/ 546 w 547"/>
                <a:gd name="T41" fmla="*/ 240 h 547"/>
                <a:gd name="T42" fmla="*/ 491 w 547"/>
                <a:gd name="T43" fmla="*/ 231 h 547"/>
                <a:gd name="T44" fmla="*/ 483 w 547"/>
                <a:gd name="T45" fmla="*/ 196 h 547"/>
                <a:gd name="T46" fmla="*/ 497 w 547"/>
                <a:gd name="T47" fmla="*/ 113 h 547"/>
                <a:gd name="T48" fmla="*/ 440 w 547"/>
                <a:gd name="T49" fmla="*/ 130 h 547"/>
                <a:gd name="T50" fmla="*/ 413 w 547"/>
                <a:gd name="T51" fmla="*/ 101 h 547"/>
                <a:gd name="T52" fmla="*/ 389 w 547"/>
                <a:gd name="T53" fmla="*/ 32 h 547"/>
                <a:gd name="T54" fmla="*/ 353 w 547"/>
                <a:gd name="T55" fmla="*/ 69 h 547"/>
                <a:gd name="T56" fmla="*/ 310 w 547"/>
                <a:gd name="T57" fmla="*/ 53 h 547"/>
                <a:gd name="T58" fmla="*/ 245 w 547"/>
                <a:gd name="T59" fmla="*/ 0 h 547"/>
                <a:gd name="T60" fmla="*/ 235 w 547"/>
                <a:gd name="T61" fmla="*/ 55 h 547"/>
                <a:gd name="T62" fmla="*/ 182 w 547"/>
                <a:gd name="T63" fmla="*/ 69 h 547"/>
                <a:gd name="T64" fmla="*/ 99 w 547"/>
                <a:gd name="T65" fmla="*/ 61 h 547"/>
                <a:gd name="T66" fmla="*/ 121 w 547"/>
                <a:gd name="T67" fmla="*/ 113 h 547"/>
                <a:gd name="T68" fmla="*/ 430 w 547"/>
                <a:gd name="T69" fmla="*/ 369 h 547"/>
                <a:gd name="T70" fmla="*/ 116 w 547"/>
                <a:gd name="T71" fmla="*/ 178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47" h="547">
                  <a:moveTo>
                    <a:pt x="121" y="113"/>
                  </a:moveTo>
                  <a:cubicBezTo>
                    <a:pt x="112" y="121"/>
                    <a:pt x="104" y="129"/>
                    <a:pt x="97" y="139"/>
                  </a:cubicBezTo>
                  <a:cubicBezTo>
                    <a:pt x="95" y="138"/>
                    <a:pt x="95" y="138"/>
                    <a:pt x="95" y="138"/>
                  </a:cubicBezTo>
                  <a:cubicBezTo>
                    <a:pt x="44" y="122"/>
                    <a:pt x="44" y="122"/>
                    <a:pt x="44" y="122"/>
                  </a:cubicBezTo>
                  <a:cubicBezTo>
                    <a:pt x="19" y="171"/>
                    <a:pt x="19" y="171"/>
                    <a:pt x="19" y="171"/>
                  </a:cubicBezTo>
                  <a:cubicBezTo>
                    <a:pt x="62" y="206"/>
                    <a:pt x="62" y="206"/>
                    <a:pt x="62" y="206"/>
                  </a:cubicBezTo>
                  <a:cubicBezTo>
                    <a:pt x="58" y="217"/>
                    <a:pt x="55" y="229"/>
                    <a:pt x="53" y="240"/>
                  </a:cubicBezTo>
                  <a:cubicBezTo>
                    <a:pt x="52" y="240"/>
                    <a:pt x="52" y="240"/>
                    <a:pt x="52" y="240"/>
                  </a:cubicBezTo>
                  <a:cubicBezTo>
                    <a:pt x="0" y="251"/>
                    <a:pt x="0" y="251"/>
                    <a:pt x="0" y="251"/>
                  </a:cubicBezTo>
                  <a:cubicBezTo>
                    <a:pt x="1" y="306"/>
                    <a:pt x="1" y="306"/>
                    <a:pt x="1" y="306"/>
                  </a:cubicBezTo>
                  <a:cubicBezTo>
                    <a:pt x="55" y="316"/>
                    <a:pt x="55" y="316"/>
                    <a:pt x="55" y="316"/>
                  </a:cubicBezTo>
                  <a:cubicBezTo>
                    <a:pt x="57" y="328"/>
                    <a:pt x="61" y="339"/>
                    <a:pt x="65" y="350"/>
                  </a:cubicBezTo>
                  <a:cubicBezTo>
                    <a:pt x="64" y="351"/>
                    <a:pt x="64" y="351"/>
                    <a:pt x="64" y="351"/>
                  </a:cubicBezTo>
                  <a:cubicBezTo>
                    <a:pt x="23" y="385"/>
                    <a:pt x="23" y="385"/>
                    <a:pt x="23" y="385"/>
                  </a:cubicBezTo>
                  <a:cubicBezTo>
                    <a:pt x="50" y="433"/>
                    <a:pt x="50" y="433"/>
                    <a:pt x="50" y="433"/>
                  </a:cubicBezTo>
                  <a:cubicBezTo>
                    <a:pt x="103" y="416"/>
                    <a:pt x="103" y="416"/>
                    <a:pt x="103" y="416"/>
                  </a:cubicBezTo>
                  <a:cubicBezTo>
                    <a:pt x="110" y="425"/>
                    <a:pt x="114" y="431"/>
                    <a:pt x="128" y="442"/>
                  </a:cubicBezTo>
                  <a:cubicBezTo>
                    <a:pt x="128" y="442"/>
                    <a:pt x="128" y="442"/>
                    <a:pt x="128" y="442"/>
                  </a:cubicBezTo>
                  <a:cubicBezTo>
                    <a:pt x="108" y="491"/>
                    <a:pt x="108" y="491"/>
                    <a:pt x="108" y="491"/>
                  </a:cubicBezTo>
                  <a:cubicBezTo>
                    <a:pt x="155" y="520"/>
                    <a:pt x="155" y="520"/>
                    <a:pt x="155" y="520"/>
                  </a:cubicBezTo>
                  <a:cubicBezTo>
                    <a:pt x="192" y="480"/>
                    <a:pt x="192" y="480"/>
                    <a:pt x="192" y="480"/>
                  </a:cubicBezTo>
                  <a:cubicBezTo>
                    <a:pt x="207" y="485"/>
                    <a:pt x="222" y="490"/>
                    <a:pt x="237" y="492"/>
                  </a:cubicBezTo>
                  <a:cubicBezTo>
                    <a:pt x="237" y="494"/>
                    <a:pt x="237" y="494"/>
                    <a:pt x="237" y="494"/>
                  </a:cubicBezTo>
                  <a:cubicBezTo>
                    <a:pt x="247" y="547"/>
                    <a:pt x="247" y="547"/>
                    <a:pt x="247" y="547"/>
                  </a:cubicBezTo>
                  <a:cubicBezTo>
                    <a:pt x="302" y="546"/>
                    <a:pt x="302" y="546"/>
                    <a:pt x="302" y="546"/>
                  </a:cubicBezTo>
                  <a:cubicBezTo>
                    <a:pt x="312" y="492"/>
                    <a:pt x="312" y="492"/>
                    <a:pt x="312" y="492"/>
                  </a:cubicBezTo>
                  <a:cubicBezTo>
                    <a:pt x="330" y="489"/>
                    <a:pt x="347" y="484"/>
                    <a:pt x="364" y="476"/>
                  </a:cubicBezTo>
                  <a:cubicBezTo>
                    <a:pt x="364" y="477"/>
                    <a:pt x="364" y="477"/>
                    <a:pt x="364" y="477"/>
                  </a:cubicBezTo>
                  <a:cubicBezTo>
                    <a:pt x="402" y="516"/>
                    <a:pt x="402" y="516"/>
                    <a:pt x="402" y="516"/>
                  </a:cubicBezTo>
                  <a:cubicBezTo>
                    <a:pt x="448" y="486"/>
                    <a:pt x="448" y="486"/>
                    <a:pt x="448" y="486"/>
                  </a:cubicBezTo>
                  <a:cubicBezTo>
                    <a:pt x="426" y="434"/>
                    <a:pt x="426" y="434"/>
                    <a:pt x="426" y="434"/>
                  </a:cubicBezTo>
                  <a:cubicBezTo>
                    <a:pt x="426" y="434"/>
                    <a:pt x="426" y="434"/>
                    <a:pt x="426" y="434"/>
                  </a:cubicBezTo>
                  <a:cubicBezTo>
                    <a:pt x="435" y="426"/>
                    <a:pt x="443" y="417"/>
                    <a:pt x="450" y="408"/>
                  </a:cubicBezTo>
                  <a:cubicBezTo>
                    <a:pt x="451" y="408"/>
                    <a:pt x="451" y="408"/>
                    <a:pt x="451" y="408"/>
                  </a:cubicBezTo>
                  <a:cubicBezTo>
                    <a:pt x="503" y="425"/>
                    <a:pt x="503" y="425"/>
                    <a:pt x="503" y="425"/>
                  </a:cubicBezTo>
                  <a:cubicBezTo>
                    <a:pt x="528" y="376"/>
                    <a:pt x="528" y="376"/>
                    <a:pt x="528" y="376"/>
                  </a:cubicBezTo>
                  <a:cubicBezTo>
                    <a:pt x="485" y="341"/>
                    <a:pt x="485" y="341"/>
                    <a:pt x="485" y="341"/>
                  </a:cubicBezTo>
                  <a:cubicBezTo>
                    <a:pt x="484" y="341"/>
                    <a:pt x="484" y="341"/>
                    <a:pt x="484" y="341"/>
                  </a:cubicBezTo>
                  <a:cubicBezTo>
                    <a:pt x="488" y="329"/>
                    <a:pt x="491" y="318"/>
                    <a:pt x="493" y="306"/>
                  </a:cubicBezTo>
                  <a:cubicBezTo>
                    <a:pt x="494" y="306"/>
                    <a:pt x="494" y="306"/>
                    <a:pt x="494" y="306"/>
                  </a:cubicBezTo>
                  <a:cubicBezTo>
                    <a:pt x="547" y="296"/>
                    <a:pt x="547" y="296"/>
                    <a:pt x="547" y="296"/>
                  </a:cubicBezTo>
                  <a:cubicBezTo>
                    <a:pt x="546" y="240"/>
                    <a:pt x="546" y="240"/>
                    <a:pt x="546" y="240"/>
                  </a:cubicBezTo>
                  <a:cubicBezTo>
                    <a:pt x="491" y="231"/>
                    <a:pt x="491" y="231"/>
                    <a:pt x="491" y="231"/>
                  </a:cubicBezTo>
                  <a:cubicBezTo>
                    <a:pt x="491" y="231"/>
                    <a:pt x="491" y="231"/>
                    <a:pt x="491" y="231"/>
                  </a:cubicBezTo>
                  <a:cubicBezTo>
                    <a:pt x="488" y="219"/>
                    <a:pt x="485" y="208"/>
                    <a:pt x="481" y="197"/>
                  </a:cubicBezTo>
                  <a:cubicBezTo>
                    <a:pt x="483" y="196"/>
                    <a:pt x="483" y="196"/>
                    <a:pt x="483" y="196"/>
                  </a:cubicBezTo>
                  <a:cubicBezTo>
                    <a:pt x="524" y="161"/>
                    <a:pt x="524" y="161"/>
                    <a:pt x="524" y="161"/>
                  </a:cubicBezTo>
                  <a:cubicBezTo>
                    <a:pt x="497" y="113"/>
                    <a:pt x="497" y="113"/>
                    <a:pt x="497" y="113"/>
                  </a:cubicBezTo>
                  <a:cubicBezTo>
                    <a:pt x="444" y="131"/>
                    <a:pt x="444" y="131"/>
                    <a:pt x="444" y="131"/>
                  </a:cubicBezTo>
                  <a:cubicBezTo>
                    <a:pt x="440" y="130"/>
                    <a:pt x="440" y="130"/>
                    <a:pt x="440" y="130"/>
                  </a:cubicBezTo>
                  <a:cubicBezTo>
                    <a:pt x="433" y="121"/>
                    <a:pt x="426" y="113"/>
                    <a:pt x="412" y="102"/>
                  </a:cubicBezTo>
                  <a:cubicBezTo>
                    <a:pt x="413" y="101"/>
                    <a:pt x="413" y="101"/>
                    <a:pt x="413" y="101"/>
                  </a:cubicBezTo>
                  <a:cubicBezTo>
                    <a:pt x="436" y="60"/>
                    <a:pt x="436" y="60"/>
                    <a:pt x="436" y="60"/>
                  </a:cubicBezTo>
                  <a:cubicBezTo>
                    <a:pt x="389" y="32"/>
                    <a:pt x="389" y="32"/>
                    <a:pt x="389" y="32"/>
                  </a:cubicBezTo>
                  <a:cubicBezTo>
                    <a:pt x="353" y="70"/>
                    <a:pt x="353" y="70"/>
                    <a:pt x="353" y="70"/>
                  </a:cubicBezTo>
                  <a:cubicBezTo>
                    <a:pt x="353" y="69"/>
                    <a:pt x="353" y="69"/>
                    <a:pt x="353" y="69"/>
                  </a:cubicBezTo>
                  <a:cubicBezTo>
                    <a:pt x="339" y="63"/>
                    <a:pt x="324" y="58"/>
                    <a:pt x="309" y="56"/>
                  </a:cubicBezTo>
                  <a:cubicBezTo>
                    <a:pt x="310" y="53"/>
                    <a:pt x="310" y="53"/>
                    <a:pt x="310" y="53"/>
                  </a:cubicBezTo>
                  <a:cubicBezTo>
                    <a:pt x="300" y="0"/>
                    <a:pt x="300" y="0"/>
                    <a:pt x="300" y="0"/>
                  </a:cubicBezTo>
                  <a:cubicBezTo>
                    <a:pt x="245" y="0"/>
                    <a:pt x="245" y="0"/>
                    <a:pt x="245" y="0"/>
                  </a:cubicBezTo>
                  <a:cubicBezTo>
                    <a:pt x="234" y="55"/>
                    <a:pt x="234" y="55"/>
                    <a:pt x="234" y="55"/>
                  </a:cubicBezTo>
                  <a:cubicBezTo>
                    <a:pt x="235" y="55"/>
                    <a:pt x="235" y="55"/>
                    <a:pt x="235" y="55"/>
                  </a:cubicBezTo>
                  <a:cubicBezTo>
                    <a:pt x="217" y="58"/>
                    <a:pt x="200" y="64"/>
                    <a:pt x="183" y="71"/>
                  </a:cubicBezTo>
                  <a:cubicBezTo>
                    <a:pt x="182" y="69"/>
                    <a:pt x="182" y="69"/>
                    <a:pt x="182" y="69"/>
                  </a:cubicBezTo>
                  <a:cubicBezTo>
                    <a:pt x="145" y="30"/>
                    <a:pt x="145" y="30"/>
                    <a:pt x="145" y="30"/>
                  </a:cubicBezTo>
                  <a:cubicBezTo>
                    <a:pt x="99" y="61"/>
                    <a:pt x="99" y="61"/>
                    <a:pt x="99" y="61"/>
                  </a:cubicBezTo>
                  <a:cubicBezTo>
                    <a:pt x="121" y="112"/>
                    <a:pt x="121" y="112"/>
                    <a:pt x="121" y="112"/>
                  </a:cubicBezTo>
                  <a:lnTo>
                    <a:pt x="121" y="113"/>
                  </a:lnTo>
                  <a:close/>
                  <a:moveTo>
                    <a:pt x="369" y="116"/>
                  </a:moveTo>
                  <a:cubicBezTo>
                    <a:pt x="455" y="169"/>
                    <a:pt x="483" y="282"/>
                    <a:pt x="430" y="369"/>
                  </a:cubicBezTo>
                  <a:cubicBezTo>
                    <a:pt x="378" y="456"/>
                    <a:pt x="264" y="484"/>
                    <a:pt x="177" y="431"/>
                  </a:cubicBezTo>
                  <a:cubicBezTo>
                    <a:pt x="91" y="378"/>
                    <a:pt x="63" y="265"/>
                    <a:pt x="116" y="178"/>
                  </a:cubicBezTo>
                  <a:cubicBezTo>
                    <a:pt x="168" y="91"/>
                    <a:pt x="282" y="64"/>
                    <a:pt x="369" y="116"/>
                  </a:cubicBezTo>
                  <a:close/>
                </a:path>
              </a:pathLst>
            </a:custGeom>
            <a:solidFill>
              <a:schemeClr val="accent1"/>
            </a:solidFill>
            <a:ln>
              <a:noFill/>
            </a:ln>
            <a:effectLst/>
          </p:spPr>
          <p:txBody>
            <a:bodyPr vert="horz" wrap="square" lIns="68580" tIns="34290" rIns="68580" bIns="34290" numCol="1" anchor="t" anchorCtr="0" compatLnSpc="1"/>
            <a:lstStyle/>
            <a:p>
              <a:endParaRPr lang="en-US" sz="1350"/>
            </a:p>
          </p:txBody>
        </p:sp>
        <p:sp>
          <p:nvSpPr>
            <p:cNvPr id="47" name="Freeform 13"/>
            <p:cNvSpPr/>
            <p:nvPr/>
          </p:nvSpPr>
          <p:spPr bwMode="auto">
            <a:xfrm>
              <a:off x="6743331" y="3961699"/>
              <a:ext cx="433236" cy="436600"/>
            </a:xfrm>
            <a:custGeom>
              <a:avLst/>
              <a:gdLst>
                <a:gd name="T0" fmla="*/ 28 w 218"/>
                <a:gd name="T1" fmla="*/ 60 h 219"/>
                <a:gd name="T2" fmla="*/ 60 w 218"/>
                <a:gd name="T3" fmla="*/ 191 h 219"/>
                <a:gd name="T4" fmla="*/ 191 w 218"/>
                <a:gd name="T5" fmla="*/ 159 h 219"/>
                <a:gd name="T6" fmla="*/ 159 w 218"/>
                <a:gd name="T7" fmla="*/ 28 h 219"/>
                <a:gd name="T8" fmla="*/ 28 w 218"/>
                <a:gd name="T9" fmla="*/ 60 h 219"/>
              </a:gdLst>
              <a:ahLst/>
              <a:cxnLst>
                <a:cxn ang="0">
                  <a:pos x="T0" y="T1"/>
                </a:cxn>
                <a:cxn ang="0">
                  <a:pos x="T2" y="T3"/>
                </a:cxn>
                <a:cxn ang="0">
                  <a:pos x="T4" y="T5"/>
                </a:cxn>
                <a:cxn ang="0">
                  <a:pos x="T6" y="T7"/>
                </a:cxn>
                <a:cxn ang="0">
                  <a:pos x="T8" y="T9"/>
                </a:cxn>
              </a:cxnLst>
              <a:rect l="0" t="0" r="r" b="b"/>
              <a:pathLst>
                <a:path w="218" h="219">
                  <a:moveTo>
                    <a:pt x="28" y="60"/>
                  </a:moveTo>
                  <a:cubicBezTo>
                    <a:pt x="0" y="105"/>
                    <a:pt x="15" y="164"/>
                    <a:pt x="60" y="191"/>
                  </a:cubicBezTo>
                  <a:cubicBezTo>
                    <a:pt x="105" y="219"/>
                    <a:pt x="164" y="204"/>
                    <a:pt x="191" y="159"/>
                  </a:cubicBezTo>
                  <a:cubicBezTo>
                    <a:pt x="218" y="114"/>
                    <a:pt x="204" y="55"/>
                    <a:pt x="159" y="28"/>
                  </a:cubicBezTo>
                  <a:cubicBezTo>
                    <a:pt x="114" y="0"/>
                    <a:pt x="55" y="15"/>
                    <a:pt x="28" y="60"/>
                  </a:cubicBezTo>
                </a:path>
              </a:pathLst>
            </a:custGeom>
            <a:solidFill>
              <a:schemeClr val="accent2"/>
            </a:solidFill>
            <a:ln>
              <a:noFill/>
            </a:ln>
            <a:effectLst/>
          </p:spPr>
          <p:txBody>
            <a:bodyPr vert="horz" wrap="square" lIns="68580" tIns="34290" rIns="68580" bIns="34290" numCol="1" anchor="t" anchorCtr="0" compatLnSpc="1"/>
            <a:lstStyle/>
            <a:p>
              <a:endParaRPr lang="en-US" sz="1350"/>
            </a:p>
          </p:txBody>
        </p:sp>
        <p:sp>
          <p:nvSpPr>
            <p:cNvPr id="48" name="Freeform 15"/>
            <p:cNvSpPr>
              <a:spLocks noEditPoints="1"/>
            </p:cNvSpPr>
            <p:nvPr/>
          </p:nvSpPr>
          <p:spPr bwMode="auto">
            <a:xfrm>
              <a:off x="6637335" y="3856544"/>
              <a:ext cx="646909" cy="646909"/>
            </a:xfrm>
            <a:custGeom>
              <a:avLst/>
              <a:gdLst>
                <a:gd name="T0" fmla="*/ 57 w 325"/>
                <a:gd name="T1" fmla="*/ 82 h 325"/>
                <a:gd name="T2" fmla="*/ 26 w 325"/>
                <a:gd name="T3" fmla="*/ 72 h 325"/>
                <a:gd name="T4" fmla="*/ 37 w 325"/>
                <a:gd name="T5" fmla="*/ 122 h 325"/>
                <a:gd name="T6" fmla="*/ 31 w 325"/>
                <a:gd name="T7" fmla="*/ 143 h 325"/>
                <a:gd name="T8" fmla="*/ 0 w 325"/>
                <a:gd name="T9" fmla="*/ 182 h 325"/>
                <a:gd name="T10" fmla="*/ 38 w 325"/>
                <a:gd name="T11" fmla="*/ 208 h 325"/>
                <a:gd name="T12" fmla="*/ 13 w 325"/>
                <a:gd name="T13" fmla="*/ 229 h 325"/>
                <a:gd name="T14" fmla="*/ 61 w 325"/>
                <a:gd name="T15" fmla="*/ 247 h 325"/>
                <a:gd name="T16" fmla="*/ 76 w 325"/>
                <a:gd name="T17" fmla="*/ 263 h 325"/>
                <a:gd name="T18" fmla="*/ 92 w 325"/>
                <a:gd name="T19" fmla="*/ 309 h 325"/>
                <a:gd name="T20" fmla="*/ 141 w 325"/>
                <a:gd name="T21" fmla="*/ 292 h 325"/>
                <a:gd name="T22" fmla="*/ 147 w 325"/>
                <a:gd name="T23" fmla="*/ 325 h 325"/>
                <a:gd name="T24" fmla="*/ 186 w 325"/>
                <a:gd name="T25" fmla="*/ 292 h 325"/>
                <a:gd name="T26" fmla="*/ 217 w 325"/>
                <a:gd name="T27" fmla="*/ 283 h 325"/>
                <a:gd name="T28" fmla="*/ 266 w 325"/>
                <a:gd name="T29" fmla="*/ 288 h 325"/>
                <a:gd name="T30" fmla="*/ 253 w 325"/>
                <a:gd name="T31" fmla="*/ 258 h 325"/>
                <a:gd name="T32" fmla="*/ 268 w 325"/>
                <a:gd name="T33" fmla="*/ 242 h 325"/>
                <a:gd name="T34" fmla="*/ 314 w 325"/>
                <a:gd name="T35" fmla="*/ 223 h 325"/>
                <a:gd name="T36" fmla="*/ 288 w 325"/>
                <a:gd name="T37" fmla="*/ 202 h 325"/>
                <a:gd name="T38" fmla="*/ 294 w 325"/>
                <a:gd name="T39" fmla="*/ 182 h 325"/>
                <a:gd name="T40" fmla="*/ 325 w 325"/>
                <a:gd name="T41" fmla="*/ 143 h 325"/>
                <a:gd name="T42" fmla="*/ 292 w 325"/>
                <a:gd name="T43" fmla="*/ 137 h 325"/>
                <a:gd name="T44" fmla="*/ 287 w 325"/>
                <a:gd name="T45" fmla="*/ 116 h 325"/>
                <a:gd name="T46" fmla="*/ 295 w 325"/>
                <a:gd name="T47" fmla="*/ 67 h 325"/>
                <a:gd name="T48" fmla="*/ 262 w 325"/>
                <a:gd name="T49" fmla="*/ 77 h 325"/>
                <a:gd name="T50" fmla="*/ 246 w 325"/>
                <a:gd name="T51" fmla="*/ 59 h 325"/>
                <a:gd name="T52" fmla="*/ 231 w 325"/>
                <a:gd name="T53" fmla="*/ 18 h 325"/>
                <a:gd name="T54" fmla="*/ 210 w 325"/>
                <a:gd name="T55" fmla="*/ 41 h 325"/>
                <a:gd name="T56" fmla="*/ 184 w 325"/>
                <a:gd name="T57" fmla="*/ 31 h 325"/>
                <a:gd name="T58" fmla="*/ 146 w 325"/>
                <a:gd name="T59" fmla="*/ 0 h 325"/>
                <a:gd name="T60" fmla="*/ 139 w 325"/>
                <a:gd name="T61" fmla="*/ 33 h 325"/>
                <a:gd name="T62" fmla="*/ 108 w 325"/>
                <a:gd name="T63" fmla="*/ 41 h 325"/>
                <a:gd name="T64" fmla="*/ 59 w 325"/>
                <a:gd name="T65" fmla="*/ 36 h 325"/>
                <a:gd name="T66" fmla="*/ 72 w 325"/>
                <a:gd name="T67" fmla="*/ 67 h 325"/>
                <a:gd name="T68" fmla="*/ 256 w 325"/>
                <a:gd name="T69" fmla="*/ 219 h 325"/>
                <a:gd name="T70" fmla="*/ 69 w 325"/>
                <a:gd name="T71" fmla="*/ 106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5" h="325">
                  <a:moveTo>
                    <a:pt x="72" y="67"/>
                  </a:moveTo>
                  <a:cubicBezTo>
                    <a:pt x="67" y="71"/>
                    <a:pt x="62" y="77"/>
                    <a:pt x="57" y="82"/>
                  </a:cubicBezTo>
                  <a:cubicBezTo>
                    <a:pt x="57" y="82"/>
                    <a:pt x="57" y="82"/>
                    <a:pt x="57" y="82"/>
                  </a:cubicBezTo>
                  <a:cubicBezTo>
                    <a:pt x="26" y="72"/>
                    <a:pt x="26" y="72"/>
                    <a:pt x="26" y="72"/>
                  </a:cubicBezTo>
                  <a:cubicBezTo>
                    <a:pt x="11" y="101"/>
                    <a:pt x="11" y="101"/>
                    <a:pt x="11" y="101"/>
                  </a:cubicBezTo>
                  <a:cubicBezTo>
                    <a:pt x="37" y="122"/>
                    <a:pt x="37" y="122"/>
                    <a:pt x="37" y="122"/>
                  </a:cubicBezTo>
                  <a:cubicBezTo>
                    <a:pt x="35" y="129"/>
                    <a:pt x="33" y="136"/>
                    <a:pt x="32" y="143"/>
                  </a:cubicBezTo>
                  <a:cubicBezTo>
                    <a:pt x="31" y="143"/>
                    <a:pt x="31" y="143"/>
                    <a:pt x="31" y="143"/>
                  </a:cubicBezTo>
                  <a:cubicBezTo>
                    <a:pt x="0" y="149"/>
                    <a:pt x="0" y="149"/>
                    <a:pt x="0" y="149"/>
                  </a:cubicBezTo>
                  <a:cubicBezTo>
                    <a:pt x="0" y="182"/>
                    <a:pt x="0" y="182"/>
                    <a:pt x="0" y="182"/>
                  </a:cubicBezTo>
                  <a:cubicBezTo>
                    <a:pt x="33" y="187"/>
                    <a:pt x="33" y="187"/>
                    <a:pt x="33" y="187"/>
                  </a:cubicBezTo>
                  <a:cubicBezTo>
                    <a:pt x="34" y="194"/>
                    <a:pt x="36" y="201"/>
                    <a:pt x="38" y="208"/>
                  </a:cubicBezTo>
                  <a:cubicBezTo>
                    <a:pt x="38" y="208"/>
                    <a:pt x="38" y="208"/>
                    <a:pt x="38" y="208"/>
                  </a:cubicBezTo>
                  <a:cubicBezTo>
                    <a:pt x="13" y="229"/>
                    <a:pt x="13" y="229"/>
                    <a:pt x="13" y="229"/>
                  </a:cubicBezTo>
                  <a:cubicBezTo>
                    <a:pt x="30" y="257"/>
                    <a:pt x="30" y="257"/>
                    <a:pt x="30" y="257"/>
                  </a:cubicBezTo>
                  <a:cubicBezTo>
                    <a:pt x="61" y="247"/>
                    <a:pt x="61" y="247"/>
                    <a:pt x="61" y="247"/>
                  </a:cubicBezTo>
                  <a:cubicBezTo>
                    <a:pt x="66" y="252"/>
                    <a:pt x="68" y="256"/>
                    <a:pt x="76" y="262"/>
                  </a:cubicBezTo>
                  <a:cubicBezTo>
                    <a:pt x="76" y="263"/>
                    <a:pt x="76" y="263"/>
                    <a:pt x="76" y="263"/>
                  </a:cubicBezTo>
                  <a:cubicBezTo>
                    <a:pt x="64" y="292"/>
                    <a:pt x="64" y="292"/>
                    <a:pt x="64" y="292"/>
                  </a:cubicBezTo>
                  <a:cubicBezTo>
                    <a:pt x="92" y="309"/>
                    <a:pt x="92" y="309"/>
                    <a:pt x="92" y="309"/>
                  </a:cubicBezTo>
                  <a:cubicBezTo>
                    <a:pt x="114" y="285"/>
                    <a:pt x="114" y="285"/>
                    <a:pt x="114" y="285"/>
                  </a:cubicBezTo>
                  <a:cubicBezTo>
                    <a:pt x="123" y="288"/>
                    <a:pt x="132" y="291"/>
                    <a:pt x="141" y="292"/>
                  </a:cubicBezTo>
                  <a:cubicBezTo>
                    <a:pt x="141" y="293"/>
                    <a:pt x="141" y="293"/>
                    <a:pt x="141" y="293"/>
                  </a:cubicBezTo>
                  <a:cubicBezTo>
                    <a:pt x="147" y="325"/>
                    <a:pt x="147" y="325"/>
                    <a:pt x="147" y="325"/>
                  </a:cubicBezTo>
                  <a:cubicBezTo>
                    <a:pt x="179" y="324"/>
                    <a:pt x="179" y="324"/>
                    <a:pt x="179" y="324"/>
                  </a:cubicBezTo>
                  <a:cubicBezTo>
                    <a:pt x="186" y="292"/>
                    <a:pt x="186" y="292"/>
                    <a:pt x="186" y="292"/>
                  </a:cubicBezTo>
                  <a:cubicBezTo>
                    <a:pt x="196" y="290"/>
                    <a:pt x="206" y="287"/>
                    <a:pt x="216" y="283"/>
                  </a:cubicBezTo>
                  <a:cubicBezTo>
                    <a:pt x="217" y="283"/>
                    <a:pt x="217" y="283"/>
                    <a:pt x="217" y="283"/>
                  </a:cubicBezTo>
                  <a:cubicBezTo>
                    <a:pt x="239" y="307"/>
                    <a:pt x="239" y="307"/>
                    <a:pt x="239" y="307"/>
                  </a:cubicBezTo>
                  <a:cubicBezTo>
                    <a:pt x="266" y="288"/>
                    <a:pt x="266" y="288"/>
                    <a:pt x="266" y="288"/>
                  </a:cubicBezTo>
                  <a:cubicBezTo>
                    <a:pt x="253" y="258"/>
                    <a:pt x="253" y="258"/>
                    <a:pt x="253" y="258"/>
                  </a:cubicBezTo>
                  <a:cubicBezTo>
                    <a:pt x="253" y="258"/>
                    <a:pt x="253" y="258"/>
                    <a:pt x="253" y="258"/>
                  </a:cubicBezTo>
                  <a:cubicBezTo>
                    <a:pt x="258" y="253"/>
                    <a:pt x="263" y="248"/>
                    <a:pt x="268" y="242"/>
                  </a:cubicBezTo>
                  <a:cubicBezTo>
                    <a:pt x="268" y="242"/>
                    <a:pt x="268" y="242"/>
                    <a:pt x="268" y="242"/>
                  </a:cubicBezTo>
                  <a:cubicBezTo>
                    <a:pt x="299" y="252"/>
                    <a:pt x="299" y="252"/>
                    <a:pt x="299" y="252"/>
                  </a:cubicBezTo>
                  <a:cubicBezTo>
                    <a:pt x="314" y="223"/>
                    <a:pt x="314" y="223"/>
                    <a:pt x="314" y="223"/>
                  </a:cubicBezTo>
                  <a:cubicBezTo>
                    <a:pt x="288" y="202"/>
                    <a:pt x="288" y="202"/>
                    <a:pt x="288" y="202"/>
                  </a:cubicBezTo>
                  <a:cubicBezTo>
                    <a:pt x="288" y="202"/>
                    <a:pt x="288" y="202"/>
                    <a:pt x="288" y="202"/>
                  </a:cubicBezTo>
                  <a:cubicBezTo>
                    <a:pt x="290" y="195"/>
                    <a:pt x="292" y="189"/>
                    <a:pt x="293" y="182"/>
                  </a:cubicBezTo>
                  <a:cubicBezTo>
                    <a:pt x="294" y="182"/>
                    <a:pt x="294" y="182"/>
                    <a:pt x="294" y="182"/>
                  </a:cubicBezTo>
                  <a:cubicBezTo>
                    <a:pt x="325" y="175"/>
                    <a:pt x="325" y="175"/>
                    <a:pt x="325" y="175"/>
                  </a:cubicBezTo>
                  <a:cubicBezTo>
                    <a:pt x="325" y="143"/>
                    <a:pt x="325" y="143"/>
                    <a:pt x="325" y="143"/>
                  </a:cubicBezTo>
                  <a:cubicBezTo>
                    <a:pt x="292" y="137"/>
                    <a:pt x="292" y="137"/>
                    <a:pt x="292" y="137"/>
                  </a:cubicBezTo>
                  <a:cubicBezTo>
                    <a:pt x="292" y="137"/>
                    <a:pt x="292" y="137"/>
                    <a:pt x="292" y="137"/>
                  </a:cubicBezTo>
                  <a:cubicBezTo>
                    <a:pt x="290" y="130"/>
                    <a:pt x="288" y="123"/>
                    <a:pt x="286" y="117"/>
                  </a:cubicBezTo>
                  <a:cubicBezTo>
                    <a:pt x="287" y="116"/>
                    <a:pt x="287" y="116"/>
                    <a:pt x="287" y="116"/>
                  </a:cubicBezTo>
                  <a:cubicBezTo>
                    <a:pt x="312" y="96"/>
                    <a:pt x="312" y="96"/>
                    <a:pt x="312" y="96"/>
                  </a:cubicBezTo>
                  <a:cubicBezTo>
                    <a:pt x="295" y="67"/>
                    <a:pt x="295" y="67"/>
                    <a:pt x="295" y="67"/>
                  </a:cubicBezTo>
                  <a:cubicBezTo>
                    <a:pt x="264" y="78"/>
                    <a:pt x="264" y="78"/>
                    <a:pt x="264" y="78"/>
                  </a:cubicBezTo>
                  <a:cubicBezTo>
                    <a:pt x="262" y="77"/>
                    <a:pt x="262" y="77"/>
                    <a:pt x="262" y="77"/>
                  </a:cubicBezTo>
                  <a:cubicBezTo>
                    <a:pt x="257" y="71"/>
                    <a:pt x="253" y="67"/>
                    <a:pt x="245" y="61"/>
                  </a:cubicBezTo>
                  <a:cubicBezTo>
                    <a:pt x="246" y="59"/>
                    <a:pt x="246" y="59"/>
                    <a:pt x="246" y="59"/>
                  </a:cubicBezTo>
                  <a:cubicBezTo>
                    <a:pt x="259" y="36"/>
                    <a:pt x="259" y="36"/>
                    <a:pt x="259" y="36"/>
                  </a:cubicBezTo>
                  <a:cubicBezTo>
                    <a:pt x="231" y="18"/>
                    <a:pt x="231" y="18"/>
                    <a:pt x="231" y="18"/>
                  </a:cubicBezTo>
                  <a:cubicBezTo>
                    <a:pt x="210" y="41"/>
                    <a:pt x="210" y="41"/>
                    <a:pt x="210" y="41"/>
                  </a:cubicBezTo>
                  <a:cubicBezTo>
                    <a:pt x="210" y="41"/>
                    <a:pt x="210" y="41"/>
                    <a:pt x="210" y="41"/>
                  </a:cubicBezTo>
                  <a:cubicBezTo>
                    <a:pt x="201" y="37"/>
                    <a:pt x="193" y="34"/>
                    <a:pt x="184" y="33"/>
                  </a:cubicBezTo>
                  <a:cubicBezTo>
                    <a:pt x="184" y="31"/>
                    <a:pt x="184" y="31"/>
                    <a:pt x="184" y="31"/>
                  </a:cubicBezTo>
                  <a:cubicBezTo>
                    <a:pt x="178" y="0"/>
                    <a:pt x="178" y="0"/>
                    <a:pt x="178" y="0"/>
                  </a:cubicBezTo>
                  <a:cubicBezTo>
                    <a:pt x="146" y="0"/>
                    <a:pt x="146" y="0"/>
                    <a:pt x="146" y="0"/>
                  </a:cubicBezTo>
                  <a:cubicBezTo>
                    <a:pt x="139" y="32"/>
                    <a:pt x="139" y="32"/>
                    <a:pt x="139" y="32"/>
                  </a:cubicBezTo>
                  <a:cubicBezTo>
                    <a:pt x="139" y="33"/>
                    <a:pt x="139" y="33"/>
                    <a:pt x="139" y="33"/>
                  </a:cubicBezTo>
                  <a:cubicBezTo>
                    <a:pt x="129" y="34"/>
                    <a:pt x="119" y="37"/>
                    <a:pt x="109" y="42"/>
                  </a:cubicBezTo>
                  <a:cubicBezTo>
                    <a:pt x="108" y="41"/>
                    <a:pt x="108" y="41"/>
                    <a:pt x="108" y="41"/>
                  </a:cubicBezTo>
                  <a:cubicBezTo>
                    <a:pt x="86" y="18"/>
                    <a:pt x="86" y="18"/>
                    <a:pt x="86" y="18"/>
                  </a:cubicBezTo>
                  <a:cubicBezTo>
                    <a:pt x="59" y="36"/>
                    <a:pt x="59" y="36"/>
                    <a:pt x="59" y="36"/>
                  </a:cubicBezTo>
                  <a:cubicBezTo>
                    <a:pt x="72" y="66"/>
                    <a:pt x="72" y="66"/>
                    <a:pt x="72" y="66"/>
                  </a:cubicBezTo>
                  <a:lnTo>
                    <a:pt x="72" y="67"/>
                  </a:lnTo>
                  <a:close/>
                  <a:moveTo>
                    <a:pt x="219" y="69"/>
                  </a:moveTo>
                  <a:cubicBezTo>
                    <a:pt x="271" y="100"/>
                    <a:pt x="287" y="167"/>
                    <a:pt x="256" y="219"/>
                  </a:cubicBezTo>
                  <a:cubicBezTo>
                    <a:pt x="224" y="271"/>
                    <a:pt x="157" y="287"/>
                    <a:pt x="106" y="256"/>
                  </a:cubicBezTo>
                  <a:cubicBezTo>
                    <a:pt x="54" y="225"/>
                    <a:pt x="37" y="157"/>
                    <a:pt x="69" y="106"/>
                  </a:cubicBezTo>
                  <a:cubicBezTo>
                    <a:pt x="100" y="54"/>
                    <a:pt x="167" y="38"/>
                    <a:pt x="219" y="69"/>
                  </a:cubicBezTo>
                  <a:close/>
                </a:path>
              </a:pathLst>
            </a:custGeom>
            <a:solidFill>
              <a:schemeClr val="accent2"/>
            </a:solidFill>
            <a:ln>
              <a:noFill/>
            </a:ln>
            <a:effectLst/>
          </p:spPr>
          <p:txBody>
            <a:bodyPr vert="horz" wrap="square" lIns="68580" tIns="34290" rIns="68580" bIns="34290" numCol="1" anchor="t" anchorCtr="0" compatLnSpc="1"/>
            <a:lstStyle/>
            <a:p>
              <a:endParaRPr lang="en-US" sz="1350"/>
            </a:p>
          </p:txBody>
        </p:sp>
        <p:sp>
          <p:nvSpPr>
            <p:cNvPr id="49" name="Freeform 15"/>
            <p:cNvSpPr/>
            <p:nvPr/>
          </p:nvSpPr>
          <p:spPr bwMode="auto">
            <a:xfrm>
              <a:off x="5073481" y="3780834"/>
              <a:ext cx="248164" cy="218720"/>
            </a:xfrm>
            <a:custGeom>
              <a:avLst/>
              <a:gdLst>
                <a:gd name="T0" fmla="*/ 113 w 125"/>
                <a:gd name="T1" fmla="*/ 62 h 110"/>
                <a:gd name="T2" fmla="*/ 117 w 125"/>
                <a:gd name="T3" fmla="*/ 97 h 110"/>
                <a:gd name="T4" fmla="*/ 82 w 125"/>
                <a:gd name="T5" fmla="*/ 102 h 110"/>
                <a:gd name="T6" fmla="*/ 13 w 125"/>
                <a:gd name="T7" fmla="*/ 49 h 110"/>
                <a:gd name="T8" fmla="*/ 9 w 125"/>
                <a:gd name="T9" fmla="*/ 14 h 110"/>
                <a:gd name="T10" fmla="*/ 44 w 125"/>
                <a:gd name="T11" fmla="*/ 9 h 110"/>
                <a:gd name="T12" fmla="*/ 113 w 125"/>
                <a:gd name="T13" fmla="*/ 62 h 110"/>
              </a:gdLst>
              <a:ahLst/>
              <a:cxnLst>
                <a:cxn ang="0">
                  <a:pos x="T0" y="T1"/>
                </a:cxn>
                <a:cxn ang="0">
                  <a:pos x="T2" y="T3"/>
                </a:cxn>
                <a:cxn ang="0">
                  <a:pos x="T4" y="T5"/>
                </a:cxn>
                <a:cxn ang="0">
                  <a:pos x="T6" y="T7"/>
                </a:cxn>
                <a:cxn ang="0">
                  <a:pos x="T8" y="T9"/>
                </a:cxn>
                <a:cxn ang="0">
                  <a:pos x="T10" y="T11"/>
                </a:cxn>
                <a:cxn ang="0">
                  <a:pos x="T12" y="T13"/>
                </a:cxn>
              </a:cxnLst>
              <a:rect l="0" t="0" r="r" b="b"/>
              <a:pathLst>
                <a:path w="125" h="110">
                  <a:moveTo>
                    <a:pt x="113" y="62"/>
                  </a:moveTo>
                  <a:cubicBezTo>
                    <a:pt x="124" y="70"/>
                    <a:pt x="125" y="86"/>
                    <a:pt x="117" y="97"/>
                  </a:cubicBezTo>
                  <a:cubicBezTo>
                    <a:pt x="109" y="108"/>
                    <a:pt x="93" y="110"/>
                    <a:pt x="82" y="102"/>
                  </a:cubicBezTo>
                  <a:cubicBezTo>
                    <a:pt x="13" y="49"/>
                    <a:pt x="13" y="49"/>
                    <a:pt x="13" y="49"/>
                  </a:cubicBezTo>
                  <a:cubicBezTo>
                    <a:pt x="2" y="41"/>
                    <a:pt x="0" y="25"/>
                    <a:pt x="9" y="14"/>
                  </a:cubicBezTo>
                  <a:cubicBezTo>
                    <a:pt x="17" y="3"/>
                    <a:pt x="33" y="0"/>
                    <a:pt x="44" y="9"/>
                  </a:cubicBezTo>
                  <a:lnTo>
                    <a:pt x="113" y="62"/>
                  </a:lnTo>
                  <a:close/>
                </a:path>
              </a:pathLst>
            </a:custGeom>
            <a:solidFill>
              <a:schemeClr val="accent3"/>
            </a:solidFill>
            <a:ln>
              <a:noFill/>
            </a:ln>
            <a:effectLst/>
          </p:spPr>
          <p:txBody>
            <a:bodyPr vert="horz" wrap="square" lIns="68580" tIns="34290" rIns="68580" bIns="34290" numCol="1" anchor="t" anchorCtr="0" compatLnSpc="1"/>
            <a:lstStyle/>
            <a:p>
              <a:endParaRPr lang="en-US" sz="1350"/>
            </a:p>
          </p:txBody>
        </p:sp>
        <p:sp>
          <p:nvSpPr>
            <p:cNvPr id="50" name="Freeform 16"/>
            <p:cNvSpPr/>
            <p:nvPr/>
          </p:nvSpPr>
          <p:spPr bwMode="auto">
            <a:xfrm>
              <a:off x="4907757" y="4262860"/>
              <a:ext cx="279290" cy="143010"/>
            </a:xfrm>
            <a:custGeom>
              <a:avLst/>
              <a:gdLst>
                <a:gd name="T0" fmla="*/ 117 w 140"/>
                <a:gd name="T1" fmla="*/ 20 h 72"/>
                <a:gd name="T2" fmla="*/ 137 w 140"/>
                <a:gd name="T3" fmla="*/ 49 h 72"/>
                <a:gd name="T4" fmla="*/ 108 w 140"/>
                <a:gd name="T5" fmla="*/ 69 h 72"/>
                <a:gd name="T6" fmla="*/ 22 w 140"/>
                <a:gd name="T7" fmla="*/ 52 h 72"/>
                <a:gd name="T8" fmla="*/ 3 w 140"/>
                <a:gd name="T9" fmla="*/ 23 h 72"/>
                <a:gd name="T10" fmla="*/ 32 w 140"/>
                <a:gd name="T11" fmla="*/ 3 h 72"/>
                <a:gd name="T12" fmla="*/ 117 w 140"/>
                <a:gd name="T13" fmla="*/ 20 h 72"/>
              </a:gdLst>
              <a:ahLst/>
              <a:cxnLst>
                <a:cxn ang="0">
                  <a:pos x="T0" y="T1"/>
                </a:cxn>
                <a:cxn ang="0">
                  <a:pos x="T2" y="T3"/>
                </a:cxn>
                <a:cxn ang="0">
                  <a:pos x="T4" y="T5"/>
                </a:cxn>
                <a:cxn ang="0">
                  <a:pos x="T6" y="T7"/>
                </a:cxn>
                <a:cxn ang="0">
                  <a:pos x="T8" y="T9"/>
                </a:cxn>
                <a:cxn ang="0">
                  <a:pos x="T10" y="T11"/>
                </a:cxn>
                <a:cxn ang="0">
                  <a:pos x="T12" y="T13"/>
                </a:cxn>
              </a:cxnLst>
              <a:rect l="0" t="0" r="r" b="b"/>
              <a:pathLst>
                <a:path w="140" h="72">
                  <a:moveTo>
                    <a:pt x="117" y="20"/>
                  </a:moveTo>
                  <a:cubicBezTo>
                    <a:pt x="131" y="22"/>
                    <a:pt x="140" y="36"/>
                    <a:pt x="137" y="49"/>
                  </a:cubicBezTo>
                  <a:cubicBezTo>
                    <a:pt x="134" y="63"/>
                    <a:pt x="121" y="72"/>
                    <a:pt x="108" y="69"/>
                  </a:cubicBezTo>
                  <a:cubicBezTo>
                    <a:pt x="22" y="52"/>
                    <a:pt x="22" y="52"/>
                    <a:pt x="22" y="52"/>
                  </a:cubicBezTo>
                  <a:cubicBezTo>
                    <a:pt x="9" y="50"/>
                    <a:pt x="0" y="37"/>
                    <a:pt x="3" y="23"/>
                  </a:cubicBezTo>
                  <a:cubicBezTo>
                    <a:pt x="6" y="9"/>
                    <a:pt x="19" y="0"/>
                    <a:pt x="32" y="3"/>
                  </a:cubicBezTo>
                  <a:lnTo>
                    <a:pt x="117" y="20"/>
                  </a:lnTo>
                  <a:close/>
                </a:path>
              </a:pathLst>
            </a:custGeom>
            <a:solidFill>
              <a:schemeClr val="accent2"/>
            </a:solidFill>
            <a:ln>
              <a:noFill/>
            </a:ln>
            <a:effectLst/>
          </p:spPr>
          <p:txBody>
            <a:bodyPr vert="horz" wrap="square" lIns="68580" tIns="34290" rIns="68580" bIns="34290" numCol="1" anchor="t" anchorCtr="0" compatLnSpc="1"/>
            <a:lstStyle/>
            <a:p>
              <a:endParaRPr lang="en-US" sz="1350"/>
            </a:p>
          </p:txBody>
        </p:sp>
        <p:sp>
          <p:nvSpPr>
            <p:cNvPr id="51" name="Freeform 17"/>
            <p:cNvSpPr/>
            <p:nvPr/>
          </p:nvSpPr>
          <p:spPr bwMode="auto">
            <a:xfrm>
              <a:off x="5029737" y="4724697"/>
              <a:ext cx="276766" cy="157311"/>
            </a:xfrm>
            <a:custGeom>
              <a:avLst/>
              <a:gdLst>
                <a:gd name="T0" fmla="*/ 105 w 139"/>
                <a:gd name="T1" fmla="*/ 4 h 79"/>
                <a:gd name="T2" fmla="*/ 136 w 139"/>
                <a:gd name="T3" fmla="*/ 22 h 79"/>
                <a:gd name="T4" fmla="*/ 118 w 139"/>
                <a:gd name="T5" fmla="*/ 52 h 79"/>
                <a:gd name="T6" fmla="*/ 34 w 139"/>
                <a:gd name="T7" fmla="*/ 75 h 79"/>
                <a:gd name="T8" fmla="*/ 4 w 139"/>
                <a:gd name="T9" fmla="*/ 57 h 79"/>
                <a:gd name="T10" fmla="*/ 21 w 139"/>
                <a:gd name="T11" fmla="*/ 26 h 79"/>
                <a:gd name="T12" fmla="*/ 105 w 139"/>
                <a:gd name="T13" fmla="*/ 4 h 79"/>
              </a:gdLst>
              <a:ahLst/>
              <a:cxnLst>
                <a:cxn ang="0">
                  <a:pos x="T0" y="T1"/>
                </a:cxn>
                <a:cxn ang="0">
                  <a:pos x="T2" y="T3"/>
                </a:cxn>
                <a:cxn ang="0">
                  <a:pos x="T4" y="T5"/>
                </a:cxn>
                <a:cxn ang="0">
                  <a:pos x="T6" y="T7"/>
                </a:cxn>
                <a:cxn ang="0">
                  <a:pos x="T8" y="T9"/>
                </a:cxn>
                <a:cxn ang="0">
                  <a:pos x="T10" y="T11"/>
                </a:cxn>
                <a:cxn ang="0">
                  <a:pos x="T12" y="T13"/>
                </a:cxn>
              </a:cxnLst>
              <a:rect l="0" t="0" r="r" b="b"/>
              <a:pathLst>
                <a:path w="139" h="79">
                  <a:moveTo>
                    <a:pt x="105" y="4"/>
                  </a:moveTo>
                  <a:cubicBezTo>
                    <a:pt x="118" y="0"/>
                    <a:pt x="132" y="8"/>
                    <a:pt x="136" y="22"/>
                  </a:cubicBezTo>
                  <a:cubicBezTo>
                    <a:pt x="139" y="35"/>
                    <a:pt x="131" y="49"/>
                    <a:pt x="118" y="52"/>
                  </a:cubicBezTo>
                  <a:cubicBezTo>
                    <a:pt x="34" y="75"/>
                    <a:pt x="34" y="75"/>
                    <a:pt x="34" y="75"/>
                  </a:cubicBezTo>
                  <a:cubicBezTo>
                    <a:pt x="21" y="79"/>
                    <a:pt x="7" y="71"/>
                    <a:pt x="4" y="57"/>
                  </a:cubicBezTo>
                  <a:cubicBezTo>
                    <a:pt x="0" y="44"/>
                    <a:pt x="8" y="30"/>
                    <a:pt x="21" y="26"/>
                  </a:cubicBezTo>
                  <a:lnTo>
                    <a:pt x="105" y="4"/>
                  </a:lnTo>
                  <a:close/>
                </a:path>
              </a:pathLst>
            </a:custGeom>
            <a:solidFill>
              <a:schemeClr val="accent1"/>
            </a:solidFill>
            <a:ln>
              <a:noFill/>
            </a:ln>
            <a:effectLst/>
          </p:spPr>
          <p:txBody>
            <a:bodyPr vert="horz" wrap="square" lIns="68580" tIns="34290" rIns="68580" bIns="34290" numCol="1" anchor="t" anchorCtr="0" compatLnSpc="1"/>
            <a:lstStyle/>
            <a:p>
              <a:endParaRPr lang="en-US" sz="1350"/>
            </a:p>
          </p:txBody>
        </p:sp>
        <p:sp>
          <p:nvSpPr>
            <p:cNvPr id="52" name="Freeform 18"/>
            <p:cNvSpPr/>
            <p:nvPr/>
          </p:nvSpPr>
          <p:spPr bwMode="auto">
            <a:xfrm>
              <a:off x="6854373" y="4724697"/>
              <a:ext cx="278449" cy="157311"/>
            </a:xfrm>
            <a:custGeom>
              <a:avLst/>
              <a:gdLst>
                <a:gd name="T0" fmla="*/ 35 w 140"/>
                <a:gd name="T1" fmla="*/ 4 h 79"/>
                <a:gd name="T2" fmla="*/ 4 w 140"/>
                <a:gd name="T3" fmla="*/ 22 h 79"/>
                <a:gd name="T4" fmla="*/ 21 w 140"/>
                <a:gd name="T5" fmla="*/ 52 h 79"/>
                <a:gd name="T6" fmla="*/ 105 w 140"/>
                <a:gd name="T7" fmla="*/ 75 h 79"/>
                <a:gd name="T8" fmla="*/ 136 w 140"/>
                <a:gd name="T9" fmla="*/ 57 h 79"/>
                <a:gd name="T10" fmla="*/ 119 w 140"/>
                <a:gd name="T11" fmla="*/ 26 h 79"/>
                <a:gd name="T12" fmla="*/ 35 w 140"/>
                <a:gd name="T13" fmla="*/ 4 h 79"/>
              </a:gdLst>
              <a:ahLst/>
              <a:cxnLst>
                <a:cxn ang="0">
                  <a:pos x="T0" y="T1"/>
                </a:cxn>
                <a:cxn ang="0">
                  <a:pos x="T2" y="T3"/>
                </a:cxn>
                <a:cxn ang="0">
                  <a:pos x="T4" y="T5"/>
                </a:cxn>
                <a:cxn ang="0">
                  <a:pos x="T6" y="T7"/>
                </a:cxn>
                <a:cxn ang="0">
                  <a:pos x="T8" y="T9"/>
                </a:cxn>
                <a:cxn ang="0">
                  <a:pos x="T10" y="T11"/>
                </a:cxn>
                <a:cxn ang="0">
                  <a:pos x="T12" y="T13"/>
                </a:cxn>
              </a:cxnLst>
              <a:rect l="0" t="0" r="r" b="b"/>
              <a:pathLst>
                <a:path w="140" h="79">
                  <a:moveTo>
                    <a:pt x="35" y="4"/>
                  </a:moveTo>
                  <a:cubicBezTo>
                    <a:pt x="21" y="0"/>
                    <a:pt x="8" y="8"/>
                    <a:pt x="4" y="22"/>
                  </a:cubicBezTo>
                  <a:cubicBezTo>
                    <a:pt x="0" y="35"/>
                    <a:pt x="8" y="49"/>
                    <a:pt x="21" y="52"/>
                  </a:cubicBezTo>
                  <a:cubicBezTo>
                    <a:pt x="105" y="75"/>
                    <a:pt x="105" y="75"/>
                    <a:pt x="105" y="75"/>
                  </a:cubicBezTo>
                  <a:cubicBezTo>
                    <a:pt x="119" y="79"/>
                    <a:pt x="132" y="71"/>
                    <a:pt x="136" y="57"/>
                  </a:cubicBezTo>
                  <a:cubicBezTo>
                    <a:pt x="140" y="44"/>
                    <a:pt x="132" y="30"/>
                    <a:pt x="119" y="26"/>
                  </a:cubicBezTo>
                  <a:lnTo>
                    <a:pt x="35" y="4"/>
                  </a:lnTo>
                  <a:close/>
                </a:path>
              </a:pathLst>
            </a:custGeom>
            <a:solidFill>
              <a:schemeClr val="accent4"/>
            </a:solidFill>
            <a:ln>
              <a:noFill/>
            </a:ln>
            <a:effectLst/>
          </p:spPr>
          <p:txBody>
            <a:bodyPr vert="horz" wrap="square" lIns="68580" tIns="34290" rIns="68580" bIns="34290" numCol="1" anchor="t" anchorCtr="0" compatLnSpc="1"/>
            <a:lstStyle/>
            <a:p>
              <a:endParaRPr lang="en-US" sz="1350"/>
            </a:p>
          </p:txBody>
        </p:sp>
        <p:sp>
          <p:nvSpPr>
            <p:cNvPr id="53" name="Freeform 19"/>
            <p:cNvSpPr/>
            <p:nvPr/>
          </p:nvSpPr>
          <p:spPr bwMode="auto">
            <a:xfrm>
              <a:off x="5280426" y="3621840"/>
              <a:ext cx="1528522" cy="1799399"/>
            </a:xfrm>
            <a:custGeom>
              <a:avLst/>
              <a:gdLst>
                <a:gd name="T0" fmla="*/ 702 w 768"/>
                <a:gd name="T1" fmla="*/ 412 h 904"/>
                <a:gd name="T2" fmla="*/ 611 w 768"/>
                <a:gd name="T3" fmla="*/ 601 h 904"/>
                <a:gd name="T4" fmla="*/ 611 w 768"/>
                <a:gd name="T5" fmla="*/ 602 h 904"/>
                <a:gd name="T6" fmla="*/ 609 w 768"/>
                <a:gd name="T7" fmla="*/ 604 h 904"/>
                <a:gd name="T8" fmla="*/ 606 w 768"/>
                <a:gd name="T9" fmla="*/ 606 h 904"/>
                <a:gd name="T10" fmla="*/ 606 w 768"/>
                <a:gd name="T11" fmla="*/ 607 h 904"/>
                <a:gd name="T12" fmla="*/ 536 w 768"/>
                <a:gd name="T13" fmla="*/ 735 h 904"/>
                <a:gd name="T14" fmla="*/ 523 w 768"/>
                <a:gd name="T15" fmla="*/ 827 h 904"/>
                <a:gd name="T16" fmla="*/ 523 w 768"/>
                <a:gd name="T17" fmla="*/ 833 h 904"/>
                <a:gd name="T18" fmla="*/ 521 w 768"/>
                <a:gd name="T19" fmla="*/ 837 h 904"/>
                <a:gd name="T20" fmla="*/ 504 w 768"/>
                <a:gd name="T21" fmla="*/ 844 h 904"/>
                <a:gd name="T22" fmla="*/ 274 w 768"/>
                <a:gd name="T23" fmla="*/ 844 h 904"/>
                <a:gd name="T24" fmla="*/ 257 w 768"/>
                <a:gd name="T25" fmla="*/ 837 h 904"/>
                <a:gd name="T26" fmla="*/ 255 w 768"/>
                <a:gd name="T27" fmla="*/ 832 h 904"/>
                <a:gd name="T28" fmla="*/ 256 w 768"/>
                <a:gd name="T29" fmla="*/ 827 h 904"/>
                <a:gd name="T30" fmla="*/ 243 w 768"/>
                <a:gd name="T31" fmla="*/ 737 h 904"/>
                <a:gd name="T32" fmla="*/ 185 w 768"/>
                <a:gd name="T33" fmla="*/ 622 h 904"/>
                <a:gd name="T34" fmla="*/ 170 w 768"/>
                <a:gd name="T35" fmla="*/ 604 h 904"/>
                <a:gd name="T36" fmla="*/ 136 w 768"/>
                <a:gd name="T37" fmla="*/ 571 h 904"/>
                <a:gd name="T38" fmla="*/ 109 w 768"/>
                <a:gd name="T39" fmla="*/ 530 h 904"/>
                <a:gd name="T40" fmla="*/ 75 w 768"/>
                <a:gd name="T41" fmla="*/ 436 h 904"/>
                <a:gd name="T42" fmla="*/ 70 w 768"/>
                <a:gd name="T43" fmla="*/ 378 h 904"/>
                <a:gd name="T44" fmla="*/ 342 w 768"/>
                <a:gd name="T45" fmla="*/ 65 h 904"/>
                <a:gd name="T46" fmla="*/ 305 w 768"/>
                <a:gd name="T47" fmla="*/ 0 h 904"/>
                <a:gd name="T48" fmla="*/ 0 w 768"/>
                <a:gd name="T49" fmla="*/ 378 h 904"/>
                <a:gd name="T50" fmla="*/ 132 w 768"/>
                <a:gd name="T51" fmla="*/ 669 h 904"/>
                <a:gd name="T52" fmla="*/ 186 w 768"/>
                <a:gd name="T53" fmla="*/ 825 h 904"/>
                <a:gd name="T54" fmla="*/ 204 w 768"/>
                <a:gd name="T55" fmla="*/ 883 h 904"/>
                <a:gd name="T56" fmla="*/ 226 w 768"/>
                <a:gd name="T57" fmla="*/ 902 h 904"/>
                <a:gd name="T58" fmla="*/ 380 w 768"/>
                <a:gd name="T59" fmla="*/ 903 h 904"/>
                <a:gd name="T60" fmla="*/ 547 w 768"/>
                <a:gd name="T61" fmla="*/ 904 h 904"/>
                <a:gd name="T62" fmla="*/ 575 w 768"/>
                <a:gd name="T63" fmla="*/ 883 h 904"/>
                <a:gd name="T64" fmla="*/ 593 w 768"/>
                <a:gd name="T65" fmla="*/ 825 h 904"/>
                <a:gd name="T66" fmla="*/ 658 w 768"/>
                <a:gd name="T67" fmla="*/ 654 h 904"/>
                <a:gd name="T68" fmla="*/ 662 w 768"/>
                <a:gd name="T69" fmla="*/ 650 h 904"/>
                <a:gd name="T70" fmla="*/ 768 w 768"/>
                <a:gd name="T71" fmla="*/ 442 h 904"/>
                <a:gd name="T72" fmla="*/ 702 w 768"/>
                <a:gd name="T73" fmla="*/ 412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8" h="904">
                  <a:moveTo>
                    <a:pt x="702" y="412"/>
                  </a:moveTo>
                  <a:cubicBezTo>
                    <a:pt x="694" y="485"/>
                    <a:pt x="661" y="552"/>
                    <a:pt x="611" y="601"/>
                  </a:cubicBezTo>
                  <a:cubicBezTo>
                    <a:pt x="611" y="602"/>
                    <a:pt x="611" y="602"/>
                    <a:pt x="611" y="602"/>
                  </a:cubicBezTo>
                  <a:cubicBezTo>
                    <a:pt x="610" y="603"/>
                    <a:pt x="609" y="603"/>
                    <a:pt x="609" y="604"/>
                  </a:cubicBezTo>
                  <a:cubicBezTo>
                    <a:pt x="609" y="604"/>
                    <a:pt x="608" y="605"/>
                    <a:pt x="606" y="606"/>
                  </a:cubicBezTo>
                  <a:cubicBezTo>
                    <a:pt x="606" y="607"/>
                    <a:pt x="606" y="607"/>
                    <a:pt x="606" y="607"/>
                  </a:cubicBezTo>
                  <a:cubicBezTo>
                    <a:pt x="595" y="619"/>
                    <a:pt x="556" y="665"/>
                    <a:pt x="536" y="735"/>
                  </a:cubicBezTo>
                  <a:cubicBezTo>
                    <a:pt x="528" y="762"/>
                    <a:pt x="523" y="793"/>
                    <a:pt x="523" y="827"/>
                  </a:cubicBezTo>
                  <a:cubicBezTo>
                    <a:pt x="523" y="829"/>
                    <a:pt x="523" y="831"/>
                    <a:pt x="523" y="833"/>
                  </a:cubicBezTo>
                  <a:cubicBezTo>
                    <a:pt x="523" y="833"/>
                    <a:pt x="522" y="835"/>
                    <a:pt x="521" y="837"/>
                  </a:cubicBezTo>
                  <a:cubicBezTo>
                    <a:pt x="519" y="839"/>
                    <a:pt x="514" y="842"/>
                    <a:pt x="504" y="844"/>
                  </a:cubicBezTo>
                  <a:cubicBezTo>
                    <a:pt x="274" y="844"/>
                    <a:pt x="274" y="844"/>
                    <a:pt x="274" y="844"/>
                  </a:cubicBezTo>
                  <a:cubicBezTo>
                    <a:pt x="265" y="842"/>
                    <a:pt x="260" y="840"/>
                    <a:pt x="257" y="837"/>
                  </a:cubicBezTo>
                  <a:cubicBezTo>
                    <a:pt x="256" y="836"/>
                    <a:pt x="255" y="833"/>
                    <a:pt x="255" y="832"/>
                  </a:cubicBezTo>
                  <a:cubicBezTo>
                    <a:pt x="256" y="830"/>
                    <a:pt x="256" y="830"/>
                    <a:pt x="256" y="827"/>
                  </a:cubicBezTo>
                  <a:cubicBezTo>
                    <a:pt x="256" y="794"/>
                    <a:pt x="251" y="764"/>
                    <a:pt x="243" y="737"/>
                  </a:cubicBezTo>
                  <a:cubicBezTo>
                    <a:pt x="227" y="683"/>
                    <a:pt x="201" y="643"/>
                    <a:pt x="185" y="622"/>
                  </a:cubicBezTo>
                  <a:cubicBezTo>
                    <a:pt x="180" y="616"/>
                    <a:pt x="175" y="610"/>
                    <a:pt x="170" y="604"/>
                  </a:cubicBezTo>
                  <a:cubicBezTo>
                    <a:pt x="159" y="593"/>
                    <a:pt x="146" y="583"/>
                    <a:pt x="136" y="571"/>
                  </a:cubicBezTo>
                  <a:cubicBezTo>
                    <a:pt x="125" y="558"/>
                    <a:pt x="116" y="544"/>
                    <a:pt x="109" y="530"/>
                  </a:cubicBezTo>
                  <a:cubicBezTo>
                    <a:pt x="94" y="501"/>
                    <a:pt x="81" y="469"/>
                    <a:pt x="75" y="436"/>
                  </a:cubicBezTo>
                  <a:cubicBezTo>
                    <a:pt x="72" y="417"/>
                    <a:pt x="70" y="397"/>
                    <a:pt x="70" y="378"/>
                  </a:cubicBezTo>
                  <a:cubicBezTo>
                    <a:pt x="70" y="219"/>
                    <a:pt x="189" y="87"/>
                    <a:pt x="342" y="65"/>
                  </a:cubicBezTo>
                  <a:cubicBezTo>
                    <a:pt x="305" y="0"/>
                    <a:pt x="305" y="0"/>
                    <a:pt x="305" y="0"/>
                  </a:cubicBezTo>
                  <a:cubicBezTo>
                    <a:pt x="131" y="38"/>
                    <a:pt x="0" y="193"/>
                    <a:pt x="0" y="378"/>
                  </a:cubicBezTo>
                  <a:cubicBezTo>
                    <a:pt x="0" y="494"/>
                    <a:pt x="51" y="598"/>
                    <a:pt x="132" y="669"/>
                  </a:cubicBezTo>
                  <a:cubicBezTo>
                    <a:pt x="151" y="694"/>
                    <a:pt x="185" y="750"/>
                    <a:pt x="186" y="825"/>
                  </a:cubicBezTo>
                  <a:cubicBezTo>
                    <a:pt x="184" y="841"/>
                    <a:pt x="188" y="864"/>
                    <a:pt x="204" y="883"/>
                  </a:cubicBezTo>
                  <a:cubicBezTo>
                    <a:pt x="210" y="890"/>
                    <a:pt x="218" y="897"/>
                    <a:pt x="226" y="902"/>
                  </a:cubicBezTo>
                  <a:cubicBezTo>
                    <a:pt x="380" y="903"/>
                    <a:pt x="380" y="903"/>
                    <a:pt x="380" y="903"/>
                  </a:cubicBezTo>
                  <a:cubicBezTo>
                    <a:pt x="547" y="904"/>
                    <a:pt x="547" y="904"/>
                    <a:pt x="547" y="904"/>
                  </a:cubicBezTo>
                  <a:cubicBezTo>
                    <a:pt x="558" y="899"/>
                    <a:pt x="567" y="892"/>
                    <a:pt x="575" y="883"/>
                  </a:cubicBezTo>
                  <a:cubicBezTo>
                    <a:pt x="590" y="864"/>
                    <a:pt x="594" y="841"/>
                    <a:pt x="593" y="825"/>
                  </a:cubicBezTo>
                  <a:cubicBezTo>
                    <a:pt x="594" y="723"/>
                    <a:pt x="657" y="655"/>
                    <a:pt x="658" y="654"/>
                  </a:cubicBezTo>
                  <a:cubicBezTo>
                    <a:pt x="660" y="653"/>
                    <a:pt x="661" y="652"/>
                    <a:pt x="662" y="650"/>
                  </a:cubicBezTo>
                  <a:cubicBezTo>
                    <a:pt x="717" y="595"/>
                    <a:pt x="755" y="522"/>
                    <a:pt x="768" y="442"/>
                  </a:cubicBezTo>
                  <a:cubicBezTo>
                    <a:pt x="750" y="433"/>
                    <a:pt x="720" y="420"/>
                    <a:pt x="702" y="412"/>
                  </a:cubicBezTo>
                  <a:close/>
                </a:path>
              </a:pathLst>
            </a:custGeom>
            <a:solidFill>
              <a:schemeClr val="tx1">
                <a:lumMod val="65000"/>
                <a:lumOff val="35000"/>
              </a:schemeClr>
            </a:solidFill>
            <a:ln>
              <a:noFill/>
            </a:ln>
            <a:effectLst/>
          </p:spPr>
          <p:txBody>
            <a:bodyPr vert="horz" wrap="square" lIns="68580" tIns="34290" rIns="68580" bIns="34290" numCol="1" anchor="t" anchorCtr="0" compatLnSpc="1"/>
            <a:lstStyle/>
            <a:p>
              <a:endParaRPr lang="en-US" sz="1350"/>
            </a:p>
          </p:txBody>
        </p:sp>
        <p:sp>
          <p:nvSpPr>
            <p:cNvPr id="74" name="文本框 73"/>
            <p:cNvSpPr txBox="1"/>
            <p:nvPr/>
          </p:nvSpPr>
          <p:spPr>
            <a:xfrm>
              <a:off x="6268920" y="3105583"/>
              <a:ext cx="424735" cy="492443"/>
            </a:xfrm>
            <a:prstGeom prst="rect">
              <a:avLst/>
            </a:prstGeom>
            <a:noFill/>
          </p:spPr>
          <p:txBody>
            <a:bodyPr wrap="square" lIns="0" tIns="0" rIns="0" bIns="0">
              <a:spAutoFit/>
            </a:bodyPr>
            <a:lstStyle/>
            <a:p>
              <a:r>
                <a:rPr lang="zh-CN" altLang="en-US" sz="1600" dirty="0">
                  <a:solidFill>
                    <a:schemeClr val="bg1"/>
                  </a:solidFill>
                  <a:latin typeface="思源黑体 CN Bold" panose="020B0800000000000000" pitchFamily="34" charset="-122"/>
                  <a:ea typeface="思源黑体 CN Bold" panose="020B0800000000000000" pitchFamily="34" charset="-122"/>
                  <a:cs typeface="+mn-ea"/>
                  <a:sym typeface="+mn-lt"/>
                </a:rPr>
                <a:t>真实项目</a:t>
              </a:r>
              <a:endParaRPr lang="zh-CN" altLang="en-US" sz="1600" dirty="0">
                <a:solidFill>
                  <a:schemeClr val="bg1"/>
                </a:solidFill>
              </a:endParaRPr>
            </a:p>
          </p:txBody>
        </p:sp>
        <p:sp>
          <p:nvSpPr>
            <p:cNvPr id="75" name="文本框 74"/>
            <p:cNvSpPr txBox="1"/>
            <p:nvPr/>
          </p:nvSpPr>
          <p:spPr>
            <a:xfrm>
              <a:off x="5864753" y="4189586"/>
              <a:ext cx="371643" cy="430887"/>
            </a:xfrm>
            <a:prstGeom prst="rect">
              <a:avLst/>
            </a:prstGeom>
            <a:noFill/>
          </p:spPr>
          <p:txBody>
            <a:bodyPr wrap="squar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保障措施</a:t>
              </a:r>
              <a:endParaRPr lang="zh-CN" altLang="en-US" sz="1400" dirty="0">
                <a:solidFill>
                  <a:schemeClr val="bg1"/>
                </a:solidFill>
              </a:endParaRPr>
            </a:p>
          </p:txBody>
        </p:sp>
        <p:sp>
          <p:nvSpPr>
            <p:cNvPr id="76" name="文本框 75"/>
            <p:cNvSpPr txBox="1"/>
            <p:nvPr/>
          </p:nvSpPr>
          <p:spPr>
            <a:xfrm>
              <a:off x="6841333" y="4041499"/>
              <a:ext cx="238913" cy="276999"/>
            </a:xfrm>
            <a:prstGeom prst="rect">
              <a:avLst/>
            </a:prstGeom>
            <a:noFill/>
          </p:spPr>
          <p:txBody>
            <a:bodyPr wrap="square" lIns="0" tIns="0" rIns="0" bIns="0">
              <a:spAutoFit/>
            </a:bodyPr>
            <a:lstStyle/>
            <a:p>
              <a:r>
                <a:rPr lang="zh-CN" altLang="en-US" sz="900" dirty="0">
                  <a:solidFill>
                    <a:schemeClr val="bg1"/>
                  </a:solidFill>
                  <a:latin typeface="思源黑体 CN Bold" panose="020B0800000000000000" pitchFamily="34" charset="-122"/>
                  <a:ea typeface="思源黑体 CN Bold" panose="020B0800000000000000" pitchFamily="34" charset="-122"/>
                  <a:cs typeface="+mn-ea"/>
                  <a:sym typeface="+mn-lt"/>
                </a:rPr>
                <a:t>资源建设</a:t>
              </a:r>
              <a:endParaRPr lang="zh-CN" altLang="en-US" sz="900" dirty="0">
                <a:solidFill>
                  <a:schemeClr val="bg1"/>
                </a:solidFill>
              </a:endParaRPr>
            </a:p>
          </p:txBody>
        </p:sp>
      </p:grpSp>
      <p:grpSp>
        <p:nvGrpSpPr>
          <p:cNvPr id="29" name="组合 28"/>
          <p:cNvGrpSpPr/>
          <p:nvPr/>
        </p:nvGrpSpPr>
        <p:grpSpPr>
          <a:xfrm>
            <a:off x="442913" y="5416034"/>
            <a:ext cx="11306175" cy="405646"/>
            <a:chOff x="442913" y="5416034"/>
            <a:chExt cx="11306175" cy="405646"/>
          </a:xfrm>
        </p:grpSpPr>
        <p:sp>
          <p:nvSpPr>
            <p:cNvPr id="21" name="矩形 20"/>
            <p:cNvSpPr/>
            <p:nvPr/>
          </p:nvSpPr>
          <p:spPr>
            <a:xfrm>
              <a:off x="442913" y="5416034"/>
              <a:ext cx="11306175" cy="405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584454" y="5480358"/>
              <a:ext cx="1384995" cy="276999"/>
            </a:xfrm>
            <a:prstGeom prst="rect">
              <a:avLst/>
            </a:prstGeom>
            <a:noFill/>
          </p:spPr>
          <p:txBody>
            <a:bodyPr wrap="none" lIns="0" tIns="0" rIns="0" bIns="0">
              <a:spAutoFit/>
            </a:bodyPr>
            <a:lstStyle/>
            <a:p>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需求响应系统</a:t>
              </a:r>
              <a:endParaRPr lang="zh-CN" altLang="en-US" dirty="0">
                <a:solidFill>
                  <a:schemeClr val="bg1"/>
                </a:solidFill>
              </a:endParaRPr>
            </a:p>
          </p:txBody>
        </p:sp>
        <p:sp>
          <p:nvSpPr>
            <p:cNvPr id="26" name="文本框 25"/>
            <p:cNvSpPr txBox="1"/>
            <p:nvPr/>
          </p:nvSpPr>
          <p:spPr>
            <a:xfrm>
              <a:off x="4941839" y="5480358"/>
              <a:ext cx="2308324" cy="276999"/>
            </a:xfrm>
            <a:prstGeom prst="rect">
              <a:avLst/>
            </a:prstGeom>
            <a:noFill/>
          </p:spPr>
          <p:txBody>
            <a:bodyPr wrap="none" lIns="0" tIns="0" rIns="0" bIns="0">
              <a:spAutoFit/>
            </a:bodyPr>
            <a:lstStyle/>
            <a:p>
              <a:r>
                <a:rPr lang="zh-CN" altLang="en-US">
                  <a:solidFill>
                    <a:schemeClr val="bg1"/>
                  </a:solidFill>
                  <a:latin typeface="思源黑体 CN Bold" panose="020B0800000000000000" pitchFamily="34" charset="-122"/>
                  <a:ea typeface="思源黑体 CN Bold" panose="020B0800000000000000" pitchFamily="34" charset="-122"/>
                  <a:cs typeface="+mn-ea"/>
                  <a:sym typeface="+mn-lt"/>
                </a:rPr>
                <a:t>课程内容动态调整机制</a:t>
              </a:r>
              <a:endParaRPr lang="zh-CN" altLang="en-US" dirty="0">
                <a:solidFill>
                  <a:schemeClr val="bg1"/>
                </a:solidFill>
              </a:endParaRPr>
            </a:p>
          </p:txBody>
        </p:sp>
        <p:sp>
          <p:nvSpPr>
            <p:cNvPr id="27" name="文本框 26"/>
            <p:cNvSpPr txBox="1"/>
            <p:nvPr/>
          </p:nvSpPr>
          <p:spPr>
            <a:xfrm>
              <a:off x="9222552" y="5480358"/>
              <a:ext cx="1384995" cy="276999"/>
            </a:xfrm>
            <a:prstGeom prst="rect">
              <a:avLst/>
            </a:prstGeom>
            <a:noFill/>
          </p:spPr>
          <p:txBody>
            <a:bodyPr wrap="none" lIns="0" tIns="0" rIns="0" bIns="0">
              <a:spAutoFit/>
            </a:bodyPr>
            <a:lstStyle/>
            <a:p>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内容更新标准</a:t>
              </a:r>
              <a:endParaRPr lang="zh-CN" altLang="en-US" dirty="0">
                <a:solidFill>
                  <a:schemeClr val="bg1"/>
                </a:solidFill>
              </a:endParaRPr>
            </a:p>
          </p:txBody>
        </p:sp>
      </p:grpSp>
      <p:grpSp>
        <p:nvGrpSpPr>
          <p:cNvPr id="28" name="组合 27"/>
          <p:cNvGrpSpPr/>
          <p:nvPr/>
        </p:nvGrpSpPr>
        <p:grpSpPr>
          <a:xfrm>
            <a:off x="442913" y="5821680"/>
            <a:ext cx="11306175" cy="702945"/>
            <a:chOff x="442913" y="5821680"/>
            <a:chExt cx="11306175" cy="702945"/>
          </a:xfrm>
        </p:grpSpPr>
        <p:sp>
          <p:nvSpPr>
            <p:cNvPr id="20" name="矩形 19"/>
            <p:cNvSpPr/>
            <p:nvPr/>
          </p:nvSpPr>
          <p:spPr>
            <a:xfrm>
              <a:off x="442913" y="5821680"/>
              <a:ext cx="11306175" cy="70294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913163" y="5872865"/>
              <a:ext cx="10365674" cy="600574"/>
              <a:chOff x="701749" y="5872865"/>
              <a:chExt cx="10365674" cy="600574"/>
            </a:xfrm>
          </p:grpSpPr>
          <p:sp>
            <p:nvSpPr>
              <p:cNvPr id="78" name="矩形 77"/>
              <p:cNvSpPr/>
              <p:nvPr/>
            </p:nvSpPr>
            <p:spPr>
              <a:xfrm>
                <a:off x="701749" y="5872865"/>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31292" y="5915322"/>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准则法规</a:t>
                </a:r>
                <a:endParaRPr lang="zh-CN" altLang="en-US" sz="1200" dirty="0"/>
              </a:p>
            </p:txBody>
          </p:sp>
          <p:sp>
            <p:nvSpPr>
              <p:cNvPr id="79" name="矩形 78"/>
              <p:cNvSpPr/>
              <p:nvPr/>
            </p:nvSpPr>
            <p:spPr>
              <a:xfrm>
                <a:off x="701749" y="6203859"/>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831292" y="6246316"/>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即时更新</a:t>
                </a:r>
                <a:endParaRPr lang="zh-CN" altLang="en-US" sz="1200" dirty="0"/>
              </a:p>
            </p:txBody>
          </p:sp>
          <p:grpSp>
            <p:nvGrpSpPr>
              <p:cNvPr id="22" name="组合 21"/>
              <p:cNvGrpSpPr/>
              <p:nvPr/>
            </p:nvGrpSpPr>
            <p:grpSpPr>
              <a:xfrm>
                <a:off x="2599956" y="5872865"/>
                <a:ext cx="874639" cy="600574"/>
                <a:chOff x="2327349" y="5872865"/>
                <a:chExt cx="874639" cy="600574"/>
              </a:xfrm>
            </p:grpSpPr>
            <p:sp>
              <p:nvSpPr>
                <p:cNvPr id="82" name="矩形 81"/>
                <p:cNvSpPr/>
                <p:nvPr/>
              </p:nvSpPr>
              <p:spPr>
                <a:xfrm>
                  <a:off x="2327349" y="5872865"/>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文本框 82"/>
                <p:cNvSpPr txBox="1"/>
                <p:nvPr/>
              </p:nvSpPr>
              <p:spPr>
                <a:xfrm>
                  <a:off x="2456892" y="5915322"/>
                  <a:ext cx="615553" cy="184666"/>
                </a:xfrm>
                <a:prstGeom prst="rect">
                  <a:avLst/>
                </a:prstGeom>
                <a:noFill/>
              </p:spPr>
              <p:txBody>
                <a:bodyPr wrap="none" lIns="0" tIns="0" rIns="0" bIns="0">
                  <a:spAutoFit/>
                </a:bodyPr>
                <a:lstStyle/>
                <a:p>
                  <a:r>
                    <a:rPr lang="zh-CN" altLang="en-US" sz="1200" dirty="0">
                      <a:latin typeface="思源黑体 CN Bold" panose="020B0800000000000000" pitchFamily="34" charset="-122"/>
                      <a:ea typeface="思源黑体 CN Bold" panose="020B0800000000000000" pitchFamily="34" charset="-122"/>
                      <a:cs typeface="+mn-ea"/>
                      <a:sym typeface="+mn-lt"/>
                    </a:rPr>
                    <a:t>技术工具</a:t>
                  </a:r>
                  <a:endParaRPr lang="zh-CN" altLang="en-US" sz="1200" dirty="0"/>
                </a:p>
              </p:txBody>
            </p:sp>
            <p:sp>
              <p:nvSpPr>
                <p:cNvPr id="84" name="矩形 83"/>
                <p:cNvSpPr/>
                <p:nvPr/>
              </p:nvSpPr>
              <p:spPr>
                <a:xfrm>
                  <a:off x="2327349" y="6203859"/>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p:cNvSpPr txBox="1"/>
                <p:nvPr/>
              </p:nvSpPr>
              <p:spPr>
                <a:xfrm>
                  <a:off x="2456892" y="6246316"/>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年度更新</a:t>
                  </a:r>
                  <a:endParaRPr lang="zh-CN" altLang="en-US" sz="1200" dirty="0"/>
                </a:p>
              </p:txBody>
            </p:sp>
          </p:grpSp>
          <p:grpSp>
            <p:nvGrpSpPr>
              <p:cNvPr id="19" name="组合 18"/>
              <p:cNvGrpSpPr/>
              <p:nvPr/>
            </p:nvGrpSpPr>
            <p:grpSpPr>
              <a:xfrm>
                <a:off x="4498163" y="5872865"/>
                <a:ext cx="874639" cy="600574"/>
                <a:chOff x="4175199" y="5872865"/>
                <a:chExt cx="874639" cy="600574"/>
              </a:xfrm>
            </p:grpSpPr>
            <p:sp>
              <p:nvSpPr>
                <p:cNvPr id="86" name="矩形 85"/>
                <p:cNvSpPr/>
                <p:nvPr/>
              </p:nvSpPr>
              <p:spPr>
                <a:xfrm>
                  <a:off x="4175199" y="5872865"/>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p:cNvSpPr txBox="1"/>
                <p:nvPr/>
              </p:nvSpPr>
              <p:spPr>
                <a:xfrm>
                  <a:off x="4304742" y="5915322"/>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案例资源</a:t>
                  </a:r>
                  <a:endParaRPr lang="zh-CN" altLang="en-US" sz="1200" dirty="0"/>
                </a:p>
              </p:txBody>
            </p:sp>
            <p:sp>
              <p:nvSpPr>
                <p:cNvPr id="88" name="矩形 87"/>
                <p:cNvSpPr/>
                <p:nvPr/>
              </p:nvSpPr>
              <p:spPr>
                <a:xfrm>
                  <a:off x="4175199" y="6203859"/>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p:cNvSpPr txBox="1"/>
                <p:nvPr/>
              </p:nvSpPr>
              <p:spPr>
                <a:xfrm>
                  <a:off x="4304742" y="6246316"/>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学期更新</a:t>
                  </a:r>
                  <a:endParaRPr lang="zh-CN" altLang="en-US" sz="1200" dirty="0"/>
                </a:p>
              </p:txBody>
            </p:sp>
          </p:grpSp>
          <p:grpSp>
            <p:nvGrpSpPr>
              <p:cNvPr id="18" name="组合 17"/>
              <p:cNvGrpSpPr/>
              <p:nvPr/>
            </p:nvGrpSpPr>
            <p:grpSpPr>
              <a:xfrm>
                <a:off x="6396370" y="5872865"/>
                <a:ext cx="874639" cy="600574"/>
                <a:chOff x="6070674" y="5872865"/>
                <a:chExt cx="874639" cy="600574"/>
              </a:xfrm>
            </p:grpSpPr>
            <p:sp>
              <p:nvSpPr>
                <p:cNvPr id="90" name="矩形 89"/>
                <p:cNvSpPr/>
                <p:nvPr/>
              </p:nvSpPr>
              <p:spPr>
                <a:xfrm>
                  <a:off x="6070674" y="5872865"/>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1" name="文本框 90"/>
                <p:cNvSpPr txBox="1"/>
                <p:nvPr/>
              </p:nvSpPr>
              <p:spPr>
                <a:xfrm>
                  <a:off x="6200217" y="5915322"/>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需求收集</a:t>
                  </a:r>
                  <a:endParaRPr lang="zh-CN" altLang="en-US" sz="1200" dirty="0"/>
                </a:p>
              </p:txBody>
            </p:sp>
            <p:sp>
              <p:nvSpPr>
                <p:cNvPr id="92" name="矩形 91"/>
                <p:cNvSpPr/>
                <p:nvPr/>
              </p:nvSpPr>
              <p:spPr>
                <a:xfrm>
                  <a:off x="6070674" y="6203859"/>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p:cNvSpPr txBox="1"/>
                <p:nvPr/>
              </p:nvSpPr>
              <p:spPr>
                <a:xfrm>
                  <a:off x="6200217" y="6246316"/>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内容调整</a:t>
                  </a:r>
                  <a:endParaRPr lang="zh-CN" altLang="en-US" sz="1200" dirty="0"/>
                </a:p>
              </p:txBody>
            </p:sp>
          </p:grpSp>
          <p:grpSp>
            <p:nvGrpSpPr>
              <p:cNvPr id="3" name="组合 2"/>
              <p:cNvGrpSpPr/>
              <p:nvPr/>
            </p:nvGrpSpPr>
            <p:grpSpPr>
              <a:xfrm>
                <a:off x="8294577" y="5872865"/>
                <a:ext cx="874639" cy="600574"/>
                <a:chOff x="7928049" y="5872865"/>
                <a:chExt cx="874639" cy="600574"/>
              </a:xfrm>
            </p:grpSpPr>
            <p:sp>
              <p:nvSpPr>
                <p:cNvPr id="94" name="矩形 93"/>
                <p:cNvSpPr/>
                <p:nvPr/>
              </p:nvSpPr>
              <p:spPr>
                <a:xfrm>
                  <a:off x="7928049" y="5872865"/>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文本框 94"/>
                <p:cNvSpPr txBox="1"/>
                <p:nvPr/>
              </p:nvSpPr>
              <p:spPr>
                <a:xfrm>
                  <a:off x="8057592" y="5915322"/>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资源开发</a:t>
                  </a:r>
                  <a:endParaRPr lang="zh-CN" altLang="en-US" sz="1200" dirty="0"/>
                </a:p>
              </p:txBody>
            </p:sp>
            <p:sp>
              <p:nvSpPr>
                <p:cNvPr id="96" name="矩形 95"/>
                <p:cNvSpPr/>
                <p:nvPr/>
              </p:nvSpPr>
              <p:spPr>
                <a:xfrm>
                  <a:off x="7928049" y="6203859"/>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文本框 96"/>
                <p:cNvSpPr txBox="1"/>
                <p:nvPr/>
              </p:nvSpPr>
              <p:spPr>
                <a:xfrm>
                  <a:off x="8057592" y="6246316"/>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教学实施</a:t>
                  </a:r>
                  <a:endParaRPr lang="zh-CN" altLang="en-US" sz="1200" dirty="0"/>
                </a:p>
              </p:txBody>
            </p:sp>
          </p:grpSp>
          <p:sp>
            <p:nvSpPr>
              <p:cNvPr id="98" name="矩形 97"/>
              <p:cNvSpPr/>
              <p:nvPr/>
            </p:nvSpPr>
            <p:spPr>
              <a:xfrm>
                <a:off x="10192784" y="5872865"/>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98"/>
              <p:cNvSpPr txBox="1"/>
              <p:nvPr/>
            </p:nvSpPr>
            <p:spPr>
              <a:xfrm>
                <a:off x="10322327" y="5915322"/>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效果评估</a:t>
                </a:r>
                <a:endParaRPr lang="zh-CN" altLang="en-US" sz="1200" dirty="0"/>
              </a:p>
            </p:txBody>
          </p:sp>
          <p:sp>
            <p:nvSpPr>
              <p:cNvPr id="100" name="矩形 99"/>
              <p:cNvSpPr/>
              <p:nvPr/>
            </p:nvSpPr>
            <p:spPr>
              <a:xfrm>
                <a:off x="10192784" y="6203859"/>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00"/>
              <p:cNvSpPr txBox="1"/>
              <p:nvPr/>
            </p:nvSpPr>
            <p:spPr>
              <a:xfrm>
                <a:off x="10322327" y="6246316"/>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融合课程</a:t>
                </a:r>
                <a:endParaRPr lang="zh-CN" altLang="en-US" sz="1200" dirty="0"/>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randombar(horizontal)">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wheel(1)">
                                      <p:cBhvr>
                                        <p:cTn id="18" dur="500"/>
                                        <p:tgtEl>
                                          <p:spTgt spid="34"/>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heel(1)">
                                      <p:cBhvr>
                                        <p:cTn id="23" dur="750"/>
                                        <p:tgtEl>
                                          <p:spTgt spid="37"/>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randombar(horizontal)">
                                      <p:cBhvr>
                                        <p:cTn id="28" dur="500"/>
                                        <p:tgtEl>
                                          <p:spTgt spid="3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wipe(down)">
                                      <p:cBhvr>
                                        <p:cTn id="3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67" name="组合 66"/>
          <p:cNvGrpSpPr/>
          <p:nvPr/>
        </p:nvGrpSpPr>
        <p:grpSpPr>
          <a:xfrm>
            <a:off x="4614182" y="2470831"/>
            <a:ext cx="2963636" cy="2963636"/>
            <a:chOff x="4614182" y="2470831"/>
            <a:chExt cx="2963636" cy="2963636"/>
          </a:xfrm>
        </p:grpSpPr>
        <p:sp>
          <p:nvSpPr>
            <p:cNvPr id="188" name="椭圆 187"/>
            <p:cNvSpPr/>
            <p:nvPr/>
          </p:nvSpPr>
          <p:spPr>
            <a:xfrm>
              <a:off x="4614182" y="2470831"/>
              <a:ext cx="2963636" cy="2963636"/>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p:cNvSpPr/>
            <p:nvPr/>
          </p:nvSpPr>
          <p:spPr>
            <a:xfrm>
              <a:off x="5014686" y="2871335"/>
              <a:ext cx="2162628" cy="21626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椭圆 189"/>
            <p:cNvSpPr/>
            <p:nvPr/>
          </p:nvSpPr>
          <p:spPr>
            <a:xfrm>
              <a:off x="5364843" y="3221492"/>
              <a:ext cx="1462314" cy="1462314"/>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椭圆 190"/>
            <p:cNvSpPr/>
            <p:nvPr/>
          </p:nvSpPr>
          <p:spPr>
            <a:xfrm>
              <a:off x="5697764" y="3554413"/>
              <a:ext cx="796472" cy="79647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箭头: 下 191"/>
            <p:cNvSpPr/>
            <p:nvPr/>
          </p:nvSpPr>
          <p:spPr>
            <a:xfrm>
              <a:off x="5838145" y="2922645"/>
              <a:ext cx="515711" cy="776500"/>
            </a:xfrm>
            <a:prstGeom prst="downArrow">
              <a:avLst/>
            </a:prstGeom>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箭头: 下 194"/>
            <p:cNvSpPr/>
            <p:nvPr/>
          </p:nvSpPr>
          <p:spPr>
            <a:xfrm rot="13964794">
              <a:off x="6500934" y="3084403"/>
              <a:ext cx="493473" cy="674457"/>
            </a:xfrm>
            <a:prstGeom prst="downArrow">
              <a:avLst/>
            </a:prstGeom>
            <a:solidFill>
              <a:schemeClr val="bg1"/>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箭头: 下 195"/>
            <p:cNvSpPr/>
            <p:nvPr/>
          </p:nvSpPr>
          <p:spPr>
            <a:xfrm rot="7635206" flipH="1">
              <a:off x="5197593" y="3084404"/>
              <a:ext cx="493473" cy="674457"/>
            </a:xfrm>
            <a:prstGeom prst="downArrow">
              <a:avLst/>
            </a:prstGeom>
            <a:solidFill>
              <a:schemeClr val="bg1"/>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9" name="箭头: 下 198"/>
            <p:cNvSpPr/>
            <p:nvPr/>
          </p:nvSpPr>
          <p:spPr>
            <a:xfrm rot="7635206" flipV="1">
              <a:off x="6500934" y="4146440"/>
              <a:ext cx="493473" cy="674457"/>
            </a:xfrm>
            <a:prstGeom prst="downArrow">
              <a:avLst/>
            </a:prstGeom>
            <a:solidFill>
              <a:schemeClr val="bg1"/>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箭头: 下 199"/>
            <p:cNvSpPr/>
            <p:nvPr/>
          </p:nvSpPr>
          <p:spPr>
            <a:xfrm rot="13964794" flipH="1" flipV="1">
              <a:off x="5197593" y="4146439"/>
              <a:ext cx="493473" cy="674457"/>
            </a:xfrm>
            <a:prstGeom prst="downArrow">
              <a:avLst/>
            </a:prstGeom>
            <a:solidFill>
              <a:schemeClr val="bg1"/>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2" name="弧形 201"/>
            <p:cNvSpPr/>
            <p:nvPr/>
          </p:nvSpPr>
          <p:spPr>
            <a:xfrm rot="1374751">
              <a:off x="4818373" y="2675022"/>
              <a:ext cx="2555254" cy="2555254"/>
            </a:xfrm>
            <a:prstGeom prst="arc">
              <a:avLst>
                <a:gd name="adj1" fmla="val 16200000"/>
                <a:gd name="adj2" fmla="val 20676627"/>
              </a:avLst>
            </a:prstGeom>
            <a:ln w="50800">
              <a:solidFill>
                <a:schemeClr val="accent3"/>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3" name="Arc 201+"/>
            <p:cNvSpPr/>
            <p:nvPr/>
          </p:nvSpPr>
          <p:spPr>
            <a:xfrm rot="8196097">
              <a:off x="4818373" y="2675022"/>
              <a:ext cx="2555254" cy="2555254"/>
            </a:xfrm>
            <a:prstGeom prst="arc">
              <a:avLst>
                <a:gd name="adj1" fmla="val 16435725"/>
                <a:gd name="adj2" fmla="val 20890769"/>
              </a:avLst>
            </a:prstGeom>
            <a:ln w="50800">
              <a:solidFill>
                <a:schemeClr val="accent3"/>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4" name="Arc 201++"/>
            <p:cNvSpPr/>
            <p:nvPr/>
          </p:nvSpPr>
          <p:spPr>
            <a:xfrm rot="14823796">
              <a:off x="4818373" y="2675022"/>
              <a:ext cx="2555254" cy="2555254"/>
            </a:xfrm>
            <a:prstGeom prst="arc">
              <a:avLst>
                <a:gd name="adj1" fmla="val 16852750"/>
                <a:gd name="adj2" fmla="val 21480316"/>
              </a:avLst>
            </a:prstGeom>
            <a:ln w="50800">
              <a:solidFill>
                <a:schemeClr val="accent3"/>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8" name="文本框 207"/>
            <p:cNvSpPr txBox="1"/>
            <p:nvPr/>
          </p:nvSpPr>
          <p:spPr>
            <a:xfrm>
              <a:off x="5697107" y="2583852"/>
              <a:ext cx="820738" cy="246221"/>
            </a:xfrm>
            <a:prstGeom prst="rect">
              <a:avLst/>
            </a:prstGeom>
            <a:noFill/>
          </p:spPr>
          <p:txBody>
            <a:bodyPr wrap="none" lIns="0" tIns="0" rIns="0" bIns="0">
              <a:spAutoFit/>
            </a:bodyPr>
            <a:lstStyle/>
            <a:p>
              <a:r>
                <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rPr>
                <a:t>实施要点</a:t>
              </a:r>
            </a:p>
          </p:txBody>
        </p:sp>
        <p:sp>
          <p:nvSpPr>
            <p:cNvPr id="209" name="文本框 208"/>
            <p:cNvSpPr txBox="1"/>
            <p:nvPr/>
          </p:nvSpPr>
          <p:spPr>
            <a:xfrm rot="17778074">
              <a:off x="6783909" y="4402651"/>
              <a:ext cx="820738" cy="246221"/>
            </a:xfrm>
            <a:prstGeom prst="rect">
              <a:avLst/>
            </a:prstGeom>
            <a:noFill/>
          </p:spPr>
          <p:txBody>
            <a:bodyPr wrap="none" lIns="0" tIns="0" rIns="0" bIns="0">
              <a:prstTxWarp prst="textArchDown">
                <a:avLst/>
              </a:prstTxWarp>
              <a:spAutoFit/>
            </a:bodyPr>
            <a:lstStyle/>
            <a:p>
              <a:r>
                <a:rPr lang="zh-CN" altLang="en-US" sz="1600" b="1">
                  <a:solidFill>
                    <a:schemeClr val="accent3">
                      <a:lumMod val="75000"/>
                    </a:schemeClr>
                  </a:solidFill>
                  <a:latin typeface="思源黑体 CN Bold" panose="020B0800000000000000" pitchFamily="34" charset="-122"/>
                  <a:ea typeface="思源黑体 CN Bold" panose="020B0800000000000000" pitchFamily="34" charset="-122"/>
                </a:rPr>
                <a:t>情境类型</a:t>
              </a:r>
              <a:endPar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endParaRPr>
            </a:p>
          </p:txBody>
        </p:sp>
        <p:sp>
          <p:nvSpPr>
            <p:cNvPr id="210" name="文本框 209"/>
            <p:cNvSpPr txBox="1"/>
            <p:nvPr/>
          </p:nvSpPr>
          <p:spPr>
            <a:xfrm rot="3582355" flipH="1">
              <a:off x="4654121" y="4459800"/>
              <a:ext cx="820738" cy="246221"/>
            </a:xfrm>
            <a:prstGeom prst="rect">
              <a:avLst/>
            </a:prstGeom>
            <a:noFill/>
          </p:spPr>
          <p:txBody>
            <a:bodyPr wrap="none" lIns="0" tIns="0" rIns="0" bIns="0">
              <a:prstTxWarp prst="textArchDown">
                <a:avLst/>
              </a:prstTxWarp>
              <a:spAutoFit/>
            </a:bodyPr>
            <a:lstStyle/>
            <a:p>
              <a:r>
                <a:rPr lang="zh-CN" altLang="en-US" sz="1600" b="1">
                  <a:solidFill>
                    <a:schemeClr val="accent3">
                      <a:lumMod val="75000"/>
                    </a:schemeClr>
                  </a:solidFill>
                  <a:latin typeface="思源黑体 CN Bold" panose="020B0800000000000000" pitchFamily="34" charset="-122"/>
                  <a:ea typeface="思源黑体 CN Bold" panose="020B0800000000000000" pitchFamily="34" charset="-122"/>
                </a:rPr>
                <a:t>技术支撑</a:t>
              </a:r>
              <a:endPar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endParaRPr>
            </a:p>
          </p:txBody>
        </p:sp>
        <p:sp>
          <p:nvSpPr>
            <p:cNvPr id="212" name="矩形: 圆角 211"/>
            <p:cNvSpPr/>
            <p:nvPr/>
          </p:nvSpPr>
          <p:spPr>
            <a:xfrm>
              <a:off x="5645944" y="2896962"/>
              <a:ext cx="900112" cy="2571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文本框 213"/>
            <p:cNvSpPr txBox="1"/>
            <p:nvPr/>
          </p:nvSpPr>
          <p:spPr>
            <a:xfrm>
              <a:off x="5788224" y="2933216"/>
              <a:ext cx="615553" cy="184666"/>
            </a:xfrm>
            <a:prstGeom prst="rect">
              <a:avLst/>
            </a:prstGeom>
            <a:noFill/>
          </p:spPr>
          <p:txBody>
            <a:bodyPr wrap="none" lIns="0" tIns="0" rIns="0" bIns="0">
              <a:spAutoFit/>
            </a:bodyPr>
            <a:lstStyle/>
            <a:p>
              <a:r>
                <a:rPr lang="zh-CN" altLang="en-US" sz="1200" b="1">
                  <a:solidFill>
                    <a:schemeClr val="bg1"/>
                  </a:solidFill>
                  <a:latin typeface="思源黑体 CN Bold" panose="020B0800000000000000" pitchFamily="34" charset="-122"/>
                  <a:ea typeface="思源黑体 CN Bold" panose="020B0800000000000000" pitchFamily="34" charset="-122"/>
                </a:rPr>
                <a:t>智能教具</a:t>
              </a:r>
              <a:endParaRPr lang="zh-CN" altLang="en-US" sz="1200" b="1" dirty="0">
                <a:solidFill>
                  <a:schemeClr val="bg1"/>
                </a:solidFill>
                <a:latin typeface="思源黑体 CN Bold" panose="020B0800000000000000" pitchFamily="34" charset="-122"/>
                <a:ea typeface="思源黑体 CN Bold" panose="020B0800000000000000" pitchFamily="34" charset="-122"/>
              </a:endParaRPr>
            </a:p>
          </p:txBody>
        </p:sp>
        <p:sp>
          <p:nvSpPr>
            <p:cNvPr id="216" name="文本框 215"/>
            <p:cNvSpPr txBox="1"/>
            <p:nvPr/>
          </p:nvSpPr>
          <p:spPr>
            <a:xfrm>
              <a:off x="5916464" y="3737206"/>
              <a:ext cx="359073" cy="430887"/>
            </a:xfrm>
            <a:prstGeom prst="rect">
              <a:avLst/>
            </a:prstGeom>
            <a:noFill/>
          </p:spPr>
          <p:txBody>
            <a:bodyPr wrap="none" lIns="0" tIns="0" rIns="0" bIns="0">
              <a:spAutoFit/>
            </a:bodyPr>
            <a:lstStyle/>
            <a:p>
              <a:r>
                <a:rPr lang="zh-CN" altLang="en-US" sz="1400" b="1" dirty="0">
                  <a:solidFill>
                    <a:schemeClr val="bg1"/>
                  </a:solidFill>
                  <a:latin typeface="思源黑体 CN Bold" panose="020B0800000000000000" pitchFamily="34" charset="-122"/>
                  <a:ea typeface="思源黑体 CN Bold" panose="020B0800000000000000" pitchFamily="34" charset="-122"/>
                </a:rPr>
                <a:t>矩阵</a:t>
              </a:r>
              <a:endParaRPr lang="en-US" altLang="zh-CN" sz="1400" b="1" dirty="0">
                <a:solidFill>
                  <a:schemeClr val="bg1"/>
                </a:solidFill>
                <a:latin typeface="思源黑体 CN Bold" panose="020B0800000000000000" pitchFamily="34" charset="-122"/>
                <a:ea typeface="思源黑体 CN Bold" panose="020B0800000000000000" pitchFamily="34" charset="-122"/>
              </a:endParaRPr>
            </a:p>
            <a:p>
              <a:r>
                <a:rPr lang="zh-CN" altLang="en-US" sz="1400" b="1" dirty="0">
                  <a:solidFill>
                    <a:schemeClr val="bg1"/>
                  </a:solidFill>
                  <a:latin typeface="思源黑体 CN Bold" panose="020B0800000000000000" pitchFamily="34" charset="-122"/>
                  <a:ea typeface="思源黑体 CN Bold" panose="020B0800000000000000" pitchFamily="34" charset="-122"/>
                </a:rPr>
                <a:t>设计</a:t>
              </a:r>
            </a:p>
          </p:txBody>
        </p:sp>
        <p:sp>
          <p:nvSpPr>
            <p:cNvPr id="217" name="文本框 216"/>
            <p:cNvSpPr txBox="1"/>
            <p:nvPr/>
          </p:nvSpPr>
          <p:spPr>
            <a:xfrm rot="19369584">
              <a:off x="6510119" y="3392956"/>
              <a:ext cx="307777" cy="184666"/>
            </a:xfrm>
            <a:prstGeom prst="rect">
              <a:avLst/>
            </a:prstGeom>
            <a:noFill/>
          </p:spPr>
          <p:txBody>
            <a:bodyPr wrap="none" lIns="0" tIns="0" rIns="0" bIns="0">
              <a:spAutoFit/>
            </a:bodyPr>
            <a:lstStyle/>
            <a:p>
              <a:r>
                <a:rPr lang="zh-CN" altLang="en-US" sz="1200" b="1">
                  <a:latin typeface="思源黑体 CN Bold" panose="020B0800000000000000" pitchFamily="34" charset="-122"/>
                  <a:ea typeface="思源黑体 CN Bold" panose="020B0800000000000000" pitchFamily="34" charset="-122"/>
                </a:rPr>
                <a:t>分析</a:t>
              </a:r>
              <a:endParaRPr lang="zh-CN" altLang="en-US" sz="1200" b="1" dirty="0">
                <a:latin typeface="思源黑体 CN Bold" panose="020B0800000000000000" pitchFamily="34" charset="-122"/>
                <a:ea typeface="思源黑体 CN Bold" panose="020B0800000000000000" pitchFamily="34" charset="-122"/>
              </a:endParaRPr>
            </a:p>
          </p:txBody>
        </p:sp>
        <p:sp>
          <p:nvSpPr>
            <p:cNvPr id="218" name="文本框 217"/>
            <p:cNvSpPr txBox="1"/>
            <p:nvPr/>
          </p:nvSpPr>
          <p:spPr>
            <a:xfrm rot="2230416" flipH="1">
              <a:off x="5374104" y="3403752"/>
              <a:ext cx="307777" cy="184666"/>
            </a:xfrm>
            <a:prstGeom prst="rect">
              <a:avLst/>
            </a:prstGeom>
            <a:noFill/>
          </p:spPr>
          <p:txBody>
            <a:bodyPr wrap="none" lIns="0" tIns="0" rIns="0" bIns="0">
              <a:spAutoFit/>
            </a:bodyPr>
            <a:lstStyle/>
            <a:p>
              <a:r>
                <a:rPr lang="zh-CN" altLang="en-US" sz="1200" b="1">
                  <a:latin typeface="思源黑体 CN Bold" panose="020B0800000000000000" pitchFamily="34" charset="-122"/>
                  <a:ea typeface="思源黑体 CN Bold" panose="020B0800000000000000" pitchFamily="34" charset="-122"/>
                </a:rPr>
                <a:t>核算</a:t>
              </a:r>
              <a:endParaRPr lang="zh-CN" altLang="en-US" sz="1200" b="1" dirty="0">
                <a:latin typeface="思源黑体 CN Bold" panose="020B0800000000000000" pitchFamily="34" charset="-122"/>
                <a:ea typeface="思源黑体 CN Bold" panose="020B0800000000000000" pitchFamily="34" charset="-122"/>
              </a:endParaRPr>
            </a:p>
          </p:txBody>
        </p:sp>
        <p:sp>
          <p:nvSpPr>
            <p:cNvPr id="222" name="文本框 221"/>
            <p:cNvSpPr txBox="1"/>
            <p:nvPr/>
          </p:nvSpPr>
          <p:spPr>
            <a:xfrm rot="2230416" flipH="1">
              <a:off x="6510119" y="4324502"/>
              <a:ext cx="307777" cy="184666"/>
            </a:xfrm>
            <a:prstGeom prst="rect">
              <a:avLst/>
            </a:prstGeom>
            <a:noFill/>
          </p:spPr>
          <p:txBody>
            <a:bodyPr wrap="none" lIns="0" tIns="0" rIns="0" bIns="0">
              <a:spAutoFit/>
            </a:bodyPr>
            <a:lstStyle/>
            <a:p>
              <a:r>
                <a:rPr lang="zh-CN" altLang="en-US" sz="1200" b="1">
                  <a:latin typeface="思源黑体 CN Bold" panose="020B0800000000000000" pitchFamily="34" charset="-122"/>
                  <a:ea typeface="思源黑体 CN Bold" panose="020B0800000000000000" pitchFamily="34" charset="-122"/>
                </a:rPr>
                <a:t>创新</a:t>
              </a:r>
              <a:endParaRPr lang="zh-CN" altLang="en-US" sz="1200" b="1" dirty="0">
                <a:latin typeface="思源黑体 CN Bold" panose="020B0800000000000000" pitchFamily="34" charset="-122"/>
                <a:ea typeface="思源黑体 CN Bold" panose="020B0800000000000000" pitchFamily="34" charset="-122"/>
              </a:endParaRPr>
            </a:p>
          </p:txBody>
        </p:sp>
        <p:sp>
          <p:nvSpPr>
            <p:cNvPr id="221" name="文本框 220"/>
            <p:cNvSpPr txBox="1"/>
            <p:nvPr/>
          </p:nvSpPr>
          <p:spPr>
            <a:xfrm rot="19369584">
              <a:off x="5374104" y="4324502"/>
              <a:ext cx="307777" cy="184666"/>
            </a:xfrm>
            <a:prstGeom prst="rect">
              <a:avLst/>
            </a:prstGeom>
            <a:noFill/>
          </p:spPr>
          <p:txBody>
            <a:bodyPr wrap="none" lIns="0" tIns="0" rIns="0" bIns="0">
              <a:spAutoFit/>
            </a:bodyPr>
            <a:lstStyle/>
            <a:p>
              <a:r>
                <a:rPr lang="zh-CN" altLang="en-US" sz="1200" b="1">
                  <a:latin typeface="思源黑体 CN Bold" panose="020B0800000000000000" pitchFamily="34" charset="-122"/>
                  <a:ea typeface="思源黑体 CN Bold" panose="020B0800000000000000" pitchFamily="34" charset="-122"/>
                </a:rPr>
                <a:t>决策</a:t>
              </a:r>
              <a:endParaRPr lang="zh-CN" altLang="en-US" sz="1200" b="1" dirty="0">
                <a:latin typeface="思源黑体 CN Bold" panose="020B0800000000000000" pitchFamily="34" charset="-122"/>
                <a:ea typeface="思源黑体 CN Bold" panose="020B0800000000000000" pitchFamily="34" charset="-122"/>
              </a:endParaRPr>
            </a:p>
          </p:txBody>
        </p:sp>
      </p:grpSp>
      <p:grpSp>
        <p:nvGrpSpPr>
          <p:cNvPr id="70" name="组合 69"/>
          <p:cNvGrpSpPr/>
          <p:nvPr/>
        </p:nvGrpSpPr>
        <p:grpSpPr>
          <a:xfrm>
            <a:off x="7333098" y="2449327"/>
            <a:ext cx="4858902" cy="4126772"/>
            <a:chOff x="7333098" y="2449327"/>
            <a:chExt cx="4858902" cy="4126772"/>
          </a:xfrm>
        </p:grpSpPr>
        <p:grpSp>
          <p:nvGrpSpPr>
            <p:cNvPr id="182" name="组合 181"/>
            <p:cNvGrpSpPr/>
            <p:nvPr/>
          </p:nvGrpSpPr>
          <p:grpSpPr>
            <a:xfrm>
              <a:off x="7333098" y="5328432"/>
              <a:ext cx="4858902" cy="1247667"/>
              <a:chOff x="7459229" y="5328432"/>
              <a:chExt cx="4858902" cy="1247667"/>
            </a:xfrm>
          </p:grpSpPr>
          <p:sp>
            <p:nvSpPr>
              <p:cNvPr id="153" name="125"/>
              <p:cNvSpPr/>
              <p:nvPr>
                <p:custDataLst>
                  <p:tags r:id="rId7"/>
                </p:custDataLst>
              </p:nvPr>
            </p:nvSpPr>
            <p:spPr>
              <a:xfrm rot="13259906" flipV="1">
                <a:off x="10560568" y="5328435"/>
                <a:ext cx="1757563" cy="1247664"/>
              </a:xfrm>
              <a:prstGeom prst="arc">
                <a:avLst>
                  <a:gd name="adj1" fmla="val 19859252"/>
                  <a:gd name="adj2" fmla="val 1059325"/>
                </a:avLst>
              </a:prstGeom>
              <a:ln w="19403">
                <a:gradFill>
                  <a:gsLst>
                    <a:gs pos="0">
                      <a:schemeClr val="accent1">
                        <a:lumMod val="5000"/>
                        <a:lumOff val="95000"/>
                      </a:schemeClr>
                    </a:gs>
                    <a:gs pos="76000">
                      <a:schemeClr val="accent3"/>
                    </a:gs>
                  </a:gsLst>
                  <a:lin ang="5400000" scaled="1"/>
                </a:gra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lIns="93132" tIns="46566" rIns="93132" bIns="46566"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835">
                  <a:cs typeface="思源黑体 CN Medium" panose="020B0600000000000000" pitchFamily="34" charset="-122"/>
                </a:endParaRPr>
              </a:p>
            </p:txBody>
          </p:sp>
          <p:sp>
            <p:nvSpPr>
              <p:cNvPr id="181" name="125"/>
              <p:cNvSpPr/>
              <p:nvPr>
                <p:custDataLst>
                  <p:tags r:id="rId8"/>
                </p:custDataLst>
              </p:nvPr>
            </p:nvSpPr>
            <p:spPr>
              <a:xfrm rot="8340094" flipH="1" flipV="1">
                <a:off x="7459229" y="5328432"/>
                <a:ext cx="1757563" cy="1247664"/>
              </a:xfrm>
              <a:prstGeom prst="arc">
                <a:avLst>
                  <a:gd name="adj1" fmla="val 19859252"/>
                  <a:gd name="adj2" fmla="val 1059325"/>
                </a:avLst>
              </a:prstGeom>
              <a:ln w="19403">
                <a:gradFill>
                  <a:gsLst>
                    <a:gs pos="0">
                      <a:schemeClr val="accent1">
                        <a:lumMod val="5000"/>
                        <a:lumOff val="95000"/>
                      </a:schemeClr>
                    </a:gs>
                    <a:gs pos="76000">
                      <a:schemeClr val="accent3"/>
                    </a:gs>
                  </a:gsLst>
                  <a:lin ang="5400000" scaled="1"/>
                </a:gra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lIns="93132" tIns="46566" rIns="93132" bIns="46566"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835">
                  <a:cs typeface="思源黑体 CN Medium" panose="020B0600000000000000" pitchFamily="34" charset="-122"/>
                </a:endParaRPr>
              </a:p>
            </p:txBody>
          </p:sp>
        </p:grpSp>
        <p:grpSp>
          <p:nvGrpSpPr>
            <p:cNvPr id="65" name="组合 64"/>
            <p:cNvGrpSpPr/>
            <p:nvPr/>
          </p:nvGrpSpPr>
          <p:grpSpPr>
            <a:xfrm>
              <a:off x="7825139" y="2449327"/>
              <a:ext cx="3923949" cy="3186614"/>
              <a:chOff x="7825139" y="2449327"/>
              <a:chExt cx="3923949" cy="3186614"/>
            </a:xfrm>
          </p:grpSpPr>
          <p:sp>
            <p:nvSpPr>
              <p:cNvPr id="168" name="矩形 167"/>
              <p:cNvSpPr/>
              <p:nvPr/>
            </p:nvSpPr>
            <p:spPr>
              <a:xfrm>
                <a:off x="8040689" y="2615456"/>
                <a:ext cx="3708399" cy="590550"/>
              </a:xfrm>
              <a:prstGeom prst="rect">
                <a:avLst/>
              </a:prstGeom>
              <a:gradFill>
                <a:gsLst>
                  <a:gs pos="0">
                    <a:schemeClr val="accent3">
                      <a:lumMod val="10000"/>
                      <a:lumOff val="90000"/>
                    </a:schemeClr>
                  </a:gs>
                  <a:gs pos="100000">
                    <a:schemeClr val="accent3">
                      <a:lumMod val="10000"/>
                      <a:lumOff val="90000"/>
                    </a:schemeClr>
                  </a:gs>
                </a:gsLst>
                <a:lin ang="7200000" scaled="0"/>
              </a:gradFill>
              <a:ln w="6350">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9" name="111"/>
              <p:cNvSpPr/>
              <p:nvPr>
                <p:custDataLst>
                  <p:tags r:id="rId5"/>
                </p:custDataLst>
              </p:nvPr>
            </p:nvSpPr>
            <p:spPr>
              <a:xfrm rot="5400000">
                <a:off x="9390966" y="3326947"/>
                <a:ext cx="743167" cy="3874822"/>
              </a:xfrm>
              <a:custGeom>
                <a:avLst/>
                <a:gdLst>
                  <a:gd name="connsiteX0" fmla="*/ 0 w 8412793"/>
                  <a:gd name="connsiteY0" fmla="*/ 0 h 5283171"/>
                  <a:gd name="connsiteX1" fmla="*/ 73311 w 8412793"/>
                  <a:gd name="connsiteY1" fmla="*/ 52997 h 5283171"/>
                  <a:gd name="connsiteX2" fmla="*/ 7435662 w 8412793"/>
                  <a:gd name="connsiteY2" fmla="*/ 1775828 h 5283171"/>
                  <a:gd name="connsiteX3" fmla="*/ 8315847 w 8412793"/>
                  <a:gd name="connsiteY3" fmla="*/ 1757354 h 5283171"/>
                  <a:gd name="connsiteX4" fmla="*/ 8412793 w 8412793"/>
                  <a:gd name="connsiteY4" fmla="*/ 1752233 h 5283171"/>
                  <a:gd name="connsiteX5" fmla="*/ 8412793 w 8412793"/>
                  <a:gd name="connsiteY5" fmla="*/ 3530938 h 5283171"/>
                  <a:gd name="connsiteX6" fmla="*/ 8315847 w 8412793"/>
                  <a:gd name="connsiteY6" fmla="*/ 3525818 h 5283171"/>
                  <a:gd name="connsiteX7" fmla="*/ 7435662 w 8412793"/>
                  <a:gd name="connsiteY7" fmla="*/ 3507343 h 5283171"/>
                  <a:gd name="connsiteX8" fmla="*/ 73311 w 8412793"/>
                  <a:gd name="connsiteY8" fmla="*/ 5230174 h 5283171"/>
                  <a:gd name="connsiteX9" fmla="*/ 0 w 8412793"/>
                  <a:gd name="connsiteY9" fmla="*/ 5283171 h 528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12793" h="5283171">
                    <a:moveTo>
                      <a:pt x="0" y="0"/>
                    </a:moveTo>
                    <a:lnTo>
                      <a:pt x="73311" y="52997"/>
                    </a:lnTo>
                    <a:cubicBezTo>
                      <a:pt x="1583159" y="1085875"/>
                      <a:pt x="4315569" y="1775828"/>
                      <a:pt x="7435662" y="1775828"/>
                    </a:cubicBezTo>
                    <a:cubicBezTo>
                      <a:pt x="7732814" y="1775828"/>
                      <a:pt x="8026449" y="1769570"/>
                      <a:pt x="8315847" y="1757354"/>
                    </a:cubicBezTo>
                    <a:lnTo>
                      <a:pt x="8412793" y="1752233"/>
                    </a:lnTo>
                    <a:lnTo>
                      <a:pt x="8412793" y="3530938"/>
                    </a:lnTo>
                    <a:lnTo>
                      <a:pt x="8315847" y="3525818"/>
                    </a:lnTo>
                    <a:cubicBezTo>
                      <a:pt x="8026449" y="3513601"/>
                      <a:pt x="7732814" y="3507343"/>
                      <a:pt x="7435662" y="3507343"/>
                    </a:cubicBezTo>
                    <a:cubicBezTo>
                      <a:pt x="4315568" y="3507343"/>
                      <a:pt x="1583159" y="4197297"/>
                      <a:pt x="73311" y="5230174"/>
                    </a:cubicBezTo>
                    <a:lnTo>
                      <a:pt x="0" y="5283171"/>
                    </a:lnTo>
                    <a:close/>
                  </a:path>
                </a:pathLst>
              </a:custGeom>
              <a:gradFill flip="none" rotWithShape="1">
                <a:gsLst>
                  <a:gs pos="11000">
                    <a:schemeClr val="accent3">
                      <a:alpha val="0"/>
                    </a:schemeClr>
                  </a:gs>
                  <a:gs pos="54000">
                    <a:schemeClr val="accent3">
                      <a:alpha val="25000"/>
                    </a:schemeClr>
                  </a:gs>
                  <a:gs pos="99000">
                    <a:schemeClr val="accent3">
                      <a:alpha val="0"/>
                    </a:schemeClr>
                  </a:gs>
                </a:gsLst>
                <a:lin ang="0" scaled="1"/>
                <a:tileRect/>
              </a:gradFill>
              <a:ln w="16384" cap="flat" cmpd="sng" algn="ctr">
                <a:gradFill flip="none" rotWithShape="1">
                  <a:gsLst>
                    <a:gs pos="25000">
                      <a:schemeClr val="accent3">
                        <a:alpha val="0"/>
                      </a:schemeClr>
                    </a:gs>
                    <a:gs pos="74000">
                      <a:schemeClr val="accent3"/>
                    </a:gs>
                    <a:gs pos="100000">
                      <a:schemeClr val="accent3">
                        <a:alpha val="0"/>
                      </a:schemeClr>
                    </a:gs>
                  </a:gsLst>
                  <a:lin ang="0" scaled="1"/>
                  <a:tileRect/>
                </a:gradFill>
                <a:prstDash val="solid"/>
                <a:miter lim="800000"/>
              </a:ln>
              <a:effectLst/>
            </p:spPr>
            <p:txBody>
              <a:bodyPr rot="0" spcFirstLastPara="0" vert="horz" wrap="square" lIns="117967" tIns="58984" rIns="117967" bIns="58984"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325" kern="0" dirty="0">
                  <a:solidFill>
                    <a:prstClr val="white"/>
                  </a:solidFill>
                  <a:latin typeface="思源黑体 CN Medium" panose="020B0600000000000000" pitchFamily="34" charset="-122"/>
                  <a:ea typeface="思源黑体 CN Medium" panose="020B0600000000000000" pitchFamily="34" charset="-122"/>
                </a:endParaRPr>
              </a:p>
            </p:txBody>
          </p:sp>
          <p:sp>
            <p:nvSpPr>
              <p:cNvPr id="170" name="梯形 169"/>
              <p:cNvSpPr/>
              <p:nvPr/>
            </p:nvSpPr>
            <p:spPr>
              <a:xfrm>
                <a:off x="9236497" y="2449331"/>
                <a:ext cx="1316782" cy="165840"/>
              </a:xfrm>
              <a:prstGeom prst="trapezoid">
                <a:avLst>
                  <a:gd name="adj" fmla="val 3224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HelveticaExt-Normal"/>
                  <a:ea typeface="OPPOSans B"/>
                </a:endParaRPr>
              </a:p>
            </p:txBody>
          </p:sp>
          <p:sp>
            <p:nvSpPr>
              <p:cNvPr id="171" name="梯形 170"/>
              <p:cNvSpPr/>
              <p:nvPr/>
            </p:nvSpPr>
            <p:spPr>
              <a:xfrm flipV="1">
                <a:off x="9290077" y="2449327"/>
                <a:ext cx="1209622" cy="319664"/>
              </a:xfrm>
              <a:prstGeom prst="trapezoid">
                <a:avLst>
                  <a:gd name="adj" fmla="val 20517"/>
                </a:avLst>
              </a:prstGeom>
              <a:gradFill flip="none" rotWithShape="1">
                <a:gsLst>
                  <a:gs pos="0">
                    <a:schemeClr val="accent3">
                      <a:lumMod val="90000"/>
                      <a:lumOff val="10000"/>
                    </a:schemeClr>
                  </a:gs>
                  <a:gs pos="50000">
                    <a:schemeClr val="accent3"/>
                  </a:gs>
                </a:gsLst>
                <a:lin ang="7200000" scaled="0"/>
                <a:tileRect/>
              </a:gradFill>
              <a:ln w="9525" cap="flat" cmpd="sng" algn="ctr">
                <a:noFill/>
                <a:prstDash val="solid"/>
                <a:miter lim="800000"/>
              </a:ln>
              <a:effectLst>
                <a:outerShdw blurRad="88900" sx="103000" sy="103000" algn="ctr" rotWithShape="0">
                  <a:prstClr val="black">
                    <a:alpha val="14000"/>
                  </a:prstClr>
                </a:outerShdw>
              </a:effectLst>
            </p:spPr>
            <p:txBody>
              <a:bodyPr rtlCol="0" anchor="ctr"/>
              <a:lstStyle/>
              <a:p>
                <a:pPr algn="ctr"/>
                <a:endParaRPr lang="zh-CN" altLang="en-US" kern="0">
                  <a:solidFill>
                    <a:prstClr val="white"/>
                  </a:solidFill>
                  <a:latin typeface="DIN"/>
                </a:endParaRPr>
              </a:p>
            </p:txBody>
          </p:sp>
          <p:sp>
            <p:nvSpPr>
              <p:cNvPr id="172" name="文本框 171"/>
              <p:cNvSpPr txBox="1"/>
              <p:nvPr/>
            </p:nvSpPr>
            <p:spPr>
              <a:xfrm>
                <a:off x="9484519" y="2486049"/>
                <a:ext cx="820738" cy="246221"/>
              </a:xfrm>
              <a:prstGeom prst="rect">
                <a:avLst/>
              </a:prstGeom>
              <a:noFill/>
            </p:spPr>
            <p:txBody>
              <a:bodyPr wrap="none" lIns="0" tIns="0" rIns="0" bIns="0">
                <a:spAutoFit/>
              </a:bodyPr>
              <a:lstStyle/>
              <a:p>
                <a:r>
                  <a:rPr lang="zh-CN" altLang="en-US" sz="1600" b="1" dirty="0">
                    <a:solidFill>
                      <a:schemeClr val="bg1"/>
                    </a:solidFill>
                    <a:latin typeface="思源黑体 CN Bold" panose="020B0800000000000000" pitchFamily="34" charset="-122"/>
                    <a:ea typeface="思源黑体 CN Bold" panose="020B0800000000000000" pitchFamily="34" charset="-122"/>
                  </a:rPr>
                  <a:t>课前重构</a:t>
                </a:r>
              </a:p>
            </p:txBody>
          </p:sp>
          <p:sp>
            <p:nvSpPr>
              <p:cNvPr id="173" name="矩形 172"/>
              <p:cNvSpPr/>
              <p:nvPr/>
            </p:nvSpPr>
            <p:spPr>
              <a:xfrm>
                <a:off x="8040689" y="3466060"/>
                <a:ext cx="3708399" cy="590550"/>
              </a:xfrm>
              <a:prstGeom prst="rect">
                <a:avLst/>
              </a:prstGeom>
              <a:gradFill>
                <a:gsLst>
                  <a:gs pos="0">
                    <a:schemeClr val="accent3">
                      <a:lumMod val="10000"/>
                      <a:lumOff val="90000"/>
                    </a:schemeClr>
                  </a:gs>
                  <a:gs pos="100000">
                    <a:schemeClr val="accent3">
                      <a:lumMod val="10000"/>
                      <a:lumOff val="90000"/>
                    </a:schemeClr>
                  </a:gs>
                </a:gsLst>
                <a:lin ang="7200000" scaled="0"/>
              </a:gradFill>
              <a:ln w="6350">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4" name="梯形 173"/>
              <p:cNvSpPr/>
              <p:nvPr/>
            </p:nvSpPr>
            <p:spPr>
              <a:xfrm>
                <a:off x="9236497" y="3299935"/>
                <a:ext cx="1316782" cy="165840"/>
              </a:xfrm>
              <a:prstGeom prst="trapezoid">
                <a:avLst>
                  <a:gd name="adj" fmla="val 3224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HelveticaExt-Normal"/>
                  <a:ea typeface="OPPOSans B"/>
                </a:endParaRPr>
              </a:p>
            </p:txBody>
          </p:sp>
          <p:sp>
            <p:nvSpPr>
              <p:cNvPr id="175" name="梯形 174"/>
              <p:cNvSpPr/>
              <p:nvPr/>
            </p:nvSpPr>
            <p:spPr>
              <a:xfrm flipV="1">
                <a:off x="9290077" y="3299931"/>
                <a:ext cx="1209622" cy="319664"/>
              </a:xfrm>
              <a:prstGeom prst="trapezoid">
                <a:avLst>
                  <a:gd name="adj" fmla="val 20517"/>
                </a:avLst>
              </a:prstGeom>
              <a:gradFill flip="none" rotWithShape="1">
                <a:gsLst>
                  <a:gs pos="0">
                    <a:schemeClr val="accent3">
                      <a:lumMod val="90000"/>
                      <a:lumOff val="10000"/>
                    </a:schemeClr>
                  </a:gs>
                  <a:gs pos="50000">
                    <a:schemeClr val="accent3"/>
                  </a:gs>
                </a:gsLst>
                <a:lin ang="7200000" scaled="0"/>
                <a:tileRect/>
              </a:gradFill>
              <a:ln w="9525" cap="flat" cmpd="sng" algn="ctr">
                <a:noFill/>
                <a:prstDash val="solid"/>
                <a:miter lim="800000"/>
              </a:ln>
              <a:effectLst>
                <a:outerShdw blurRad="88900" sx="103000" sy="103000" algn="ctr" rotWithShape="0">
                  <a:prstClr val="black">
                    <a:alpha val="14000"/>
                  </a:prstClr>
                </a:outerShdw>
              </a:effectLst>
            </p:spPr>
            <p:txBody>
              <a:bodyPr rtlCol="0" anchor="ctr"/>
              <a:lstStyle/>
              <a:p>
                <a:pPr algn="ctr"/>
                <a:endParaRPr lang="zh-CN" altLang="en-US" kern="0">
                  <a:solidFill>
                    <a:prstClr val="white"/>
                  </a:solidFill>
                  <a:latin typeface="DIN"/>
                </a:endParaRPr>
              </a:p>
            </p:txBody>
          </p:sp>
          <p:sp>
            <p:nvSpPr>
              <p:cNvPr id="176" name="文本框 175"/>
              <p:cNvSpPr txBox="1"/>
              <p:nvPr/>
            </p:nvSpPr>
            <p:spPr>
              <a:xfrm>
                <a:off x="9484519" y="3336653"/>
                <a:ext cx="820738" cy="246221"/>
              </a:xfrm>
              <a:prstGeom prst="rect">
                <a:avLst/>
              </a:prstGeom>
              <a:noFill/>
            </p:spPr>
            <p:txBody>
              <a:bodyPr wrap="none" lIns="0" tIns="0" rIns="0" bIns="0">
                <a:spAutoFit/>
              </a:bodyPr>
              <a:lstStyle/>
              <a:p>
                <a:r>
                  <a:rPr lang="zh-CN" altLang="en-US" sz="1600" b="1" dirty="0">
                    <a:solidFill>
                      <a:schemeClr val="bg1"/>
                    </a:solidFill>
                    <a:latin typeface="思源黑体 CN Bold" panose="020B0800000000000000" pitchFamily="34" charset="-122"/>
                    <a:ea typeface="思源黑体 CN Bold" panose="020B0800000000000000" pitchFamily="34" charset="-122"/>
                  </a:rPr>
                  <a:t>课中重构</a:t>
                </a:r>
              </a:p>
            </p:txBody>
          </p:sp>
          <p:sp>
            <p:nvSpPr>
              <p:cNvPr id="177" name="矩形 176"/>
              <p:cNvSpPr/>
              <p:nvPr/>
            </p:nvSpPr>
            <p:spPr>
              <a:xfrm>
                <a:off x="8040689" y="4348562"/>
                <a:ext cx="3708399" cy="590550"/>
              </a:xfrm>
              <a:prstGeom prst="rect">
                <a:avLst/>
              </a:prstGeom>
              <a:gradFill>
                <a:gsLst>
                  <a:gs pos="0">
                    <a:schemeClr val="accent3">
                      <a:lumMod val="10000"/>
                      <a:lumOff val="90000"/>
                    </a:schemeClr>
                  </a:gs>
                  <a:gs pos="100000">
                    <a:schemeClr val="accent3">
                      <a:lumMod val="10000"/>
                      <a:lumOff val="90000"/>
                    </a:schemeClr>
                  </a:gs>
                </a:gsLst>
                <a:lin ang="7200000" scaled="0"/>
              </a:gradFill>
              <a:ln w="6350">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8" name="梯形 177"/>
              <p:cNvSpPr/>
              <p:nvPr/>
            </p:nvSpPr>
            <p:spPr>
              <a:xfrm>
                <a:off x="9236497" y="4182437"/>
                <a:ext cx="1316782" cy="165840"/>
              </a:xfrm>
              <a:prstGeom prst="trapezoid">
                <a:avLst>
                  <a:gd name="adj" fmla="val 3224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HelveticaExt-Normal"/>
                  <a:ea typeface="OPPOSans B"/>
                </a:endParaRPr>
              </a:p>
            </p:txBody>
          </p:sp>
          <p:sp>
            <p:nvSpPr>
              <p:cNvPr id="179" name="梯形 178"/>
              <p:cNvSpPr/>
              <p:nvPr/>
            </p:nvSpPr>
            <p:spPr>
              <a:xfrm flipV="1">
                <a:off x="9290077" y="4182433"/>
                <a:ext cx="1209622" cy="319664"/>
              </a:xfrm>
              <a:prstGeom prst="trapezoid">
                <a:avLst>
                  <a:gd name="adj" fmla="val 20517"/>
                </a:avLst>
              </a:prstGeom>
              <a:gradFill flip="none" rotWithShape="1">
                <a:gsLst>
                  <a:gs pos="0">
                    <a:schemeClr val="accent3">
                      <a:lumMod val="90000"/>
                      <a:lumOff val="10000"/>
                    </a:schemeClr>
                  </a:gs>
                  <a:gs pos="50000">
                    <a:schemeClr val="accent3"/>
                  </a:gs>
                </a:gsLst>
                <a:lin ang="7200000" scaled="0"/>
                <a:tileRect/>
              </a:gradFill>
              <a:ln w="9525" cap="flat" cmpd="sng" algn="ctr">
                <a:noFill/>
                <a:prstDash val="solid"/>
                <a:miter lim="800000"/>
              </a:ln>
              <a:effectLst>
                <a:outerShdw blurRad="88900" sx="103000" sy="103000" algn="ctr" rotWithShape="0">
                  <a:prstClr val="black">
                    <a:alpha val="14000"/>
                  </a:prstClr>
                </a:outerShdw>
              </a:effectLst>
            </p:spPr>
            <p:txBody>
              <a:bodyPr rtlCol="0" anchor="ctr"/>
              <a:lstStyle/>
              <a:p>
                <a:pPr algn="ctr"/>
                <a:endParaRPr lang="zh-CN" altLang="en-US" kern="0">
                  <a:solidFill>
                    <a:prstClr val="white"/>
                  </a:solidFill>
                  <a:latin typeface="DIN"/>
                </a:endParaRPr>
              </a:p>
            </p:txBody>
          </p:sp>
          <p:sp>
            <p:nvSpPr>
              <p:cNvPr id="180" name="文本框 179"/>
              <p:cNvSpPr txBox="1"/>
              <p:nvPr/>
            </p:nvSpPr>
            <p:spPr>
              <a:xfrm>
                <a:off x="9484519" y="4219155"/>
                <a:ext cx="820738" cy="246221"/>
              </a:xfrm>
              <a:prstGeom prst="rect">
                <a:avLst/>
              </a:prstGeom>
              <a:noFill/>
            </p:spPr>
            <p:txBody>
              <a:bodyPr wrap="none" lIns="0" tIns="0" rIns="0" bIns="0">
                <a:spAutoFit/>
              </a:bodyPr>
              <a:lstStyle/>
              <a:p>
                <a:r>
                  <a:rPr lang="zh-CN" altLang="en-US" sz="1600" b="1" dirty="0">
                    <a:solidFill>
                      <a:schemeClr val="bg1"/>
                    </a:solidFill>
                    <a:latin typeface="思源黑体 CN Bold" panose="020B0800000000000000" pitchFamily="34" charset="-122"/>
                    <a:ea typeface="思源黑体 CN Bold" panose="020B0800000000000000" pitchFamily="34" charset="-122"/>
                  </a:rPr>
                  <a:t>课后重构</a:t>
                </a:r>
              </a:p>
            </p:txBody>
          </p:sp>
          <p:sp>
            <p:nvSpPr>
              <p:cNvPr id="186" name="115"/>
              <p:cNvSpPr txBox="1"/>
              <p:nvPr>
                <p:custDataLst>
                  <p:tags r:id="rId6"/>
                </p:custDataLst>
              </p:nvPr>
            </p:nvSpPr>
            <p:spPr>
              <a:xfrm>
                <a:off x="9320590" y="5170764"/>
                <a:ext cx="1025922" cy="307777"/>
              </a:xfrm>
              <a:prstGeom prst="rect">
                <a:avLst/>
              </a:prstGeom>
              <a:noFill/>
              <a:effectLst/>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kern="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创新行为</a:t>
                </a:r>
                <a:endPar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224" name="文本框 223"/>
              <p:cNvSpPr txBox="1"/>
              <p:nvPr/>
            </p:nvSpPr>
            <p:spPr>
              <a:xfrm>
                <a:off x="8783983" y="2837001"/>
                <a:ext cx="2260234" cy="240643"/>
              </a:xfrm>
              <a:prstGeom prst="rect">
                <a:avLst/>
              </a:prstGeom>
              <a:noFill/>
            </p:spPr>
            <p:txBody>
              <a:bodyPr wrap="none" lIns="0" tIns="0" rIns="0" bIns="0">
                <a:spAutoFit/>
              </a:bodyPr>
              <a:lstStyle/>
              <a:p>
                <a:pPr algn="ctr">
                  <a:lnSpc>
                    <a:spcPct val="120000"/>
                  </a:lnSpc>
                </a:pPr>
                <a:r>
                  <a:rPr lang="zh-CN" altLang="en-US" sz="1400">
                    <a:solidFill>
                      <a:schemeClr val="tx1"/>
                    </a:solidFill>
                    <a:latin typeface="思源黑体 CN Bold" panose="020B0800000000000000" pitchFamily="34" charset="-122"/>
                    <a:ea typeface="思源黑体 CN Bold" panose="020B0800000000000000" pitchFamily="34" charset="-122"/>
                  </a:rPr>
                  <a:t>知识获取（微课</a:t>
                </a:r>
                <a:r>
                  <a:rPr lang="en-US" altLang="zh-CN" sz="1400">
                    <a:solidFill>
                      <a:schemeClr val="tx1"/>
                    </a:solidFill>
                    <a:latin typeface="思源黑体 CN Bold" panose="020B0800000000000000" pitchFamily="34" charset="-122"/>
                    <a:ea typeface="思源黑体 CN Bold" panose="020B0800000000000000" pitchFamily="34" charset="-122"/>
                  </a:rPr>
                  <a:t>+</a:t>
                </a:r>
                <a:r>
                  <a:rPr lang="zh-CN" altLang="en-US" sz="1400">
                    <a:solidFill>
                      <a:schemeClr val="tx1"/>
                    </a:solidFill>
                    <a:latin typeface="思源黑体 CN Bold" panose="020B0800000000000000" pitchFamily="34" charset="-122"/>
                    <a:ea typeface="思源黑体 CN Bold" panose="020B0800000000000000" pitchFamily="34" charset="-122"/>
                  </a:rPr>
                  <a:t>智能测评）</a:t>
                </a:r>
                <a:endParaRPr lang="zh-CN" altLang="zh-CN" sz="1400" dirty="0">
                  <a:solidFill>
                    <a:schemeClr val="tx1"/>
                  </a:solidFill>
                  <a:latin typeface="思源黑体 CN Bold" panose="020B0800000000000000" pitchFamily="34" charset="-122"/>
                  <a:ea typeface="思源黑体 CN Bold" panose="020B0800000000000000" pitchFamily="34" charset="-122"/>
                </a:endParaRPr>
              </a:p>
            </p:txBody>
          </p:sp>
          <p:sp>
            <p:nvSpPr>
              <p:cNvPr id="225" name="文本框 224"/>
              <p:cNvSpPr txBox="1"/>
              <p:nvPr/>
            </p:nvSpPr>
            <p:spPr>
              <a:xfrm>
                <a:off x="8604447" y="3713301"/>
                <a:ext cx="2619307" cy="240643"/>
              </a:xfrm>
              <a:prstGeom prst="rect">
                <a:avLst/>
              </a:prstGeom>
              <a:noFill/>
            </p:spPr>
            <p:txBody>
              <a:bodyPr wrap="none" lIns="0" tIns="0" rIns="0" bIns="0">
                <a:spAutoFit/>
              </a:bodyPr>
              <a:lstStyle/>
              <a:p>
                <a:pPr algn="ctr">
                  <a:lnSpc>
                    <a:spcPct val="120000"/>
                  </a:lnSpc>
                </a:pPr>
                <a:r>
                  <a:rPr lang="zh-CN" altLang="en-US" sz="1400">
                    <a:solidFill>
                      <a:schemeClr val="tx1"/>
                    </a:solidFill>
                    <a:latin typeface="思源黑体 CN Bold" panose="020B0800000000000000" pitchFamily="34" charset="-122"/>
                    <a:ea typeface="思源黑体 CN Bold" panose="020B0800000000000000" pitchFamily="34" charset="-122"/>
                  </a:rPr>
                  <a:t>能力内化（案例研讨</a:t>
                </a:r>
                <a:r>
                  <a:rPr lang="en-US" altLang="zh-CN" sz="1400">
                    <a:solidFill>
                      <a:schemeClr val="tx1"/>
                    </a:solidFill>
                    <a:latin typeface="思源黑体 CN Bold" panose="020B0800000000000000" pitchFamily="34" charset="-122"/>
                    <a:ea typeface="思源黑体 CN Bold" panose="020B0800000000000000" pitchFamily="34" charset="-122"/>
                  </a:rPr>
                  <a:t>+</a:t>
                </a:r>
                <a:r>
                  <a:rPr lang="zh-CN" altLang="en-US" sz="1400">
                    <a:solidFill>
                      <a:schemeClr val="tx1"/>
                    </a:solidFill>
                    <a:latin typeface="思源黑体 CN Bold" panose="020B0800000000000000" pitchFamily="34" charset="-122"/>
                    <a:ea typeface="思源黑体 CN Bold" panose="020B0800000000000000" pitchFamily="34" charset="-122"/>
                  </a:rPr>
                  <a:t>虚拟仿真）</a:t>
                </a:r>
                <a:endParaRPr lang="zh-CN" altLang="zh-CN" sz="1400" dirty="0">
                  <a:solidFill>
                    <a:schemeClr val="tx1"/>
                  </a:solidFill>
                  <a:latin typeface="思源黑体 CN Bold" panose="020B0800000000000000" pitchFamily="34" charset="-122"/>
                  <a:ea typeface="思源黑体 CN Bold" panose="020B0800000000000000" pitchFamily="34" charset="-122"/>
                </a:endParaRPr>
              </a:p>
            </p:txBody>
          </p:sp>
          <p:sp>
            <p:nvSpPr>
              <p:cNvPr id="226" name="文本框 225"/>
              <p:cNvSpPr txBox="1"/>
              <p:nvPr/>
            </p:nvSpPr>
            <p:spPr>
              <a:xfrm>
                <a:off x="8836882" y="4602301"/>
                <a:ext cx="2154436" cy="240643"/>
              </a:xfrm>
              <a:prstGeom prst="rect">
                <a:avLst/>
              </a:prstGeom>
              <a:noFill/>
            </p:spPr>
            <p:txBody>
              <a:bodyPr wrap="none" lIns="0" tIns="0" rIns="0" bIns="0">
                <a:spAutoFit/>
              </a:bodyPr>
              <a:lstStyle/>
              <a:p>
                <a:pPr algn="ctr">
                  <a:lnSpc>
                    <a:spcPct val="120000"/>
                  </a:lnSpc>
                </a:pPr>
                <a:r>
                  <a:rPr lang="zh-CN" altLang="en-US" sz="1400">
                    <a:solidFill>
                      <a:schemeClr val="tx1"/>
                    </a:solidFill>
                    <a:latin typeface="思源黑体 CN Bold" panose="020B0800000000000000" pitchFamily="34" charset="-122"/>
                    <a:ea typeface="思源黑体 CN Bold" panose="020B0800000000000000" pitchFamily="34" charset="-122"/>
                  </a:rPr>
                  <a:t>应用拓展（企业真实项目）</a:t>
                </a:r>
                <a:endParaRPr lang="zh-CN" altLang="zh-CN" sz="1400" dirty="0">
                  <a:solidFill>
                    <a:schemeClr val="tx1"/>
                  </a:solidFill>
                  <a:latin typeface="思源黑体 CN Bold" panose="020B0800000000000000" pitchFamily="34" charset="-122"/>
                  <a:ea typeface="思源黑体 CN Bold" panose="020B0800000000000000" pitchFamily="34" charset="-122"/>
                </a:endParaRPr>
              </a:p>
            </p:txBody>
          </p:sp>
        </p:grpSp>
      </p:grpSp>
      <p:grpSp>
        <p:nvGrpSpPr>
          <p:cNvPr id="71" name="组合 70"/>
          <p:cNvGrpSpPr/>
          <p:nvPr/>
        </p:nvGrpSpPr>
        <p:grpSpPr>
          <a:xfrm>
            <a:off x="0" y="2449327"/>
            <a:ext cx="4858902" cy="4126772"/>
            <a:chOff x="0" y="2449327"/>
            <a:chExt cx="4858902" cy="4126772"/>
          </a:xfrm>
        </p:grpSpPr>
        <p:grpSp>
          <p:nvGrpSpPr>
            <p:cNvPr id="183" name="组合 182"/>
            <p:cNvGrpSpPr/>
            <p:nvPr/>
          </p:nvGrpSpPr>
          <p:grpSpPr>
            <a:xfrm>
              <a:off x="0" y="5328432"/>
              <a:ext cx="4858902" cy="1247667"/>
              <a:chOff x="7459229" y="5328432"/>
              <a:chExt cx="4858902" cy="1247667"/>
            </a:xfrm>
          </p:grpSpPr>
          <p:sp>
            <p:nvSpPr>
              <p:cNvPr id="184" name="125"/>
              <p:cNvSpPr/>
              <p:nvPr>
                <p:custDataLst>
                  <p:tags r:id="rId3"/>
                </p:custDataLst>
              </p:nvPr>
            </p:nvSpPr>
            <p:spPr>
              <a:xfrm rot="13259906" flipV="1">
                <a:off x="10560568" y="5328435"/>
                <a:ext cx="1757563" cy="1247664"/>
              </a:xfrm>
              <a:prstGeom prst="arc">
                <a:avLst>
                  <a:gd name="adj1" fmla="val 19859252"/>
                  <a:gd name="adj2" fmla="val 1059325"/>
                </a:avLst>
              </a:prstGeom>
              <a:ln w="19403">
                <a:gradFill>
                  <a:gsLst>
                    <a:gs pos="0">
                      <a:schemeClr val="accent1">
                        <a:lumMod val="5000"/>
                        <a:lumOff val="95000"/>
                      </a:schemeClr>
                    </a:gs>
                    <a:gs pos="76000">
                      <a:schemeClr val="accent2"/>
                    </a:gs>
                  </a:gsLst>
                  <a:lin ang="5400000" scaled="1"/>
                </a:gra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lIns="93132" tIns="46566" rIns="93132" bIns="46566"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835" dirty="0">
                  <a:cs typeface="思源黑体 CN Medium" panose="020B0600000000000000" pitchFamily="34" charset="-122"/>
                </a:endParaRPr>
              </a:p>
            </p:txBody>
          </p:sp>
          <p:sp>
            <p:nvSpPr>
              <p:cNvPr id="185" name="125"/>
              <p:cNvSpPr/>
              <p:nvPr>
                <p:custDataLst>
                  <p:tags r:id="rId4"/>
                </p:custDataLst>
              </p:nvPr>
            </p:nvSpPr>
            <p:spPr>
              <a:xfrm rot="8340094" flipH="1" flipV="1">
                <a:off x="7459229" y="5328432"/>
                <a:ext cx="1757563" cy="1247664"/>
              </a:xfrm>
              <a:prstGeom prst="arc">
                <a:avLst>
                  <a:gd name="adj1" fmla="val 19859252"/>
                  <a:gd name="adj2" fmla="val 1059325"/>
                </a:avLst>
              </a:prstGeom>
              <a:ln w="19403">
                <a:gradFill>
                  <a:gsLst>
                    <a:gs pos="0">
                      <a:schemeClr val="accent1">
                        <a:lumMod val="5000"/>
                        <a:lumOff val="95000"/>
                      </a:schemeClr>
                    </a:gs>
                    <a:gs pos="76000">
                      <a:schemeClr val="accent2"/>
                    </a:gs>
                  </a:gsLst>
                  <a:lin ang="5400000" scaled="1"/>
                </a:gra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lIns="93132" tIns="46566" rIns="93132" bIns="46566"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835">
                  <a:cs typeface="思源黑体 CN Medium" panose="020B0600000000000000" pitchFamily="34" charset="-122"/>
                </a:endParaRPr>
              </a:p>
            </p:txBody>
          </p:sp>
        </p:grpSp>
        <p:grpSp>
          <p:nvGrpSpPr>
            <p:cNvPr id="66" name="组合 65"/>
            <p:cNvGrpSpPr/>
            <p:nvPr/>
          </p:nvGrpSpPr>
          <p:grpSpPr>
            <a:xfrm>
              <a:off x="442913" y="2449327"/>
              <a:ext cx="3923950" cy="3186614"/>
              <a:chOff x="442913" y="2449327"/>
              <a:chExt cx="3923950" cy="3186614"/>
            </a:xfrm>
          </p:grpSpPr>
          <p:grpSp>
            <p:nvGrpSpPr>
              <p:cNvPr id="231" name="组合 230"/>
              <p:cNvGrpSpPr/>
              <p:nvPr/>
            </p:nvGrpSpPr>
            <p:grpSpPr>
              <a:xfrm>
                <a:off x="442913" y="2615456"/>
                <a:ext cx="3708399" cy="2323656"/>
                <a:chOff x="442913" y="2596001"/>
                <a:chExt cx="3708399" cy="2323656"/>
              </a:xfrm>
            </p:grpSpPr>
            <p:sp>
              <p:nvSpPr>
                <p:cNvPr id="148" name="矩形 147"/>
                <p:cNvSpPr/>
                <p:nvPr/>
              </p:nvSpPr>
              <p:spPr>
                <a:xfrm>
                  <a:off x="442913" y="2596001"/>
                  <a:ext cx="3708399" cy="590550"/>
                </a:xfrm>
                <a:prstGeom prst="rect">
                  <a:avLst/>
                </a:prstGeom>
                <a:gradFill>
                  <a:gsLst>
                    <a:gs pos="0">
                      <a:schemeClr val="accent2">
                        <a:lumMod val="10000"/>
                        <a:lumOff val="90000"/>
                      </a:schemeClr>
                    </a:gs>
                    <a:gs pos="100000">
                      <a:schemeClr val="accent2">
                        <a:lumMod val="10000"/>
                        <a:lumOff val="90000"/>
                      </a:schemeClr>
                    </a:gs>
                  </a:gsLst>
                  <a:lin ang="7200000" scaled="0"/>
                </a:gradFill>
                <a:ln w="6350">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0" name="矩形 159"/>
                <p:cNvSpPr/>
                <p:nvPr/>
              </p:nvSpPr>
              <p:spPr>
                <a:xfrm>
                  <a:off x="442913" y="3446605"/>
                  <a:ext cx="3708399" cy="590550"/>
                </a:xfrm>
                <a:prstGeom prst="rect">
                  <a:avLst/>
                </a:prstGeom>
                <a:gradFill>
                  <a:gsLst>
                    <a:gs pos="0">
                      <a:schemeClr val="accent2">
                        <a:lumMod val="10000"/>
                        <a:lumOff val="90000"/>
                      </a:schemeClr>
                    </a:gs>
                    <a:gs pos="100000">
                      <a:schemeClr val="accent2">
                        <a:lumMod val="10000"/>
                        <a:lumOff val="90000"/>
                      </a:schemeClr>
                    </a:gs>
                  </a:gsLst>
                  <a:lin ang="7200000" scaled="0"/>
                </a:gradFill>
                <a:ln w="6350">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4" name="矩形 163"/>
                <p:cNvSpPr/>
                <p:nvPr/>
              </p:nvSpPr>
              <p:spPr>
                <a:xfrm>
                  <a:off x="442913" y="4329107"/>
                  <a:ext cx="3708399" cy="590550"/>
                </a:xfrm>
                <a:prstGeom prst="rect">
                  <a:avLst/>
                </a:prstGeom>
                <a:gradFill>
                  <a:gsLst>
                    <a:gs pos="0">
                      <a:schemeClr val="accent2">
                        <a:lumMod val="10000"/>
                        <a:lumOff val="90000"/>
                      </a:schemeClr>
                    </a:gs>
                    <a:gs pos="100000">
                      <a:schemeClr val="accent2">
                        <a:lumMod val="10000"/>
                        <a:lumOff val="90000"/>
                      </a:schemeClr>
                    </a:gs>
                  </a:gsLst>
                  <a:lin ang="7200000" scaled="0"/>
                </a:gradFill>
                <a:ln w="6350">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50" name="111"/>
              <p:cNvSpPr/>
              <p:nvPr>
                <p:custDataLst>
                  <p:tags r:id="rId1"/>
                </p:custDataLst>
              </p:nvPr>
            </p:nvSpPr>
            <p:spPr>
              <a:xfrm rot="5400000">
                <a:off x="2057868" y="3326947"/>
                <a:ext cx="743167" cy="3874822"/>
              </a:xfrm>
              <a:custGeom>
                <a:avLst/>
                <a:gdLst>
                  <a:gd name="connsiteX0" fmla="*/ 0 w 8412793"/>
                  <a:gd name="connsiteY0" fmla="*/ 0 h 5283171"/>
                  <a:gd name="connsiteX1" fmla="*/ 73311 w 8412793"/>
                  <a:gd name="connsiteY1" fmla="*/ 52997 h 5283171"/>
                  <a:gd name="connsiteX2" fmla="*/ 7435662 w 8412793"/>
                  <a:gd name="connsiteY2" fmla="*/ 1775828 h 5283171"/>
                  <a:gd name="connsiteX3" fmla="*/ 8315847 w 8412793"/>
                  <a:gd name="connsiteY3" fmla="*/ 1757354 h 5283171"/>
                  <a:gd name="connsiteX4" fmla="*/ 8412793 w 8412793"/>
                  <a:gd name="connsiteY4" fmla="*/ 1752233 h 5283171"/>
                  <a:gd name="connsiteX5" fmla="*/ 8412793 w 8412793"/>
                  <a:gd name="connsiteY5" fmla="*/ 3530938 h 5283171"/>
                  <a:gd name="connsiteX6" fmla="*/ 8315847 w 8412793"/>
                  <a:gd name="connsiteY6" fmla="*/ 3525818 h 5283171"/>
                  <a:gd name="connsiteX7" fmla="*/ 7435662 w 8412793"/>
                  <a:gd name="connsiteY7" fmla="*/ 3507343 h 5283171"/>
                  <a:gd name="connsiteX8" fmla="*/ 73311 w 8412793"/>
                  <a:gd name="connsiteY8" fmla="*/ 5230174 h 5283171"/>
                  <a:gd name="connsiteX9" fmla="*/ 0 w 8412793"/>
                  <a:gd name="connsiteY9" fmla="*/ 5283171 h 528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12793" h="5283171">
                    <a:moveTo>
                      <a:pt x="0" y="0"/>
                    </a:moveTo>
                    <a:lnTo>
                      <a:pt x="73311" y="52997"/>
                    </a:lnTo>
                    <a:cubicBezTo>
                      <a:pt x="1583159" y="1085875"/>
                      <a:pt x="4315569" y="1775828"/>
                      <a:pt x="7435662" y="1775828"/>
                    </a:cubicBezTo>
                    <a:cubicBezTo>
                      <a:pt x="7732814" y="1775828"/>
                      <a:pt x="8026449" y="1769570"/>
                      <a:pt x="8315847" y="1757354"/>
                    </a:cubicBezTo>
                    <a:lnTo>
                      <a:pt x="8412793" y="1752233"/>
                    </a:lnTo>
                    <a:lnTo>
                      <a:pt x="8412793" y="3530938"/>
                    </a:lnTo>
                    <a:lnTo>
                      <a:pt x="8315847" y="3525818"/>
                    </a:lnTo>
                    <a:cubicBezTo>
                      <a:pt x="8026449" y="3513601"/>
                      <a:pt x="7732814" y="3507343"/>
                      <a:pt x="7435662" y="3507343"/>
                    </a:cubicBezTo>
                    <a:cubicBezTo>
                      <a:pt x="4315568" y="3507343"/>
                      <a:pt x="1583159" y="4197297"/>
                      <a:pt x="73311" y="5230174"/>
                    </a:cubicBezTo>
                    <a:lnTo>
                      <a:pt x="0" y="5283171"/>
                    </a:lnTo>
                    <a:close/>
                  </a:path>
                </a:pathLst>
              </a:custGeom>
              <a:gradFill flip="none" rotWithShape="1">
                <a:gsLst>
                  <a:gs pos="11000">
                    <a:schemeClr val="accent2">
                      <a:alpha val="0"/>
                    </a:schemeClr>
                  </a:gs>
                  <a:gs pos="54000">
                    <a:schemeClr val="accent2">
                      <a:alpha val="25000"/>
                    </a:schemeClr>
                  </a:gs>
                  <a:gs pos="100000">
                    <a:schemeClr val="accent2">
                      <a:alpha val="0"/>
                    </a:schemeClr>
                  </a:gs>
                </a:gsLst>
                <a:lin ang="0" scaled="1"/>
                <a:tileRect/>
              </a:gradFill>
              <a:ln w="16384" cap="flat" cmpd="sng" algn="ctr">
                <a:gradFill flip="none" rotWithShape="1">
                  <a:gsLst>
                    <a:gs pos="25000">
                      <a:schemeClr val="accent2">
                        <a:alpha val="0"/>
                      </a:schemeClr>
                    </a:gs>
                    <a:gs pos="74000">
                      <a:schemeClr val="accent2"/>
                    </a:gs>
                    <a:gs pos="100000">
                      <a:schemeClr val="accent2">
                        <a:alpha val="0"/>
                      </a:schemeClr>
                    </a:gs>
                  </a:gsLst>
                  <a:lin ang="0" scaled="1"/>
                  <a:tileRect/>
                </a:gradFill>
                <a:prstDash val="solid"/>
                <a:miter lim="800000"/>
              </a:ln>
              <a:effectLst/>
            </p:spPr>
            <p:txBody>
              <a:bodyPr rot="0" spcFirstLastPara="0" vert="horz" wrap="square" lIns="117967" tIns="58984" rIns="117967" bIns="58984"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2325"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51" name="115"/>
              <p:cNvSpPr txBox="1"/>
              <p:nvPr>
                <p:custDataLst>
                  <p:tags r:id="rId2"/>
                </p:custDataLst>
              </p:nvPr>
            </p:nvSpPr>
            <p:spPr>
              <a:xfrm>
                <a:off x="1916490" y="5170764"/>
                <a:ext cx="1025922" cy="307777"/>
              </a:xfrm>
              <a:prstGeom prst="rect">
                <a:avLst/>
              </a:prstGeom>
              <a:noFill/>
              <a:effectLst/>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操作轨迹</a:t>
                </a:r>
              </a:p>
            </p:txBody>
          </p:sp>
          <p:sp>
            <p:nvSpPr>
              <p:cNvPr id="157" name="梯形 156"/>
              <p:cNvSpPr/>
              <p:nvPr/>
            </p:nvSpPr>
            <p:spPr>
              <a:xfrm>
                <a:off x="1638721" y="2449331"/>
                <a:ext cx="1316782" cy="165840"/>
              </a:xfrm>
              <a:prstGeom prst="trapezoid">
                <a:avLst>
                  <a:gd name="adj" fmla="val 3224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HelveticaExt-Normal"/>
                  <a:ea typeface="OPPOSans B"/>
                </a:endParaRPr>
              </a:p>
            </p:txBody>
          </p:sp>
          <p:sp>
            <p:nvSpPr>
              <p:cNvPr id="158" name="梯形 157"/>
              <p:cNvSpPr/>
              <p:nvPr/>
            </p:nvSpPr>
            <p:spPr>
              <a:xfrm flipV="1">
                <a:off x="1692301" y="2449327"/>
                <a:ext cx="1209622" cy="319664"/>
              </a:xfrm>
              <a:prstGeom prst="trapezoid">
                <a:avLst>
                  <a:gd name="adj" fmla="val 20517"/>
                </a:avLst>
              </a:prstGeom>
              <a:gradFill flip="none" rotWithShape="1">
                <a:gsLst>
                  <a:gs pos="0">
                    <a:schemeClr val="accent2">
                      <a:lumMod val="90000"/>
                      <a:lumOff val="10000"/>
                    </a:schemeClr>
                  </a:gs>
                  <a:gs pos="50000">
                    <a:schemeClr val="accent2"/>
                  </a:gs>
                </a:gsLst>
                <a:lin ang="7200000" scaled="0"/>
                <a:tileRect/>
              </a:gradFill>
              <a:ln w="9525" cap="flat" cmpd="sng" algn="ctr">
                <a:noFill/>
                <a:prstDash val="solid"/>
                <a:miter lim="800000"/>
              </a:ln>
              <a:effectLst>
                <a:outerShdw blurRad="88900" sx="103000" sy="103000" algn="ctr" rotWithShape="0">
                  <a:prstClr val="black">
                    <a:alpha val="14000"/>
                  </a:prstClr>
                </a:outerShdw>
              </a:effectLst>
            </p:spPr>
            <p:txBody>
              <a:bodyPr rtlCol="0" anchor="ctr"/>
              <a:lstStyle/>
              <a:p>
                <a:pPr algn="ctr"/>
                <a:endParaRPr lang="zh-CN" altLang="en-US" kern="0">
                  <a:solidFill>
                    <a:prstClr val="white"/>
                  </a:solidFill>
                  <a:latin typeface="DIN"/>
                </a:endParaRPr>
              </a:p>
            </p:txBody>
          </p:sp>
          <p:sp>
            <p:nvSpPr>
              <p:cNvPr id="159" name="文本框 158"/>
              <p:cNvSpPr txBox="1"/>
              <p:nvPr/>
            </p:nvSpPr>
            <p:spPr>
              <a:xfrm>
                <a:off x="1886743" y="2486049"/>
                <a:ext cx="820738" cy="246221"/>
              </a:xfrm>
              <a:prstGeom prst="rect">
                <a:avLst/>
              </a:prstGeom>
              <a:noFill/>
            </p:spPr>
            <p:txBody>
              <a:bodyPr wrap="none" lIns="0" tIns="0" rIns="0" bIns="0">
                <a:spAutoFit/>
              </a:bodyPr>
              <a:lstStyle/>
              <a:p>
                <a:r>
                  <a:rPr lang="zh-CN" altLang="en-US" sz="1600" b="1">
                    <a:solidFill>
                      <a:schemeClr val="bg1"/>
                    </a:solidFill>
                    <a:latin typeface="思源黑体 CN Bold" panose="020B0800000000000000" pitchFamily="34" charset="-122"/>
                    <a:ea typeface="思源黑体 CN Bold" panose="020B0800000000000000" pitchFamily="34" charset="-122"/>
                  </a:rPr>
                  <a:t>准则情境</a:t>
                </a:r>
                <a:endParaRPr lang="zh-CN" altLang="en-US" sz="1600" b="1" dirty="0">
                  <a:solidFill>
                    <a:schemeClr val="bg1"/>
                  </a:solidFill>
                  <a:latin typeface="思源黑体 CN Bold" panose="020B0800000000000000" pitchFamily="34" charset="-122"/>
                  <a:ea typeface="思源黑体 CN Bold" panose="020B0800000000000000" pitchFamily="34" charset="-122"/>
                </a:endParaRPr>
              </a:p>
            </p:txBody>
          </p:sp>
          <p:sp>
            <p:nvSpPr>
              <p:cNvPr id="161" name="梯形 160"/>
              <p:cNvSpPr/>
              <p:nvPr/>
            </p:nvSpPr>
            <p:spPr>
              <a:xfrm>
                <a:off x="1638721" y="3299935"/>
                <a:ext cx="1316782" cy="165840"/>
              </a:xfrm>
              <a:prstGeom prst="trapezoid">
                <a:avLst>
                  <a:gd name="adj" fmla="val 3224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HelveticaExt-Normal"/>
                  <a:ea typeface="OPPOSans B"/>
                </a:endParaRPr>
              </a:p>
            </p:txBody>
          </p:sp>
          <p:sp>
            <p:nvSpPr>
              <p:cNvPr id="162" name="梯形 161"/>
              <p:cNvSpPr/>
              <p:nvPr/>
            </p:nvSpPr>
            <p:spPr>
              <a:xfrm flipV="1">
                <a:off x="1692301" y="3299931"/>
                <a:ext cx="1209622" cy="319664"/>
              </a:xfrm>
              <a:prstGeom prst="trapezoid">
                <a:avLst>
                  <a:gd name="adj" fmla="val 20517"/>
                </a:avLst>
              </a:prstGeom>
              <a:gradFill flip="none" rotWithShape="1">
                <a:gsLst>
                  <a:gs pos="0">
                    <a:schemeClr val="accent2">
                      <a:lumMod val="90000"/>
                      <a:lumOff val="10000"/>
                    </a:schemeClr>
                  </a:gs>
                  <a:gs pos="50000">
                    <a:schemeClr val="accent2"/>
                  </a:gs>
                </a:gsLst>
                <a:lin ang="7200000" scaled="0"/>
                <a:tileRect/>
              </a:gradFill>
              <a:ln w="9525" cap="flat" cmpd="sng" algn="ctr">
                <a:noFill/>
                <a:prstDash val="solid"/>
                <a:miter lim="800000"/>
              </a:ln>
              <a:effectLst>
                <a:outerShdw blurRad="88900" sx="103000" sy="103000" algn="ctr" rotWithShape="0">
                  <a:prstClr val="black">
                    <a:alpha val="14000"/>
                  </a:prstClr>
                </a:outerShdw>
              </a:effectLst>
            </p:spPr>
            <p:txBody>
              <a:bodyPr rtlCol="0" anchor="ctr"/>
              <a:lstStyle/>
              <a:p>
                <a:pPr algn="ctr"/>
                <a:endParaRPr lang="zh-CN" altLang="en-US" kern="0">
                  <a:solidFill>
                    <a:prstClr val="white"/>
                  </a:solidFill>
                  <a:latin typeface="DIN"/>
                </a:endParaRPr>
              </a:p>
            </p:txBody>
          </p:sp>
          <p:sp>
            <p:nvSpPr>
              <p:cNvPr id="163" name="文本框 162"/>
              <p:cNvSpPr txBox="1"/>
              <p:nvPr/>
            </p:nvSpPr>
            <p:spPr>
              <a:xfrm>
                <a:off x="1886743" y="3336653"/>
                <a:ext cx="820738" cy="246221"/>
              </a:xfrm>
              <a:prstGeom prst="rect">
                <a:avLst/>
              </a:prstGeom>
              <a:noFill/>
            </p:spPr>
            <p:txBody>
              <a:bodyPr wrap="none" lIns="0" tIns="0" rIns="0" bIns="0">
                <a:spAutoFit/>
              </a:bodyPr>
              <a:lstStyle/>
              <a:p>
                <a:r>
                  <a:rPr lang="zh-CN" altLang="en-US" sz="1600" b="1">
                    <a:solidFill>
                      <a:schemeClr val="bg1"/>
                    </a:solidFill>
                    <a:latin typeface="思源黑体 CN Bold" panose="020B0800000000000000" pitchFamily="34" charset="-122"/>
                    <a:ea typeface="思源黑体 CN Bold" panose="020B0800000000000000" pitchFamily="34" charset="-122"/>
                  </a:rPr>
                  <a:t>职业情境</a:t>
                </a:r>
                <a:endParaRPr lang="zh-CN" altLang="en-US" sz="1600" b="1" dirty="0">
                  <a:solidFill>
                    <a:schemeClr val="bg1"/>
                  </a:solidFill>
                  <a:latin typeface="思源黑体 CN Bold" panose="020B0800000000000000" pitchFamily="34" charset="-122"/>
                  <a:ea typeface="思源黑体 CN Bold" panose="020B0800000000000000" pitchFamily="34" charset="-122"/>
                </a:endParaRPr>
              </a:p>
            </p:txBody>
          </p:sp>
          <p:sp>
            <p:nvSpPr>
              <p:cNvPr id="165" name="梯形 164"/>
              <p:cNvSpPr/>
              <p:nvPr/>
            </p:nvSpPr>
            <p:spPr>
              <a:xfrm>
                <a:off x="1638721" y="4182437"/>
                <a:ext cx="1316782" cy="165840"/>
              </a:xfrm>
              <a:prstGeom prst="trapezoid">
                <a:avLst>
                  <a:gd name="adj" fmla="val 3224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HelveticaExt-Normal"/>
                  <a:ea typeface="OPPOSans B"/>
                </a:endParaRPr>
              </a:p>
            </p:txBody>
          </p:sp>
          <p:sp>
            <p:nvSpPr>
              <p:cNvPr id="166" name="梯形 165"/>
              <p:cNvSpPr/>
              <p:nvPr/>
            </p:nvSpPr>
            <p:spPr>
              <a:xfrm flipV="1">
                <a:off x="1692301" y="4182433"/>
                <a:ext cx="1209622" cy="319664"/>
              </a:xfrm>
              <a:prstGeom prst="trapezoid">
                <a:avLst>
                  <a:gd name="adj" fmla="val 20517"/>
                </a:avLst>
              </a:prstGeom>
              <a:gradFill flip="none" rotWithShape="1">
                <a:gsLst>
                  <a:gs pos="0">
                    <a:schemeClr val="accent2">
                      <a:lumMod val="90000"/>
                      <a:lumOff val="10000"/>
                    </a:schemeClr>
                  </a:gs>
                  <a:gs pos="50000">
                    <a:schemeClr val="accent2"/>
                  </a:gs>
                </a:gsLst>
                <a:lin ang="7200000" scaled="0"/>
                <a:tileRect/>
              </a:gradFill>
              <a:ln w="9525" cap="flat" cmpd="sng" algn="ctr">
                <a:noFill/>
                <a:prstDash val="solid"/>
                <a:miter lim="800000"/>
              </a:ln>
              <a:effectLst>
                <a:outerShdw blurRad="88900" sx="103000" sy="103000" algn="ctr" rotWithShape="0">
                  <a:prstClr val="black">
                    <a:alpha val="14000"/>
                  </a:prstClr>
                </a:outerShdw>
              </a:effectLst>
            </p:spPr>
            <p:txBody>
              <a:bodyPr rtlCol="0" anchor="ctr"/>
              <a:lstStyle/>
              <a:p>
                <a:pPr algn="ctr"/>
                <a:endParaRPr lang="zh-CN" altLang="en-US" kern="0">
                  <a:solidFill>
                    <a:prstClr val="white"/>
                  </a:solidFill>
                  <a:latin typeface="DIN"/>
                </a:endParaRPr>
              </a:p>
            </p:txBody>
          </p:sp>
          <p:sp>
            <p:nvSpPr>
              <p:cNvPr id="167" name="文本框 166"/>
              <p:cNvSpPr txBox="1"/>
              <p:nvPr/>
            </p:nvSpPr>
            <p:spPr>
              <a:xfrm>
                <a:off x="1886743" y="4219155"/>
                <a:ext cx="820738" cy="246221"/>
              </a:xfrm>
              <a:prstGeom prst="rect">
                <a:avLst/>
              </a:prstGeom>
              <a:noFill/>
            </p:spPr>
            <p:txBody>
              <a:bodyPr wrap="none" lIns="0" tIns="0" rIns="0" bIns="0">
                <a:spAutoFit/>
              </a:bodyPr>
              <a:lstStyle/>
              <a:p>
                <a:r>
                  <a:rPr lang="zh-CN" altLang="en-US" sz="1600" b="1">
                    <a:solidFill>
                      <a:schemeClr val="bg1"/>
                    </a:solidFill>
                    <a:latin typeface="思源黑体 CN Bold" panose="020B0800000000000000" pitchFamily="34" charset="-122"/>
                    <a:ea typeface="思源黑体 CN Bold" panose="020B0800000000000000" pitchFamily="34" charset="-122"/>
                  </a:rPr>
                  <a:t>问题情境</a:t>
                </a:r>
                <a:endParaRPr lang="zh-CN" altLang="en-US" sz="1600" b="1" dirty="0">
                  <a:solidFill>
                    <a:schemeClr val="bg1"/>
                  </a:solidFill>
                  <a:latin typeface="思源黑体 CN Bold" panose="020B0800000000000000" pitchFamily="34" charset="-122"/>
                  <a:ea typeface="思源黑体 CN Bold" panose="020B0800000000000000" pitchFamily="34" charset="-122"/>
                </a:endParaRPr>
              </a:p>
            </p:txBody>
          </p:sp>
          <p:sp>
            <p:nvSpPr>
              <p:cNvPr id="227" name="文本框 226"/>
              <p:cNvSpPr txBox="1"/>
              <p:nvPr/>
            </p:nvSpPr>
            <p:spPr>
              <a:xfrm>
                <a:off x="1562387" y="2837001"/>
                <a:ext cx="1615827" cy="240643"/>
              </a:xfrm>
              <a:prstGeom prst="rect">
                <a:avLst/>
              </a:prstGeom>
              <a:noFill/>
            </p:spPr>
            <p:txBody>
              <a:bodyPr wrap="none" lIns="0" tIns="0" rIns="0" bIns="0">
                <a:spAutoFit/>
              </a:bodyPr>
              <a:lstStyle/>
              <a:p>
                <a:pPr algn="ctr">
                  <a:lnSpc>
                    <a:spcPct val="120000"/>
                  </a:lnSpc>
                </a:pPr>
                <a:r>
                  <a:rPr lang="zh-CN" altLang="en-US" sz="1400">
                    <a:solidFill>
                      <a:schemeClr val="tx1"/>
                    </a:solidFill>
                    <a:latin typeface="思源黑体 CN Bold" panose="020B0800000000000000" pitchFamily="34" charset="-122"/>
                    <a:ea typeface="思源黑体 CN Bold" panose="020B0800000000000000" pitchFamily="34" charset="-122"/>
                  </a:rPr>
                  <a:t>新准则修订背景模拟</a:t>
                </a:r>
                <a:endParaRPr lang="zh-CN" altLang="zh-CN" sz="1400" dirty="0">
                  <a:solidFill>
                    <a:schemeClr val="tx1"/>
                  </a:solidFill>
                  <a:latin typeface="思源黑体 CN Bold" panose="020B0800000000000000" pitchFamily="34" charset="-122"/>
                  <a:ea typeface="思源黑体 CN Bold" panose="020B0800000000000000" pitchFamily="34" charset="-122"/>
                </a:endParaRPr>
              </a:p>
            </p:txBody>
          </p:sp>
          <p:sp>
            <p:nvSpPr>
              <p:cNvPr id="228" name="文本框 227"/>
              <p:cNvSpPr txBox="1"/>
              <p:nvPr/>
            </p:nvSpPr>
            <p:spPr>
              <a:xfrm>
                <a:off x="954849" y="3713301"/>
                <a:ext cx="2830903" cy="240643"/>
              </a:xfrm>
              <a:prstGeom prst="rect">
                <a:avLst/>
              </a:prstGeom>
              <a:noFill/>
            </p:spPr>
            <p:txBody>
              <a:bodyPr wrap="none" lIns="0" tIns="0" rIns="0" bIns="0">
                <a:spAutoFit/>
              </a:bodyPr>
              <a:lstStyle/>
              <a:p>
                <a:pPr algn="ctr">
                  <a:lnSpc>
                    <a:spcPct val="120000"/>
                  </a:lnSpc>
                </a:pPr>
                <a:r>
                  <a:rPr lang="zh-CN" altLang="en-US" sz="1400">
                    <a:solidFill>
                      <a:schemeClr val="tx1"/>
                    </a:solidFill>
                    <a:latin typeface="思源黑体 CN Bold" panose="020B0800000000000000" pitchFamily="34" charset="-122"/>
                    <a:ea typeface="思源黑体 CN Bold" panose="020B0800000000000000" pitchFamily="34" charset="-122"/>
                  </a:rPr>
                  <a:t>分角色扮演（会计</a:t>
                </a:r>
                <a:r>
                  <a:rPr lang="en-US" altLang="zh-CN" sz="1400">
                    <a:solidFill>
                      <a:schemeClr val="tx1"/>
                    </a:solidFill>
                    <a:latin typeface="思源黑体 CN Bold" panose="020B0800000000000000" pitchFamily="34" charset="-122"/>
                    <a:ea typeface="思源黑体 CN Bold" panose="020B0800000000000000" pitchFamily="34" charset="-122"/>
                  </a:rPr>
                  <a:t>/</a:t>
                </a:r>
                <a:r>
                  <a:rPr lang="zh-CN" altLang="en-US" sz="1400">
                    <a:solidFill>
                      <a:schemeClr val="tx1"/>
                    </a:solidFill>
                    <a:latin typeface="思源黑体 CN Bold" panose="020B0800000000000000" pitchFamily="34" charset="-122"/>
                    <a:ea typeface="思源黑体 CN Bold" panose="020B0800000000000000" pitchFamily="34" charset="-122"/>
                  </a:rPr>
                  <a:t>审计</a:t>
                </a:r>
                <a:r>
                  <a:rPr lang="en-US" altLang="zh-CN" sz="1400">
                    <a:solidFill>
                      <a:schemeClr val="tx1"/>
                    </a:solidFill>
                    <a:latin typeface="思源黑体 CN Bold" panose="020B0800000000000000" pitchFamily="34" charset="-122"/>
                    <a:ea typeface="思源黑体 CN Bold" panose="020B0800000000000000" pitchFamily="34" charset="-122"/>
                  </a:rPr>
                  <a:t>/</a:t>
                </a:r>
                <a:r>
                  <a:rPr lang="zh-CN" altLang="en-US" sz="1400">
                    <a:solidFill>
                      <a:schemeClr val="tx1"/>
                    </a:solidFill>
                    <a:latin typeface="思源黑体 CN Bold" panose="020B0800000000000000" pitchFamily="34" charset="-122"/>
                    <a:ea typeface="思源黑体 CN Bold" panose="020B0800000000000000" pitchFamily="34" charset="-122"/>
                  </a:rPr>
                  <a:t>财务总监）</a:t>
                </a:r>
                <a:endParaRPr lang="zh-CN" altLang="zh-CN" sz="1400" dirty="0">
                  <a:solidFill>
                    <a:schemeClr val="tx1"/>
                  </a:solidFill>
                  <a:latin typeface="思源黑体 CN Bold" panose="020B0800000000000000" pitchFamily="34" charset="-122"/>
                  <a:ea typeface="思源黑体 CN Bold" panose="020B0800000000000000" pitchFamily="34" charset="-122"/>
                </a:endParaRPr>
              </a:p>
            </p:txBody>
          </p:sp>
          <p:sp>
            <p:nvSpPr>
              <p:cNvPr id="229" name="文本框 228"/>
              <p:cNvSpPr txBox="1"/>
              <p:nvPr/>
            </p:nvSpPr>
            <p:spPr>
              <a:xfrm>
                <a:off x="1472619" y="4602301"/>
                <a:ext cx="1795363" cy="240643"/>
              </a:xfrm>
              <a:prstGeom prst="rect">
                <a:avLst/>
              </a:prstGeom>
              <a:noFill/>
            </p:spPr>
            <p:txBody>
              <a:bodyPr wrap="none" lIns="0" tIns="0" rIns="0" bIns="0">
                <a:spAutoFit/>
              </a:bodyPr>
              <a:lstStyle/>
              <a:p>
                <a:pPr algn="ctr">
                  <a:lnSpc>
                    <a:spcPct val="120000"/>
                  </a:lnSpc>
                </a:pPr>
                <a:r>
                  <a:rPr lang="zh-CN" altLang="en-US" sz="1400">
                    <a:solidFill>
                      <a:schemeClr val="tx1"/>
                    </a:solidFill>
                    <a:latin typeface="思源黑体 CN Bold" panose="020B0800000000000000" pitchFamily="34" charset="-122"/>
                    <a:ea typeface="思源黑体 CN Bold" panose="020B0800000000000000" pitchFamily="34" charset="-122"/>
                  </a:rPr>
                  <a:t>典型企业财务困境还原</a:t>
                </a:r>
                <a:endParaRPr lang="zh-CN" altLang="zh-CN" sz="1400" dirty="0">
                  <a:solidFill>
                    <a:schemeClr val="tx1"/>
                  </a:solidFill>
                  <a:latin typeface="思源黑体 CN Bold" panose="020B0800000000000000" pitchFamily="34" charset="-122"/>
                  <a:ea typeface="思源黑体 CN Bold" panose="020B0800000000000000" pitchFamily="34" charset="-122"/>
                </a:endParaRPr>
              </a:p>
            </p:txBody>
          </p:sp>
        </p:grpSp>
      </p:grpSp>
      <p:grpSp>
        <p:nvGrpSpPr>
          <p:cNvPr id="69" name="组合 68"/>
          <p:cNvGrpSpPr/>
          <p:nvPr/>
        </p:nvGrpSpPr>
        <p:grpSpPr>
          <a:xfrm>
            <a:off x="442912" y="5630092"/>
            <a:ext cx="11306175" cy="894534"/>
            <a:chOff x="442912" y="5630092"/>
            <a:chExt cx="11306175" cy="894534"/>
          </a:xfrm>
        </p:grpSpPr>
        <p:sp>
          <p:nvSpPr>
            <p:cNvPr id="234" name="矩形 233"/>
            <p:cNvSpPr/>
            <p:nvPr/>
          </p:nvSpPr>
          <p:spPr>
            <a:xfrm>
              <a:off x="442912" y="5630092"/>
              <a:ext cx="11306175" cy="894534"/>
            </a:xfrm>
            <a:prstGeom prst="rect">
              <a:avLst/>
            </a:prstGeom>
            <a:gradFill flip="none" rotWithShape="1">
              <a:gsLst>
                <a:gs pos="49000">
                  <a:schemeClr val="accent1">
                    <a:lumMod val="20000"/>
                    <a:lumOff val="80000"/>
                    <a:alpha val="0"/>
                  </a:schemeClr>
                </a:gs>
                <a:gs pos="100000">
                  <a:schemeClr val="accent1">
                    <a:lumMod val="20000"/>
                    <a:lumOff val="80000"/>
                    <a:alpha val="50000"/>
                  </a:schemeClr>
                </a:gs>
              </a:gsLst>
              <a:lin ang="5400000" scaled="1"/>
              <a:tileRect/>
            </a:gra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80467" tIns="40234" rIns="80467" bIns="40234" rtlCol="0" anchor="ctr"/>
            <a:lstStyle/>
            <a:p>
              <a:pPr algn="ctr"/>
              <a:endParaRPr lang="zh-CN" altLang="en-US" sz="1585">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48" name="组合 247"/>
            <p:cNvGrpSpPr/>
            <p:nvPr/>
          </p:nvGrpSpPr>
          <p:grpSpPr>
            <a:xfrm>
              <a:off x="645347" y="6237115"/>
              <a:ext cx="10901305" cy="191640"/>
              <a:chOff x="766563" y="6176307"/>
              <a:chExt cx="10496436" cy="191640"/>
            </a:xfrm>
          </p:grpSpPr>
          <p:sp>
            <p:nvSpPr>
              <p:cNvPr id="249" name="箭头: 右 248"/>
              <p:cNvSpPr/>
              <p:nvPr/>
            </p:nvSpPr>
            <p:spPr>
              <a:xfrm>
                <a:off x="7139986" y="6176307"/>
                <a:ext cx="4123013" cy="191640"/>
              </a:xfrm>
              <a:prstGeom prst="rightArrow">
                <a:avLst/>
              </a:prstGeom>
              <a:gradFill flip="none" rotWithShape="1">
                <a:gsLst>
                  <a:gs pos="0">
                    <a:schemeClr val="accent1">
                      <a:lumMod val="20000"/>
                      <a:lumOff val="80000"/>
                    </a:schemeClr>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250" name="箭头: 右 249"/>
              <p:cNvSpPr/>
              <p:nvPr/>
            </p:nvSpPr>
            <p:spPr>
              <a:xfrm flipH="1">
                <a:off x="766563" y="6176307"/>
                <a:ext cx="4123013" cy="191640"/>
              </a:xfrm>
              <a:prstGeom prst="rightArrow">
                <a:avLst/>
              </a:prstGeom>
              <a:gradFill flip="none" rotWithShape="1">
                <a:gsLst>
                  <a:gs pos="0">
                    <a:schemeClr val="accent1">
                      <a:lumMod val="20000"/>
                      <a:lumOff val="80000"/>
                    </a:schemeClr>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grpSp>
        <p:sp>
          <p:nvSpPr>
            <p:cNvPr id="237" name="矩形: 圆角 236"/>
            <p:cNvSpPr/>
            <p:nvPr/>
          </p:nvSpPr>
          <p:spPr>
            <a:xfrm>
              <a:off x="1330711" y="5823205"/>
              <a:ext cx="1134080" cy="338189"/>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600">
                  <a:solidFill>
                    <a:schemeClr val="accent1"/>
                  </a:solidFill>
                  <a:effectLst/>
                  <a:latin typeface="思源黑体 CN Bold" panose="020B0800000000000000" pitchFamily="34" charset="-122"/>
                  <a:ea typeface="思源黑体 CN Bold" panose="020B0800000000000000" pitchFamily="34" charset="-122"/>
                  <a:cs typeface="思源黑体 CN Normal" panose="020B0400000000000000" charset="-122"/>
                </a:rPr>
                <a:t>RPA</a:t>
              </a:r>
              <a:r>
                <a:rPr lang="zh-CN" altLang="en-US" sz="1600">
                  <a:solidFill>
                    <a:schemeClr val="accent1"/>
                  </a:solidFill>
                  <a:effectLst/>
                  <a:latin typeface="思源黑体 CN Bold" panose="020B0800000000000000" pitchFamily="34" charset="-122"/>
                  <a:ea typeface="思源黑体 CN Bold" panose="020B0800000000000000" pitchFamily="34" charset="-122"/>
                  <a:cs typeface="思源黑体 CN Normal" panose="020B0400000000000000" charset="-122"/>
                </a:rPr>
                <a:t>应用</a:t>
              </a:r>
              <a:endParaRPr lang="zh-CN" altLang="en-US" sz="1600" dirty="0">
                <a:solidFill>
                  <a:schemeClr val="accent1"/>
                </a:solidFill>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38" name="椭圆 237"/>
            <p:cNvSpPr/>
            <p:nvPr/>
          </p:nvSpPr>
          <p:spPr>
            <a:xfrm>
              <a:off x="1069065" y="5775069"/>
              <a:ext cx="434460" cy="434460"/>
            </a:xfrm>
            <a:prstGeom prst="ellipse">
              <a:avLst/>
            </a:prstGeom>
            <a:gradFill>
              <a:gsLst>
                <a:gs pos="0">
                  <a:schemeClr val="accent1">
                    <a:lumMod val="60000"/>
                    <a:lumOff val="40000"/>
                  </a:schemeClr>
                </a:gs>
                <a:gs pos="67000">
                  <a:schemeClr val="accent1"/>
                </a:gs>
              </a:gsLst>
              <a:lin ang="2700000" scaled="1"/>
            </a:grad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40" name="矩形: 圆角 239"/>
            <p:cNvSpPr/>
            <p:nvPr/>
          </p:nvSpPr>
          <p:spPr>
            <a:xfrm>
              <a:off x="3009863" y="5823205"/>
              <a:ext cx="1560572" cy="338189"/>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600">
                  <a:solidFill>
                    <a:schemeClr val="accent1"/>
                  </a:solidFill>
                  <a:latin typeface="思源黑体 CN Bold" panose="020B0800000000000000" pitchFamily="34" charset="-122"/>
                  <a:ea typeface="思源黑体 CN Bold" panose="020B0800000000000000" pitchFamily="34" charset="-122"/>
                  <a:cs typeface="思源黑体 CN Normal" panose="020B0400000000000000" charset="-122"/>
                </a:rPr>
                <a:t>Benford</a:t>
              </a:r>
              <a:r>
                <a:rPr lang="zh-CN" altLang="en-US" sz="1600">
                  <a:solidFill>
                    <a:schemeClr val="accent1"/>
                  </a:solidFill>
                  <a:latin typeface="思源黑体 CN Bold" panose="020B0800000000000000" pitchFamily="34" charset="-122"/>
                  <a:ea typeface="思源黑体 CN Bold" panose="020B0800000000000000" pitchFamily="34" charset="-122"/>
                  <a:cs typeface="思源黑体 CN Normal" panose="020B0400000000000000" charset="-122"/>
                </a:rPr>
                <a:t>定律</a:t>
              </a:r>
              <a:endParaRPr lang="zh-CN" altLang="en-US" sz="1600" dirty="0">
                <a:solidFill>
                  <a:schemeClr val="accent1"/>
                </a:solidFill>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41" name="椭圆 240"/>
            <p:cNvSpPr/>
            <p:nvPr/>
          </p:nvSpPr>
          <p:spPr>
            <a:xfrm>
              <a:off x="2748217" y="5775069"/>
              <a:ext cx="434460" cy="434460"/>
            </a:xfrm>
            <a:prstGeom prst="ellipse">
              <a:avLst/>
            </a:prstGeom>
            <a:gradFill>
              <a:gsLst>
                <a:gs pos="0">
                  <a:schemeClr val="accent1">
                    <a:lumMod val="60000"/>
                    <a:lumOff val="40000"/>
                  </a:schemeClr>
                </a:gs>
                <a:gs pos="67000">
                  <a:schemeClr val="accent1"/>
                </a:gs>
              </a:gsLst>
              <a:lin ang="2700000" scaled="1"/>
            </a:grad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43" name="矩形: 圆角 242"/>
            <p:cNvSpPr/>
            <p:nvPr/>
          </p:nvSpPr>
          <p:spPr>
            <a:xfrm>
              <a:off x="7711917" y="5823205"/>
              <a:ext cx="1396655" cy="338189"/>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dirty="0">
                  <a:solidFill>
                    <a:schemeClr val="accent1"/>
                  </a:solidFill>
                  <a:latin typeface="思源黑体 CN Bold" panose="020B0800000000000000" pitchFamily="34" charset="-122"/>
                  <a:ea typeface="思源黑体 CN Bold" panose="020B0800000000000000" pitchFamily="34" charset="-122"/>
                  <a:cs typeface="思源黑体 CN Normal" panose="020B0400000000000000" charset="-122"/>
                </a:rPr>
                <a:t>新准则建议</a:t>
              </a:r>
            </a:p>
          </p:txBody>
        </p:sp>
        <p:sp>
          <p:nvSpPr>
            <p:cNvPr id="244" name="椭圆 243"/>
            <p:cNvSpPr/>
            <p:nvPr/>
          </p:nvSpPr>
          <p:spPr>
            <a:xfrm>
              <a:off x="7450271" y="5775069"/>
              <a:ext cx="434460" cy="434460"/>
            </a:xfrm>
            <a:prstGeom prst="ellipse">
              <a:avLst/>
            </a:prstGeom>
            <a:gradFill>
              <a:gsLst>
                <a:gs pos="0">
                  <a:schemeClr val="accent1">
                    <a:lumMod val="60000"/>
                    <a:lumOff val="40000"/>
                  </a:schemeClr>
                </a:gs>
                <a:gs pos="67000">
                  <a:schemeClr val="accent1"/>
                </a:gs>
              </a:gsLst>
              <a:lin ang="2700000" scaled="1"/>
            </a:grad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46" name="矩形: 圆角 245"/>
            <p:cNvSpPr/>
            <p:nvPr/>
          </p:nvSpPr>
          <p:spPr>
            <a:xfrm>
              <a:off x="9582462" y="5823205"/>
              <a:ext cx="1540472" cy="338189"/>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a:solidFill>
                    <a:schemeClr val="accent1"/>
                  </a:solidFill>
                  <a:latin typeface="思源黑体 CN Bold" panose="020B0800000000000000" pitchFamily="34" charset="-122"/>
                  <a:ea typeface="思源黑体 CN Bold" panose="020B0800000000000000" pitchFamily="34" charset="-122"/>
                  <a:cs typeface="思源黑体 CN Normal" panose="020B0400000000000000" charset="-122"/>
                </a:rPr>
                <a:t>前沿课题研究</a:t>
              </a:r>
            </a:p>
          </p:txBody>
        </p:sp>
        <p:sp>
          <p:nvSpPr>
            <p:cNvPr id="247" name="椭圆 246"/>
            <p:cNvSpPr/>
            <p:nvPr/>
          </p:nvSpPr>
          <p:spPr>
            <a:xfrm>
              <a:off x="9320816" y="5775069"/>
              <a:ext cx="434460" cy="434460"/>
            </a:xfrm>
            <a:prstGeom prst="ellipse">
              <a:avLst/>
            </a:prstGeom>
            <a:gradFill>
              <a:gsLst>
                <a:gs pos="0">
                  <a:schemeClr val="accent1">
                    <a:lumMod val="60000"/>
                    <a:lumOff val="40000"/>
                  </a:schemeClr>
                </a:gs>
                <a:gs pos="67000">
                  <a:schemeClr val="accent1"/>
                </a:gs>
              </a:gsLst>
              <a:lin ang="2700000" scaled="1"/>
            </a:grad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Bold" panose="020B0800000000000000" pitchFamily="34" charset="-122"/>
                <a:ea typeface="思源黑体 CN Bold" panose="020B0800000000000000" pitchFamily="34" charset="-122"/>
                <a:cs typeface="思源黑体 CN Normal" panose="020B0400000000000000" charset="-122"/>
              </a:endParaRPr>
            </a:p>
          </p:txBody>
        </p:sp>
        <p:pic>
          <p:nvPicPr>
            <p:cNvPr id="252" name="图形 251"/>
            <p:cNvPicPr>
              <a:picLocks noChangeAspect="1"/>
            </p:cNvPicPr>
            <p:nvPr/>
          </p:nvPicPr>
          <p:blipFill>
            <a:blip r:embed="rId10"/>
            <a:stretch>
              <a:fillRect/>
            </a:stretch>
          </p:blipFill>
          <p:spPr>
            <a:xfrm>
              <a:off x="1147759" y="5861942"/>
              <a:ext cx="260714" cy="260714"/>
            </a:xfrm>
            <a:prstGeom prst="rect">
              <a:avLst/>
            </a:prstGeom>
          </p:spPr>
        </p:pic>
        <p:pic>
          <p:nvPicPr>
            <p:cNvPr id="253" name="图形 252"/>
            <p:cNvPicPr>
              <a:picLocks noChangeAspect="1"/>
            </p:cNvPicPr>
            <p:nvPr/>
          </p:nvPicPr>
          <p:blipFill>
            <a:blip r:embed="rId10"/>
            <a:stretch>
              <a:fillRect/>
            </a:stretch>
          </p:blipFill>
          <p:spPr>
            <a:xfrm>
              <a:off x="2879061" y="5896515"/>
              <a:ext cx="191568" cy="191568"/>
            </a:xfrm>
            <a:prstGeom prst="rect">
              <a:avLst/>
            </a:prstGeom>
          </p:spPr>
        </p:pic>
        <p:pic>
          <p:nvPicPr>
            <p:cNvPr id="254" name="图形 253"/>
            <p:cNvPicPr>
              <a:picLocks noChangeAspect="1"/>
            </p:cNvPicPr>
            <p:nvPr/>
          </p:nvPicPr>
          <p:blipFill>
            <a:blip r:embed="rId10"/>
            <a:stretch>
              <a:fillRect/>
            </a:stretch>
          </p:blipFill>
          <p:spPr>
            <a:xfrm>
              <a:off x="7536068" y="5861671"/>
              <a:ext cx="261257" cy="261257"/>
            </a:xfrm>
            <a:prstGeom prst="rect">
              <a:avLst/>
            </a:prstGeom>
          </p:spPr>
        </p:pic>
        <p:pic>
          <p:nvPicPr>
            <p:cNvPr id="255" name="图形 254"/>
            <p:cNvPicPr>
              <a:picLocks noChangeAspect="1"/>
            </p:cNvPicPr>
            <p:nvPr/>
          </p:nvPicPr>
          <p:blipFill>
            <a:blip r:embed="rId10"/>
            <a:stretch>
              <a:fillRect/>
            </a:stretch>
          </p:blipFill>
          <p:spPr>
            <a:xfrm>
              <a:off x="9440361" y="5891046"/>
              <a:ext cx="202506" cy="202506"/>
            </a:xfrm>
            <a:prstGeom prst="rect">
              <a:avLst/>
            </a:prstGeom>
          </p:spPr>
        </p:pic>
      </p:grpSp>
      <p:grpSp>
        <p:nvGrpSpPr>
          <p:cNvPr id="2" name="组合 1"/>
          <p:cNvGrpSpPr/>
          <p:nvPr/>
        </p:nvGrpSpPr>
        <p:grpSpPr>
          <a:xfrm>
            <a:off x="442913" y="908049"/>
            <a:ext cx="11306175" cy="1437671"/>
            <a:chOff x="442913" y="908049"/>
            <a:chExt cx="11306175" cy="1437671"/>
          </a:xfrm>
        </p:grpSpPr>
        <p:sp>
          <p:nvSpPr>
            <p:cNvPr id="64" name="等腰三角形 63"/>
            <p:cNvSpPr/>
            <p:nvPr/>
          </p:nvSpPr>
          <p:spPr>
            <a:xfrm>
              <a:off x="442913" y="908049"/>
              <a:ext cx="11306175" cy="877207"/>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矩形 124"/>
            <p:cNvSpPr/>
            <p:nvPr/>
          </p:nvSpPr>
          <p:spPr>
            <a:xfrm>
              <a:off x="442913" y="1783745"/>
              <a:ext cx="11306175" cy="56197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文本框 125"/>
            <p:cNvSpPr txBox="1"/>
            <p:nvPr/>
          </p:nvSpPr>
          <p:spPr>
            <a:xfrm>
              <a:off x="3821339" y="1892826"/>
              <a:ext cx="4549322" cy="343812"/>
            </a:xfrm>
            <a:prstGeom prst="rect">
              <a:avLst/>
            </a:prstGeom>
            <a:noFill/>
          </p:spPr>
          <p:txBody>
            <a:bodyPr wrap="none" lIns="0" tIns="0" rIns="0" bIns="0">
              <a:spAutoFit/>
            </a:bodyPr>
            <a:lstStyle/>
            <a:p>
              <a:pPr algn="ctr">
                <a:lnSpc>
                  <a:spcPct val="120000"/>
                </a:lnSpc>
              </a:pPr>
              <a:r>
                <a:rPr lang="en-US" altLang="zh-CN" sz="2000">
                  <a:solidFill>
                    <a:schemeClr val="tx1"/>
                  </a:solidFill>
                  <a:latin typeface="思源黑体 CN Bold" panose="020B0800000000000000" pitchFamily="34" charset="-122"/>
                  <a:ea typeface="思源黑体 CN Bold" panose="020B0800000000000000" pitchFamily="34" charset="-122"/>
                </a:rPr>
                <a:t>"</a:t>
              </a:r>
              <a:r>
                <a:rPr lang="zh-CN" altLang="en-US" sz="2000">
                  <a:solidFill>
                    <a:schemeClr val="tx1"/>
                  </a:solidFill>
                  <a:latin typeface="思源黑体 CN Bold" panose="020B0800000000000000" pitchFamily="34" charset="-122"/>
                  <a:ea typeface="思源黑体 CN Bold" panose="020B0800000000000000" pitchFamily="34" charset="-122"/>
                </a:rPr>
                <a:t>线上线下</a:t>
              </a:r>
              <a:r>
                <a:rPr lang="en-US" altLang="zh-CN" sz="2000">
                  <a:solidFill>
                    <a:schemeClr val="tx1"/>
                  </a:solidFill>
                  <a:latin typeface="思源黑体 CN Bold" panose="020B0800000000000000" pitchFamily="34" charset="-122"/>
                  <a:ea typeface="思源黑体 CN Bold" panose="020B0800000000000000" pitchFamily="34" charset="-122"/>
                </a:rPr>
                <a:t>+</a:t>
              </a:r>
              <a:r>
                <a:rPr lang="zh-CN" altLang="en-US" sz="2000">
                  <a:solidFill>
                    <a:schemeClr val="tx1"/>
                  </a:solidFill>
                  <a:latin typeface="思源黑体 CN Bold" panose="020B0800000000000000" pitchFamily="34" charset="-122"/>
                  <a:ea typeface="思源黑体 CN Bold" panose="020B0800000000000000" pitchFamily="34" charset="-122"/>
                </a:rPr>
                <a:t>理实虚</a:t>
              </a:r>
              <a:r>
                <a:rPr lang="en-US" altLang="zh-CN" sz="2000">
                  <a:solidFill>
                    <a:schemeClr val="tx1"/>
                  </a:solidFill>
                  <a:latin typeface="思源黑体 CN Bold" panose="020B0800000000000000" pitchFamily="34" charset="-122"/>
                  <a:ea typeface="思源黑体 CN Bold" panose="020B0800000000000000" pitchFamily="34" charset="-122"/>
                </a:rPr>
                <a:t>"</a:t>
              </a:r>
              <a:r>
                <a:rPr lang="zh-CN" altLang="en-US" sz="2000">
                  <a:solidFill>
                    <a:schemeClr val="tx1"/>
                  </a:solidFill>
                  <a:latin typeface="思源黑体 CN Bold" panose="020B0800000000000000" pitchFamily="34" charset="-122"/>
                  <a:ea typeface="思源黑体 CN Bold" panose="020B0800000000000000" pitchFamily="34" charset="-122"/>
                </a:rPr>
                <a:t>立体化教学空间构建</a:t>
              </a:r>
              <a:endParaRPr lang="en-US" altLang="zh-CN" sz="2000" dirty="0">
                <a:solidFill>
                  <a:schemeClr val="tx1"/>
                </a:solidFill>
                <a:latin typeface="思源黑体 CN Bold" panose="020B0800000000000000" pitchFamily="34" charset="-122"/>
                <a:ea typeface="思源黑体 CN Bold" panose="020B0800000000000000" pitchFamily="34" charset="-122"/>
              </a:endParaRPr>
            </a:p>
          </p:txBody>
        </p:sp>
        <p:cxnSp>
          <p:nvCxnSpPr>
            <p:cNvPr id="128" name="直接连接符 127"/>
            <p:cNvCxnSpPr>
              <a:endCxn id="64" idx="0"/>
            </p:cNvCxnSpPr>
            <p:nvPr/>
          </p:nvCxnSpPr>
          <p:spPr>
            <a:xfrm flipV="1">
              <a:off x="3125972" y="908049"/>
              <a:ext cx="2970029" cy="878221"/>
            </a:xfrm>
            <a:prstGeom prst="line">
              <a:avLst/>
            </a:prstGeom>
            <a:ln w="15875">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134" name="直接连接符 133"/>
            <p:cNvCxnSpPr>
              <a:stCxn id="64" idx="3"/>
              <a:endCxn id="64" idx="0"/>
            </p:cNvCxnSpPr>
            <p:nvPr/>
          </p:nvCxnSpPr>
          <p:spPr>
            <a:xfrm flipV="1">
              <a:off x="6096001" y="908049"/>
              <a:ext cx="0" cy="877207"/>
            </a:xfrm>
            <a:prstGeom prst="line">
              <a:avLst/>
            </a:prstGeom>
            <a:ln w="15875">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141" name="直接连接符 140"/>
            <p:cNvCxnSpPr>
              <a:endCxn id="64" idx="0"/>
            </p:cNvCxnSpPr>
            <p:nvPr/>
          </p:nvCxnSpPr>
          <p:spPr>
            <a:xfrm flipH="1" flipV="1">
              <a:off x="6096001" y="908049"/>
              <a:ext cx="2967372" cy="878222"/>
            </a:xfrm>
            <a:prstGeom prst="line">
              <a:avLst/>
            </a:prstGeom>
            <a:ln w="15875">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143" name="直接连接符 142"/>
            <p:cNvCxnSpPr>
              <a:endCxn id="64" idx="0"/>
            </p:cNvCxnSpPr>
            <p:nvPr/>
          </p:nvCxnSpPr>
          <p:spPr>
            <a:xfrm flipV="1">
              <a:off x="4810125" y="908049"/>
              <a:ext cx="1285876" cy="863601"/>
            </a:xfrm>
            <a:prstGeom prst="line">
              <a:avLst/>
            </a:prstGeom>
            <a:ln w="15875">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146" name="直接连接符 145"/>
            <p:cNvCxnSpPr>
              <a:endCxn id="64" idx="0"/>
            </p:cNvCxnSpPr>
            <p:nvPr/>
          </p:nvCxnSpPr>
          <p:spPr>
            <a:xfrm flipH="1" flipV="1">
              <a:off x="6096001" y="908049"/>
              <a:ext cx="1276350" cy="863602"/>
            </a:xfrm>
            <a:prstGeom prst="line">
              <a:avLst/>
            </a:prstGeom>
            <a:ln w="15875">
              <a:solidFill>
                <a:schemeClr val="bg1"/>
              </a:solidFill>
              <a:prstDash val="lgDash"/>
            </a:ln>
          </p:spPr>
          <p:style>
            <a:lnRef idx="1">
              <a:schemeClr val="accent1"/>
            </a:lnRef>
            <a:fillRef idx="0">
              <a:schemeClr val="accent1"/>
            </a:fillRef>
            <a:effectRef idx="0">
              <a:schemeClr val="accent1"/>
            </a:effectRef>
            <a:fontRef idx="minor">
              <a:schemeClr val="tx1"/>
            </a:fontRef>
          </p:style>
        </p:cxnSp>
        <p:sp>
          <p:nvSpPr>
            <p:cNvPr id="259" name="文本框 258"/>
            <p:cNvSpPr txBox="1"/>
            <p:nvPr/>
          </p:nvSpPr>
          <p:spPr>
            <a:xfrm>
              <a:off x="6185871" y="1238141"/>
              <a:ext cx="420669" cy="499176"/>
            </a:xfrm>
            <a:prstGeom prst="rect">
              <a:avLst/>
            </a:prstGeom>
            <a:noFill/>
          </p:spPr>
          <p:txBody>
            <a:bodyPr wrap="square" lIns="0" tIns="0" rIns="0" bIns="0">
              <a:spAutoFit/>
            </a:bodyPr>
            <a:lstStyle/>
            <a:p>
              <a:pPr algn="ctr">
                <a:lnSpc>
                  <a:spcPct val="120000"/>
                </a:lnSpc>
              </a:pPr>
              <a:r>
                <a:rPr lang="zh-CN" altLang="en-US" sz="1400" dirty="0">
                  <a:solidFill>
                    <a:schemeClr val="bg1"/>
                  </a:solidFill>
                  <a:latin typeface="思源黑体 CN Bold" panose="020B0800000000000000" pitchFamily="34" charset="-122"/>
                  <a:ea typeface="思源黑体 CN Bold" panose="020B0800000000000000" pitchFamily="34" charset="-122"/>
                </a:rPr>
                <a:t>线下课堂</a:t>
              </a:r>
              <a:endParaRPr lang="en-US" altLang="zh-CN" sz="1400" dirty="0">
                <a:solidFill>
                  <a:schemeClr val="bg1"/>
                </a:solidFill>
                <a:latin typeface="思源黑体 CN Bold" panose="020B0800000000000000" pitchFamily="34" charset="-122"/>
                <a:ea typeface="思源黑体 CN Bold" panose="020B0800000000000000" pitchFamily="34" charset="-122"/>
              </a:endParaRPr>
            </a:p>
          </p:txBody>
        </p:sp>
        <p:sp>
          <p:nvSpPr>
            <p:cNvPr id="260" name="文本框 259"/>
            <p:cNvSpPr txBox="1"/>
            <p:nvPr/>
          </p:nvSpPr>
          <p:spPr>
            <a:xfrm>
              <a:off x="5570556" y="1238141"/>
              <a:ext cx="420669" cy="499176"/>
            </a:xfrm>
            <a:prstGeom prst="rect">
              <a:avLst/>
            </a:prstGeom>
            <a:noFill/>
          </p:spPr>
          <p:txBody>
            <a:bodyPr wrap="square" lIns="0" tIns="0" rIns="0" bIns="0">
              <a:spAutoFit/>
            </a:bodyPr>
            <a:lstStyle/>
            <a:p>
              <a:pPr algn="ctr">
                <a:lnSpc>
                  <a:spcPct val="120000"/>
                </a:lnSpc>
              </a:pPr>
              <a:r>
                <a:rPr lang="zh-CN" altLang="en-US" sz="1400" dirty="0">
                  <a:solidFill>
                    <a:schemeClr val="bg1"/>
                  </a:solidFill>
                  <a:latin typeface="思源黑体 CN Bold" panose="020B0800000000000000" pitchFamily="34" charset="-122"/>
                  <a:ea typeface="思源黑体 CN Bold" panose="020B0800000000000000" pitchFamily="34" charset="-122"/>
                </a:rPr>
                <a:t>线上平台</a:t>
              </a:r>
              <a:endParaRPr lang="en-US" altLang="zh-CN" sz="14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68" name="组合 67"/>
          <p:cNvGrpSpPr/>
          <p:nvPr/>
        </p:nvGrpSpPr>
        <p:grpSpPr>
          <a:xfrm>
            <a:off x="4861286" y="4206154"/>
            <a:ext cx="2469428" cy="2318471"/>
            <a:chOff x="4861286" y="4206154"/>
            <a:chExt cx="2469428" cy="2318471"/>
          </a:xfrm>
        </p:grpSpPr>
        <p:sp>
          <p:nvSpPr>
            <p:cNvPr id="251" name="任意多边形: 形状 250"/>
            <p:cNvSpPr/>
            <p:nvPr/>
          </p:nvSpPr>
          <p:spPr>
            <a:xfrm>
              <a:off x="4861286" y="5710892"/>
              <a:ext cx="2469428" cy="813733"/>
            </a:xfrm>
            <a:custGeom>
              <a:avLst/>
              <a:gdLst>
                <a:gd name="connsiteX0" fmla="*/ 1234714 w 2469428"/>
                <a:gd name="connsiteY0" fmla="*/ 0 h 813733"/>
                <a:gd name="connsiteX1" fmla="*/ 2469428 w 2469428"/>
                <a:gd name="connsiteY1" fmla="*/ 791203 h 813733"/>
                <a:gd name="connsiteX2" fmla="*/ 2465884 w 2469428"/>
                <a:gd name="connsiteY2" fmla="*/ 813733 h 813733"/>
                <a:gd name="connsiteX3" fmla="*/ 3545 w 2469428"/>
                <a:gd name="connsiteY3" fmla="*/ 813733 h 813733"/>
                <a:gd name="connsiteX4" fmla="*/ 0 w 2469428"/>
                <a:gd name="connsiteY4" fmla="*/ 791203 h 813733"/>
                <a:gd name="connsiteX5" fmla="*/ 1234714 w 2469428"/>
                <a:gd name="connsiteY5" fmla="*/ 0 h 813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9428" h="813733">
                  <a:moveTo>
                    <a:pt x="1234714" y="0"/>
                  </a:moveTo>
                  <a:cubicBezTo>
                    <a:pt x="1916628" y="0"/>
                    <a:pt x="2469428" y="354234"/>
                    <a:pt x="2469428" y="791203"/>
                  </a:cubicBezTo>
                  <a:lnTo>
                    <a:pt x="2465884" y="813733"/>
                  </a:lnTo>
                  <a:lnTo>
                    <a:pt x="3545" y="813733"/>
                  </a:lnTo>
                  <a:lnTo>
                    <a:pt x="0" y="791203"/>
                  </a:lnTo>
                  <a:cubicBezTo>
                    <a:pt x="0" y="354234"/>
                    <a:pt x="552800" y="0"/>
                    <a:pt x="1234714" y="0"/>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57" name="文本框 256"/>
            <p:cNvSpPr txBox="1"/>
            <p:nvPr/>
          </p:nvSpPr>
          <p:spPr>
            <a:xfrm>
              <a:off x="5057254" y="6179821"/>
              <a:ext cx="2077493" cy="276999"/>
            </a:xfrm>
            <a:prstGeom prst="rect">
              <a:avLst/>
            </a:prstGeom>
            <a:noFill/>
          </p:spPr>
          <p:txBody>
            <a:bodyPr wrap="none" lIns="0" tIns="0" rIns="0" bIns="0" rtlCol="0">
              <a:spAutoFit/>
            </a:bodyPr>
            <a:lstStyle/>
            <a:p>
              <a:pPr algn="ctr"/>
              <a:r>
                <a:rPr lang="zh-CN" altLang="en-US" dirty="0">
                  <a:solidFill>
                    <a:schemeClr val="accent1">
                      <a:lumMod val="75000"/>
                    </a:schemeClr>
                  </a:solidFill>
                  <a:effectLst/>
                  <a:latin typeface="+mj-ea"/>
                  <a:ea typeface="+mj-ea"/>
                  <a:cs typeface="思源黑体 CN Normal" panose="020B0400000000000000" charset="-122"/>
                </a:rPr>
                <a:t>动态适应性教学机制</a:t>
              </a:r>
            </a:p>
          </p:txBody>
        </p:sp>
        <p:sp>
          <p:nvSpPr>
            <p:cNvPr id="194" name="箭头: 下 193"/>
            <p:cNvSpPr/>
            <p:nvPr/>
          </p:nvSpPr>
          <p:spPr>
            <a:xfrm flipV="1">
              <a:off x="5838145" y="4206154"/>
              <a:ext cx="515711" cy="1673946"/>
            </a:xfrm>
            <a:prstGeom prst="downArrow">
              <a:avLst/>
            </a:prstGeom>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1" name="矩形: 圆角 210"/>
            <p:cNvSpPr/>
            <p:nvPr/>
          </p:nvSpPr>
          <p:spPr>
            <a:xfrm>
              <a:off x="5645944" y="5849712"/>
              <a:ext cx="900112" cy="2571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 name="文本框 214"/>
            <p:cNvSpPr txBox="1"/>
            <p:nvPr/>
          </p:nvSpPr>
          <p:spPr>
            <a:xfrm>
              <a:off x="5788224" y="5885966"/>
              <a:ext cx="615553" cy="184666"/>
            </a:xfrm>
            <a:prstGeom prst="rect">
              <a:avLst/>
            </a:prstGeom>
            <a:noFill/>
          </p:spPr>
          <p:txBody>
            <a:bodyPr wrap="none" lIns="0" tIns="0" rIns="0" bIns="0">
              <a:spAutoFit/>
            </a:bodyPr>
            <a:lstStyle/>
            <a:p>
              <a:r>
                <a:rPr lang="zh-CN" altLang="en-US" sz="1200" b="1">
                  <a:solidFill>
                    <a:schemeClr val="bg1"/>
                  </a:solidFill>
                  <a:latin typeface="思源黑体 CN Bold" panose="020B0800000000000000" pitchFamily="34" charset="-122"/>
                  <a:ea typeface="思源黑体 CN Bold" panose="020B0800000000000000" pitchFamily="34" charset="-122"/>
                </a:rPr>
                <a:t>创新应用</a:t>
              </a:r>
              <a:endParaRPr lang="zh-CN" altLang="en-US" sz="1200" b="1" dirty="0">
                <a:solidFill>
                  <a:schemeClr val="bg1"/>
                </a:solidFill>
                <a:latin typeface="思源黑体 CN Bold" panose="020B0800000000000000" pitchFamily="34" charset="-122"/>
                <a:ea typeface="思源黑体 CN Bold" panose="020B0800000000000000" pitchFamily="34" charset="-122"/>
              </a:endParaRPr>
            </a:p>
          </p:txBody>
        </p:sp>
        <p:sp>
          <p:nvSpPr>
            <p:cNvPr id="193" name="文本框 192"/>
            <p:cNvSpPr txBox="1"/>
            <p:nvPr/>
          </p:nvSpPr>
          <p:spPr>
            <a:xfrm>
              <a:off x="6010246" y="4386731"/>
              <a:ext cx="171509" cy="1477328"/>
            </a:xfrm>
            <a:prstGeom prst="rect">
              <a:avLst/>
            </a:prstGeom>
            <a:noFill/>
          </p:spPr>
          <p:txBody>
            <a:bodyPr wrap="square" lIns="0" tIns="0" rIns="0" bIns="0">
              <a:spAutoFit/>
            </a:bodyPr>
            <a:lstStyle/>
            <a:p>
              <a:pPr algn="ctr"/>
              <a:r>
                <a:rPr lang="zh-CN" altLang="en-US" sz="1200" b="1">
                  <a:solidFill>
                    <a:schemeClr val="bg1"/>
                  </a:solidFill>
                  <a:latin typeface="思源黑体 CN Bold" panose="020B0800000000000000" pitchFamily="34" charset="-122"/>
                  <a:ea typeface="思源黑体 CN Bold" panose="020B0800000000000000" pitchFamily="34" charset="-122"/>
                </a:rPr>
                <a:t>财务机器人教具包</a:t>
              </a:r>
              <a:endParaRPr lang="zh-CN" altLang="en-US" sz="1200" b="1" dirty="0">
                <a:solidFill>
                  <a:schemeClr val="bg1"/>
                </a:solidFill>
                <a:latin typeface="思源黑体 CN Bold" panose="020B0800000000000000" pitchFamily="34" charset="-122"/>
                <a:ea typeface="思源黑体 CN Bold" panose="020B0800000000000000"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heel(1)">
                                      <p:cBhvr>
                                        <p:cTn id="12" dur="10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wipe(up)">
                                      <p:cBhvr>
                                        <p:cTn id="17" dur="500"/>
                                        <p:tgtEl>
                                          <p:spTgt spid="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wipe(up)">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wipe(down)">
                                      <p:cBhvr>
                                        <p:cTn id="27" dur="500"/>
                                        <p:tgtEl>
                                          <p:spTgt spid="6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barn(outVertical)">
                                      <p:cBhvr>
                                        <p:cTn id="32"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34" name="组合 33"/>
          <p:cNvGrpSpPr/>
          <p:nvPr/>
        </p:nvGrpSpPr>
        <p:grpSpPr>
          <a:xfrm>
            <a:off x="9763125" y="1258925"/>
            <a:ext cx="1985963" cy="2473103"/>
            <a:chOff x="9763125" y="1258925"/>
            <a:chExt cx="1985963" cy="2473103"/>
          </a:xfrm>
        </p:grpSpPr>
        <p:sp>
          <p:nvSpPr>
            <p:cNvPr id="138" name="右中括号 137"/>
            <p:cNvSpPr/>
            <p:nvPr/>
          </p:nvSpPr>
          <p:spPr>
            <a:xfrm>
              <a:off x="9763125" y="1258925"/>
              <a:ext cx="1122295" cy="2473103"/>
            </a:xfrm>
            <a:prstGeom prst="rightBracket">
              <a:avLst>
                <a:gd name="adj" fmla="val 0"/>
              </a:avLst>
            </a:prstGeom>
            <a:ln w="9525">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HarmonyOS Sans SC" panose="00000500000000000000" pitchFamily="2" charset="-122"/>
                <a:ea typeface="HarmonyOS Sans SC" panose="00000500000000000000" pitchFamily="2" charset="-122"/>
                <a:cs typeface="+mn-ea"/>
                <a:sym typeface="+mn-lt"/>
              </a:endParaRPr>
            </a:p>
          </p:txBody>
        </p:sp>
        <p:sp>
          <p:nvSpPr>
            <p:cNvPr id="139" name="矩形: 圆角 138"/>
            <p:cNvSpPr/>
            <p:nvPr/>
          </p:nvSpPr>
          <p:spPr>
            <a:xfrm>
              <a:off x="10033104" y="1434120"/>
              <a:ext cx="1715984" cy="2122713"/>
            </a:xfrm>
            <a:prstGeom prst="roundRect">
              <a:avLst>
                <a:gd name="adj" fmla="val 2442"/>
              </a:avLst>
            </a:prstGeom>
            <a:solidFill>
              <a:sysClr val="window" lastClr="FFFFFF"/>
            </a:solidFill>
            <a:ln w="6350" cap="flat" cmpd="sng" algn="ctr">
              <a:solidFill>
                <a:schemeClr val="accent2">
                  <a:alpha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lang="zh-CN" altLang="en-US" dirty="0">
                <a:latin typeface="思源黑体 CN Bold" panose="020B0800000000000000" pitchFamily="34" charset="-122"/>
                <a:ea typeface="思源黑体 CN Bold" panose="020B0800000000000000" pitchFamily="34" charset="-122"/>
                <a:cs typeface="+mn-ea"/>
                <a:sym typeface="+mn-lt"/>
              </a:endParaRPr>
            </a:p>
          </p:txBody>
        </p:sp>
        <p:sp>
          <p:nvSpPr>
            <p:cNvPr id="141" name="矩形: 圆角 140"/>
            <p:cNvSpPr/>
            <p:nvPr/>
          </p:nvSpPr>
          <p:spPr>
            <a:xfrm>
              <a:off x="10157992" y="1626622"/>
              <a:ext cx="422492" cy="1737708"/>
            </a:xfrm>
            <a:prstGeom prst="roundRect">
              <a:avLst>
                <a:gd name="adj" fmla="val 14828"/>
              </a:avLst>
            </a:prstGeom>
            <a:solidFill>
              <a:schemeClr val="accent2"/>
            </a:solidFill>
            <a:ln w="12700" cap="flat" cmpd="sng" algn="ctr">
              <a:noFill/>
              <a:prstDash val="solid"/>
              <a:miter lim="800000"/>
            </a:ln>
            <a:effectLst>
              <a:outerShdw blurRad="342900" dist="228600" dir="5400000" sx="96000" sy="96000" algn="t" rotWithShape="0">
                <a:schemeClr val="accent1">
                  <a:lumMod val="75000"/>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rPr>
                <a:t>实施新模式</a:t>
              </a:r>
              <a:endParaRPr kumimoji="0" lang="zh-CN" altLang="en-US" sz="16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42" name="矩形: 圆角 141"/>
            <p:cNvSpPr/>
            <p:nvPr/>
          </p:nvSpPr>
          <p:spPr>
            <a:xfrm>
              <a:off x="10679850" y="1626622"/>
              <a:ext cx="422492" cy="1737708"/>
            </a:xfrm>
            <a:prstGeom prst="roundRect">
              <a:avLst>
                <a:gd name="adj" fmla="val 14828"/>
              </a:avLst>
            </a:prstGeom>
            <a:solidFill>
              <a:schemeClr val="accent2"/>
            </a:solidFill>
            <a:ln w="12700" cap="flat" cmpd="sng" algn="ctr">
              <a:noFill/>
              <a:prstDash val="solid"/>
              <a:miter lim="800000"/>
            </a:ln>
            <a:effectLst>
              <a:outerShdw blurRad="342900" dist="228600" dir="5400000" sx="96000" sy="96000" algn="t" rotWithShape="0">
                <a:schemeClr val="accent1">
                  <a:lumMod val="75000"/>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rPr>
                <a:t>个性化发展</a:t>
              </a:r>
              <a:endParaRPr kumimoji="0" lang="zh-CN" altLang="en-US" sz="16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43" name="矩形: 圆角 142"/>
            <p:cNvSpPr/>
            <p:nvPr/>
          </p:nvSpPr>
          <p:spPr>
            <a:xfrm>
              <a:off x="11201708" y="1626622"/>
              <a:ext cx="422492" cy="1737708"/>
            </a:xfrm>
            <a:prstGeom prst="roundRect">
              <a:avLst>
                <a:gd name="adj" fmla="val 14828"/>
              </a:avLst>
            </a:prstGeom>
            <a:solidFill>
              <a:schemeClr val="accent2"/>
            </a:solidFill>
            <a:ln w="12700" cap="flat" cmpd="sng" algn="ctr">
              <a:noFill/>
              <a:prstDash val="solid"/>
              <a:miter lim="800000"/>
            </a:ln>
            <a:effectLst>
              <a:outerShdw blurRad="342900" dist="228600" dir="5400000" sx="96000" sy="96000" algn="t" rotWithShape="0">
                <a:schemeClr val="accent1">
                  <a:lumMod val="75000"/>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rPr>
                <a:t>标准化培养</a:t>
              </a:r>
              <a:endParaRPr kumimoji="0" lang="zh-CN" altLang="en-US" sz="16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grpSp>
      <p:grpSp>
        <p:nvGrpSpPr>
          <p:cNvPr id="36" name="组合 35"/>
          <p:cNvGrpSpPr/>
          <p:nvPr/>
        </p:nvGrpSpPr>
        <p:grpSpPr>
          <a:xfrm>
            <a:off x="442913" y="2096679"/>
            <a:ext cx="9317775" cy="2094230"/>
            <a:chOff x="442913" y="2096679"/>
            <a:chExt cx="9317775" cy="2094230"/>
          </a:xfrm>
        </p:grpSpPr>
        <p:sp>
          <p:nvSpPr>
            <p:cNvPr id="153" name="矩形: 圆角 1"/>
            <p:cNvSpPr/>
            <p:nvPr>
              <p:custDataLst>
                <p:tags r:id="rId25"/>
              </p:custDataLst>
            </p:nvPr>
          </p:nvSpPr>
          <p:spPr>
            <a:xfrm>
              <a:off x="3269298" y="2096679"/>
              <a:ext cx="6491390" cy="2094230"/>
            </a:xfrm>
            <a:prstGeom prst="roundRect">
              <a:avLst>
                <a:gd name="adj" fmla="val 2097"/>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154" name="矩形: 圆角 3"/>
            <p:cNvSpPr/>
            <p:nvPr>
              <p:custDataLst>
                <p:tags r:id="rId26"/>
              </p:custDataLst>
            </p:nvPr>
          </p:nvSpPr>
          <p:spPr>
            <a:xfrm>
              <a:off x="3360738" y="2188119"/>
              <a:ext cx="1966912" cy="1897380"/>
            </a:xfrm>
            <a:prstGeom prst="roundRect">
              <a:avLst>
                <a:gd name="adj" fmla="val 0"/>
              </a:avLst>
            </a:prstGeom>
            <a:solidFill>
              <a:schemeClr val="bg1"/>
            </a:solidFill>
            <a:ln w="6350">
              <a:solidFill>
                <a:schemeClr val="accent3">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zh-CN" altLang="en-US"/>
            </a:p>
          </p:txBody>
        </p:sp>
        <p:pic>
          <p:nvPicPr>
            <p:cNvPr id="33" name="图片 32"/>
            <p:cNvPicPr>
              <a:picLocks noChangeAspect="1"/>
            </p:cNvPicPr>
            <p:nvPr/>
          </p:nvPicPr>
          <p:blipFill>
            <a:blip r:embed="rId33"/>
            <a:stretch>
              <a:fillRect/>
            </a:stretch>
          </p:blipFill>
          <p:spPr>
            <a:xfrm>
              <a:off x="3481782" y="2326626"/>
              <a:ext cx="1164437" cy="835224"/>
            </a:xfrm>
            <a:prstGeom prst="rect">
              <a:avLst/>
            </a:prstGeom>
            <a:ln w="12700">
              <a:gradFill flip="none" rotWithShape="1">
                <a:gsLst>
                  <a:gs pos="0">
                    <a:schemeClr val="accent3"/>
                  </a:gs>
                  <a:gs pos="100000">
                    <a:schemeClr val="bg1"/>
                  </a:gs>
                </a:gsLst>
                <a:lin ang="16200000" scaled="1"/>
                <a:tileRect/>
              </a:gradFill>
            </a:ln>
            <a:effectLst>
              <a:outerShdw blurRad="114300" dist="25400" sx="102000" sy="102000" algn="ctr" rotWithShape="0">
                <a:schemeClr val="bg1">
                  <a:lumMod val="65000"/>
                  <a:alpha val="20000"/>
                </a:schemeClr>
              </a:outerShdw>
            </a:effectLst>
          </p:spPr>
        </p:pic>
        <p:pic>
          <p:nvPicPr>
            <p:cNvPr id="21" name="图片 20"/>
            <p:cNvPicPr>
              <a:picLocks noChangeAspect="1"/>
            </p:cNvPicPr>
            <p:nvPr/>
          </p:nvPicPr>
          <p:blipFill>
            <a:blip r:embed="rId34">
              <a:extLst>
                <a:ext uri="{BEBA8EAE-BF5A-486C-A8C5-ECC9F3942E4B}">
                  <a14:imgProps xmlns:a14="http://schemas.microsoft.com/office/drawing/2010/main">
                    <a14:imgLayer r:embed="rId35">
                      <a14:imgEffect>
                        <a14:artisticBlur/>
                      </a14:imgEffect>
                    </a14:imgLayer>
                  </a14:imgProps>
                </a:ext>
                <a:ext uri="{28A0092B-C50C-407E-A947-70E740481C1C}">
                  <a14:useLocalDpi xmlns:a14="http://schemas.microsoft.com/office/drawing/2010/main" val="0"/>
                </a:ext>
              </a:extLst>
            </a:blip>
            <a:stretch>
              <a:fillRect/>
            </a:stretch>
          </p:blipFill>
          <p:spPr>
            <a:xfrm>
              <a:off x="4116012" y="2749550"/>
              <a:ext cx="1032481" cy="773974"/>
            </a:xfrm>
            <a:prstGeom prst="rect">
              <a:avLst/>
            </a:prstGeom>
            <a:ln w="12700">
              <a:gradFill flip="none" rotWithShape="1">
                <a:gsLst>
                  <a:gs pos="0">
                    <a:schemeClr val="accent3"/>
                  </a:gs>
                  <a:gs pos="100000">
                    <a:schemeClr val="bg1"/>
                  </a:gs>
                </a:gsLst>
                <a:lin ang="16200000" scaled="1"/>
                <a:tileRect/>
              </a:gradFill>
            </a:ln>
            <a:effectLst>
              <a:outerShdw blurRad="114300" dist="25400" sx="102000" sy="102000" algn="ctr" rotWithShape="0">
                <a:schemeClr val="bg1">
                  <a:lumMod val="65000"/>
                  <a:alpha val="20000"/>
                </a:schemeClr>
              </a:outerShdw>
            </a:effectLst>
          </p:spPr>
        </p:pic>
        <p:sp>
          <p:nvSpPr>
            <p:cNvPr id="176" name="矩形: 圆角 3"/>
            <p:cNvSpPr/>
            <p:nvPr>
              <p:custDataLst>
                <p:tags r:id="rId27"/>
              </p:custDataLst>
            </p:nvPr>
          </p:nvSpPr>
          <p:spPr>
            <a:xfrm>
              <a:off x="3360738" y="3604169"/>
              <a:ext cx="1966912" cy="481330"/>
            </a:xfrm>
            <a:prstGeom prst="roundRect">
              <a:avLst>
                <a:gd name="adj" fmla="val 0"/>
              </a:avLst>
            </a:prstGeom>
            <a:gradFill>
              <a:gsLst>
                <a:gs pos="39000">
                  <a:schemeClr val="accent3">
                    <a:lumMod val="20000"/>
                    <a:lumOff val="80000"/>
                  </a:schemeClr>
                </a:gs>
                <a:gs pos="0">
                  <a:schemeClr val="bg1"/>
                </a:gs>
                <a:gs pos="85000">
                  <a:schemeClr val="accent3">
                    <a:lumMod val="60000"/>
                    <a:lumOff val="40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600" b="1" kern="100" dirty="0" err="1">
                  <a:solidFill>
                    <a:schemeClr val="tx1"/>
                  </a:solidFill>
                  <a:latin typeface="思源黑体 CN Bold" panose="020B0800000000000000" pitchFamily="34" charset="-122"/>
                  <a:ea typeface="思源黑体 CN Bold" panose="020B0800000000000000" pitchFamily="34" charset="-122"/>
                  <a:cs typeface="Times New Roman" panose="02020603050405020304"/>
                  <a:sym typeface="Times New Roman" panose="02020603050405020304"/>
                </a:rPr>
                <a:t>职业技能考核</a:t>
              </a:r>
              <a:endParaRPr lang="en-US" altLang="zh-CN" sz="1600" b="1" kern="100" dirty="0">
                <a:solidFill>
                  <a:schemeClr val="tx1"/>
                </a:solidFill>
                <a:latin typeface="思源黑体 CN Bold" panose="020B0800000000000000" pitchFamily="34" charset="-122"/>
                <a:ea typeface="思源黑体 CN Bold" panose="020B0800000000000000" pitchFamily="34" charset="-122"/>
                <a:cs typeface="Times New Roman" panose="02020603050405020304"/>
                <a:sym typeface="Times New Roman" panose="02020603050405020304"/>
              </a:endParaRPr>
            </a:p>
          </p:txBody>
        </p:sp>
        <p:sp>
          <p:nvSpPr>
            <p:cNvPr id="185" name="矩形: 圆角 3"/>
            <p:cNvSpPr/>
            <p:nvPr>
              <p:custDataLst>
                <p:tags r:id="rId28"/>
              </p:custDataLst>
            </p:nvPr>
          </p:nvSpPr>
          <p:spPr>
            <a:xfrm>
              <a:off x="5532438" y="2188119"/>
              <a:ext cx="1966912" cy="1897380"/>
            </a:xfrm>
            <a:prstGeom prst="roundRect">
              <a:avLst>
                <a:gd name="adj" fmla="val 0"/>
              </a:avLst>
            </a:prstGeom>
            <a:solidFill>
              <a:schemeClr val="bg1"/>
            </a:solidFill>
            <a:ln w="6350">
              <a:solidFill>
                <a:schemeClr val="accent3">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zh-CN" altLang="en-US"/>
            </a:p>
          </p:txBody>
        </p:sp>
        <p:pic>
          <p:nvPicPr>
            <p:cNvPr id="23" name="图片 22"/>
            <p:cNvPicPr>
              <a:picLocks noChangeAspect="1"/>
            </p:cNvPicPr>
            <p:nvPr/>
          </p:nvPicPr>
          <p:blipFill>
            <a:blip r:embed="rId36">
              <a:extLst>
                <a:ext uri="{BEBA8EAE-BF5A-486C-A8C5-ECC9F3942E4B}">
                  <a14:imgProps xmlns:a14="http://schemas.microsoft.com/office/drawing/2010/main">
                    <a14:imgLayer r:embed="rId37">
                      <a14:imgEffect>
                        <a14:artisticBlur/>
                      </a14:imgEffect>
                    </a14:imgLayer>
                  </a14:imgProps>
                </a:ext>
                <a:ext uri="{28A0092B-C50C-407E-A947-70E740481C1C}">
                  <a14:useLocalDpi xmlns:a14="http://schemas.microsoft.com/office/drawing/2010/main" val="0"/>
                </a:ext>
              </a:extLst>
            </a:blip>
            <a:stretch>
              <a:fillRect/>
            </a:stretch>
          </p:blipFill>
          <p:spPr>
            <a:xfrm>
              <a:off x="5674958" y="2326549"/>
              <a:ext cx="1378553" cy="858520"/>
            </a:xfrm>
            <a:prstGeom prst="rect">
              <a:avLst/>
            </a:prstGeom>
            <a:ln w="12700">
              <a:gradFill flip="none" rotWithShape="1">
                <a:gsLst>
                  <a:gs pos="0">
                    <a:schemeClr val="accent3"/>
                  </a:gs>
                  <a:gs pos="100000">
                    <a:schemeClr val="bg1"/>
                  </a:gs>
                </a:gsLst>
                <a:lin ang="16200000" scaled="1"/>
                <a:tileRect/>
              </a:gradFill>
            </a:ln>
            <a:effectLst>
              <a:outerShdw blurRad="114300" dist="25400" sx="102000" sy="102000" algn="ctr" rotWithShape="0">
                <a:schemeClr val="bg1">
                  <a:lumMod val="65000"/>
                  <a:alpha val="20000"/>
                </a:schemeClr>
              </a:outerShdw>
            </a:effectLst>
          </p:spPr>
        </p:pic>
        <p:pic>
          <p:nvPicPr>
            <p:cNvPr id="25" name="图片 24"/>
            <p:cNvPicPr>
              <a:picLocks noChangeAspect="1"/>
            </p:cNvPicPr>
            <p:nvPr/>
          </p:nvPicPr>
          <p:blipFill>
            <a:blip r:embed="rId38">
              <a:extLst>
                <a:ext uri="{BEBA8EAE-BF5A-486C-A8C5-ECC9F3942E4B}">
                  <a14:imgProps xmlns:a14="http://schemas.microsoft.com/office/drawing/2010/main">
                    <a14:imgLayer r:embed="rId39">
                      <a14:imgEffect>
                        <a14:artisticBlur/>
                      </a14:imgEffect>
                    </a14:imgLayer>
                  </a14:imgProps>
                </a:ext>
                <a:ext uri="{28A0092B-C50C-407E-A947-70E740481C1C}">
                  <a14:useLocalDpi xmlns:a14="http://schemas.microsoft.com/office/drawing/2010/main" val="0"/>
                </a:ext>
              </a:extLst>
            </a:blip>
            <a:stretch>
              <a:fillRect/>
            </a:stretch>
          </p:blipFill>
          <p:spPr>
            <a:xfrm>
              <a:off x="6262431" y="2749550"/>
              <a:ext cx="1094399" cy="773974"/>
            </a:xfrm>
            <a:prstGeom prst="rect">
              <a:avLst/>
            </a:prstGeom>
            <a:ln w="12700">
              <a:gradFill flip="none" rotWithShape="1">
                <a:gsLst>
                  <a:gs pos="0">
                    <a:schemeClr val="accent3"/>
                  </a:gs>
                  <a:gs pos="100000">
                    <a:schemeClr val="bg1"/>
                  </a:gs>
                </a:gsLst>
                <a:lin ang="16200000" scaled="1"/>
                <a:tileRect/>
              </a:gradFill>
            </a:ln>
            <a:effectLst>
              <a:outerShdw blurRad="114300" dist="25400" sx="102000" sy="102000" algn="ctr" rotWithShape="0">
                <a:schemeClr val="bg1">
                  <a:lumMod val="65000"/>
                  <a:alpha val="20000"/>
                </a:schemeClr>
              </a:outerShdw>
            </a:effectLst>
          </p:spPr>
        </p:pic>
        <p:sp>
          <p:nvSpPr>
            <p:cNvPr id="188" name="矩形: 圆角 3"/>
            <p:cNvSpPr/>
            <p:nvPr>
              <p:custDataLst>
                <p:tags r:id="rId29"/>
              </p:custDataLst>
            </p:nvPr>
          </p:nvSpPr>
          <p:spPr>
            <a:xfrm>
              <a:off x="5532438" y="3604169"/>
              <a:ext cx="1966912" cy="481330"/>
            </a:xfrm>
            <a:prstGeom prst="roundRect">
              <a:avLst>
                <a:gd name="adj" fmla="val 0"/>
              </a:avLst>
            </a:prstGeom>
            <a:gradFill>
              <a:gsLst>
                <a:gs pos="39000">
                  <a:schemeClr val="accent3">
                    <a:lumMod val="20000"/>
                    <a:lumOff val="80000"/>
                  </a:schemeClr>
                </a:gs>
                <a:gs pos="0">
                  <a:schemeClr val="bg1"/>
                </a:gs>
                <a:gs pos="85000">
                  <a:schemeClr val="accent3">
                    <a:lumMod val="60000"/>
                    <a:lumOff val="40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b="1" kern="100" dirty="0">
                  <a:solidFill>
                    <a:schemeClr val="tx1"/>
                  </a:solidFill>
                  <a:latin typeface="思源黑体 CN Bold" panose="020B0800000000000000" pitchFamily="34" charset="-122"/>
                  <a:ea typeface="思源黑体 CN Bold" panose="020B0800000000000000" pitchFamily="34" charset="-122"/>
                  <a:cs typeface="Times New Roman" panose="02020603050405020304"/>
                  <a:sym typeface="Times New Roman" panose="02020603050405020304"/>
                </a:rPr>
                <a:t>创新项目评估</a:t>
              </a:r>
              <a:endParaRPr lang="en-US" altLang="zh-CN" sz="1600" b="1" kern="100" dirty="0">
                <a:solidFill>
                  <a:schemeClr val="tx1"/>
                </a:solidFill>
                <a:latin typeface="思源黑体 CN Bold" panose="020B0800000000000000" pitchFamily="34" charset="-122"/>
                <a:ea typeface="思源黑体 CN Bold" panose="020B0800000000000000" pitchFamily="34" charset="-122"/>
                <a:cs typeface="Times New Roman" panose="02020603050405020304"/>
                <a:sym typeface="Times New Roman" panose="02020603050405020304"/>
              </a:endParaRPr>
            </a:p>
          </p:txBody>
        </p:sp>
        <p:sp>
          <p:nvSpPr>
            <p:cNvPr id="189" name="矩形: 圆角 3"/>
            <p:cNvSpPr/>
            <p:nvPr>
              <p:custDataLst>
                <p:tags r:id="rId30"/>
              </p:custDataLst>
            </p:nvPr>
          </p:nvSpPr>
          <p:spPr>
            <a:xfrm>
              <a:off x="7704138" y="2188119"/>
              <a:ext cx="1966912" cy="1897380"/>
            </a:xfrm>
            <a:prstGeom prst="roundRect">
              <a:avLst>
                <a:gd name="adj" fmla="val 0"/>
              </a:avLst>
            </a:prstGeom>
            <a:solidFill>
              <a:schemeClr val="bg1"/>
            </a:solidFill>
            <a:ln w="6350">
              <a:solidFill>
                <a:schemeClr val="accent3">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zh-CN" altLang="en-US"/>
            </a:p>
          </p:txBody>
        </p:sp>
        <p:pic>
          <p:nvPicPr>
            <p:cNvPr id="27" name="图片 26"/>
            <p:cNvPicPr>
              <a:picLocks noChangeAspect="1"/>
            </p:cNvPicPr>
            <p:nvPr/>
          </p:nvPicPr>
          <p:blipFill>
            <a:blip r:embed="rId40">
              <a:extLst>
                <a:ext uri="{BEBA8EAE-BF5A-486C-A8C5-ECC9F3942E4B}">
                  <a14:imgProps xmlns:a14="http://schemas.microsoft.com/office/drawing/2010/main">
                    <a14:imgLayer r:embed="rId41">
                      <a14:imgEffect>
                        <a14:artisticBlur/>
                      </a14:imgEffect>
                    </a14:imgLayer>
                  </a14:imgProps>
                </a:ext>
                <a:ext uri="{28A0092B-C50C-407E-A947-70E740481C1C}">
                  <a14:useLocalDpi xmlns:a14="http://schemas.microsoft.com/office/drawing/2010/main" val="0"/>
                </a:ext>
              </a:extLst>
            </a:blip>
            <a:stretch>
              <a:fillRect/>
            </a:stretch>
          </p:blipFill>
          <p:spPr>
            <a:xfrm>
              <a:off x="7816844" y="2326549"/>
              <a:ext cx="1402988" cy="858520"/>
            </a:xfrm>
            <a:prstGeom prst="rect">
              <a:avLst/>
            </a:prstGeom>
            <a:ln w="12700">
              <a:gradFill flip="none" rotWithShape="1">
                <a:gsLst>
                  <a:gs pos="0">
                    <a:schemeClr val="accent3"/>
                  </a:gs>
                  <a:gs pos="100000">
                    <a:schemeClr val="bg1"/>
                  </a:gs>
                </a:gsLst>
                <a:lin ang="16200000" scaled="1"/>
                <a:tileRect/>
              </a:gradFill>
            </a:ln>
            <a:effectLst>
              <a:outerShdw blurRad="114300" dist="25400" sx="102000" sy="102000" algn="ctr" rotWithShape="0">
                <a:schemeClr val="bg1">
                  <a:lumMod val="65000"/>
                  <a:alpha val="20000"/>
                </a:schemeClr>
              </a:outerShdw>
            </a:effectLst>
          </p:spPr>
        </p:pic>
        <p:pic>
          <p:nvPicPr>
            <p:cNvPr id="29" name="图片 28"/>
            <p:cNvPicPr>
              <a:picLocks noChangeAspect="1"/>
            </p:cNvPicPr>
            <p:nvPr/>
          </p:nvPicPr>
          <p:blipFill>
            <a:blip r:embed="rId42">
              <a:extLst>
                <a:ext uri="{BEBA8EAE-BF5A-486C-A8C5-ECC9F3942E4B}">
                  <a14:imgProps xmlns:a14="http://schemas.microsoft.com/office/drawing/2010/main">
                    <a14:imgLayer r:embed="rId43">
                      <a14:imgEffect>
                        <a14:artisticBlur/>
                      </a14:imgEffect>
                    </a14:imgLayer>
                  </a14:imgProps>
                </a:ext>
                <a:ext uri="{28A0092B-C50C-407E-A947-70E740481C1C}">
                  <a14:useLocalDpi xmlns:a14="http://schemas.microsoft.com/office/drawing/2010/main" val="0"/>
                </a:ext>
              </a:extLst>
            </a:blip>
            <a:stretch>
              <a:fillRect/>
            </a:stretch>
          </p:blipFill>
          <p:spPr>
            <a:xfrm>
              <a:off x="8296430" y="2749550"/>
              <a:ext cx="1261914" cy="773974"/>
            </a:xfrm>
            <a:prstGeom prst="rect">
              <a:avLst/>
            </a:prstGeom>
            <a:ln w="12700">
              <a:gradFill flip="none" rotWithShape="1">
                <a:gsLst>
                  <a:gs pos="0">
                    <a:schemeClr val="accent3"/>
                  </a:gs>
                  <a:gs pos="100000">
                    <a:schemeClr val="bg1"/>
                  </a:gs>
                </a:gsLst>
                <a:lin ang="16200000" scaled="1"/>
                <a:tileRect/>
              </a:gradFill>
            </a:ln>
            <a:effectLst>
              <a:outerShdw blurRad="114300" dist="25400" sx="102000" sy="102000" algn="ctr" rotWithShape="0">
                <a:schemeClr val="bg1">
                  <a:lumMod val="65000"/>
                  <a:alpha val="20000"/>
                </a:schemeClr>
              </a:outerShdw>
            </a:effectLst>
          </p:spPr>
        </p:pic>
        <p:sp>
          <p:nvSpPr>
            <p:cNvPr id="192" name="矩形: 圆角 3"/>
            <p:cNvSpPr/>
            <p:nvPr>
              <p:custDataLst>
                <p:tags r:id="rId31"/>
              </p:custDataLst>
            </p:nvPr>
          </p:nvSpPr>
          <p:spPr>
            <a:xfrm>
              <a:off x="7704138" y="3604169"/>
              <a:ext cx="1966912" cy="481330"/>
            </a:xfrm>
            <a:prstGeom prst="roundRect">
              <a:avLst>
                <a:gd name="adj" fmla="val 0"/>
              </a:avLst>
            </a:prstGeom>
            <a:gradFill>
              <a:gsLst>
                <a:gs pos="39000">
                  <a:schemeClr val="accent3">
                    <a:lumMod val="20000"/>
                    <a:lumOff val="80000"/>
                  </a:schemeClr>
                </a:gs>
                <a:gs pos="0">
                  <a:schemeClr val="bg1"/>
                </a:gs>
                <a:gs pos="85000">
                  <a:schemeClr val="accent3">
                    <a:lumMod val="60000"/>
                    <a:lumOff val="40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b="1" kern="100" dirty="0">
                  <a:solidFill>
                    <a:schemeClr val="tx1"/>
                  </a:solidFill>
                  <a:latin typeface="思源黑体 CN Bold" panose="020B0800000000000000" pitchFamily="34" charset="-122"/>
                  <a:ea typeface="思源黑体 CN Bold" panose="020B0800000000000000" pitchFamily="34" charset="-122"/>
                  <a:cs typeface="Times New Roman" panose="02020603050405020304"/>
                  <a:sym typeface="Times New Roman" panose="02020603050405020304"/>
                </a:rPr>
                <a:t>业务决策支持</a:t>
              </a:r>
              <a:endParaRPr lang="en-US" altLang="zh-CN" sz="1600" b="1" kern="100" dirty="0">
                <a:solidFill>
                  <a:schemeClr val="tx1"/>
                </a:solidFill>
                <a:latin typeface="思源黑体 CN Bold" panose="020B0800000000000000" pitchFamily="34" charset="-122"/>
                <a:ea typeface="思源黑体 CN Bold" panose="020B0800000000000000" pitchFamily="34" charset="-122"/>
                <a:cs typeface="Times New Roman" panose="02020603050405020304"/>
                <a:sym typeface="Times New Roman" panose="02020603050405020304"/>
              </a:endParaRPr>
            </a:p>
          </p:txBody>
        </p:sp>
        <p:sp>
          <p:nvSpPr>
            <p:cNvPr id="193" name="右箭头标注 24"/>
            <p:cNvSpPr/>
            <p:nvPr/>
          </p:nvSpPr>
          <p:spPr>
            <a:xfrm>
              <a:off x="442913" y="2346687"/>
              <a:ext cx="691407" cy="1594215"/>
            </a:xfrm>
            <a:prstGeom prst="rightArrowCallout">
              <a:avLst/>
            </a:prstGeom>
            <a:solidFill>
              <a:schemeClr val="accent3">
                <a:lumMod val="40000"/>
                <a:lumOff val="6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b="1">
                  <a:solidFill>
                    <a:schemeClr val="tx1"/>
                  </a:solidFill>
                  <a:latin typeface="思源黑体 CN Bold" panose="020B0800000000000000" pitchFamily="34" charset="-122"/>
                  <a:ea typeface="思源黑体 CN Bold" panose="020B0800000000000000" pitchFamily="34" charset="-122"/>
                </a:rPr>
                <a:t>升级循环</a:t>
              </a:r>
              <a:endParaRPr lang="zh-CN" altLang="en-US" b="1" dirty="0">
                <a:solidFill>
                  <a:schemeClr val="tx1"/>
                </a:solidFill>
                <a:latin typeface="思源黑体 CN Bold" panose="020B0800000000000000" pitchFamily="34" charset="-122"/>
                <a:ea typeface="思源黑体 CN Bold" panose="020B0800000000000000" pitchFamily="34" charset="-122"/>
              </a:endParaRPr>
            </a:p>
          </p:txBody>
        </p:sp>
        <p:sp>
          <p:nvSpPr>
            <p:cNvPr id="194" name="矩形 193"/>
            <p:cNvSpPr/>
            <p:nvPr/>
          </p:nvSpPr>
          <p:spPr>
            <a:xfrm>
              <a:off x="1175835" y="2642797"/>
              <a:ext cx="1195890" cy="455877"/>
            </a:xfrm>
            <a:prstGeom prst="rect">
              <a:avLst/>
            </a:prstGeom>
            <a:gradFill>
              <a:gsLst>
                <a:gs pos="0">
                  <a:schemeClr val="accent3">
                    <a:alpha val="0"/>
                  </a:schemeClr>
                </a:gs>
                <a:gs pos="100000">
                  <a:schemeClr val="accent3"/>
                </a:gs>
              </a:gsLst>
            </a:gradFill>
            <a:ln>
              <a:noFill/>
            </a:ln>
            <a:effectLst/>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b="1" kern="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问题诊断</a:t>
              </a:r>
              <a:endParaRPr lang="zh-CN" altLang="en-US" sz="16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195" name="矩形 194"/>
            <p:cNvSpPr/>
            <p:nvPr/>
          </p:nvSpPr>
          <p:spPr>
            <a:xfrm>
              <a:off x="1175835" y="3188915"/>
              <a:ext cx="1195890" cy="455877"/>
            </a:xfrm>
            <a:prstGeom prst="rect">
              <a:avLst/>
            </a:prstGeom>
            <a:gradFill>
              <a:gsLst>
                <a:gs pos="0">
                  <a:schemeClr val="accent3">
                    <a:alpha val="0"/>
                  </a:schemeClr>
                </a:gs>
                <a:gs pos="100000">
                  <a:schemeClr val="accent3"/>
                </a:gs>
              </a:gsLst>
            </a:gradFill>
            <a:ln>
              <a:noFill/>
            </a:ln>
            <a:effectLst/>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b="1" kern="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方案生成</a:t>
              </a:r>
              <a:endParaRPr lang="zh-CN" altLang="en-US" sz="16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196" name="矩形 195"/>
            <p:cNvSpPr/>
            <p:nvPr/>
          </p:nvSpPr>
          <p:spPr>
            <a:xfrm>
              <a:off x="1175835" y="3735032"/>
              <a:ext cx="1195890" cy="455877"/>
            </a:xfrm>
            <a:prstGeom prst="rect">
              <a:avLst/>
            </a:prstGeom>
            <a:gradFill>
              <a:gsLst>
                <a:gs pos="0">
                  <a:schemeClr val="accent3">
                    <a:alpha val="0"/>
                  </a:schemeClr>
                </a:gs>
                <a:gs pos="100000">
                  <a:schemeClr val="accent3"/>
                </a:gs>
              </a:gsLst>
            </a:gradFill>
            <a:ln>
              <a:noFill/>
            </a:ln>
            <a:effectLst/>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b="1" kern="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自动优化</a:t>
              </a:r>
              <a:endParaRPr lang="zh-CN" altLang="en-US" sz="16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197" name="矩形 196"/>
            <p:cNvSpPr/>
            <p:nvPr/>
          </p:nvSpPr>
          <p:spPr>
            <a:xfrm>
              <a:off x="1175835" y="2096679"/>
              <a:ext cx="1195890" cy="455877"/>
            </a:xfrm>
            <a:prstGeom prst="rect">
              <a:avLst/>
            </a:prstGeom>
            <a:gradFill>
              <a:gsLst>
                <a:gs pos="0">
                  <a:schemeClr val="accent3">
                    <a:alpha val="0"/>
                  </a:schemeClr>
                </a:gs>
                <a:gs pos="100000">
                  <a:schemeClr val="accent3"/>
                </a:gs>
              </a:gsLst>
            </a:gradFill>
            <a:ln>
              <a:noFill/>
            </a:ln>
            <a:effectLst/>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b="1" kern="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智能监测</a:t>
              </a:r>
              <a:endParaRPr lang="zh-CN" altLang="en-US" sz="16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grpSp>
          <p:nvGrpSpPr>
            <p:cNvPr id="198" name="组合 197"/>
            <p:cNvGrpSpPr/>
            <p:nvPr/>
          </p:nvGrpSpPr>
          <p:grpSpPr>
            <a:xfrm rot="16200000">
              <a:off x="2726843" y="1929332"/>
              <a:ext cx="213694" cy="790572"/>
              <a:chOff x="620917" y="5531069"/>
              <a:chExt cx="213694" cy="326756"/>
            </a:xfrm>
          </p:grpSpPr>
          <p:sp>
            <p:nvSpPr>
              <p:cNvPr id="199" name="箭头: 上 198"/>
              <p:cNvSpPr/>
              <p:nvPr/>
            </p:nvSpPr>
            <p:spPr>
              <a:xfrm rot="10800000" flipH="1" flipV="1">
                <a:off x="620917" y="5531069"/>
                <a:ext cx="98691" cy="326756"/>
              </a:xfrm>
              <a:prstGeom prst="upArrow">
                <a:avLst/>
              </a:prstGeom>
              <a:gradFill>
                <a:gsLst>
                  <a:gs pos="0">
                    <a:schemeClr val="accent3">
                      <a:alpha val="0"/>
                    </a:schemeClr>
                  </a:gs>
                  <a:gs pos="100000">
                    <a:schemeClr val="accent3"/>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200" name="箭头: 上 199"/>
              <p:cNvSpPr/>
              <p:nvPr/>
            </p:nvSpPr>
            <p:spPr>
              <a:xfrm flipV="1">
                <a:off x="735920" y="5531069"/>
                <a:ext cx="98691" cy="326756"/>
              </a:xfrm>
              <a:prstGeom prst="upArrow">
                <a:avLst/>
              </a:prstGeom>
              <a:gradFill flip="none" rotWithShape="1">
                <a:gsLst>
                  <a:gs pos="0">
                    <a:schemeClr val="accent3">
                      <a:alpha val="0"/>
                    </a:schemeClr>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grpSp>
        <p:sp>
          <p:nvSpPr>
            <p:cNvPr id="202" name="TextBox 50"/>
            <p:cNvSpPr txBox="1"/>
            <p:nvPr/>
          </p:nvSpPr>
          <p:spPr>
            <a:xfrm>
              <a:off x="2654154" y="2216895"/>
              <a:ext cx="359073" cy="215444"/>
            </a:xfrm>
            <a:prstGeom prst="rect">
              <a:avLst/>
            </a:prstGeom>
            <a:solidFill>
              <a:schemeClr val="bg1"/>
            </a:solidFill>
          </p:spPr>
          <p:txBody>
            <a:bodyPr wrap="none" lIns="0" tIns="0" rIns="0" bIns="0" rtlCol="0">
              <a:spAutoFit/>
            </a:bodyPr>
            <a:lstStyle/>
            <a:p>
              <a:pPr algn="ctr"/>
              <a:r>
                <a:rPr lang="zh-CN" altLang="en-US" sz="1400" b="1" dirty="0">
                  <a:latin typeface="思源黑体 CN Bold" panose="020B0800000000000000" pitchFamily="34" charset="-122"/>
                  <a:ea typeface="思源黑体 CN Bold" panose="020B0800000000000000" pitchFamily="34" charset="-122"/>
                </a:rPr>
                <a:t>苏四</a:t>
              </a:r>
              <a:endParaRPr lang="id-ID" sz="1400" b="1" dirty="0">
                <a:latin typeface="思源黑体 CN Bold" panose="020B0800000000000000" pitchFamily="34" charset="-122"/>
                <a:ea typeface="思源黑体 CN Bold" panose="020B0800000000000000" pitchFamily="34" charset="-122"/>
              </a:endParaRPr>
            </a:p>
          </p:txBody>
        </p:sp>
        <p:grpSp>
          <p:nvGrpSpPr>
            <p:cNvPr id="203" name="组合 202"/>
            <p:cNvGrpSpPr/>
            <p:nvPr/>
          </p:nvGrpSpPr>
          <p:grpSpPr>
            <a:xfrm rot="16200000">
              <a:off x="2726843" y="2475450"/>
              <a:ext cx="213694" cy="790572"/>
              <a:chOff x="620917" y="5531069"/>
              <a:chExt cx="213694" cy="326756"/>
            </a:xfrm>
          </p:grpSpPr>
          <p:sp>
            <p:nvSpPr>
              <p:cNvPr id="204" name="箭头: 上 203"/>
              <p:cNvSpPr/>
              <p:nvPr/>
            </p:nvSpPr>
            <p:spPr>
              <a:xfrm rot="10800000" flipH="1" flipV="1">
                <a:off x="620917" y="5531069"/>
                <a:ext cx="98691" cy="326756"/>
              </a:xfrm>
              <a:prstGeom prst="upArrow">
                <a:avLst/>
              </a:prstGeom>
              <a:gradFill>
                <a:gsLst>
                  <a:gs pos="0">
                    <a:schemeClr val="accent3">
                      <a:alpha val="0"/>
                    </a:schemeClr>
                  </a:gs>
                  <a:gs pos="100000">
                    <a:schemeClr val="accent3"/>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205" name="箭头: 上 204"/>
              <p:cNvSpPr/>
              <p:nvPr/>
            </p:nvSpPr>
            <p:spPr>
              <a:xfrm flipV="1">
                <a:off x="735920" y="5531069"/>
                <a:ext cx="98691" cy="326756"/>
              </a:xfrm>
              <a:prstGeom prst="upArrow">
                <a:avLst/>
              </a:prstGeom>
              <a:gradFill flip="none" rotWithShape="1">
                <a:gsLst>
                  <a:gs pos="0">
                    <a:schemeClr val="accent3">
                      <a:alpha val="0"/>
                    </a:schemeClr>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grpSp>
        <p:sp>
          <p:nvSpPr>
            <p:cNvPr id="206" name="TextBox 50"/>
            <p:cNvSpPr txBox="1"/>
            <p:nvPr/>
          </p:nvSpPr>
          <p:spPr>
            <a:xfrm>
              <a:off x="2654154" y="2763013"/>
              <a:ext cx="359073" cy="215444"/>
            </a:xfrm>
            <a:prstGeom prst="rect">
              <a:avLst/>
            </a:prstGeom>
            <a:solidFill>
              <a:schemeClr val="bg1"/>
            </a:solidFill>
          </p:spPr>
          <p:txBody>
            <a:bodyPr wrap="none" lIns="0" tIns="0" rIns="0" bIns="0" rtlCol="0">
              <a:spAutoFit/>
            </a:bodyPr>
            <a:lstStyle/>
            <a:p>
              <a:pPr algn="ctr"/>
              <a:r>
                <a:rPr lang="zh-CN" altLang="en-US" sz="1400" b="1" dirty="0">
                  <a:latin typeface="思源黑体 CN Bold" panose="020B0800000000000000" pitchFamily="34" charset="-122"/>
                  <a:ea typeface="思源黑体 CN Bold" panose="020B0800000000000000" pitchFamily="34" charset="-122"/>
                </a:rPr>
                <a:t>苏四</a:t>
              </a:r>
              <a:endParaRPr lang="id-ID" sz="1400" b="1" dirty="0">
                <a:latin typeface="思源黑体 CN Bold" panose="020B0800000000000000" pitchFamily="34" charset="-122"/>
                <a:ea typeface="思源黑体 CN Bold" panose="020B0800000000000000" pitchFamily="34" charset="-122"/>
              </a:endParaRPr>
            </a:p>
          </p:txBody>
        </p:sp>
        <p:grpSp>
          <p:nvGrpSpPr>
            <p:cNvPr id="207" name="组合 206"/>
            <p:cNvGrpSpPr/>
            <p:nvPr/>
          </p:nvGrpSpPr>
          <p:grpSpPr>
            <a:xfrm rot="16200000">
              <a:off x="2726843" y="3021568"/>
              <a:ext cx="213694" cy="790572"/>
              <a:chOff x="620917" y="5531069"/>
              <a:chExt cx="213694" cy="326756"/>
            </a:xfrm>
          </p:grpSpPr>
          <p:sp>
            <p:nvSpPr>
              <p:cNvPr id="208" name="箭头: 上 207"/>
              <p:cNvSpPr/>
              <p:nvPr/>
            </p:nvSpPr>
            <p:spPr>
              <a:xfrm rot="10800000" flipH="1" flipV="1">
                <a:off x="620917" y="5531069"/>
                <a:ext cx="98691" cy="326756"/>
              </a:xfrm>
              <a:prstGeom prst="upArrow">
                <a:avLst/>
              </a:prstGeom>
              <a:gradFill>
                <a:gsLst>
                  <a:gs pos="0">
                    <a:schemeClr val="accent3">
                      <a:alpha val="0"/>
                    </a:schemeClr>
                  </a:gs>
                  <a:gs pos="100000">
                    <a:schemeClr val="accent3"/>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209" name="箭头: 上 208"/>
              <p:cNvSpPr/>
              <p:nvPr/>
            </p:nvSpPr>
            <p:spPr>
              <a:xfrm flipV="1">
                <a:off x="735920" y="5531069"/>
                <a:ext cx="98691" cy="326756"/>
              </a:xfrm>
              <a:prstGeom prst="upArrow">
                <a:avLst/>
              </a:prstGeom>
              <a:gradFill flip="none" rotWithShape="1">
                <a:gsLst>
                  <a:gs pos="0">
                    <a:schemeClr val="accent3">
                      <a:alpha val="0"/>
                    </a:schemeClr>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grpSp>
        <p:sp>
          <p:nvSpPr>
            <p:cNvPr id="210" name="TextBox 50"/>
            <p:cNvSpPr txBox="1"/>
            <p:nvPr/>
          </p:nvSpPr>
          <p:spPr>
            <a:xfrm>
              <a:off x="2654154" y="3309131"/>
              <a:ext cx="359073" cy="215444"/>
            </a:xfrm>
            <a:prstGeom prst="rect">
              <a:avLst/>
            </a:prstGeom>
            <a:solidFill>
              <a:schemeClr val="bg1"/>
            </a:solidFill>
          </p:spPr>
          <p:txBody>
            <a:bodyPr wrap="none" lIns="0" tIns="0" rIns="0" bIns="0" rtlCol="0">
              <a:spAutoFit/>
            </a:bodyPr>
            <a:lstStyle/>
            <a:p>
              <a:pPr algn="ctr"/>
              <a:r>
                <a:rPr lang="zh-CN" altLang="en-US" sz="1400" b="1" dirty="0">
                  <a:latin typeface="思源黑体 CN Bold" panose="020B0800000000000000" pitchFamily="34" charset="-122"/>
                  <a:ea typeface="思源黑体 CN Bold" panose="020B0800000000000000" pitchFamily="34" charset="-122"/>
                </a:rPr>
                <a:t>苏四</a:t>
              </a:r>
              <a:endParaRPr lang="id-ID" sz="1400" b="1" dirty="0">
                <a:latin typeface="思源黑体 CN Bold" panose="020B0800000000000000" pitchFamily="34" charset="-122"/>
                <a:ea typeface="思源黑体 CN Bold" panose="020B0800000000000000" pitchFamily="34" charset="-122"/>
              </a:endParaRPr>
            </a:p>
          </p:txBody>
        </p:sp>
        <p:grpSp>
          <p:nvGrpSpPr>
            <p:cNvPr id="211" name="组合 210"/>
            <p:cNvGrpSpPr/>
            <p:nvPr/>
          </p:nvGrpSpPr>
          <p:grpSpPr>
            <a:xfrm rot="16200000">
              <a:off x="2726843" y="3567684"/>
              <a:ext cx="213694" cy="790572"/>
              <a:chOff x="620917" y="5531069"/>
              <a:chExt cx="213694" cy="326756"/>
            </a:xfrm>
          </p:grpSpPr>
          <p:sp>
            <p:nvSpPr>
              <p:cNvPr id="212" name="箭头: 上 211"/>
              <p:cNvSpPr/>
              <p:nvPr/>
            </p:nvSpPr>
            <p:spPr>
              <a:xfrm rot="10800000" flipH="1" flipV="1">
                <a:off x="620917" y="5531069"/>
                <a:ext cx="98691" cy="326756"/>
              </a:xfrm>
              <a:prstGeom prst="upArrow">
                <a:avLst/>
              </a:prstGeom>
              <a:gradFill>
                <a:gsLst>
                  <a:gs pos="0">
                    <a:schemeClr val="accent3">
                      <a:alpha val="0"/>
                    </a:schemeClr>
                  </a:gs>
                  <a:gs pos="100000">
                    <a:schemeClr val="accent3"/>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213" name="箭头: 上 212"/>
              <p:cNvSpPr/>
              <p:nvPr/>
            </p:nvSpPr>
            <p:spPr>
              <a:xfrm flipV="1">
                <a:off x="735920" y="5531069"/>
                <a:ext cx="98691" cy="326756"/>
              </a:xfrm>
              <a:prstGeom prst="upArrow">
                <a:avLst/>
              </a:prstGeom>
              <a:gradFill flip="none" rotWithShape="1">
                <a:gsLst>
                  <a:gs pos="0">
                    <a:schemeClr val="accent3">
                      <a:alpha val="0"/>
                    </a:schemeClr>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grpSp>
        <p:sp>
          <p:nvSpPr>
            <p:cNvPr id="214" name="TextBox 50"/>
            <p:cNvSpPr txBox="1"/>
            <p:nvPr/>
          </p:nvSpPr>
          <p:spPr>
            <a:xfrm>
              <a:off x="2654154" y="3855248"/>
              <a:ext cx="359073" cy="215444"/>
            </a:xfrm>
            <a:prstGeom prst="rect">
              <a:avLst/>
            </a:prstGeom>
            <a:solidFill>
              <a:schemeClr val="bg1"/>
            </a:solidFill>
          </p:spPr>
          <p:txBody>
            <a:bodyPr wrap="none" lIns="0" tIns="0" rIns="0" bIns="0" rtlCol="0">
              <a:spAutoFit/>
            </a:bodyPr>
            <a:lstStyle/>
            <a:p>
              <a:pPr algn="ctr"/>
              <a:r>
                <a:rPr lang="zh-CN" altLang="en-US" sz="1400" b="1" dirty="0">
                  <a:latin typeface="思源黑体 CN Bold" panose="020B0800000000000000" pitchFamily="34" charset="-122"/>
                  <a:ea typeface="思源黑体 CN Bold" panose="020B0800000000000000" pitchFamily="34" charset="-122"/>
                </a:rPr>
                <a:t>苏四</a:t>
              </a:r>
              <a:endParaRPr lang="id-ID" sz="1400" b="1" dirty="0">
                <a:latin typeface="思源黑体 CN Bold" panose="020B0800000000000000" pitchFamily="34" charset="-122"/>
                <a:ea typeface="思源黑体 CN Bold" panose="020B0800000000000000" pitchFamily="34" charset="-122"/>
              </a:endParaRPr>
            </a:p>
          </p:txBody>
        </p:sp>
      </p:grpSp>
      <p:grpSp>
        <p:nvGrpSpPr>
          <p:cNvPr id="35" name="组合 34"/>
          <p:cNvGrpSpPr/>
          <p:nvPr/>
        </p:nvGrpSpPr>
        <p:grpSpPr>
          <a:xfrm>
            <a:off x="442913" y="908050"/>
            <a:ext cx="9329736" cy="946150"/>
            <a:chOff x="442913" y="908050"/>
            <a:chExt cx="9329736" cy="946150"/>
          </a:xfrm>
        </p:grpSpPr>
        <p:sp>
          <p:nvSpPr>
            <p:cNvPr id="219" name="矩形: 圆角 1"/>
            <p:cNvSpPr/>
            <p:nvPr>
              <p:custDataLst>
                <p:tags r:id="rId24"/>
              </p:custDataLst>
            </p:nvPr>
          </p:nvSpPr>
          <p:spPr>
            <a:xfrm>
              <a:off x="442913" y="908050"/>
              <a:ext cx="9317775" cy="946150"/>
            </a:xfrm>
            <a:prstGeom prst="roundRect">
              <a:avLst>
                <a:gd name="adj" fmla="val 2097"/>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20" name="箭头: 五边形 219"/>
            <p:cNvSpPr/>
            <p:nvPr/>
          </p:nvSpPr>
          <p:spPr>
            <a:xfrm>
              <a:off x="442913" y="1050926"/>
              <a:ext cx="3107643" cy="660399"/>
            </a:xfrm>
            <a:prstGeom prst="homePlate">
              <a:avLst/>
            </a:prstGeom>
            <a:gradFill flip="none" rotWithShape="1">
              <a:gsLst>
                <a:gs pos="79000">
                  <a:schemeClr val="accent2">
                    <a:lumMod val="20000"/>
                    <a:lumOff val="80000"/>
                  </a:schemeClr>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箭头: V 形 220"/>
            <p:cNvSpPr/>
            <p:nvPr/>
          </p:nvSpPr>
          <p:spPr>
            <a:xfrm>
              <a:off x="3553959" y="1050926"/>
              <a:ext cx="3107643" cy="660399"/>
            </a:xfrm>
            <a:prstGeom prst="chevron">
              <a:avLst/>
            </a:prstGeom>
            <a:gradFill flip="none" rotWithShape="1">
              <a:gsLst>
                <a:gs pos="79000">
                  <a:schemeClr val="accent2">
                    <a:lumMod val="20000"/>
                    <a:lumOff val="80000"/>
                  </a:schemeClr>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箭头: V 形 221"/>
            <p:cNvSpPr/>
            <p:nvPr/>
          </p:nvSpPr>
          <p:spPr>
            <a:xfrm>
              <a:off x="6665006" y="1050926"/>
              <a:ext cx="3107643" cy="660399"/>
            </a:xfrm>
            <a:prstGeom prst="chevron">
              <a:avLst/>
            </a:prstGeom>
            <a:gradFill flip="none" rotWithShape="1">
              <a:gsLst>
                <a:gs pos="79000">
                  <a:schemeClr val="accent2">
                    <a:lumMod val="20000"/>
                    <a:lumOff val="80000"/>
                  </a:schemeClr>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TextBox 50"/>
            <p:cNvSpPr txBox="1"/>
            <p:nvPr/>
          </p:nvSpPr>
          <p:spPr>
            <a:xfrm>
              <a:off x="4046263" y="1226403"/>
              <a:ext cx="2308324" cy="309444"/>
            </a:xfrm>
            <a:prstGeom prst="rect">
              <a:avLst/>
            </a:prstGeom>
            <a:noFill/>
          </p:spPr>
          <p:txBody>
            <a:bodyPr wrap="none" lIns="0" tIns="0" rIns="0" bIns="0" rtlCol="0">
              <a:spAutoFit/>
            </a:bodyPr>
            <a:lstStyle/>
            <a:p>
              <a:pPr algn="ctr">
                <a:lnSpc>
                  <a:spcPct val="120000"/>
                </a:lnSpc>
              </a:pPr>
              <a:r>
                <a:rPr lang="zh-CN" altLang="en-US" dirty="0">
                  <a:latin typeface="思源黑体 CN Bold" panose="020B0800000000000000" pitchFamily="34" charset="-122"/>
                  <a:ea typeface="思源黑体 CN Bold" panose="020B0800000000000000" pitchFamily="34" charset="-122"/>
                </a:rPr>
                <a:t>开发教学数字孪生系统</a:t>
              </a:r>
              <a:endParaRPr lang="id-ID" altLang="zh-CN" dirty="0">
                <a:latin typeface="思源黑体 CN Bold" panose="020B0800000000000000" pitchFamily="34" charset="-122"/>
                <a:ea typeface="思源黑体 CN Bold" panose="020B0800000000000000" pitchFamily="34" charset="-122"/>
              </a:endParaRPr>
            </a:p>
          </p:txBody>
        </p:sp>
        <p:sp>
          <p:nvSpPr>
            <p:cNvPr id="226" name="TextBox 50"/>
            <p:cNvSpPr txBox="1"/>
            <p:nvPr/>
          </p:nvSpPr>
          <p:spPr>
            <a:xfrm>
              <a:off x="872379" y="1226403"/>
              <a:ext cx="2077492" cy="309444"/>
            </a:xfrm>
            <a:prstGeom prst="rect">
              <a:avLst/>
            </a:prstGeom>
            <a:noFill/>
          </p:spPr>
          <p:txBody>
            <a:bodyPr wrap="none" lIns="0" tIns="0" rIns="0" bIns="0" rtlCol="0">
              <a:spAutoFit/>
            </a:bodyPr>
            <a:lstStyle/>
            <a:p>
              <a:pPr algn="ctr">
                <a:lnSpc>
                  <a:spcPct val="120000"/>
                </a:lnSpc>
              </a:pPr>
              <a:r>
                <a:rPr lang="zh-CN" altLang="en-US" dirty="0">
                  <a:latin typeface="思源黑体 CN Bold" panose="020B0800000000000000" pitchFamily="34" charset="-122"/>
                  <a:ea typeface="思源黑体 CN Bold" panose="020B0800000000000000" pitchFamily="34" charset="-122"/>
                </a:rPr>
                <a:t>搭建教育大数据中台</a:t>
              </a:r>
              <a:endParaRPr lang="id-ID" altLang="zh-CN" dirty="0">
                <a:latin typeface="思源黑体 CN Bold" panose="020B0800000000000000" pitchFamily="34" charset="-122"/>
                <a:ea typeface="思源黑体 CN Bold" panose="020B0800000000000000" pitchFamily="34" charset="-122"/>
              </a:endParaRPr>
            </a:p>
          </p:txBody>
        </p:sp>
        <p:sp>
          <p:nvSpPr>
            <p:cNvPr id="227" name="TextBox 50"/>
            <p:cNvSpPr txBox="1"/>
            <p:nvPr/>
          </p:nvSpPr>
          <p:spPr>
            <a:xfrm>
              <a:off x="7231934" y="1226403"/>
              <a:ext cx="2071080" cy="309444"/>
            </a:xfrm>
            <a:prstGeom prst="rect">
              <a:avLst/>
            </a:prstGeom>
            <a:noFill/>
          </p:spPr>
          <p:txBody>
            <a:bodyPr wrap="none" lIns="0" tIns="0" rIns="0" bIns="0" rtlCol="0">
              <a:spAutoFit/>
            </a:bodyPr>
            <a:lstStyle/>
            <a:p>
              <a:pPr algn="ctr">
                <a:lnSpc>
                  <a:spcPct val="120000"/>
                </a:lnSpc>
              </a:pPr>
              <a:r>
                <a:rPr lang="zh-CN" altLang="en-US" dirty="0">
                  <a:latin typeface="思源黑体 CN Bold" panose="020B0800000000000000" pitchFamily="34" charset="-122"/>
                  <a:ea typeface="思源黑体 CN Bold" panose="020B0800000000000000" pitchFamily="34" charset="-122"/>
                </a:rPr>
                <a:t>建设</a:t>
              </a:r>
              <a:r>
                <a:rPr lang="en-US" altLang="zh-CN" dirty="0">
                  <a:latin typeface="思源黑体 CN Bold" panose="020B0800000000000000" pitchFamily="34" charset="-122"/>
                  <a:ea typeface="思源黑体 CN Bold" panose="020B0800000000000000" pitchFamily="34" charset="-122"/>
                </a:rPr>
                <a:t>AI</a:t>
              </a:r>
              <a:r>
                <a:rPr lang="zh-CN" altLang="en-US" dirty="0">
                  <a:latin typeface="思源黑体 CN Bold" panose="020B0800000000000000" pitchFamily="34" charset="-122"/>
                  <a:ea typeface="思源黑体 CN Bold" panose="020B0800000000000000" pitchFamily="34" charset="-122"/>
                </a:rPr>
                <a:t>教研辅助平台</a:t>
              </a:r>
              <a:endParaRPr lang="id-ID" altLang="zh-CN" dirty="0">
                <a:latin typeface="思源黑体 CN Bold" panose="020B0800000000000000" pitchFamily="34" charset="-122"/>
                <a:ea typeface="思源黑体 CN Bold" panose="020B0800000000000000" pitchFamily="34" charset="-122"/>
              </a:endParaRPr>
            </a:p>
          </p:txBody>
        </p:sp>
      </p:grpSp>
      <p:grpSp>
        <p:nvGrpSpPr>
          <p:cNvPr id="40" name="组合 39"/>
          <p:cNvGrpSpPr/>
          <p:nvPr/>
        </p:nvGrpSpPr>
        <p:grpSpPr>
          <a:xfrm>
            <a:off x="3112139" y="4312920"/>
            <a:ext cx="1976177" cy="1885122"/>
            <a:chOff x="3112139" y="4312920"/>
            <a:chExt cx="1976177" cy="1885122"/>
          </a:xfrm>
        </p:grpSpPr>
        <p:cxnSp>
          <p:nvCxnSpPr>
            <p:cNvPr id="81" name="直接连接符 80"/>
            <p:cNvCxnSpPr/>
            <p:nvPr/>
          </p:nvCxnSpPr>
          <p:spPr>
            <a:xfrm>
              <a:off x="4886973" y="5281121"/>
              <a:ext cx="201343" cy="0"/>
            </a:xfrm>
            <a:prstGeom prst="line">
              <a:avLst/>
            </a:prstGeom>
            <a:ln w="27178" cap="flat" cmpd="sng" algn="ctr">
              <a:solidFill>
                <a:schemeClr val="accent1"/>
              </a:solidFill>
              <a:prstDash val="solid"/>
              <a:miter lim="800000"/>
              <a:headEnd type="none" w="med" len="med"/>
              <a:tailEnd type="none" w="med" len="med"/>
            </a:ln>
            <a:effectLst/>
          </p:spPr>
          <p:style>
            <a:lnRef idx="2">
              <a:schemeClr val="accent1"/>
            </a:lnRef>
            <a:fillRef idx="0">
              <a:srgbClr val="FFFFFF"/>
            </a:fillRef>
            <a:effectRef idx="0">
              <a:srgbClr val="FFFFFF"/>
            </a:effectRef>
            <a:fontRef idx="minor">
              <a:schemeClr val="tx1"/>
            </a:fontRef>
          </p:style>
        </p:cxnSp>
        <p:sp>
          <p:nvSpPr>
            <p:cNvPr id="120" name="矩形: 圆角 119"/>
            <p:cNvSpPr/>
            <p:nvPr>
              <p:custDataLst>
                <p:tags r:id="rId17"/>
              </p:custDataLst>
            </p:nvPr>
          </p:nvSpPr>
          <p:spPr>
            <a:xfrm>
              <a:off x="3116465" y="4395507"/>
              <a:ext cx="1770508" cy="1802535"/>
            </a:xfrm>
            <a:prstGeom prst="roundRect">
              <a:avLst>
                <a:gd name="adj" fmla="val 2189"/>
              </a:avLst>
            </a:prstGeom>
            <a:solidFill>
              <a:schemeClr val="bg1"/>
            </a:solidFill>
            <a:ln w="12700">
              <a:gradFill flip="none" rotWithShape="1">
                <a:gsLst>
                  <a:gs pos="0">
                    <a:schemeClr val="accent1">
                      <a:lumMod val="60000"/>
                      <a:lumOff val="40000"/>
                    </a:schemeClr>
                  </a:gs>
                  <a:gs pos="100000">
                    <a:schemeClr val="accent1"/>
                  </a:gs>
                </a:gsLst>
                <a:lin ang="2700000" scaled="1"/>
                <a:tileRect/>
              </a:gra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endParaRPr lang="zh-CN" altLang="en-US" sz="1925"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21" name="矩形: 圆角 120"/>
            <p:cNvSpPr/>
            <p:nvPr>
              <p:custDataLst>
                <p:tags r:id="rId18"/>
              </p:custDataLst>
            </p:nvPr>
          </p:nvSpPr>
          <p:spPr>
            <a:xfrm>
              <a:off x="3300022" y="4795265"/>
              <a:ext cx="1403396" cy="27396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7841" tIns="48920" rIns="97841" bIns="48920" rtlCol="0" anchor="ctr"/>
            <a:lstStyle/>
            <a:p>
              <a:pPr algn="ctr"/>
              <a:r>
                <a:rPr lang="en-US" altLang="zh-CN" sz="12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&lt;60%</a:t>
              </a:r>
              <a:r>
                <a:rPr lang="zh-CN" altLang="en-US" sz="12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触发干预</a:t>
              </a:r>
            </a:p>
          </p:txBody>
        </p:sp>
        <p:sp>
          <p:nvSpPr>
            <p:cNvPr id="122" name="矩形: 圆角 121"/>
            <p:cNvSpPr/>
            <p:nvPr>
              <p:custDataLst>
                <p:tags r:id="rId19"/>
              </p:custDataLst>
            </p:nvPr>
          </p:nvSpPr>
          <p:spPr>
            <a:xfrm>
              <a:off x="3300022" y="5142373"/>
              <a:ext cx="1403396" cy="27396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2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低于同辈</a:t>
              </a:r>
              <a:r>
                <a:rPr lang="en-US" altLang="zh-CN" sz="12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20%</a:t>
              </a:r>
              <a:endParaRPr lang="zh-CN" altLang="en-US" sz="12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23" name="矩形: 圆角 122"/>
            <p:cNvSpPr/>
            <p:nvPr>
              <p:custDataLst>
                <p:tags r:id="rId20"/>
              </p:custDataLst>
            </p:nvPr>
          </p:nvSpPr>
          <p:spPr>
            <a:xfrm>
              <a:off x="3300022" y="5489481"/>
              <a:ext cx="1403396" cy="27396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2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连续</a:t>
              </a:r>
              <a:r>
                <a:rPr lang="en-US" altLang="zh-CN" sz="12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3</a:t>
              </a:r>
              <a:r>
                <a:rPr lang="zh-CN" altLang="en-US" sz="12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次错误</a:t>
              </a:r>
              <a:endParaRPr lang="zh-CN" altLang="en-US" sz="12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24" name="矩形: 圆顶角 123"/>
            <p:cNvSpPr/>
            <p:nvPr>
              <p:custDataLst>
                <p:tags r:id="rId21"/>
              </p:custDataLst>
            </p:nvPr>
          </p:nvSpPr>
          <p:spPr>
            <a:xfrm>
              <a:off x="3112139" y="4312920"/>
              <a:ext cx="1779436" cy="413311"/>
            </a:xfrm>
            <a:prstGeom prst="round2SameRect">
              <a:avLst/>
            </a:prstGeom>
            <a:solidFill>
              <a:schemeClr val="accent1"/>
            </a:solidFill>
            <a:ln w="12700">
              <a:solidFill>
                <a:schemeClr val="accent1"/>
              </a:solidFill>
            </a:ln>
            <a:effectLst>
              <a:outerShdw blurRad="54356" dist="40767" dir="2699997" algn="tl"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endParaRPr lang="zh-CN" altLang="en-US" sz="2995" dirty="0">
                <a:solidFill>
                  <a:schemeClr val="bg1"/>
                </a:solidFill>
                <a:latin typeface="思源黑体 CN Heavy" panose="020B0A00000000000000" pitchFamily="34" charset="-122"/>
                <a:ea typeface="思源黑体 CN Heavy" panose="020B0A00000000000000" pitchFamily="34" charset="-122"/>
                <a:cs typeface="思源黑体 CN Medium" panose="020B0600000000000000" pitchFamily="34" charset="-122"/>
              </a:endParaRPr>
            </a:p>
          </p:txBody>
        </p:sp>
        <p:sp>
          <p:nvSpPr>
            <p:cNvPr id="125" name="文本框 124"/>
            <p:cNvSpPr txBox="1"/>
            <p:nvPr>
              <p:custDataLst>
                <p:tags r:id="rId22"/>
              </p:custDataLst>
            </p:nvPr>
          </p:nvSpPr>
          <p:spPr>
            <a:xfrm>
              <a:off x="3540192" y="4381076"/>
              <a:ext cx="923330" cy="276999"/>
            </a:xfrm>
            <a:prstGeom prst="rect">
              <a:avLst/>
            </a:prstGeom>
            <a:noFill/>
            <a:effectLst/>
          </p:spPr>
          <p:txBody>
            <a:bodyPr wrap="none" lIns="0" tIns="0" rIns="0" bIns="0">
              <a:spAutoFit/>
            </a:bodyPr>
            <a:lstStyle/>
            <a:p>
              <a:pPr algn="ctr"/>
              <a:r>
                <a:rPr lang="zh-CN" altLang="en-US" b="1">
                  <a:solidFill>
                    <a:schemeClr val="bg1"/>
                  </a:solidFill>
                  <a:effectLst>
                    <a:outerShdw blurRad="40767" dist="40767" dir="2699997"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预警阈值</a:t>
              </a:r>
              <a:endParaRPr lang="zh-CN" altLang="en-US" b="1" dirty="0">
                <a:solidFill>
                  <a:schemeClr val="bg1"/>
                </a:solidFill>
                <a:effectLst>
                  <a:outerShdw blurRad="40767" dist="40767" dir="2699997"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26" name="矩形: 圆角 125"/>
            <p:cNvSpPr/>
            <p:nvPr>
              <p:custDataLst>
                <p:tags r:id="rId23"/>
              </p:custDataLst>
            </p:nvPr>
          </p:nvSpPr>
          <p:spPr>
            <a:xfrm>
              <a:off x="3300022" y="5836589"/>
              <a:ext cx="1403396" cy="27396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2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大数据中台</a:t>
              </a:r>
              <a:endParaRPr lang="zh-CN" altLang="en-US" sz="12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grpSp>
        <p:nvGrpSpPr>
          <p:cNvPr id="41" name="组合 40"/>
          <p:cNvGrpSpPr/>
          <p:nvPr/>
        </p:nvGrpSpPr>
        <p:grpSpPr>
          <a:xfrm>
            <a:off x="5079114" y="4312920"/>
            <a:ext cx="6669974" cy="1797630"/>
            <a:chOff x="5079114" y="4312920"/>
            <a:chExt cx="6669974" cy="1797630"/>
          </a:xfrm>
        </p:grpSpPr>
        <p:sp>
          <p:nvSpPr>
            <p:cNvPr id="112" name="矩形: 圆角 111"/>
            <p:cNvSpPr/>
            <p:nvPr>
              <p:custDataLst>
                <p:tags r:id="rId3"/>
              </p:custDataLst>
            </p:nvPr>
          </p:nvSpPr>
          <p:spPr>
            <a:xfrm>
              <a:off x="5159809" y="4962042"/>
              <a:ext cx="1581915" cy="31791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en-US" altLang="zh-CN"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1+N</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17" name="矩形: 圆角 116"/>
            <p:cNvSpPr/>
            <p:nvPr>
              <p:custDataLst>
                <p:tags r:id="rId4"/>
              </p:custDataLst>
            </p:nvPr>
          </p:nvSpPr>
          <p:spPr>
            <a:xfrm>
              <a:off x="8498051" y="4962042"/>
              <a:ext cx="1581915" cy="31791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混编创新团队</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18" name="矩形: 圆角 117"/>
            <p:cNvSpPr/>
            <p:nvPr>
              <p:custDataLst>
                <p:tags r:id="rId5"/>
              </p:custDataLst>
            </p:nvPr>
          </p:nvSpPr>
          <p:spPr>
            <a:xfrm>
              <a:off x="6828930" y="4962042"/>
              <a:ext cx="1581915" cy="317911"/>
            </a:xfrm>
            <a:prstGeom prst="roundRect">
              <a:avLst>
                <a:gd name="adj" fmla="val 4630"/>
              </a:avLst>
            </a:prstGeom>
            <a:solidFill>
              <a:schemeClr val="accent1">
                <a:lumMod val="20000"/>
                <a:lumOff val="80000"/>
                <a:alpha val="50000"/>
              </a:schemeClr>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en-US" altLang="zh-CN"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1</a:t>
              </a:r>
              <a:r>
                <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个核心知识点</a:t>
              </a:r>
            </a:p>
          </p:txBody>
        </p:sp>
        <p:sp>
          <p:nvSpPr>
            <p:cNvPr id="119" name="矩形: 圆角 118"/>
            <p:cNvSpPr/>
            <p:nvPr>
              <p:custDataLst>
                <p:tags r:id="rId6"/>
              </p:custDataLst>
            </p:nvPr>
          </p:nvSpPr>
          <p:spPr>
            <a:xfrm>
              <a:off x="10167173" y="4962042"/>
              <a:ext cx="1581915" cy="317911"/>
            </a:xfrm>
            <a:prstGeom prst="roundRect">
              <a:avLst>
                <a:gd name="adj" fmla="val 4630"/>
              </a:avLst>
            </a:prstGeom>
            <a:solidFill>
              <a:schemeClr val="accent1">
                <a:lumMod val="20000"/>
                <a:lumOff val="80000"/>
                <a:alpha val="50000"/>
              </a:schemeClr>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学习成效</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16" name="矩形: 圆角 115"/>
            <p:cNvSpPr/>
            <p:nvPr>
              <p:custDataLst>
                <p:tags r:id="rId7"/>
              </p:custDataLst>
            </p:nvPr>
          </p:nvSpPr>
          <p:spPr>
            <a:xfrm>
              <a:off x="5159809" y="5377341"/>
              <a:ext cx="1581915" cy="31791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授课单元</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13" name="矩形: 圆角 112"/>
            <p:cNvSpPr/>
            <p:nvPr>
              <p:custDataLst>
                <p:tags r:id="rId8"/>
              </p:custDataLst>
            </p:nvPr>
          </p:nvSpPr>
          <p:spPr>
            <a:xfrm>
              <a:off x="8498051" y="5377341"/>
              <a:ext cx="1581915" cy="31791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知识点留存率</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14" name="矩形: 圆角 113"/>
            <p:cNvSpPr/>
            <p:nvPr>
              <p:custDataLst>
                <p:tags r:id="rId9"/>
              </p:custDataLst>
            </p:nvPr>
          </p:nvSpPr>
          <p:spPr>
            <a:xfrm>
              <a:off x="6828930" y="5377341"/>
              <a:ext cx="1581915" cy="317911"/>
            </a:xfrm>
            <a:prstGeom prst="roundRect">
              <a:avLst>
                <a:gd name="adj" fmla="val 4630"/>
              </a:avLst>
            </a:prstGeom>
            <a:solidFill>
              <a:schemeClr val="accent1">
                <a:lumMod val="20000"/>
                <a:lumOff val="80000"/>
                <a:alpha val="50000"/>
              </a:schemeClr>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en-US" altLang="zh-CN"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N</a:t>
              </a:r>
              <a:r>
                <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种差异化训练</a:t>
              </a:r>
            </a:p>
          </p:txBody>
        </p:sp>
        <p:sp>
          <p:nvSpPr>
            <p:cNvPr id="115" name="矩形: 圆角 114"/>
            <p:cNvSpPr/>
            <p:nvPr>
              <p:custDataLst>
                <p:tags r:id="rId10"/>
              </p:custDataLst>
            </p:nvPr>
          </p:nvSpPr>
          <p:spPr>
            <a:xfrm>
              <a:off x="10167173" y="5377341"/>
              <a:ext cx="1581915" cy="317911"/>
            </a:xfrm>
            <a:prstGeom prst="roundRect">
              <a:avLst>
                <a:gd name="adj" fmla="val 4630"/>
              </a:avLst>
            </a:prstGeom>
            <a:solidFill>
              <a:schemeClr val="accent1">
                <a:lumMod val="20000"/>
                <a:lumOff val="80000"/>
                <a:alpha val="50000"/>
              </a:schemeClr>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技能发展</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cxnSp>
          <p:nvCxnSpPr>
            <p:cNvPr id="108" name="直接箭头连接符 107"/>
            <p:cNvCxnSpPr/>
            <p:nvPr/>
          </p:nvCxnSpPr>
          <p:spPr>
            <a:xfrm flipV="1">
              <a:off x="5950121" y="5238159"/>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flipV="1">
              <a:off x="7619242" y="5238159"/>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flipV="1">
              <a:off x="9288363" y="5238159"/>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flipV="1">
              <a:off x="10957485" y="5238159"/>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sp>
          <p:nvSpPr>
            <p:cNvPr id="95" name="矩形: 圆顶角 94"/>
            <p:cNvSpPr/>
            <p:nvPr>
              <p:custDataLst>
                <p:tags r:id="rId11"/>
              </p:custDataLst>
            </p:nvPr>
          </p:nvSpPr>
          <p:spPr>
            <a:xfrm>
              <a:off x="5079114" y="4312920"/>
              <a:ext cx="6669974" cy="413311"/>
            </a:xfrm>
            <a:prstGeom prst="round2SameRect">
              <a:avLst/>
            </a:prstGeom>
            <a:solidFill>
              <a:schemeClr val="accent1"/>
            </a:solidFill>
            <a:ln w="6350">
              <a:noFill/>
            </a:ln>
            <a:effectLst>
              <a:outerShdw blurRad="54356" dist="40767" dir="2699997" algn="tl"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endParaRPr lang="zh-CN" altLang="en-US" sz="2995" dirty="0">
                <a:solidFill>
                  <a:schemeClr val="bg1"/>
                </a:solidFill>
                <a:latin typeface="思源黑体 CN Heavy" panose="020B0A00000000000000" pitchFamily="34" charset="-122"/>
                <a:ea typeface="思源黑体 CN Heavy" panose="020B0A00000000000000" pitchFamily="34" charset="-122"/>
                <a:cs typeface="思源黑体 CN Medium" panose="020B0600000000000000" pitchFamily="34" charset="-122"/>
              </a:endParaRPr>
            </a:p>
          </p:txBody>
        </p:sp>
        <p:sp>
          <p:nvSpPr>
            <p:cNvPr id="96" name="文本框 95"/>
            <p:cNvSpPr txBox="1"/>
            <p:nvPr>
              <p:custDataLst>
                <p:tags r:id="rId12"/>
              </p:custDataLst>
            </p:nvPr>
          </p:nvSpPr>
          <p:spPr>
            <a:xfrm>
              <a:off x="7490771" y="4381076"/>
              <a:ext cx="1846660" cy="276999"/>
            </a:xfrm>
            <a:prstGeom prst="rect">
              <a:avLst/>
            </a:prstGeom>
            <a:noFill/>
            <a:effectLst/>
          </p:spPr>
          <p:txBody>
            <a:bodyPr wrap="none" lIns="0" tIns="0" rIns="0" bIns="0">
              <a:spAutoFit/>
            </a:bodyPr>
            <a:lstStyle/>
            <a:p>
              <a:pPr algn="ctr"/>
              <a:r>
                <a:rPr lang="zh-CN" altLang="en-US" b="1">
                  <a:solidFill>
                    <a:schemeClr val="bg1"/>
                  </a:solidFill>
                  <a:effectLst>
                    <a:outerShdw blurRad="40767" dist="40767" dir="2699997"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弹性教学组织模式</a:t>
              </a:r>
              <a:endParaRPr lang="zh-CN" altLang="en-US" b="1" dirty="0">
                <a:solidFill>
                  <a:schemeClr val="bg1"/>
                </a:solidFill>
                <a:effectLst>
                  <a:outerShdw blurRad="40767" dist="40767" dir="2699997"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03" name="矩形: 圆角 102"/>
            <p:cNvSpPr/>
            <p:nvPr>
              <p:custDataLst>
                <p:tags r:id="rId13"/>
              </p:custDataLst>
            </p:nvPr>
          </p:nvSpPr>
          <p:spPr>
            <a:xfrm>
              <a:off x="5159809" y="5792639"/>
              <a:ext cx="1581915" cy="31791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分组机制</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04" name="矩形: 圆角 103"/>
            <p:cNvSpPr/>
            <p:nvPr>
              <p:custDataLst>
                <p:tags r:id="rId14"/>
              </p:custDataLst>
            </p:nvPr>
          </p:nvSpPr>
          <p:spPr>
            <a:xfrm>
              <a:off x="8498051" y="5792639"/>
              <a:ext cx="1581915" cy="31791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软件操作流畅</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05" name="矩形: 圆角 104"/>
            <p:cNvSpPr/>
            <p:nvPr>
              <p:custDataLst>
                <p:tags r:id="rId15"/>
              </p:custDataLst>
            </p:nvPr>
          </p:nvSpPr>
          <p:spPr>
            <a:xfrm>
              <a:off x="6828930" y="5792639"/>
              <a:ext cx="1581915" cy="317911"/>
            </a:xfrm>
            <a:prstGeom prst="roundRect">
              <a:avLst>
                <a:gd name="adj" fmla="val 4630"/>
              </a:avLst>
            </a:prstGeom>
            <a:solidFill>
              <a:schemeClr val="accent1">
                <a:lumMod val="20000"/>
                <a:lumOff val="80000"/>
                <a:alpha val="50000"/>
              </a:schemeClr>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动态调整项目组</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06" name="矩形: 圆角 105"/>
            <p:cNvSpPr/>
            <p:nvPr>
              <p:custDataLst>
                <p:tags r:id="rId16"/>
              </p:custDataLst>
            </p:nvPr>
          </p:nvSpPr>
          <p:spPr>
            <a:xfrm>
              <a:off x="10167173" y="5792639"/>
              <a:ext cx="1581915" cy="317911"/>
            </a:xfrm>
            <a:prstGeom prst="roundRect">
              <a:avLst>
                <a:gd name="adj" fmla="val 4630"/>
              </a:avLst>
            </a:prstGeom>
            <a:solidFill>
              <a:schemeClr val="accent1">
                <a:lumMod val="20000"/>
                <a:lumOff val="80000"/>
                <a:alpha val="50000"/>
              </a:schemeClr>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素质养成</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cxnSp>
          <p:nvCxnSpPr>
            <p:cNvPr id="99" name="直接箭头连接符 98"/>
            <p:cNvCxnSpPr/>
            <p:nvPr/>
          </p:nvCxnSpPr>
          <p:spPr>
            <a:xfrm flipV="1">
              <a:off x="5950121" y="5653457"/>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p:nvPr/>
          </p:nvCxnSpPr>
          <p:spPr>
            <a:xfrm flipV="1">
              <a:off x="7619242" y="5653457"/>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p:nvPr/>
          </p:nvCxnSpPr>
          <p:spPr>
            <a:xfrm flipV="1">
              <a:off x="9288363" y="5653457"/>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p:nvPr/>
          </p:nvCxnSpPr>
          <p:spPr>
            <a:xfrm flipV="1">
              <a:off x="10957485" y="5653457"/>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229" name="连接符: 肘形 228"/>
            <p:cNvCxnSpPr>
              <a:stCxn id="112" idx="0"/>
              <a:endCxn id="119" idx="0"/>
            </p:cNvCxnSpPr>
            <p:nvPr/>
          </p:nvCxnSpPr>
          <p:spPr>
            <a:xfrm rot="5400000" flipH="1" flipV="1">
              <a:off x="8454449" y="2458360"/>
              <a:ext cx="12700" cy="5007364"/>
            </a:xfrm>
            <a:prstGeom prst="bentConnector3">
              <a:avLst>
                <a:gd name="adj1" fmla="val 1087504"/>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1" name="直接箭头连接符 230"/>
            <p:cNvCxnSpPr/>
            <p:nvPr/>
          </p:nvCxnSpPr>
          <p:spPr>
            <a:xfrm>
              <a:off x="8413456" y="4717459"/>
              <a:ext cx="1291" cy="141809"/>
            </a:xfrm>
            <a:prstGeom prst="straightConnector1">
              <a:avLst/>
            </a:prstGeom>
            <a:ln w="12700">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233" name="直接箭头连接符 232"/>
            <p:cNvCxnSpPr/>
            <p:nvPr/>
          </p:nvCxnSpPr>
          <p:spPr>
            <a:xfrm>
              <a:off x="7619242" y="4826997"/>
              <a:ext cx="1291" cy="141809"/>
            </a:xfrm>
            <a:prstGeom prst="straightConnector1">
              <a:avLst/>
            </a:prstGeom>
            <a:ln w="12700">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234" name="直接箭头连接符 233"/>
            <p:cNvCxnSpPr/>
            <p:nvPr/>
          </p:nvCxnSpPr>
          <p:spPr>
            <a:xfrm>
              <a:off x="9288363" y="4826997"/>
              <a:ext cx="1291" cy="141809"/>
            </a:xfrm>
            <a:prstGeom prst="straightConnector1">
              <a:avLst/>
            </a:prstGeom>
            <a:ln w="12700">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grpSp>
      <p:grpSp>
        <p:nvGrpSpPr>
          <p:cNvPr id="39" name="组合 38"/>
          <p:cNvGrpSpPr/>
          <p:nvPr/>
        </p:nvGrpSpPr>
        <p:grpSpPr>
          <a:xfrm>
            <a:off x="442914" y="4579060"/>
            <a:ext cx="11306174" cy="1953729"/>
            <a:chOff x="442914" y="4579060"/>
            <a:chExt cx="11306174" cy="1953729"/>
          </a:xfrm>
        </p:grpSpPr>
        <p:sp>
          <p:nvSpPr>
            <p:cNvPr id="136" name="梯形 135"/>
            <p:cNvSpPr/>
            <p:nvPr/>
          </p:nvSpPr>
          <p:spPr>
            <a:xfrm>
              <a:off x="446198" y="5854700"/>
              <a:ext cx="11302890" cy="493757"/>
            </a:xfrm>
            <a:prstGeom prst="trapezoid">
              <a:avLst>
                <a:gd name="adj" fmla="val 90780"/>
              </a:avLst>
            </a:prstGeom>
            <a:gradFill flip="none" rotWithShape="1">
              <a:gsLst>
                <a:gs pos="0">
                  <a:schemeClr val="accent1">
                    <a:lumMod val="20000"/>
                    <a:lumOff val="80000"/>
                    <a:alpha val="0"/>
                  </a:schemeClr>
                </a:gs>
                <a:gs pos="100000">
                  <a:schemeClr val="accent1">
                    <a:lumMod val="20000"/>
                    <a:lumOff val="80000"/>
                    <a:alpha val="39000"/>
                  </a:schemeClr>
                </a:gs>
              </a:gsLst>
              <a:lin ang="5400000" scaled="1"/>
              <a:tileRect/>
            </a:gradFill>
            <a:ln w="12252" cap="rnd">
              <a:gradFill>
                <a:gsLst>
                  <a:gs pos="0">
                    <a:schemeClr val="accent1">
                      <a:lumMod val="20000"/>
                      <a:lumOff val="80000"/>
                      <a:alpha val="0"/>
                    </a:schemeClr>
                  </a:gs>
                  <a:gs pos="100000">
                    <a:schemeClr val="accent1"/>
                  </a:gs>
                </a:gsLst>
                <a:lin ang="5400000" scaled="1"/>
              </a:grad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7612" tIns="58806" rIns="117612" bIns="58806"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buClrTx/>
                <a:buSzTx/>
                <a:buFontTx/>
                <a:buNone/>
                <a:defRPr/>
              </a:pPr>
              <a:endParaRPr kumimoji="0" lang="zh-CN" altLang="en-US" sz="2315"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sym typeface="Arial" panose="020B0604020202020204" pitchFamily="34" charset="0"/>
              </a:endParaRPr>
            </a:p>
          </p:txBody>
        </p:sp>
        <p:sp>
          <p:nvSpPr>
            <p:cNvPr id="137" name="矩形 136"/>
            <p:cNvSpPr/>
            <p:nvPr/>
          </p:nvSpPr>
          <p:spPr>
            <a:xfrm>
              <a:off x="442914" y="6347078"/>
              <a:ext cx="11306074" cy="185711"/>
            </a:xfrm>
            <a:prstGeom prst="rect">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17612" tIns="58806" rIns="117612" bIns="5880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15"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sym typeface="Arial" panose="020B0604020202020204" pitchFamily="34" charset="0"/>
              </a:endParaRPr>
            </a:p>
          </p:txBody>
        </p:sp>
        <p:grpSp>
          <p:nvGrpSpPr>
            <p:cNvPr id="37" name="组合 36"/>
            <p:cNvGrpSpPr/>
            <p:nvPr/>
          </p:nvGrpSpPr>
          <p:grpSpPr>
            <a:xfrm>
              <a:off x="1119951" y="4579060"/>
              <a:ext cx="1864615" cy="1404122"/>
              <a:chOff x="1119951" y="4579060"/>
              <a:chExt cx="1864615" cy="1404122"/>
            </a:xfrm>
          </p:grpSpPr>
          <p:sp>
            <p:nvSpPr>
              <p:cNvPr id="131" name="椭圆 130"/>
              <p:cNvSpPr/>
              <p:nvPr/>
            </p:nvSpPr>
            <p:spPr>
              <a:xfrm>
                <a:off x="1119951" y="5760409"/>
                <a:ext cx="1298543" cy="196591"/>
              </a:xfrm>
              <a:prstGeom prst="ellipse">
                <a:avLst/>
              </a:prstGeom>
              <a:gradFill>
                <a:gsLst>
                  <a:gs pos="0">
                    <a:schemeClr val="accent1">
                      <a:lumMod val="20000"/>
                      <a:lumOff val="80000"/>
                      <a:alpha val="28000"/>
                    </a:schemeClr>
                  </a:gs>
                  <a:gs pos="100000">
                    <a:schemeClr val="accent1">
                      <a:lumMod val="60000"/>
                      <a:lumOff val="40000"/>
                      <a:alpha val="22000"/>
                    </a:schemeClr>
                  </a:gs>
                </a:gsLst>
                <a:lin ang="5400000" scaled="1"/>
              </a:gradFill>
              <a:ln w="12700" cap="flat" cmpd="sng" algn="ctr">
                <a:noFill/>
                <a:prstDash val="solid"/>
                <a:miter lim="800000"/>
              </a:ln>
              <a:effectLst/>
            </p:spPr>
            <p:txBody>
              <a:bodyPr rot="0" spcFirstLastPara="0" vertOverflow="overflow" horzOverflow="overflow" vert="horz" wrap="square" lIns="49688" tIns="24842" rIns="49688" bIns="24842"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98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32" name="椭圆 131"/>
              <p:cNvSpPr/>
              <p:nvPr/>
            </p:nvSpPr>
            <p:spPr>
              <a:xfrm>
                <a:off x="1341446" y="5732154"/>
                <a:ext cx="855560" cy="196592"/>
              </a:xfrm>
              <a:prstGeom prst="ellipse">
                <a:avLst/>
              </a:prstGeom>
              <a:solidFill>
                <a:schemeClr val="accent1">
                  <a:lumMod val="60000"/>
                  <a:lumOff val="40000"/>
                  <a:alpha val="19000"/>
                </a:schemeClr>
              </a:solidFill>
              <a:ln w="12700" cap="flat" cmpd="sng" algn="ctr">
                <a:noFill/>
                <a:prstDash val="solid"/>
                <a:miter lim="800000"/>
              </a:ln>
              <a:effectLst/>
            </p:spPr>
            <p:txBody>
              <a:bodyPr rot="0" spcFirstLastPara="0" vertOverflow="overflow" horzOverflow="overflow" vert="horz" wrap="square" lIns="49688" tIns="24842" rIns="49688" bIns="24842"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98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33" name="任意多边形: 形状 132"/>
              <p:cNvSpPr/>
              <p:nvPr/>
            </p:nvSpPr>
            <p:spPr>
              <a:xfrm>
                <a:off x="1119953" y="5858176"/>
                <a:ext cx="1298545" cy="125006"/>
              </a:xfrm>
              <a:custGeom>
                <a:avLst/>
                <a:gdLst>
                  <a:gd name="connsiteX0" fmla="*/ 0 w 5086352"/>
                  <a:gd name="connsiteY0" fmla="*/ 0 h 754852"/>
                  <a:gd name="connsiteX1" fmla="*/ 2742 w 5086352"/>
                  <a:gd name="connsiteY1" fmla="*/ 0 h 754852"/>
                  <a:gd name="connsiteX2" fmla="*/ 51669 w 5086352"/>
                  <a:gd name="connsiteY2" fmla="*/ 113276 h 754852"/>
                  <a:gd name="connsiteX3" fmla="*/ 2543176 w 5086352"/>
                  <a:gd name="connsiteY3" fmla="*/ 587213 h 754852"/>
                  <a:gd name="connsiteX4" fmla="*/ 5034684 w 5086352"/>
                  <a:gd name="connsiteY4" fmla="*/ 113276 h 754852"/>
                  <a:gd name="connsiteX5" fmla="*/ 5083611 w 5086352"/>
                  <a:gd name="connsiteY5" fmla="*/ 0 h 754852"/>
                  <a:gd name="connsiteX6" fmla="*/ 5086352 w 5086352"/>
                  <a:gd name="connsiteY6" fmla="*/ 0 h 754852"/>
                  <a:gd name="connsiteX7" fmla="*/ 5086352 w 5086352"/>
                  <a:gd name="connsiteY7" fmla="*/ 172922 h 754852"/>
                  <a:gd name="connsiteX8" fmla="*/ 5083836 w 5086352"/>
                  <a:gd name="connsiteY8" fmla="*/ 172922 h 754852"/>
                  <a:gd name="connsiteX9" fmla="*/ 5073222 w 5086352"/>
                  <a:gd name="connsiteY9" fmla="*/ 221980 h 754852"/>
                  <a:gd name="connsiteX10" fmla="*/ 2543176 w 5086352"/>
                  <a:gd name="connsiteY10" fmla="*/ 754852 h 754852"/>
                  <a:gd name="connsiteX11" fmla="*/ 13130 w 5086352"/>
                  <a:gd name="connsiteY11" fmla="*/ 221980 h 754852"/>
                  <a:gd name="connsiteX12" fmla="*/ 2517 w 5086352"/>
                  <a:gd name="connsiteY12" fmla="*/ 172922 h 754852"/>
                  <a:gd name="connsiteX13" fmla="*/ 0 w 5086352"/>
                  <a:gd name="connsiteY13" fmla="*/ 172922 h 754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86352" h="754852">
                    <a:moveTo>
                      <a:pt x="0" y="0"/>
                    </a:moveTo>
                    <a:lnTo>
                      <a:pt x="2742" y="0"/>
                    </a:lnTo>
                    <a:lnTo>
                      <a:pt x="51669" y="113276"/>
                    </a:lnTo>
                    <a:cubicBezTo>
                      <a:pt x="288810" y="383751"/>
                      <a:pt x="1314189" y="587213"/>
                      <a:pt x="2543176" y="587213"/>
                    </a:cubicBezTo>
                    <a:cubicBezTo>
                      <a:pt x="3772163" y="587213"/>
                      <a:pt x="4797542" y="383751"/>
                      <a:pt x="5034684" y="113276"/>
                    </a:cubicBezTo>
                    <a:lnTo>
                      <a:pt x="5083611" y="0"/>
                    </a:lnTo>
                    <a:lnTo>
                      <a:pt x="5086352" y="0"/>
                    </a:lnTo>
                    <a:lnTo>
                      <a:pt x="5086352" y="172922"/>
                    </a:lnTo>
                    <a:lnTo>
                      <a:pt x="5083836" y="172922"/>
                    </a:lnTo>
                    <a:lnTo>
                      <a:pt x="5073222" y="221980"/>
                    </a:lnTo>
                    <a:cubicBezTo>
                      <a:pt x="4942986" y="521286"/>
                      <a:pt x="3859948" y="754852"/>
                      <a:pt x="2543176" y="754852"/>
                    </a:cubicBezTo>
                    <a:cubicBezTo>
                      <a:pt x="1226404" y="754852"/>
                      <a:pt x="143367" y="521286"/>
                      <a:pt x="13130" y="221980"/>
                    </a:cubicBezTo>
                    <a:lnTo>
                      <a:pt x="2517" y="172922"/>
                    </a:lnTo>
                    <a:lnTo>
                      <a:pt x="0" y="172922"/>
                    </a:lnTo>
                    <a:close/>
                  </a:path>
                </a:pathLst>
              </a:custGeom>
              <a:gradFill>
                <a:gsLst>
                  <a:gs pos="50000">
                    <a:schemeClr val="accent1">
                      <a:lumMod val="40000"/>
                      <a:lumOff val="60000"/>
                      <a:alpha val="79000"/>
                    </a:schemeClr>
                  </a:gs>
                  <a:gs pos="0">
                    <a:srgbClr val="5088D3">
                      <a:alpha val="0"/>
                    </a:srgbClr>
                  </a:gs>
                  <a:gs pos="100000">
                    <a:schemeClr val="accent1">
                      <a:lumMod val="60000"/>
                      <a:lumOff val="40000"/>
                      <a:alpha val="93000"/>
                    </a:schemeClr>
                  </a:gs>
                </a:gsLst>
                <a:lin ang="5400000" scaled="1"/>
              </a:gradFill>
              <a:ln w="12700" cap="flat" cmpd="sng" algn="ctr">
                <a:noFill/>
                <a:prstDash val="solid"/>
                <a:miter lim="800000"/>
              </a:ln>
              <a:effectLst/>
            </p:spPr>
            <p:txBody>
              <a:bodyPr rot="0" spcFirstLastPara="0" vertOverflow="overflow" horzOverflow="overflow" vert="horz" wrap="square" lIns="49688" tIns="24842" rIns="49688" bIns="24842"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98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27" name="椭圆 126"/>
              <p:cNvSpPr/>
              <p:nvPr>
                <p:custDataLst>
                  <p:tags r:id="rId1"/>
                </p:custDataLst>
              </p:nvPr>
            </p:nvSpPr>
            <p:spPr>
              <a:xfrm flipH="1">
                <a:off x="2550403" y="5064040"/>
                <a:ext cx="434163" cy="434163"/>
              </a:xfrm>
              <a:prstGeom prst="ellipse">
                <a:avLst/>
              </a:prstGeom>
              <a:gradFill flip="none" rotWithShape="1">
                <a:gsLst>
                  <a:gs pos="0">
                    <a:schemeClr val="accent1">
                      <a:lumMod val="40000"/>
                      <a:lumOff val="60000"/>
                    </a:schemeClr>
                  </a:gs>
                  <a:gs pos="80000">
                    <a:schemeClr val="accent1">
                      <a:lumMod val="100000"/>
                    </a:schemeClr>
                  </a:gs>
                </a:gsLst>
                <a:path path="circle">
                  <a:fillToRect r="100000" b="100000"/>
                </a:path>
                <a:tileRect l="-100000" t="-100000"/>
              </a:gradFill>
              <a:ln w="23781">
                <a:gradFill flip="none" rotWithShape="1">
                  <a:gsLst>
                    <a:gs pos="0">
                      <a:schemeClr val="accent1"/>
                    </a:gs>
                    <a:gs pos="96000">
                      <a:schemeClr val="accent1">
                        <a:lumMod val="60000"/>
                        <a:lumOff val="40000"/>
                      </a:schemeClr>
                    </a:gs>
                  </a:gsLst>
                  <a:lin ang="2700000" scaled="1"/>
                  <a:tileRect/>
                </a:gradFill>
              </a:ln>
              <a:effectLst>
                <a:outerShdw blurRad="108712" dist="40767" dir="5400000" algn="t" rotWithShape="0">
                  <a:schemeClr val="accent1">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546" tIns="11773" rIns="23546" bIns="11773" numCol="1" spcCol="0" rtlCol="0" fromWordArt="0" anchor="ctr" anchorCtr="0" forceAA="0" compatLnSpc="1">
                <a:noAutofit/>
              </a:bodyPr>
              <a:lstStyle/>
              <a:p>
                <a:pPr algn="r" defTabSz="109855"/>
                <a:endParaRPr lang="zh-CN" altLang="en-US" sz="1175">
                  <a:solidFill>
                    <a:prstClr val="white"/>
                  </a:solidFill>
                  <a:latin typeface="+mj-lt"/>
                  <a:ea typeface="+mj-ea"/>
                  <a:cs typeface="思源黑体 CN Medium" panose="020B0600000000000000" pitchFamily="34" charset="-122"/>
                </a:endParaRPr>
              </a:p>
            </p:txBody>
          </p:sp>
          <p:sp>
            <p:nvSpPr>
              <p:cNvPr id="128" name="double-arrowhead-pointing-to-left_45744"/>
              <p:cNvSpPr/>
              <p:nvPr/>
            </p:nvSpPr>
            <p:spPr>
              <a:xfrm flipH="1">
                <a:off x="2657828" y="5186691"/>
                <a:ext cx="219315" cy="188861"/>
              </a:xfrm>
              <a:custGeom>
                <a:avLst/>
                <a:gdLst>
                  <a:gd name="connsiteX0" fmla="*/ 608048 w 609117"/>
                  <a:gd name="connsiteY0" fmla="*/ 403 h 524535"/>
                  <a:gd name="connsiteX1" fmla="*/ 607788 w 609117"/>
                  <a:gd name="connsiteY1" fmla="*/ 8923 h 524535"/>
                  <a:gd name="connsiteX2" fmla="*/ 528103 w 609117"/>
                  <a:gd name="connsiteY2" fmla="*/ 244005 h 524535"/>
                  <a:gd name="connsiteX3" fmla="*/ 528017 w 609117"/>
                  <a:gd name="connsiteY3" fmla="*/ 277131 h 524535"/>
                  <a:gd name="connsiteX4" fmla="*/ 607875 w 609117"/>
                  <a:gd name="connsiteY4" fmla="*/ 515673 h 524535"/>
                  <a:gd name="connsiteX5" fmla="*/ 600080 w 609117"/>
                  <a:gd name="connsiteY5" fmla="*/ 521209 h 524535"/>
                  <a:gd name="connsiteX6" fmla="*/ 295457 w 609117"/>
                  <a:gd name="connsiteY6" fmla="*/ 271596 h 524535"/>
                  <a:gd name="connsiteX7" fmla="*/ 295544 w 609117"/>
                  <a:gd name="connsiteY7" fmla="*/ 249541 h 524535"/>
                  <a:gd name="connsiteX8" fmla="*/ 599993 w 609117"/>
                  <a:gd name="connsiteY8" fmla="*/ 3301 h 524535"/>
                  <a:gd name="connsiteX9" fmla="*/ 608048 w 609117"/>
                  <a:gd name="connsiteY9" fmla="*/ 403 h 524535"/>
                  <a:gd name="connsiteX10" fmla="*/ 318231 w 609117"/>
                  <a:gd name="connsiteY10" fmla="*/ 403 h 524535"/>
                  <a:gd name="connsiteX11" fmla="*/ 317961 w 609117"/>
                  <a:gd name="connsiteY11" fmla="*/ 8923 h 524535"/>
                  <a:gd name="connsiteX12" fmla="*/ 238275 w 609117"/>
                  <a:gd name="connsiteY12" fmla="*/ 244005 h 524535"/>
                  <a:gd name="connsiteX13" fmla="*/ 238275 w 609117"/>
                  <a:gd name="connsiteY13" fmla="*/ 277131 h 524535"/>
                  <a:gd name="connsiteX14" fmla="*/ 318047 w 609117"/>
                  <a:gd name="connsiteY14" fmla="*/ 515673 h 524535"/>
                  <a:gd name="connsiteX15" fmla="*/ 310339 w 609117"/>
                  <a:gd name="connsiteY15" fmla="*/ 521209 h 524535"/>
                  <a:gd name="connsiteX16" fmla="*/ 5716 w 609117"/>
                  <a:gd name="connsiteY16" fmla="*/ 271596 h 524535"/>
                  <a:gd name="connsiteX17" fmla="*/ 5716 w 609117"/>
                  <a:gd name="connsiteY17" fmla="*/ 249541 h 524535"/>
                  <a:gd name="connsiteX18" fmla="*/ 310252 w 609117"/>
                  <a:gd name="connsiteY18" fmla="*/ 3301 h 524535"/>
                  <a:gd name="connsiteX19" fmla="*/ 318231 w 609117"/>
                  <a:gd name="connsiteY19" fmla="*/ 403 h 52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117" h="524535">
                    <a:moveTo>
                      <a:pt x="608048" y="403"/>
                    </a:moveTo>
                    <a:cubicBezTo>
                      <a:pt x="609456" y="1419"/>
                      <a:pt x="609477" y="4339"/>
                      <a:pt x="607788" y="8923"/>
                    </a:cubicBezTo>
                    <a:lnTo>
                      <a:pt x="528103" y="244005"/>
                    </a:lnTo>
                    <a:cubicBezTo>
                      <a:pt x="524725" y="253087"/>
                      <a:pt x="524725" y="267963"/>
                      <a:pt x="528017" y="277131"/>
                    </a:cubicBezTo>
                    <a:lnTo>
                      <a:pt x="607875" y="515673"/>
                    </a:lnTo>
                    <a:cubicBezTo>
                      <a:pt x="611166" y="524841"/>
                      <a:pt x="607702" y="527263"/>
                      <a:pt x="600080" y="521209"/>
                    </a:cubicBezTo>
                    <a:lnTo>
                      <a:pt x="295457" y="271596"/>
                    </a:lnTo>
                    <a:cubicBezTo>
                      <a:pt x="287835" y="265455"/>
                      <a:pt x="287922" y="255595"/>
                      <a:pt x="295544" y="249541"/>
                    </a:cubicBezTo>
                    <a:lnTo>
                      <a:pt x="599993" y="3301"/>
                    </a:lnTo>
                    <a:cubicBezTo>
                      <a:pt x="603847" y="274"/>
                      <a:pt x="606641" y="-613"/>
                      <a:pt x="608048" y="403"/>
                    </a:cubicBezTo>
                    <a:close/>
                    <a:moveTo>
                      <a:pt x="318231" y="403"/>
                    </a:moveTo>
                    <a:cubicBezTo>
                      <a:pt x="319628" y="1419"/>
                      <a:pt x="319650" y="4339"/>
                      <a:pt x="317961" y="8923"/>
                    </a:cubicBezTo>
                    <a:lnTo>
                      <a:pt x="238275" y="244005"/>
                    </a:lnTo>
                    <a:cubicBezTo>
                      <a:pt x="234897" y="253087"/>
                      <a:pt x="234897" y="267963"/>
                      <a:pt x="238275" y="277131"/>
                    </a:cubicBezTo>
                    <a:lnTo>
                      <a:pt x="318047" y="515673"/>
                    </a:lnTo>
                    <a:cubicBezTo>
                      <a:pt x="321425" y="524841"/>
                      <a:pt x="317874" y="527263"/>
                      <a:pt x="310339" y="521209"/>
                    </a:cubicBezTo>
                    <a:lnTo>
                      <a:pt x="5716" y="271596"/>
                    </a:lnTo>
                    <a:cubicBezTo>
                      <a:pt x="-1906" y="265455"/>
                      <a:pt x="-1906" y="255595"/>
                      <a:pt x="5716" y="249541"/>
                    </a:cubicBezTo>
                    <a:lnTo>
                      <a:pt x="310252" y="3301"/>
                    </a:lnTo>
                    <a:cubicBezTo>
                      <a:pt x="314063" y="274"/>
                      <a:pt x="316835" y="-613"/>
                      <a:pt x="318231" y="403"/>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7841" tIns="48920" rIns="97841" bIns="48920" rtlCol="0" anchor="ctr"/>
              <a:lstStyle/>
              <a:p>
                <a:pPr algn="ctr"/>
                <a:endParaRPr lang="en-US" sz="1925" dirty="0">
                  <a:cs typeface="思源黑体 CN Medium" panose="020B0600000000000000" pitchFamily="34" charset="-122"/>
                </a:endParaRPr>
              </a:p>
            </p:txBody>
          </p:sp>
          <p:sp>
            <p:nvSpPr>
              <p:cNvPr id="134" name="椭圆 133"/>
              <p:cNvSpPr/>
              <p:nvPr/>
            </p:nvSpPr>
            <p:spPr>
              <a:xfrm>
                <a:off x="1139321" y="4579060"/>
                <a:ext cx="1259798" cy="1259799"/>
              </a:xfrm>
              <a:prstGeom prst="ellipse">
                <a:avLst/>
              </a:prstGeom>
              <a:gradFill>
                <a:gsLst>
                  <a:gs pos="0">
                    <a:schemeClr val="accent1">
                      <a:lumMod val="60000"/>
                      <a:lumOff val="40000"/>
                    </a:schemeClr>
                  </a:gs>
                  <a:gs pos="100000">
                    <a:schemeClr val="accent1"/>
                  </a:gs>
                </a:gsLst>
                <a:lin ang="54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4143" tIns="42071" rIns="84143" bIns="42071"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7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35" name="文本框 134"/>
              <p:cNvSpPr txBox="1"/>
              <p:nvPr>
                <p:custDataLst>
                  <p:tags r:id="rId2"/>
                </p:custDataLst>
              </p:nvPr>
            </p:nvSpPr>
            <p:spPr>
              <a:xfrm>
                <a:off x="1400524" y="4826384"/>
                <a:ext cx="737392" cy="765150"/>
              </a:xfrm>
              <a:prstGeom prst="rect">
                <a:avLst/>
              </a:prstGeom>
              <a:noFill/>
              <a:effectLst/>
            </p:spPr>
            <p:txBody>
              <a:bodyPr wrap="none" lIns="84143" tIns="42071" rIns="84143" bIns="42071" anchor="ctr">
                <a:spAutoFit/>
              </a:bodyPr>
              <a:lstStyle/>
              <a:p>
                <a:pPr marL="0" marR="0" lvl="0" indent="0" algn="ctr" defTabSz="914400" rtl="0" eaLnBrk="1" fontAlgn="auto" latinLnBrk="0" hangingPunct="1">
                  <a:lnSpc>
                    <a:spcPct val="100000"/>
                  </a:lnSpc>
                  <a:spcBef>
                    <a:spcPts val="0"/>
                  </a:spcBef>
                  <a:buClrTx/>
                  <a:buSzTx/>
                  <a:buFontTx/>
                  <a:buNone/>
                  <a:defRPr/>
                </a:pPr>
                <a:r>
                  <a:rPr lang="zh-CN" altLang="en-US" sz="2210" b="1" dirty="0">
                    <a:solidFill>
                      <a:schemeClr val="bg1"/>
                    </a:solidFill>
                    <a:effectLst>
                      <a:outerShdw blurRad="35060" dist="35059" dir="2700018" algn="tl">
                        <a:srgbClr val="000000">
                          <a:alpha val="43137"/>
                        </a:srgbClr>
                      </a:outerShdw>
                    </a:effectLst>
                    <a:latin typeface="思源黑体 CN Heavy" panose="020B0A00000000000000" pitchFamily="34" charset="-122"/>
                    <a:ea typeface="思源黑体 CN Heavy" panose="020B0A00000000000000" pitchFamily="34" charset="-122"/>
                    <a:cs typeface="思源黑体 CN Medium" panose="020B0600000000000000" pitchFamily="34" charset="-122"/>
                  </a:rPr>
                  <a:t>监测</a:t>
                </a:r>
                <a:endParaRPr lang="en-US" altLang="zh-CN" sz="2210" b="1" dirty="0">
                  <a:solidFill>
                    <a:schemeClr val="bg1"/>
                  </a:solidFill>
                  <a:effectLst>
                    <a:outerShdw blurRad="35060" dist="35059" dir="2700018" algn="tl">
                      <a:srgbClr val="000000">
                        <a:alpha val="43137"/>
                      </a:srgbClr>
                    </a:outerShdw>
                  </a:effectLst>
                  <a:latin typeface="思源黑体 CN Heavy" panose="020B0A00000000000000" pitchFamily="34" charset="-122"/>
                  <a:ea typeface="思源黑体 CN Heavy" panose="020B0A00000000000000" pitchFamily="34" charset="-122"/>
                  <a:cs typeface="思源黑体 CN Medium" panose="020B0600000000000000" pitchFamily="34" charset="-122"/>
                </a:endParaRPr>
              </a:p>
              <a:p>
                <a:pPr marL="0" marR="0" lvl="0" indent="0" algn="ctr" defTabSz="914400" rtl="0" eaLnBrk="1" fontAlgn="auto" latinLnBrk="0" hangingPunct="1">
                  <a:lnSpc>
                    <a:spcPct val="100000"/>
                  </a:lnSpc>
                  <a:spcBef>
                    <a:spcPts val="0"/>
                  </a:spcBef>
                  <a:buClrTx/>
                  <a:buSzTx/>
                  <a:buFontTx/>
                  <a:buNone/>
                  <a:defRPr/>
                </a:pPr>
                <a:r>
                  <a:rPr lang="zh-CN" altLang="en-US" sz="2210" b="1" dirty="0">
                    <a:solidFill>
                      <a:schemeClr val="bg1"/>
                    </a:solidFill>
                    <a:effectLst>
                      <a:outerShdw blurRad="35060" dist="35059" dir="2700018" algn="tl">
                        <a:srgbClr val="000000">
                          <a:alpha val="43137"/>
                        </a:srgbClr>
                      </a:outerShdw>
                    </a:effectLst>
                    <a:latin typeface="思源黑体 CN Heavy" panose="020B0A00000000000000" pitchFamily="34" charset="-122"/>
                    <a:ea typeface="思源黑体 CN Heavy" panose="020B0A00000000000000" pitchFamily="34" charset="-122"/>
                    <a:cs typeface="思源黑体 CN Medium" panose="020B0600000000000000" pitchFamily="34" charset="-122"/>
                  </a:rPr>
                  <a:t>指标</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right)">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down)">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left)">
                                      <p:cBhvr>
                                        <p:cTn id="27" dur="5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wipe(up)">
                                      <p:cBhvr>
                                        <p:cTn id="3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GuidesStyle_Narrow&quot;,&quot;Kind&quot;:0,&quot;OldGuidesSetting&quot;:{&quot;HeaderHeight&quot;:10.0,&quot;FooterHeight&quot;:5.0,&quot;SideMargin&quot;:2.5,&quot;TopMargin&quot;:0.0,&quot;BottomMargin&quot;:0.0,&quot;IntervalMargin&quot;:1.0}}"/>
  <p:tag name="RESOURCE_RECORD_KEY" val="{&quot;71&quot;:[76235680038]}"/>
</p:tagLst>
</file>

<file path=ppt/tags/tag2.xml><?xml version="1.0" encoding="utf-8"?>
<p:tagLst xmlns:a="http://schemas.openxmlformats.org/drawingml/2006/main" xmlns:r="http://schemas.openxmlformats.org/officeDocument/2006/relationships" xmlns:p="http://schemas.openxmlformats.org/presentationml/2006/main">
  <p:tag name="SHADOWSIZE" val="100"/>
</p:tagLst>
</file>

<file path=ppt/tags/tag3.xml><?xml version="1.0" encoding="utf-8"?>
<p:tagLst xmlns:a="http://schemas.openxmlformats.org/drawingml/2006/main" xmlns:r="http://schemas.openxmlformats.org/officeDocument/2006/relationships" xmlns:p="http://schemas.openxmlformats.org/presentationml/2006/main">
  <p:tag name="SHADOWSIZE" val="100"/>
</p:tagLst>
</file>

<file path=ppt/tags/tag4.xml><?xml version="1.0" encoding="utf-8"?>
<p:tagLst xmlns:a="http://schemas.openxmlformats.org/drawingml/2006/main" xmlns:r="http://schemas.openxmlformats.org/officeDocument/2006/relationships" xmlns:p="http://schemas.openxmlformats.org/presentationml/2006/main">
  <p:tag name="SHADOWSIZE" val="100"/>
</p:tagLst>
</file>

<file path=ppt/tags/tag5.xml><?xml version="1.0" encoding="utf-8"?>
<p:tagLst xmlns:a="http://schemas.openxmlformats.org/drawingml/2006/main" xmlns:r="http://schemas.openxmlformats.org/officeDocument/2006/relationships" xmlns:p="http://schemas.openxmlformats.org/presentationml/2006/main">
  <p:tag name="ADJUSTMENTS" val="6.104153"/>
</p:tagLst>
</file>

<file path=ppt/tags/tag6.xml><?xml version="1.0" encoding="utf-8"?>
<p:tagLst xmlns:a="http://schemas.openxmlformats.org/drawingml/2006/main" xmlns:r="http://schemas.openxmlformats.org/officeDocument/2006/relationships" xmlns:p="http://schemas.openxmlformats.org/presentationml/2006/main">
  <p:tag name="ADJUSTMENTS" val="6.104153"/>
</p:tagLst>
</file>

<file path=ppt/tags/tag7.xml><?xml version="1.0" encoding="utf-8"?>
<p:tagLst xmlns:a="http://schemas.openxmlformats.org/drawingml/2006/main" xmlns:r="http://schemas.openxmlformats.org/officeDocument/2006/relationships" xmlns:p="http://schemas.openxmlformats.org/presentationml/2006/main">
  <p:tag name="TEXTSHADOWSIZE" val="100"/>
</p:tagLst>
</file>

<file path=ppt/tags/tag8.xml><?xml version="1.0" encoding="utf-8"?>
<p:tagLst xmlns:a="http://schemas.openxmlformats.org/drawingml/2006/main" xmlns:r="http://schemas.openxmlformats.org/officeDocument/2006/relationships" xmlns:p="http://schemas.openxmlformats.org/presentationml/2006/main">
  <p:tag name="ADJUSTMENTS" val="6.104153"/>
</p:tagLst>
</file>

<file path=ppt/tags/tag9.xml><?xml version="1.0" encoding="utf-8"?>
<p:tagLst xmlns:a="http://schemas.openxmlformats.org/drawingml/2006/main" xmlns:r="http://schemas.openxmlformats.org/officeDocument/2006/relationships" xmlns:p="http://schemas.openxmlformats.org/presentationml/2006/main">
  <p:tag name="TEXTSHADOWSIZE" val="100"/>
</p:tagLst>
</file>

<file path=ppt/tags/tag10.xml><?xml version="1.0" encoding="utf-8"?>
<p:tagLst xmlns:a="http://schemas.openxmlformats.org/drawingml/2006/main" xmlns:r="http://schemas.openxmlformats.org/officeDocument/2006/relationships" xmlns:p="http://schemas.openxmlformats.org/presentationml/2006/main">
  <p:tag name="ADJUSTMENTS" val="6.104153"/>
</p:tagLst>
</file>

<file path=ppt/tags/tag11.xml><?xml version="1.0" encoding="utf-8"?>
<p:tagLst xmlns:a="http://schemas.openxmlformats.org/drawingml/2006/main" xmlns:r="http://schemas.openxmlformats.org/officeDocument/2006/relationships" xmlns:p="http://schemas.openxmlformats.org/presentationml/2006/main">
  <p:tag name="ADJUSTMENTS" val="6.104153"/>
</p:tagLst>
</file>

<file path=ppt/tags/tag12.xml><?xml version="1.0" encoding="utf-8"?>
<p:tagLst xmlns:a="http://schemas.openxmlformats.org/drawingml/2006/main" xmlns:r="http://schemas.openxmlformats.org/officeDocument/2006/relationships" xmlns:p="http://schemas.openxmlformats.org/presentationml/2006/main">
  <p:tag name="TEXTSHADOWSIZE" val="100"/>
</p:tagLst>
</file>

<file path=ppt/tags/tag13.xml><?xml version="1.0" encoding="utf-8"?>
<p:tagLst xmlns:a="http://schemas.openxmlformats.org/drawingml/2006/main" xmlns:r="http://schemas.openxmlformats.org/officeDocument/2006/relationships" xmlns:p="http://schemas.openxmlformats.org/presentationml/2006/main">
  <p:tag name="ADJUSTMENTS" val="6.104153"/>
</p:tagLst>
</file>

<file path=ppt/tags/tag14.xml><?xml version="1.0" encoding="utf-8"?>
<p:tagLst xmlns:a="http://schemas.openxmlformats.org/drawingml/2006/main" xmlns:r="http://schemas.openxmlformats.org/officeDocument/2006/relationships" xmlns:p="http://schemas.openxmlformats.org/presentationml/2006/main">
  <p:tag name="ADJUSTMENTS" val="6.104153"/>
</p:tagLst>
</file>

<file path=ppt/tags/tag15.xml><?xml version="1.0" encoding="utf-8"?>
<p:tagLst xmlns:a="http://schemas.openxmlformats.org/drawingml/2006/main" xmlns:r="http://schemas.openxmlformats.org/officeDocument/2006/relationships" xmlns:p="http://schemas.openxmlformats.org/presentationml/2006/main">
  <p:tag name="TEXTSHADOWSIZE" val="100"/>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32.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33.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34.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35.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36.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37.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38.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39.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0.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1.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2.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3.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44.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45.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46.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7.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8.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9.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50.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51.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52.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53.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54.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55.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56.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57.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58.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59.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0.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1.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2.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3.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64.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65.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66.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7.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8.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9.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0.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71.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72.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73.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4.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5.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6.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77.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78.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79.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80.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81.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82.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83.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84.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85.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86.xml><?xml version="1.0" encoding="utf-8"?>
<p:tagLst xmlns:a="http://schemas.openxmlformats.org/drawingml/2006/main" xmlns:r="http://schemas.openxmlformats.org/officeDocument/2006/relationships" xmlns:p="http://schemas.openxmlformats.org/presentationml/2006/main">
  <p:tag name="PA" val="v5.2.11"/>
</p:tagLst>
</file>

<file path=ppt/tags/tag87.xml><?xml version="1.0" encoding="utf-8"?>
<p:tagLst xmlns:a="http://schemas.openxmlformats.org/drawingml/2006/main" xmlns:r="http://schemas.openxmlformats.org/officeDocument/2006/relationships" xmlns:p="http://schemas.openxmlformats.org/presentationml/2006/main">
  <p:tag name="PA" val="v5.2.11"/>
</p:tagLst>
</file>

<file path=ppt/tags/tag88.xml><?xml version="1.0" encoding="utf-8"?>
<p:tagLst xmlns:a="http://schemas.openxmlformats.org/drawingml/2006/main" xmlns:r="http://schemas.openxmlformats.org/officeDocument/2006/relationships" xmlns:p="http://schemas.openxmlformats.org/presentationml/2006/main">
  <p:tag name="PA" val="v5.2.11"/>
</p:tagLst>
</file>

<file path=ppt/tags/tag89.xml><?xml version="1.0" encoding="utf-8"?>
<p:tagLst xmlns:a="http://schemas.openxmlformats.org/drawingml/2006/main" xmlns:r="http://schemas.openxmlformats.org/officeDocument/2006/relationships" xmlns:p="http://schemas.openxmlformats.org/presentationml/2006/main">
  <p:tag name="PA" val="v5.2.11"/>
</p:tagLst>
</file>

<file path=ppt/tags/tag90.xml><?xml version="1.0" encoding="utf-8"?>
<p:tagLst xmlns:a="http://schemas.openxmlformats.org/drawingml/2006/main" xmlns:r="http://schemas.openxmlformats.org/officeDocument/2006/relationships" xmlns:p="http://schemas.openxmlformats.org/presentationml/2006/main">
  <p:tag name="PA" val="v5.2.11"/>
</p:tagLst>
</file>

<file path=ppt/tags/tag91.xml><?xml version="1.0" encoding="utf-8"?>
<p:tagLst xmlns:a="http://schemas.openxmlformats.org/drawingml/2006/main" xmlns:r="http://schemas.openxmlformats.org/officeDocument/2006/relationships" xmlns:p="http://schemas.openxmlformats.org/presentationml/2006/main">
  <p:tag name="PA" val="v5.2.11"/>
</p:tagLst>
</file>

<file path=ppt/tags/tag92.xml><?xml version="1.0" encoding="utf-8"?>
<p:tagLst xmlns:a="http://schemas.openxmlformats.org/drawingml/2006/main" xmlns:r="http://schemas.openxmlformats.org/officeDocument/2006/relationships" xmlns:p="http://schemas.openxmlformats.org/presentationml/2006/main">
  <p:tag name="PA" val="v5.2.11"/>
</p:tagLst>
</file>

<file path=ppt/tags/tag93.xml><?xml version="1.0" encoding="utf-8"?>
<p:tagLst xmlns:a="http://schemas.openxmlformats.org/drawingml/2006/main" xmlns:r="http://schemas.openxmlformats.org/officeDocument/2006/relationships" xmlns:p="http://schemas.openxmlformats.org/presentationml/2006/main">
  <p:tag name="PA" val="v5.2.11"/>
</p:tagLst>
</file>

<file path=ppt/tags/tag94.xml><?xml version="1.0" encoding="utf-8"?>
<p:tagLst xmlns:a="http://schemas.openxmlformats.org/drawingml/2006/main" xmlns:r="http://schemas.openxmlformats.org/officeDocument/2006/relationships" xmlns:p="http://schemas.openxmlformats.org/presentationml/2006/main">
  <p:tag name="PA" val="v5.2.11"/>
</p:tagLst>
</file>

<file path=ppt/tags/tag95.xml><?xml version="1.0" encoding="utf-8"?>
<p:tagLst xmlns:a="http://schemas.openxmlformats.org/drawingml/2006/main" xmlns:r="http://schemas.openxmlformats.org/officeDocument/2006/relationships" xmlns:p="http://schemas.openxmlformats.org/presentationml/2006/main">
  <p:tag name="SHADOWSIZE" val="100"/>
  <p:tag name="SOFTEDGE" val="0"/>
  <p:tag name="SHAPEGLOW" val="0"/>
  <p:tag name="SHAPEREFLECTION" val="-2.147484E+09"/>
  <p:tag name="SHADOWOFFSETY" val="-2.147484E+09"/>
  <p:tag name="SHADOWOFFSETX" val="-2.147484E+09"/>
  <p:tag name="SHADOWBLUR" val="5"/>
  <p:tag name="HEIGHT" val="84.75339"/>
  <p:tag name="WIDTH" val="84.75339"/>
  <p:tag name="LEFT" val="347.4366"/>
  <p:tag name="TOP" val="303.3348"/>
</p:tagLst>
</file>

<file path=ppt/tags/tag96.xml><?xml version="1.0" encoding="utf-8"?>
<p:tagLst xmlns:a="http://schemas.openxmlformats.org/drawingml/2006/main" xmlns:r="http://schemas.openxmlformats.org/officeDocument/2006/relationships" xmlns:p="http://schemas.openxmlformats.org/presentationml/2006/main">
  <p:tag name="SHADOWSIZE" val="100"/>
  <p:tag name="SOFTEDGE" val="0"/>
  <p:tag name="SHAPEGLOW" val="0"/>
  <p:tag name="SHAPEREFLECTION" val="-2.147484E+09"/>
  <p:tag name="SHADOWOFFSETY" val="-2.147484E+09"/>
  <p:tag name="SHADOWOFFSETX" val="-2.147484E+09"/>
  <p:tag name="SHADOWBLUR" val="5"/>
  <p:tag name="HEIGHT" val="84.75339"/>
  <p:tag name="WIDTH" val="84.75339"/>
  <p:tag name="LEFT" val="347.4366"/>
  <p:tag name="TOP" val="303.3348"/>
</p:tagLst>
</file>

<file path=ppt/tags/tag97.xml><?xml version="1.0" encoding="utf-8"?>
<p:tagLst xmlns:a="http://schemas.openxmlformats.org/drawingml/2006/main" xmlns:r="http://schemas.openxmlformats.org/officeDocument/2006/relationships" xmlns:p="http://schemas.openxmlformats.org/presentationml/2006/main">
  <p:tag name="SHADOWSIZE" val="100"/>
  <p:tag name="SOFTEDGE" val="0"/>
  <p:tag name="SHAPEGLOW" val="0"/>
  <p:tag name="SHAPEREFLECTION" val="-2.147484E+09"/>
  <p:tag name="SHADOWOFFSETY" val="-2.147484E+09"/>
  <p:tag name="SHADOWOFFSETX" val="-2.147484E+09"/>
  <p:tag name="SHADOWBLUR" val="5"/>
  <p:tag name="HEIGHT" val="84.75339"/>
  <p:tag name="WIDTH" val="84.75339"/>
  <p:tag name="LEFT" val="347.4366"/>
  <p:tag name="TOP" val="303.3348"/>
</p:tagLst>
</file>

<file path=ppt/tags/tag98.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2.7"/>
  <p:tag name="MARGINRIGHT" val="5.4"/>
  <p:tag name="MARGINLEFT" val="5.4"/>
  <p:tag name="MARGINTOP" val="2.7"/>
  <p:tag name="FONTSIZE" val="13.5"/>
  <p:tag name="SOFTEDGE" val="0"/>
  <p:tag name="SHAPEGLOW" val="0"/>
  <p:tag name="SHAPEREFLECTION" val="-2.147484E+09"/>
  <p:tag name="HEIGHT" val="84.75339"/>
  <p:tag name="WIDTH" val="84.75339"/>
  <p:tag name="LEFT" val="347.4366"/>
  <p:tag name="TOP" val="303.3348"/>
</p:tagLst>
</file>

<file path=ppt/tags/tag99.xml><?xml version="1.0" encoding="utf-8"?>
<p:tagLst xmlns:a="http://schemas.openxmlformats.org/drawingml/2006/main" xmlns:r="http://schemas.openxmlformats.org/officeDocument/2006/relationships" xmlns:p="http://schemas.openxmlformats.org/presentationml/2006/main">
  <p:tag name="SHADOWSIZE" val="102"/>
  <p:tag name="TEXTGLOW" val="0"/>
  <p:tag name="TEXTREFLECTION" val="0"/>
  <p:tag name="LINERULEAFTER" val="0"/>
  <p:tag name="MARGINBOTTOM" val="3.6"/>
  <p:tag name="MARGINRIGHT" val="7.2"/>
  <p:tag name="MARGINLEFT" val="7.2"/>
  <p:tag name="MARGINTOP" val="3.6"/>
  <p:tag name="FONTSIZE" val="18"/>
  <p:tag name="SOFTEDGE" val="0"/>
  <p:tag name="SHAPEGLOW" val="0"/>
  <p:tag name="SHAPEREFLECTION" val="-2.147484E+09"/>
  <p:tag name="SHADOWOFFSETY" val="0"/>
  <p:tag name="SHADOWOFFSETX" val="0"/>
  <p:tag name="SHADOWBLUR" val="20"/>
  <p:tag name="HEIGHT" val="60.93843"/>
  <p:tag name="WIDTH" val="60.93843"/>
  <p:tag name="LEFT" val="359.3442"/>
  <p:tag name="TOP" val="315.2423"/>
</p:tagLst>
</file>

<file path=ppt/tags/tag100.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2.7"/>
  <p:tag name="MARGINRIGHT" val="5.4"/>
  <p:tag name="MARGINLEFT" val="5.4"/>
  <p:tag name="MARGINTOP" val="2.7"/>
  <p:tag name="FONTSIZE" val="13.5"/>
  <p:tag name="SOFTEDGE" val="0"/>
  <p:tag name="SHAPEGLOW" val="0"/>
  <p:tag name="SHAPEREFLECTION" val="-2.147484E+09"/>
  <p:tag name="HEIGHT" val="84.75339"/>
  <p:tag name="WIDTH" val="84.75339"/>
  <p:tag name="LEFT" val="347.4366"/>
  <p:tag name="TOP" val="303.3348"/>
</p:tagLst>
</file>

<file path=ppt/tags/tag101.xml><?xml version="1.0" encoding="utf-8"?>
<p:tagLst xmlns:a="http://schemas.openxmlformats.org/drawingml/2006/main" xmlns:r="http://schemas.openxmlformats.org/officeDocument/2006/relationships" xmlns:p="http://schemas.openxmlformats.org/presentationml/2006/main">
  <p:tag name="SHADOWSIZE" val="102"/>
  <p:tag name="TEXTGLOW" val="0"/>
  <p:tag name="TEXTREFLECTION" val="0"/>
  <p:tag name="LINERULEAFTER" val="0"/>
  <p:tag name="MARGINBOTTOM" val="3.6"/>
  <p:tag name="MARGINRIGHT" val="7.2"/>
  <p:tag name="MARGINLEFT" val="7.2"/>
  <p:tag name="MARGINTOP" val="3.6"/>
  <p:tag name="FONTSIZE" val="18"/>
  <p:tag name="SOFTEDGE" val="0"/>
  <p:tag name="SHAPEGLOW" val="0"/>
  <p:tag name="SHAPEREFLECTION" val="-2.147484E+09"/>
  <p:tag name="SHADOWOFFSETY" val="0"/>
  <p:tag name="SHADOWOFFSETX" val="0"/>
  <p:tag name="SHADOWBLUR" val="20"/>
  <p:tag name="HEIGHT" val="60.93843"/>
  <p:tag name="WIDTH" val="60.93843"/>
  <p:tag name="LEFT" val="359.3442"/>
  <p:tag name="TOP" val="315.2423"/>
</p:tagLst>
</file>

<file path=ppt/tags/tag102.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2.7"/>
  <p:tag name="MARGINRIGHT" val="5.4"/>
  <p:tag name="MARGINLEFT" val="5.4"/>
  <p:tag name="MARGINTOP" val="2.7"/>
  <p:tag name="FONTSIZE" val="13.5"/>
  <p:tag name="SOFTEDGE" val="0"/>
  <p:tag name="SHAPEGLOW" val="0"/>
  <p:tag name="SHAPEREFLECTION" val="-2.147484E+09"/>
  <p:tag name="HEIGHT" val="84.75339"/>
  <p:tag name="WIDTH" val="84.75339"/>
  <p:tag name="LEFT" val="347.4366"/>
  <p:tag name="TOP" val="303.3348"/>
</p:tagLst>
</file>

<file path=ppt/tags/tag103.xml><?xml version="1.0" encoding="utf-8"?>
<p:tagLst xmlns:a="http://schemas.openxmlformats.org/drawingml/2006/main" xmlns:r="http://schemas.openxmlformats.org/officeDocument/2006/relationships" xmlns:p="http://schemas.openxmlformats.org/presentationml/2006/main">
  <p:tag name="SHADOWSIZE" val="102"/>
  <p:tag name="TEXTGLOW" val="0"/>
  <p:tag name="TEXTREFLECTION" val="0"/>
  <p:tag name="LINERULEAFTER" val="0"/>
  <p:tag name="MARGINBOTTOM" val="3.6"/>
  <p:tag name="MARGINRIGHT" val="7.2"/>
  <p:tag name="MARGINLEFT" val="7.2"/>
  <p:tag name="MARGINTOP" val="3.6"/>
  <p:tag name="FONTSIZE" val="18"/>
  <p:tag name="SOFTEDGE" val="0"/>
  <p:tag name="SHAPEGLOW" val="0"/>
  <p:tag name="SHAPEREFLECTION" val="-2.147484E+09"/>
  <p:tag name="SHADOWOFFSETY" val="0"/>
  <p:tag name="SHADOWOFFSETX" val="0"/>
  <p:tag name="SHADOWBLUR" val="20"/>
  <p:tag name="HEIGHT" val="60.93843"/>
  <p:tag name="WIDTH" val="60.93843"/>
  <p:tag name="LEFT" val="359.3442"/>
  <p:tag name="TOP" val="315.2423"/>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 name="ADJUSTMENTS" val="9.331733"/>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 name="ADJUSTMENTS" val="9.331733"/>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 name="ADJUSTMENTS" val="9.331733"/>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 name="ADJUSTMENTS" val="9.331733"/>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15.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16.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ADJUSTMENTS" val="0"/>
</p:tagLst>
</file>

<file path=ppt/tags/tag123.xml><?xml version="1.0" encoding="utf-8"?>
<p:tagLst xmlns:a="http://schemas.openxmlformats.org/drawingml/2006/main" xmlns:r="http://schemas.openxmlformats.org/officeDocument/2006/relationships" xmlns:p="http://schemas.openxmlformats.org/presentationml/2006/main">
  <p:tag name="ADJUSTMENTS" val="0"/>
</p:tagLst>
</file>

<file path=ppt/tags/tag124.xml><?xml version="1.0" encoding="utf-8"?>
<p:tagLst xmlns:a="http://schemas.openxmlformats.org/drawingml/2006/main" xmlns:r="http://schemas.openxmlformats.org/officeDocument/2006/relationships" xmlns:p="http://schemas.openxmlformats.org/presentationml/2006/main">
  <p:tag name="ADJUSTMENTS" val="0"/>
</p:tagLst>
</file>

<file path=ppt/tags/tag125.xml><?xml version="1.0" encoding="utf-8"?>
<p:tagLst xmlns:a="http://schemas.openxmlformats.org/drawingml/2006/main" xmlns:r="http://schemas.openxmlformats.org/officeDocument/2006/relationships" xmlns:p="http://schemas.openxmlformats.org/presentationml/2006/main">
  <p:tag name="ADJUSTMENTS" val="0"/>
</p:tagLst>
</file>

<file path=ppt/tags/tag126.xml><?xml version="1.0" encoding="utf-8"?>
<p:tagLst xmlns:a="http://schemas.openxmlformats.org/drawingml/2006/main" xmlns:r="http://schemas.openxmlformats.org/officeDocument/2006/relationships" xmlns:p="http://schemas.openxmlformats.org/presentationml/2006/main">
  <p:tag name="ADJUSTMENTS" val="0"/>
</p:tagLst>
</file>

<file path=ppt/tags/tag127.xml><?xml version="1.0" encoding="utf-8"?>
<p:tagLst xmlns:a="http://schemas.openxmlformats.org/drawingml/2006/main" xmlns:r="http://schemas.openxmlformats.org/officeDocument/2006/relationships" xmlns:p="http://schemas.openxmlformats.org/presentationml/2006/main">
  <p:tag name="ADJUSTMENTS" val="0"/>
</p:tagLst>
</file>

<file path=ppt/tags/tag128.xml><?xml version="1.0" encoding="utf-8"?>
<p:tagLst xmlns:a="http://schemas.openxmlformats.org/drawingml/2006/main" xmlns:r="http://schemas.openxmlformats.org/officeDocument/2006/relationships" xmlns:p="http://schemas.openxmlformats.org/presentationml/2006/main">
  <p:tag name="ADJUSTMENTS" val="0"/>
</p:tagLst>
</file>

<file path=ppt/tags/tag129.xml><?xml version="1.0" encoding="utf-8"?>
<p:tagLst xmlns:a="http://schemas.openxmlformats.org/drawingml/2006/main" xmlns:r="http://schemas.openxmlformats.org/officeDocument/2006/relationships" xmlns:p="http://schemas.openxmlformats.org/presentationml/2006/main">
  <p:tag name="ADJUSTMENTS" val="0"/>
</p:tagLst>
</file>

<file path=ppt/tags/tag130.xml><?xml version="1.0" encoding="utf-8"?>
<p:tagLst xmlns:a="http://schemas.openxmlformats.org/drawingml/2006/main" xmlns:r="http://schemas.openxmlformats.org/officeDocument/2006/relationships" xmlns:p="http://schemas.openxmlformats.org/presentationml/2006/main">
  <p:tag name="ADJUSTMENTS" val="0"/>
</p:tagLst>
</file>

<file path=ppt/tags/tag131.xml><?xml version="1.0" encoding="utf-8"?>
<p:tagLst xmlns:a="http://schemas.openxmlformats.org/drawingml/2006/main" xmlns:r="http://schemas.openxmlformats.org/officeDocument/2006/relationships" xmlns:p="http://schemas.openxmlformats.org/presentationml/2006/main">
  <p:tag name="ADJUSTMENTS" val="0"/>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ADJUSTMENTS" val="6.104153"/>
</p:tagLst>
</file>

<file path=ppt/tags/tag145.xml><?xml version="1.0" encoding="utf-8"?>
<p:tagLst xmlns:a="http://schemas.openxmlformats.org/drawingml/2006/main" xmlns:r="http://schemas.openxmlformats.org/officeDocument/2006/relationships" xmlns:p="http://schemas.openxmlformats.org/presentationml/2006/main">
  <p:tag name="ADJUSTMENTS" val="6.104153"/>
</p:tagLst>
</file>

<file path=ppt/tags/tag146.xml><?xml version="1.0" encoding="utf-8"?>
<p:tagLst xmlns:a="http://schemas.openxmlformats.org/drawingml/2006/main" xmlns:r="http://schemas.openxmlformats.org/officeDocument/2006/relationships" xmlns:p="http://schemas.openxmlformats.org/presentationml/2006/main">
  <p:tag name="ADJUSTMENTS" val="6.104153"/>
</p:tagLst>
</file>

<file path=ppt/tags/tag147.xml><?xml version="1.0" encoding="utf-8"?>
<p:tagLst xmlns:a="http://schemas.openxmlformats.org/drawingml/2006/main" xmlns:r="http://schemas.openxmlformats.org/officeDocument/2006/relationships" xmlns:p="http://schemas.openxmlformats.org/presentationml/2006/main">
  <p:tag name="TEXTSHADOWSIZE" val="100"/>
</p:tagLst>
</file>

<file path=ppt/tags/tag148.xml><?xml version="1.0" encoding="utf-8"?>
<p:tagLst xmlns:a="http://schemas.openxmlformats.org/drawingml/2006/main" xmlns:r="http://schemas.openxmlformats.org/officeDocument/2006/relationships" xmlns:p="http://schemas.openxmlformats.org/presentationml/2006/main">
  <p:tag name="TEXTSHADOWSIZE" val="100"/>
</p:tagLst>
</file>

<file path=ppt/tags/tag149.xml><?xml version="1.0" encoding="utf-8"?>
<p:tagLst xmlns:a="http://schemas.openxmlformats.org/drawingml/2006/main" xmlns:r="http://schemas.openxmlformats.org/officeDocument/2006/relationships" xmlns:p="http://schemas.openxmlformats.org/presentationml/2006/main">
  <p:tag name="ADJUSTMENTS" val="6.104153"/>
</p:tagLst>
</file>

<file path=ppt/tags/tag150.xml><?xml version="1.0" encoding="utf-8"?>
<p:tagLst xmlns:a="http://schemas.openxmlformats.org/drawingml/2006/main" xmlns:r="http://schemas.openxmlformats.org/officeDocument/2006/relationships" xmlns:p="http://schemas.openxmlformats.org/presentationml/2006/main">
  <p:tag name="ADJUSTMENTS" val="6.104153"/>
</p:tagLst>
</file>

<file path=ppt/tags/tag151.xml><?xml version="1.0" encoding="utf-8"?>
<p:tagLst xmlns:a="http://schemas.openxmlformats.org/drawingml/2006/main" xmlns:r="http://schemas.openxmlformats.org/officeDocument/2006/relationships" xmlns:p="http://schemas.openxmlformats.org/presentationml/2006/main">
  <p:tag name="TEXTSHADOWSIZE" val="100"/>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79.3,&quot;left&quot;:431.8343307086614,&quot;top&quot;:123.55,&quot;width&quot;:426.9156692913386}"/>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79.3,&quot;left&quot;:431.8343307086614,&quot;top&quot;:123.55,&quot;width&quot;:426.9156692913386}"/>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79.3,&quot;left&quot;:431.8343307086614,&quot;top&quot;:123.55,&quot;width&quot;:426.9156692913386}"/>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5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5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5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5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5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55.xml><?xml version="1.0" encoding="utf-8"?>
<p:tagLst xmlns:a="http://schemas.openxmlformats.org/drawingml/2006/main" xmlns:r="http://schemas.openxmlformats.org/officeDocument/2006/relationships" xmlns:p="http://schemas.openxmlformats.org/presentationml/2006/main">
  <p:tag name="SHADOWSIZE" val="100"/>
</p:tagLst>
</file>

<file path=ppt/tags/tag456.xml><?xml version="1.0" encoding="utf-8"?>
<p:tagLst xmlns:a="http://schemas.openxmlformats.org/drawingml/2006/main" xmlns:r="http://schemas.openxmlformats.org/officeDocument/2006/relationships" xmlns:p="http://schemas.openxmlformats.org/presentationml/2006/main">
  <p:tag name="SHADOWSIZE" val="100"/>
</p:tagLst>
</file>

<file path=ppt/tags/tag457.xml><?xml version="1.0" encoding="utf-8"?>
<p:tagLst xmlns:a="http://schemas.openxmlformats.org/drawingml/2006/main" xmlns:r="http://schemas.openxmlformats.org/officeDocument/2006/relationships" xmlns:p="http://schemas.openxmlformats.org/presentationml/2006/main">
  <p:tag name="SHADOWSIZE" val="100"/>
</p:tagLst>
</file>

<file path=ppt/tags/tag458.xml><?xml version="1.0" encoding="utf-8"?>
<p:tagLst xmlns:a="http://schemas.openxmlformats.org/drawingml/2006/main" xmlns:r="http://schemas.openxmlformats.org/officeDocument/2006/relationships" xmlns:p="http://schemas.openxmlformats.org/presentationml/2006/main">
  <p:tag name="SHADOWSIZE" val="100"/>
</p:tagLst>
</file>

<file path=ppt/tags/tag459.xml><?xml version="1.0" encoding="utf-8"?>
<p:tagLst xmlns:a="http://schemas.openxmlformats.org/drawingml/2006/main" xmlns:r="http://schemas.openxmlformats.org/officeDocument/2006/relationships" xmlns:p="http://schemas.openxmlformats.org/presentationml/2006/main">
  <p:tag name="SHADOWSIZE" val="100"/>
</p:tagLst>
</file>

<file path=ppt/tags/tag460.xml><?xml version="1.0" encoding="utf-8"?>
<p:tagLst xmlns:a="http://schemas.openxmlformats.org/drawingml/2006/main" xmlns:r="http://schemas.openxmlformats.org/officeDocument/2006/relationships" xmlns:p="http://schemas.openxmlformats.org/presentationml/2006/main">
  <p:tag name="SHADOWSIZE" val="100"/>
</p:tagLst>
</file>

<file path=ppt/tags/tag461.xml><?xml version="1.0" encoding="utf-8"?>
<p:tagLst xmlns:a="http://schemas.openxmlformats.org/drawingml/2006/main" xmlns:r="http://schemas.openxmlformats.org/officeDocument/2006/relationships" xmlns:p="http://schemas.openxmlformats.org/presentationml/2006/main">
  <p:tag name="TEXTSHADOWSIZE" val="100"/>
</p:tagLst>
</file>

<file path=ppt/tags/tag462.xml><?xml version="1.0" encoding="utf-8"?>
<p:tagLst xmlns:a="http://schemas.openxmlformats.org/drawingml/2006/main" xmlns:r="http://schemas.openxmlformats.org/officeDocument/2006/relationships" xmlns:p="http://schemas.openxmlformats.org/presentationml/2006/main">
  <p:tag name="TEXTSHADOWSIZE" val="100"/>
</p:tagLst>
</file>

<file path=ppt/tags/tag463.xml><?xml version="1.0" encoding="utf-8"?>
<p:tagLst xmlns:a="http://schemas.openxmlformats.org/drawingml/2006/main" xmlns:r="http://schemas.openxmlformats.org/officeDocument/2006/relationships" xmlns:p="http://schemas.openxmlformats.org/presentationml/2006/main">
  <p:tag name="TEXTSHADOWSIZE" val="100"/>
</p:tagLst>
</file>

<file path=ppt/tags/tag464.xml><?xml version="1.0" encoding="utf-8"?>
<p:tagLst xmlns:a="http://schemas.openxmlformats.org/drawingml/2006/main" xmlns:r="http://schemas.openxmlformats.org/officeDocument/2006/relationships" xmlns:p="http://schemas.openxmlformats.org/presentationml/2006/main">
  <p:tag name="TEXTSHADOWSIZE" val="100"/>
</p:tagLst>
</file>

<file path=ppt/tags/tag465.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466.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467.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468.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469.xml><?xml version="1.0" encoding="utf-8"?>
<p:tagLst xmlns:a="http://schemas.openxmlformats.org/drawingml/2006/main" xmlns:r="http://schemas.openxmlformats.org/officeDocument/2006/relationships" xmlns:p="http://schemas.openxmlformats.org/presentationml/2006/main">
  <p:tag name="ADJUSTMENTS" val="6.189484"/>
</p:tagLst>
</file>

<file path=ppt/tags/tag470.xml><?xml version="1.0" encoding="utf-8"?>
<p:tagLst xmlns:a="http://schemas.openxmlformats.org/drawingml/2006/main" xmlns:r="http://schemas.openxmlformats.org/officeDocument/2006/relationships" xmlns:p="http://schemas.openxmlformats.org/presentationml/2006/main">
  <p:tag name="ADJUSTMENTS" val="6.189484"/>
</p:tagLst>
</file>

<file path=ppt/tags/tag471.xml><?xml version="1.0" encoding="utf-8"?>
<p:tagLst xmlns:a="http://schemas.openxmlformats.org/drawingml/2006/main" xmlns:r="http://schemas.openxmlformats.org/officeDocument/2006/relationships" xmlns:p="http://schemas.openxmlformats.org/presentationml/2006/main">
  <p:tag name="ADJUSTMENTS" val="6.189484"/>
</p:tagLst>
</file>

<file path=ppt/tags/tag472.xml><?xml version="1.0" encoding="utf-8"?>
<p:tagLst xmlns:a="http://schemas.openxmlformats.org/drawingml/2006/main" xmlns:r="http://schemas.openxmlformats.org/officeDocument/2006/relationships" xmlns:p="http://schemas.openxmlformats.org/presentationml/2006/main">
  <p:tag name="ADJUSTMENTS" val="6.189484"/>
</p:tagLst>
</file>

<file path=ppt/tags/tag473.xml><?xml version="1.0" encoding="utf-8"?>
<p:tagLst xmlns:a="http://schemas.openxmlformats.org/drawingml/2006/main" xmlns:r="http://schemas.openxmlformats.org/officeDocument/2006/relationships" xmlns:p="http://schemas.openxmlformats.org/presentationml/2006/main">
  <p:tag name="TEXTSHADOWSIZE" val="100"/>
</p:tagLst>
</file>

<file path=ppt/tags/tag474.xml><?xml version="1.0" encoding="utf-8"?>
<p:tagLst xmlns:a="http://schemas.openxmlformats.org/drawingml/2006/main" xmlns:r="http://schemas.openxmlformats.org/officeDocument/2006/relationships" xmlns:p="http://schemas.openxmlformats.org/presentationml/2006/main">
  <p:tag name="TEXTSHADOWSIZE" val="100"/>
</p:tagLst>
</file>

<file path=ppt/tags/tag475.xml><?xml version="1.0" encoding="utf-8"?>
<p:tagLst xmlns:a="http://schemas.openxmlformats.org/drawingml/2006/main" xmlns:r="http://schemas.openxmlformats.org/officeDocument/2006/relationships" xmlns:p="http://schemas.openxmlformats.org/presentationml/2006/main">
  <p:tag name="TEXTSHADOWSIZE" val="100"/>
</p:tagLst>
</file>

<file path=ppt/tags/tag476.xml><?xml version="1.0" encoding="utf-8"?>
<p:tagLst xmlns:a="http://schemas.openxmlformats.org/drawingml/2006/main" xmlns:r="http://schemas.openxmlformats.org/officeDocument/2006/relationships" xmlns:p="http://schemas.openxmlformats.org/presentationml/2006/main">
  <p:tag name="TEXTSHADOWSIZE" val="100"/>
</p:tagLst>
</file>

<file path=ppt/tags/tag477.xml><?xml version="1.0" encoding="utf-8"?>
<p:tagLst xmlns:a="http://schemas.openxmlformats.org/drawingml/2006/main" xmlns:r="http://schemas.openxmlformats.org/officeDocument/2006/relationships" xmlns:p="http://schemas.openxmlformats.org/presentationml/2006/main">
  <p:tag name="TEXTSHADOWSIZE" val="100"/>
</p:tagLst>
</file>

<file path=ppt/tags/tag478.xml><?xml version="1.0" encoding="utf-8"?>
<p:tagLst xmlns:a="http://schemas.openxmlformats.org/drawingml/2006/main" xmlns:r="http://schemas.openxmlformats.org/officeDocument/2006/relationships" xmlns:p="http://schemas.openxmlformats.org/presentationml/2006/main">
  <p:tag name="TEXTSHADOWSIZE" val="100"/>
</p:tagLst>
</file>

<file path=ppt/tags/tag479.xml><?xml version="1.0" encoding="utf-8"?>
<p:tagLst xmlns:a="http://schemas.openxmlformats.org/drawingml/2006/main" xmlns:r="http://schemas.openxmlformats.org/officeDocument/2006/relationships" xmlns:p="http://schemas.openxmlformats.org/presentationml/2006/main">
  <p:tag name="TEXTSHADOWSIZE" val="100"/>
</p:tagLst>
</file>

<file path=ppt/tags/tag4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0.xml><?xml version="1.0" encoding="utf-8"?>
<p:tagLst xmlns:a="http://schemas.openxmlformats.org/drawingml/2006/main" xmlns:r="http://schemas.openxmlformats.org/officeDocument/2006/relationships" xmlns:p="http://schemas.openxmlformats.org/presentationml/2006/main">
  <p:tag name="TEXTSHADOWSIZE" val="100"/>
</p:tagLst>
</file>

<file path=ppt/tags/tag4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5.xml><?xml version="1.0" encoding="utf-8"?>
<p:tagLst xmlns:a="http://schemas.openxmlformats.org/drawingml/2006/main" xmlns:r="http://schemas.openxmlformats.org/officeDocument/2006/relationships" xmlns:p="http://schemas.openxmlformats.org/presentationml/2006/main">
  <p:tag name="ADJUSTMENTS" val="4.236259"/>
</p:tagLst>
</file>

<file path=ppt/tags/tag496.xml><?xml version="1.0" encoding="utf-8"?>
<p:tagLst xmlns:a="http://schemas.openxmlformats.org/drawingml/2006/main" xmlns:r="http://schemas.openxmlformats.org/officeDocument/2006/relationships" xmlns:p="http://schemas.openxmlformats.org/presentationml/2006/main">
  <p:tag name="TEXTSHADOWSIZE" val="100"/>
</p:tagLst>
</file>

<file path=ppt/tags/tag497.xml><?xml version="1.0" encoding="utf-8"?>
<p:tagLst xmlns:a="http://schemas.openxmlformats.org/drawingml/2006/main" xmlns:r="http://schemas.openxmlformats.org/officeDocument/2006/relationships" xmlns:p="http://schemas.openxmlformats.org/presentationml/2006/main">
  <p:tag name="SHADOWSIZE" val="97"/>
</p:tagLst>
</file>

<file path=ppt/tags/tag498.xml><?xml version="1.0" encoding="utf-8"?>
<p:tagLst xmlns:a="http://schemas.openxmlformats.org/drawingml/2006/main" xmlns:r="http://schemas.openxmlformats.org/officeDocument/2006/relationships" xmlns:p="http://schemas.openxmlformats.org/presentationml/2006/main">
  <p:tag name="SHADOWSIZE" val="97"/>
</p:tagLst>
</file>

<file path=ppt/tags/tag499.xml><?xml version="1.0" encoding="utf-8"?>
<p:tagLst xmlns:a="http://schemas.openxmlformats.org/drawingml/2006/main" xmlns:r="http://schemas.openxmlformats.org/officeDocument/2006/relationships" xmlns:p="http://schemas.openxmlformats.org/presentationml/2006/main">
  <p:tag name="SHADOWSIZE" val="97"/>
</p:tagLst>
</file>

<file path=ppt/tags/tag500.xml><?xml version="1.0" encoding="utf-8"?>
<p:tagLst xmlns:a="http://schemas.openxmlformats.org/drawingml/2006/main" xmlns:r="http://schemas.openxmlformats.org/officeDocument/2006/relationships" xmlns:p="http://schemas.openxmlformats.org/presentationml/2006/main">
  <p:tag name="SHADOWSIZE" val="99"/>
</p:tagLst>
</file>

<file path=ppt/tags/tag501.xml><?xml version="1.0" encoding="utf-8"?>
<p:tagLst xmlns:a="http://schemas.openxmlformats.org/drawingml/2006/main" xmlns:r="http://schemas.openxmlformats.org/officeDocument/2006/relationships" xmlns:p="http://schemas.openxmlformats.org/presentationml/2006/main">
  <p:tag name="SHADOWSIZE" val="99"/>
</p:tagLst>
</file>

<file path=ppt/tags/tag502.xml><?xml version="1.0" encoding="utf-8"?>
<p:tagLst xmlns:a="http://schemas.openxmlformats.org/drawingml/2006/main" xmlns:r="http://schemas.openxmlformats.org/officeDocument/2006/relationships" xmlns:p="http://schemas.openxmlformats.org/presentationml/2006/main">
  <p:tag name="SHADOWSIZE" val="99"/>
</p:tagLst>
</file>

<file path=ppt/tags/tag503.xml><?xml version="1.0" encoding="utf-8"?>
<p:tagLst xmlns:a="http://schemas.openxmlformats.org/drawingml/2006/main" xmlns:r="http://schemas.openxmlformats.org/officeDocument/2006/relationships" xmlns:p="http://schemas.openxmlformats.org/presentationml/2006/main">
  <p:tag name="ADJUSTMENTS" val="4.236259"/>
</p:tagLst>
</file>

<file path=ppt/tags/tag504.xml><?xml version="1.0" encoding="utf-8"?>
<p:tagLst xmlns:a="http://schemas.openxmlformats.org/drawingml/2006/main" xmlns:r="http://schemas.openxmlformats.org/officeDocument/2006/relationships" xmlns:p="http://schemas.openxmlformats.org/presentationml/2006/main">
  <p:tag name="TEXTSHADOWSIZE" val="100"/>
</p:tagLst>
</file>

<file path=ppt/tags/tag505.xml><?xml version="1.0" encoding="utf-8"?>
<p:tagLst xmlns:a="http://schemas.openxmlformats.org/drawingml/2006/main" xmlns:r="http://schemas.openxmlformats.org/officeDocument/2006/relationships" xmlns:p="http://schemas.openxmlformats.org/presentationml/2006/main">
  <p:tag name="ADJUSTMENTS" val="160.8493"/>
</p:tagLst>
</file>

<file path=ppt/tags/tag506.xml><?xml version="1.0" encoding="utf-8"?>
<p:tagLst xmlns:a="http://schemas.openxmlformats.org/drawingml/2006/main" xmlns:r="http://schemas.openxmlformats.org/officeDocument/2006/relationships" xmlns:p="http://schemas.openxmlformats.org/presentationml/2006/main">
  <p:tag name="ADJUSTMENTS" val="0"/>
</p:tagLst>
</file>

<file path=ppt/tags/tag507.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508.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509.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510.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511.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512.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513.xml><?xml version="1.0" encoding="utf-8"?>
<p:tagLst xmlns:a="http://schemas.openxmlformats.org/drawingml/2006/main" xmlns:r="http://schemas.openxmlformats.org/officeDocument/2006/relationships" xmlns:p="http://schemas.openxmlformats.org/presentationml/2006/main">
  <p:tag name="ADJUSTMENTS" val="15.5103"/>
</p:tagLst>
</file>

<file path=ppt/tags/tag514.xml><?xml version="1.0" encoding="utf-8"?>
<p:tagLst xmlns:a="http://schemas.openxmlformats.org/drawingml/2006/main" xmlns:r="http://schemas.openxmlformats.org/officeDocument/2006/relationships" xmlns:p="http://schemas.openxmlformats.org/presentationml/2006/main">
  <p:tag name="ADJUSTMENTS" val="4.236259"/>
</p:tagLst>
</file>

<file path=ppt/tags/tag515.xml><?xml version="1.0" encoding="utf-8"?>
<p:tagLst xmlns:a="http://schemas.openxmlformats.org/drawingml/2006/main" xmlns:r="http://schemas.openxmlformats.org/officeDocument/2006/relationships" xmlns:p="http://schemas.openxmlformats.org/presentationml/2006/main">
  <p:tag name="TEXTSHADOWSIZE" val="100"/>
</p:tagLst>
</file>

<file path=ppt/tags/tag516.xml><?xml version="1.0" encoding="utf-8"?>
<p:tagLst xmlns:a="http://schemas.openxmlformats.org/drawingml/2006/main" xmlns:r="http://schemas.openxmlformats.org/officeDocument/2006/relationships" xmlns:p="http://schemas.openxmlformats.org/presentationml/2006/main">
  <p:tag name="ADJUSTMENTS" val="4.236259"/>
</p:tagLst>
</file>

<file path=ppt/tags/tag517.xml><?xml version="1.0" encoding="utf-8"?>
<p:tagLst xmlns:a="http://schemas.openxmlformats.org/drawingml/2006/main" xmlns:r="http://schemas.openxmlformats.org/officeDocument/2006/relationships" xmlns:p="http://schemas.openxmlformats.org/presentationml/2006/main">
  <p:tag name="TEXTSHADOWSIZE" val="100"/>
</p:tagLst>
</file>

<file path=ppt/tags/tag518.xml><?xml version="1.0" encoding="utf-8"?>
<p:tagLst xmlns:a="http://schemas.openxmlformats.org/drawingml/2006/main" xmlns:r="http://schemas.openxmlformats.org/officeDocument/2006/relationships" xmlns:p="http://schemas.openxmlformats.org/presentationml/2006/main">
  <p:tag name="ADJUSTMENTS" val="6.519291"/>
</p:tagLst>
</file>

<file path=ppt/tags/tag519.xml><?xml version="1.0" encoding="utf-8"?>
<p:tagLst xmlns:a="http://schemas.openxmlformats.org/drawingml/2006/main" xmlns:r="http://schemas.openxmlformats.org/officeDocument/2006/relationships" xmlns:p="http://schemas.openxmlformats.org/presentationml/2006/main">
  <p:tag name="ADJUSTMENTS" val="6.519291"/>
</p:tagLst>
</file>

<file path=ppt/tags/tag5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8.xml><?xml version="1.0" encoding="utf-8"?>
<p:tagLst xmlns:a="http://schemas.openxmlformats.org/drawingml/2006/main" xmlns:r="http://schemas.openxmlformats.org/officeDocument/2006/relationships" xmlns:p="http://schemas.openxmlformats.org/presentationml/2006/main">
  <p:tag name="ADJUSTMENTS" val="4.353428"/>
  <p:tag name="SHADOWSIZE" val="100"/>
</p:tagLst>
</file>

<file path=ppt/tags/tag569.xml><?xml version="1.0" encoding="utf-8"?>
<p:tagLst xmlns:a="http://schemas.openxmlformats.org/drawingml/2006/main" xmlns:r="http://schemas.openxmlformats.org/officeDocument/2006/relationships" xmlns:p="http://schemas.openxmlformats.org/presentationml/2006/main">
  <p:tag name="ADJUSTMENTS" val="4.353428"/>
  <p:tag name="SHADOWSIZE" val="100"/>
</p:tagLst>
</file>

<file path=ppt/tags/tag570.xml><?xml version="1.0" encoding="utf-8"?>
<p:tagLst xmlns:a="http://schemas.openxmlformats.org/drawingml/2006/main" xmlns:r="http://schemas.openxmlformats.org/officeDocument/2006/relationships" xmlns:p="http://schemas.openxmlformats.org/presentationml/2006/main">
  <p:tag name="ADJUSTMENTS" val="4.353428"/>
  <p:tag name="SHADOWSIZE" val="100"/>
</p:tagLst>
</file>

<file path=ppt/tags/tag571.xml><?xml version="1.0" encoding="utf-8"?>
<p:tagLst xmlns:a="http://schemas.openxmlformats.org/drawingml/2006/main" xmlns:r="http://schemas.openxmlformats.org/officeDocument/2006/relationships" xmlns:p="http://schemas.openxmlformats.org/presentationml/2006/main">
  <p:tag name="ADJUSTMENTS" val="4.353428"/>
  <p:tag name="SHADOWSIZE" val="100"/>
</p:tagLst>
</file>

<file path=ppt/tags/tag5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6.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4.788032"/>
  <p:tag name="MARGINRIGHT" val="9.575984"/>
  <p:tag name="MARGINLEFT" val="9.575984"/>
  <p:tag name="MARGINTOP" val="4.788032"/>
  <p:tag name="FONTSIZE" val="23.95"/>
  <p:tag name="SOFTEDGE" val="0"/>
  <p:tag name="SHAPEGLOW" val="0"/>
  <p:tag name="SHAPEREFLECTION" val="-2.147484E+09"/>
  <p:tag name="LINEWEIGHT" val="1.33"/>
  <p:tag name="HEIGHT" val="182.6647"/>
  <p:tag name="WIDTH" val="204.9165"/>
  <p:tag name="LEFT" val="249.307"/>
  <p:tag name="TOP" val="190.3359"/>
</p:tagLst>
</file>

<file path=ppt/tags/tag577.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4.788032"/>
  <p:tag name="MARGINRIGHT" val="9.575984"/>
  <p:tag name="MARGINLEFT" val="9.575984"/>
  <p:tag name="MARGINTOP" val="4.788032"/>
  <p:tag name="FONTSIZE" val="20"/>
  <p:tag name="SOFTEDGE" val="0"/>
  <p:tag name="SHAPEGLOW" val="0"/>
  <p:tag name="SHAPEREFLECTION" val="-2.147484E+09"/>
  <p:tag name="HEIGHT" val="65.84795"/>
  <p:tag name="WIDTH" val="60.73937"/>
  <p:tag name="LEFT" val="301.4944"/>
  <p:tag name="TOP" val="248.9842"/>
</p:tagLst>
</file>

<file path=ppt/tags/tag578.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3.78"/>
  <p:tag name="MARGINRIGHT" val="7.56"/>
  <p:tag name="MARGINLEFT" val="7.56"/>
  <p:tag name="MARGINTOP" val="3.78"/>
  <p:tag name="FONTSIZE" val="18.9"/>
  <p:tag name="SOFTEDGE" val="0"/>
  <p:tag name="SHAPEGLOW" val="0"/>
  <p:tag name="SHAPEREFLECTION" val="-2.147484E+09"/>
  <p:tag name="LINEWEIGHT" val="1.575039"/>
  <p:tag name="HEIGHT" val="36.9185"/>
  <p:tag name="WIDTH" val="82.53512"/>
  <p:tag name="LEFT" val="282.5995"/>
  <p:tag name="TOP" val="189.5631"/>
</p:tagLst>
</file>

<file path=ppt/tags/tag579.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3.78"/>
  <p:tag name="MARGINRIGHT" val="7.56"/>
  <p:tag name="MARGINLEFT" val="7.56"/>
  <p:tag name="MARGINTOP" val="3.78"/>
  <p:tag name="FONTSIZE" val="18.9"/>
  <p:tag name="SOFTEDGE" val="0"/>
  <p:tag name="SHAPEGLOW" val="0"/>
  <p:tag name="SHAPEREFLECTION" val="-2.147484E+09"/>
  <p:tag name="LINEWEIGHT" val="1.575039"/>
  <p:tag name="HEIGHT" val="36.9185"/>
  <p:tag name="WIDTH" val="82.53512"/>
  <p:tag name="LEFT" val="282.5995"/>
  <p:tag name="TOP" val="189.5631"/>
</p:tagLst>
</file>

<file path=ppt/tags/tag580.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4.788032"/>
  <p:tag name="MARGINRIGHT" val="9.575984"/>
  <p:tag name="MARGINLEFT" val="9.575984"/>
  <p:tag name="MARGINTOP" val="4.788032"/>
  <p:tag name="FONTSIZE" val="23.95"/>
  <p:tag name="SOFTEDGE" val="0"/>
  <p:tag name="SHAPEGLOW" val="0"/>
  <p:tag name="SHAPEREFLECTION" val="-2.147484E+09"/>
  <p:tag name="LINEWEIGHT" val="1.33"/>
  <p:tag name="HEIGHT" val="182.6647"/>
  <p:tag name="WIDTH" val="204.9165"/>
  <p:tag name="LEFT" val="249.307"/>
  <p:tag name="TOP" val="190.3359"/>
</p:tagLst>
</file>

<file path=ppt/tags/tag581.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4.788032"/>
  <p:tag name="MARGINRIGHT" val="9.575984"/>
  <p:tag name="MARGINLEFT" val="9.575984"/>
  <p:tag name="MARGINTOP" val="4.788032"/>
  <p:tag name="FONTSIZE" val="20"/>
  <p:tag name="SOFTEDGE" val="0"/>
  <p:tag name="SHAPEGLOW" val="0"/>
  <p:tag name="SHAPEREFLECTION" val="-2.147484E+09"/>
  <p:tag name="HEIGHT" val="65.84795"/>
  <p:tag name="WIDTH" val="60.73937"/>
  <p:tag name="LEFT" val="301.4944"/>
  <p:tag name="TOP" val="248.9842"/>
</p:tagLst>
</file>

<file path=ppt/tags/tag582.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3.78"/>
  <p:tag name="MARGINRIGHT" val="7.56"/>
  <p:tag name="MARGINLEFT" val="7.56"/>
  <p:tag name="MARGINTOP" val="3.78"/>
  <p:tag name="FONTSIZE" val="18.9"/>
  <p:tag name="SOFTEDGE" val="0"/>
  <p:tag name="SHAPEGLOW" val="0"/>
  <p:tag name="SHAPEREFLECTION" val="-2.147484E+09"/>
  <p:tag name="LINEWEIGHT" val="1.575039"/>
  <p:tag name="HEIGHT" val="36.9185"/>
  <p:tag name="WIDTH" val="82.53512"/>
  <p:tag name="LEFT" val="282.5995"/>
  <p:tag name="TOP" val="189.5631"/>
</p:tagLst>
</file>

<file path=ppt/tags/tag583.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3.78"/>
  <p:tag name="MARGINRIGHT" val="7.56"/>
  <p:tag name="MARGINLEFT" val="7.56"/>
  <p:tag name="MARGINTOP" val="3.78"/>
  <p:tag name="FONTSIZE" val="18.9"/>
  <p:tag name="SOFTEDGE" val="0"/>
  <p:tag name="SHAPEGLOW" val="0"/>
  <p:tag name="SHAPEREFLECTION" val="-2.147484E+09"/>
  <p:tag name="LINEWEIGHT" val="1.575039"/>
  <p:tag name="HEIGHT" val="36.9185"/>
  <p:tag name="WIDTH" val="82.53512"/>
  <p:tag name="LEFT" val="282.5995"/>
  <p:tag name="TOP" val="189.5631"/>
</p:tagLst>
</file>

<file path=ppt/tags/tag584.xml><?xml version="1.0" encoding="utf-8"?>
<p:tagLst xmlns:a="http://schemas.openxmlformats.org/drawingml/2006/main" xmlns:r="http://schemas.openxmlformats.org/officeDocument/2006/relationships" xmlns:p="http://schemas.openxmlformats.org/presentationml/2006/main">
  <p:tag name="SHADOWSIZE" val="100"/>
</p:tagLst>
</file>

<file path=ppt/tags/tag585.xml><?xml version="1.0" encoding="utf-8"?>
<p:tagLst xmlns:a="http://schemas.openxmlformats.org/drawingml/2006/main" xmlns:r="http://schemas.openxmlformats.org/officeDocument/2006/relationships" xmlns:p="http://schemas.openxmlformats.org/presentationml/2006/main">
  <p:tag name="TEXTSHADOWSIZE" val="100"/>
</p:tagLst>
</file>

<file path=ppt/tags/tag586.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87.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88.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89.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0.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1.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2.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3.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4.xml><?xml version="1.0" encoding="utf-8"?>
<p:tagLst xmlns:a="http://schemas.openxmlformats.org/drawingml/2006/main" xmlns:r="http://schemas.openxmlformats.org/officeDocument/2006/relationships" xmlns:p="http://schemas.openxmlformats.org/presentationml/2006/main">
  <p:tag name="ADJUSTMENTS" val="2.916905"/>
  <p:tag name="SHADOWSIZE" val="100"/>
</p:tagLst>
</file>

<file path=ppt/tags/tag595.xml><?xml version="1.0" encoding="utf-8"?>
<p:tagLst xmlns:a="http://schemas.openxmlformats.org/drawingml/2006/main" xmlns:r="http://schemas.openxmlformats.org/officeDocument/2006/relationships" xmlns:p="http://schemas.openxmlformats.org/presentationml/2006/main">
  <p:tag name="TEXTSHADOWSIZE" val="100"/>
</p:tagLst>
</file>

<file path=ppt/tags/tag596.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7.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8.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9.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600.xml><?xml version="1.0" encoding="utf-8"?>
<p:tagLst xmlns:a="http://schemas.openxmlformats.org/drawingml/2006/main" xmlns:r="http://schemas.openxmlformats.org/officeDocument/2006/relationships" xmlns:p="http://schemas.openxmlformats.org/presentationml/2006/main">
  <p:tag name="ADJUSTMENTS" val="2.279056"/>
  <p:tag name="SHADOWSIZE" val="102"/>
</p:tagLst>
</file>

<file path=ppt/tags/tag601.xml><?xml version="1.0" encoding="utf-8"?>
<p:tagLst xmlns:a="http://schemas.openxmlformats.org/drawingml/2006/main" xmlns:r="http://schemas.openxmlformats.org/officeDocument/2006/relationships" xmlns:p="http://schemas.openxmlformats.org/presentationml/2006/main">
  <p:tag name="ADJUSTMENTS" val="0.9334299"/>
  <p:tag name="SHADOWSIZE" val="102"/>
</p:tagLst>
</file>

<file path=ppt/tags/tag602.xml><?xml version="1.0" encoding="utf-8"?>
<p:tagLst xmlns:a="http://schemas.openxmlformats.org/drawingml/2006/main" xmlns:r="http://schemas.openxmlformats.org/officeDocument/2006/relationships" xmlns:p="http://schemas.openxmlformats.org/presentationml/2006/main">
  <p:tag name="ADJUSTMENTS" val="0.9334299"/>
  <p:tag name="SHADOWSIZE" val="102"/>
</p:tagLst>
</file>

<file path=ppt/tags/tag603.xml><?xml version="1.0" encoding="utf-8"?>
<p:tagLst xmlns:a="http://schemas.openxmlformats.org/drawingml/2006/main" xmlns:r="http://schemas.openxmlformats.org/officeDocument/2006/relationships" xmlns:p="http://schemas.openxmlformats.org/presentationml/2006/main">
  <p:tag name="ADJUSTMENTS" val="0.9334299"/>
  <p:tag name="SHADOWSIZE" val="102"/>
</p:tagLst>
</file>

<file path=ppt/tags/tag604.xml><?xml version="1.0" encoding="utf-8"?>
<p:tagLst xmlns:a="http://schemas.openxmlformats.org/drawingml/2006/main" xmlns:r="http://schemas.openxmlformats.org/officeDocument/2006/relationships" xmlns:p="http://schemas.openxmlformats.org/presentationml/2006/main">
  <p:tag name="ADJUSTMENTS" val="2.541875"/>
  <p:tag name="SHADOWSIZE" val="100"/>
</p:tagLst>
</file>

<file path=ppt/tags/tag605.xml><?xml version="1.0" encoding="utf-8"?>
<p:tagLst xmlns:a="http://schemas.openxmlformats.org/drawingml/2006/main" xmlns:r="http://schemas.openxmlformats.org/officeDocument/2006/relationships" xmlns:p="http://schemas.openxmlformats.org/presentationml/2006/main">
  <p:tag name="TEXTSHADOWSIZE" val="100"/>
</p:tagLst>
</file>

<file path=ppt/tags/tag606.xml><?xml version="1.0" encoding="utf-8"?>
<p:tagLst xmlns:a="http://schemas.openxmlformats.org/drawingml/2006/main" xmlns:r="http://schemas.openxmlformats.org/officeDocument/2006/relationships" xmlns:p="http://schemas.openxmlformats.org/presentationml/2006/main">
  <p:tag name="ADJUSTMENTS" val="0.9334299"/>
  <p:tag name="SHADOWSIZE" val="102"/>
</p:tagLst>
</file>

<file path=ppt/tags/tag6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紫罗兰色">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02336"/>
      </a:dk2>
      <a:lt2>
        <a:srgbClr val="FBFCFE"/>
      </a:lt2>
      <a:accent1>
        <a:srgbClr val="71A2E1"/>
      </a:accent1>
      <a:accent2>
        <a:srgbClr val="F09F5A"/>
      </a:accent2>
      <a:accent3>
        <a:srgbClr val="4DBCA2"/>
      </a:accent3>
      <a:accent4>
        <a:srgbClr val="A088DD"/>
      </a:accent4>
      <a:accent5>
        <a:srgbClr val="51B5DF"/>
      </a:accent5>
      <a:accent6>
        <a:srgbClr val="E47C5C"/>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
      <a:dk1>
        <a:srgbClr val="000000"/>
      </a:dk1>
      <a:lt1>
        <a:srgbClr val="FFFFFF"/>
      </a:lt1>
      <a:dk2>
        <a:srgbClr val="264653"/>
      </a:dk2>
      <a:lt2>
        <a:srgbClr val="F6FBFA"/>
      </a:lt2>
      <a:accent1>
        <a:srgbClr val="409E8C"/>
      </a:accent1>
      <a:accent2>
        <a:srgbClr val="3C899F"/>
      </a:accent2>
      <a:accent3>
        <a:srgbClr val="98BB66"/>
      </a:accent3>
      <a:accent4>
        <a:srgbClr val="E7B759"/>
      </a:accent4>
      <a:accent5>
        <a:srgbClr val="EBA25B"/>
      </a:accent5>
      <a:accent6>
        <a:srgbClr val="DF6F4E"/>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
      <a:dk1>
        <a:srgbClr val="000000"/>
      </a:dk1>
      <a:lt1>
        <a:srgbClr val="FFFFFF"/>
      </a:lt1>
      <a:dk2>
        <a:srgbClr val="0B410B"/>
      </a:dk2>
      <a:lt2>
        <a:srgbClr val="EEFCEE"/>
      </a:lt2>
      <a:accent1>
        <a:srgbClr val="21C421"/>
      </a:accent1>
      <a:accent2>
        <a:srgbClr val="3CC421"/>
      </a:accent2>
      <a:accent3>
        <a:srgbClr val="73C421"/>
      </a:accent3>
      <a:accent4>
        <a:srgbClr val="73C421"/>
      </a:accent4>
      <a:accent5>
        <a:srgbClr val="91C922"/>
      </a:accent5>
      <a:accent6>
        <a:srgbClr val="B1CD23"/>
      </a:accent6>
      <a:hlink>
        <a:srgbClr val="126D12"/>
      </a:hlink>
      <a:folHlink>
        <a:srgbClr val="394739"/>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
      <a:dk1>
        <a:srgbClr val="000000"/>
      </a:dk1>
      <a:lt1>
        <a:srgbClr val="FFFFFF"/>
      </a:lt1>
      <a:dk2>
        <a:srgbClr val="070D3F"/>
      </a:dk2>
      <a:lt2>
        <a:srgbClr val="F3F4FE"/>
      </a:lt2>
      <a:accent1>
        <a:srgbClr val="12209B"/>
      </a:accent1>
      <a:accent2>
        <a:srgbClr val="2A51DA"/>
      </a:accent2>
      <a:accent3>
        <a:srgbClr val="30986A"/>
      </a:accent3>
      <a:accent4>
        <a:srgbClr val="757D73"/>
      </a:accent4>
      <a:accent5>
        <a:srgbClr val="79978C"/>
      </a:accent5>
      <a:accent6>
        <a:srgbClr val="006686"/>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
      <a:dk1>
        <a:srgbClr val="000000"/>
      </a:dk1>
      <a:lt1>
        <a:srgbClr val="FFFFFF"/>
      </a:lt1>
      <a:dk2>
        <a:srgbClr val="3B0500"/>
      </a:dk2>
      <a:lt2>
        <a:srgbClr val="FFF4F3"/>
      </a:lt2>
      <a:accent1>
        <a:srgbClr val="D02300"/>
      </a:accent1>
      <a:accent2>
        <a:srgbClr val="BF3C2E"/>
      </a:accent2>
      <a:accent3>
        <a:srgbClr val="E17467"/>
      </a:accent3>
      <a:accent4>
        <a:srgbClr val="FD905F"/>
      </a:accent4>
      <a:accent5>
        <a:srgbClr val="D39C83"/>
      </a:accent5>
      <a:accent6>
        <a:srgbClr val="B0A17E"/>
      </a:accent6>
      <a:hlink>
        <a:srgbClr val="0563C1"/>
      </a:hlink>
      <a:folHlink>
        <a:srgbClr val="954F72"/>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ajorFont>
      <a:minorFont>
        <a:latin typeface="思源宋体 CN Heavy"/>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ajorFont>
      <a:minorFont>
        <a:latin typeface="思源宋体 CN Heavy"/>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3501</Words>
  <Application>Microsoft Macintosh PowerPoint</Application>
  <PresentationFormat>宽屏</PresentationFormat>
  <Paragraphs>1060</Paragraphs>
  <Slides>30</Slides>
  <Notes>4</Notes>
  <HiddenSlides>0</HiddenSlides>
  <MMClips>0</MMClips>
  <ScaleCrop>false</ScaleCrop>
  <HeadingPairs>
    <vt:vector size="6" baseType="variant">
      <vt:variant>
        <vt:lpstr>已用的字体</vt:lpstr>
      </vt:variant>
      <vt:variant>
        <vt:i4>31</vt:i4>
      </vt:variant>
      <vt:variant>
        <vt:lpstr>主题</vt:lpstr>
      </vt:variant>
      <vt:variant>
        <vt:i4>6</vt:i4>
      </vt:variant>
      <vt:variant>
        <vt:lpstr>幻灯片标题</vt:lpstr>
      </vt:variant>
      <vt:variant>
        <vt:i4>30</vt:i4>
      </vt:variant>
    </vt:vector>
  </HeadingPairs>
  <TitlesOfParts>
    <vt:vector size="67" baseType="lpstr">
      <vt:lpstr>阿里巴巴普惠体</vt:lpstr>
      <vt:lpstr>梦源黑体 CN W20</vt:lpstr>
      <vt:lpstr>思源黑体 CN Bold</vt:lpstr>
      <vt:lpstr>思源黑体 CN Heavy</vt:lpstr>
      <vt:lpstr>思源黑体 CN Medium</vt:lpstr>
      <vt:lpstr>思源黑体 CN Normal</vt:lpstr>
      <vt:lpstr>思源宋体 CN Heavy</vt:lpstr>
      <vt:lpstr>宋体</vt:lpstr>
      <vt:lpstr>微软雅黑</vt:lpstr>
      <vt:lpstr>演示霸榜 Bold</vt:lpstr>
      <vt:lpstr>演示刀刻黑</vt:lpstr>
      <vt:lpstr>HarmonyOS Sans SC</vt:lpstr>
      <vt:lpstr>HelveticaExt-Normal</vt:lpstr>
      <vt:lpstr>MiSans Bold</vt:lpstr>
      <vt:lpstr>MiSans Medium</vt:lpstr>
      <vt:lpstr>Noto Sans SC</vt:lpstr>
      <vt:lpstr>OPPOSans H</vt:lpstr>
      <vt:lpstr>OPPOSans R</vt:lpstr>
      <vt:lpstr>Roboto Regular</vt:lpstr>
      <vt:lpstr>Source Han Sans Normal</vt:lpstr>
      <vt:lpstr>Arial</vt:lpstr>
      <vt:lpstr>Arial Rounded MT Bold</vt:lpstr>
      <vt:lpstr>Calibri</vt:lpstr>
      <vt:lpstr>DIN</vt:lpstr>
      <vt:lpstr>Gill Sans MT</vt:lpstr>
      <vt:lpstr>Helvetica Neue Medium</vt:lpstr>
      <vt:lpstr>Lato</vt:lpstr>
      <vt:lpstr>Montserrat</vt:lpstr>
      <vt:lpstr>Nirmala UI</vt:lpstr>
      <vt:lpstr>Roboto</vt:lpstr>
      <vt:lpstr>Wingdings</vt:lpstr>
      <vt:lpstr>Office 主题​​</vt:lpstr>
      <vt:lpstr>1_Office 主题​​</vt:lpstr>
      <vt:lpstr>2_Office 主题​​</vt:lpstr>
      <vt:lpstr>3_Office 主题​​</vt:lpstr>
      <vt:lpstr>4_Office 主题​​</vt:lpstr>
      <vt:lpstr>5_Office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加 酒</dc:creator>
  <cp:lastModifiedBy>Sun guang</cp:lastModifiedBy>
  <cp:revision>22</cp:revision>
  <dcterms:created xsi:type="dcterms:W3CDTF">2025-02-06T01:18:00Z</dcterms:created>
  <dcterms:modified xsi:type="dcterms:W3CDTF">2026-06-22T03:32:34Z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89BA4064A52A4018871F63163A967659_13</vt:lpwstr>
  </property>
  <property fmtid="{D5CDD505-2E9C-101B-9397-08002B2CF9AE}" pid="3" name="KSOProductBuildVer">
    <vt:lpwstr>2052-12.1.0.24034</vt:lpwstr>
  </property>
</Properties>
</file>