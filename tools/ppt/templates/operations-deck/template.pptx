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charts/chart12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4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5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6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7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rts/chart18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9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charts/chart20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charts/chart21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2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charts/chart23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4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5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charts/chart26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7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charts/chart28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9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30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charts/chart31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2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33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4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5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6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.xml" ContentType="application/vnd.openxmlformats-officedocument.presentationml.notesSlide+xml"/>
  <Override PartName="/ppt/tags/tag59.xml" ContentType="application/vnd.openxmlformats-officedocument.presentationml.tags+xml"/>
  <Override PartName="/ppt/notesSlides/notesSlide2.xml" ContentType="application/vnd.openxmlformats-officedocument.presentationml.notesSlide+xml"/>
  <Override PartName="/ppt/tags/tag60.xml" ContentType="application/vnd.openxmlformats-officedocument.presentationml.tags+xml"/>
  <Override PartName="/ppt/notesSlides/notesSlide3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4.xml" ContentType="application/vnd.openxmlformats-officedocument.presentationml.notesSlide+xml"/>
  <Override PartName="/ppt/charts/chart37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8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tags/tag67.xml" ContentType="application/vnd.openxmlformats-officedocument.presentationml.tags+xml"/>
  <Override PartName="/ppt/charts/chart39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40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charts/chart41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2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tags/tag72.xml" ContentType="application/vnd.openxmlformats-officedocument.presentationml.tags+xml"/>
  <Override PartName="/ppt/charts/chart43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charts/chart44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tags/tag75.xml" ContentType="application/vnd.openxmlformats-officedocument.presentationml.tags+xml"/>
  <Override PartName="/ppt/charts/chart45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charts/chart46.xml" ContentType="application/vnd.openxmlformats-officedocument.drawingml.chart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charts/chart47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charts/chart48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9.xml" ContentType="application/vnd.openxmlformats-officedocument.drawingml.chart+xml"/>
  <Override PartName="/ppt/theme/themeOverride1.xml" ContentType="application/vnd.openxmlformats-officedocument.themeOverr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charts/chart50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51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6" r:id="rId2"/>
    <p:sldMasterId id="2147483674" r:id="rId3"/>
  </p:sldMasterIdLst>
  <p:notesMasterIdLst>
    <p:notesMasterId r:id="rId56"/>
  </p:notesMasterIdLst>
  <p:handoutMasterIdLst>
    <p:handoutMasterId r:id="rId57"/>
  </p:handoutMasterIdLst>
  <p:sldIdLst>
    <p:sldId id="854" r:id="rId4"/>
    <p:sldId id="855" r:id="rId5"/>
    <p:sldId id="860" r:id="rId6"/>
    <p:sldId id="861" r:id="rId7"/>
    <p:sldId id="862" r:id="rId8"/>
    <p:sldId id="16669946" r:id="rId9"/>
    <p:sldId id="864" r:id="rId10"/>
    <p:sldId id="866" r:id="rId11"/>
    <p:sldId id="880" r:id="rId12"/>
    <p:sldId id="16669947" r:id="rId13"/>
    <p:sldId id="875" r:id="rId14"/>
    <p:sldId id="878" r:id="rId15"/>
    <p:sldId id="870" r:id="rId16"/>
    <p:sldId id="871" r:id="rId17"/>
    <p:sldId id="868" r:id="rId18"/>
    <p:sldId id="877" r:id="rId19"/>
    <p:sldId id="872" r:id="rId20"/>
    <p:sldId id="11090189" r:id="rId21"/>
    <p:sldId id="876" r:id="rId22"/>
    <p:sldId id="11090190" r:id="rId23"/>
    <p:sldId id="11090191" r:id="rId24"/>
    <p:sldId id="16669948" r:id="rId25"/>
    <p:sldId id="16669894" r:id="rId26"/>
    <p:sldId id="16669949" r:id="rId27"/>
    <p:sldId id="16669950" r:id="rId28"/>
    <p:sldId id="16669818" r:id="rId29"/>
    <p:sldId id="16669889" r:id="rId30"/>
    <p:sldId id="16669832" r:id="rId31"/>
    <p:sldId id="16669951" r:id="rId32"/>
    <p:sldId id="16669952" r:id="rId33"/>
    <p:sldId id="16669953" r:id="rId34"/>
    <p:sldId id="16669954" r:id="rId35"/>
    <p:sldId id="317" r:id="rId36"/>
    <p:sldId id="16669923" r:id="rId37"/>
    <p:sldId id="16669925" r:id="rId38"/>
    <p:sldId id="16669955" r:id="rId39"/>
    <p:sldId id="16669927" r:id="rId40"/>
    <p:sldId id="313" r:id="rId41"/>
    <p:sldId id="11089964" r:id="rId42"/>
    <p:sldId id="324" r:id="rId43"/>
    <p:sldId id="16669956" r:id="rId44"/>
    <p:sldId id="281" r:id="rId45"/>
    <p:sldId id="288" r:id="rId46"/>
    <p:sldId id="319" r:id="rId47"/>
    <p:sldId id="334" r:id="rId48"/>
    <p:sldId id="351" r:id="rId49"/>
    <p:sldId id="346" r:id="rId50"/>
    <p:sldId id="354" r:id="rId51"/>
    <p:sldId id="11089977" r:id="rId52"/>
    <p:sldId id="16669957" r:id="rId53"/>
    <p:sldId id="11089974" r:id="rId54"/>
    <p:sldId id="11089978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559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84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328" y="168"/>
      </p:cViewPr>
      <p:guideLst>
        <p:guide orient="horz" pos="2170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1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2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3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4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5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6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7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8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9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0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1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2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3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4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5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6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7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8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9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0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1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2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3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4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5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6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7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8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9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0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1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2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3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4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45.xlsx"/><Relationship Id="rId1" Type="http://schemas.openxmlformats.org/officeDocument/2006/relationships/image" Target="../media/image21.emf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6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1/relationships/chartColorStyle" Target="colors45.xml"/><Relationship Id="rId1" Type="http://schemas.microsoft.com/office/2011/relationships/chartStyle" Target="style45.xml"/><Relationship Id="rId5" Type="http://schemas.openxmlformats.org/officeDocument/2006/relationships/package" Target="../embeddings/Microsoft_Excel____47.xlsx"/><Relationship Id="rId4" Type="http://schemas.openxmlformats.org/officeDocument/2006/relationships/image" Target="../media/image27.svg"/></Relationships>
</file>

<file path=ppt/charts/_rels/chart4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48.xlsx"/><Relationship Id="rId1" Type="http://schemas.openxmlformats.org/officeDocument/2006/relationships/themeOverride" Target="../theme/themeOverride1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9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0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产品A2</c:v>
                </c:pt>
              </c:strCache>
            </c:strRef>
          </c:tx>
          <c:spPr>
            <a:noFill/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</c:v>
                </c:pt>
                <c:pt idx="1">
                  <c:v>22</c:v>
                </c:pt>
                <c:pt idx="2">
                  <c:v>28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84-0742-BFDC-741CD9CA2A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046694368"/>
        <c:axId val="1046694696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产品A</c:v>
                </c:pt>
              </c:strCache>
            </c:strRef>
          </c:tx>
          <c:spPr>
            <a:ln w="25400" cap="rnd">
              <a:solidFill>
                <a:schemeClr val="accent1"/>
              </a:solidFill>
              <a:round/>
              <a:tailEnd type="none"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22</c:v>
                </c:pt>
                <c:pt idx="2">
                  <c:v>28</c:v>
                </c:pt>
                <c:pt idx="3">
                  <c:v>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484-0742-BFDC-741CD9CA2A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6694368"/>
        <c:axId val="1046694696"/>
      </c:lineChart>
      <c:catAx>
        <c:axId val="1046694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696"/>
        <c:crosses val="autoZero"/>
        <c:auto val="1"/>
        <c:lblAlgn val="ctr"/>
        <c:lblOffset val="100"/>
        <c:noMultiLvlLbl val="0"/>
      </c:catAx>
      <c:valAx>
        <c:axId val="104669469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  <a:alpha val="53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产品A2</c:v>
                </c:pt>
              </c:strCache>
            </c:strRef>
          </c:tx>
          <c:spPr>
            <a:noFill/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55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6C-2741-AF64-7E240664C5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046694368"/>
        <c:axId val="1046694696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产品A</c:v>
                </c:pt>
              </c:strCache>
            </c:strRef>
          </c:tx>
          <c:spPr>
            <a:ln w="25400" cap="rnd">
              <a:solidFill>
                <a:schemeClr val="accent1">
                  <a:lumMod val="75000"/>
                </a:schemeClr>
              </a:solidFill>
              <a:round/>
              <a:tailEnd type="none"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55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D6C-2741-AF64-7E240664C5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6694368"/>
        <c:axId val="1046694696"/>
      </c:lineChart>
      <c:catAx>
        <c:axId val="1046694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696"/>
        <c:crosses val="autoZero"/>
        <c:auto val="1"/>
        <c:lblAlgn val="ctr"/>
        <c:lblOffset val="100"/>
        <c:noMultiLvlLbl val="0"/>
      </c:catAx>
      <c:valAx>
        <c:axId val="104669469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  <a:alpha val="53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产品A2</c:v>
                </c:pt>
              </c:strCache>
            </c:strRef>
          </c:tx>
          <c:spPr>
            <a:noFill/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</c:v>
                </c:pt>
                <c:pt idx="1">
                  <c:v>32</c:v>
                </c:pt>
                <c:pt idx="2">
                  <c:v>50</c:v>
                </c:pt>
                <c:pt idx="3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CD-0448-8979-B96552150C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046694368"/>
        <c:axId val="1046694696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产品A</c:v>
                </c:pt>
              </c:strCache>
            </c:strRef>
          </c:tx>
          <c:spPr>
            <a:ln w="25400" cap="rnd">
              <a:solidFill>
                <a:schemeClr val="accent1">
                  <a:lumMod val="60000"/>
                  <a:lumOff val="40000"/>
                </a:schemeClr>
              </a:solidFill>
              <a:round/>
              <a:tailEnd type="none"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32</c:v>
                </c:pt>
                <c:pt idx="2">
                  <c:v>50</c:v>
                </c:pt>
                <c:pt idx="3">
                  <c:v>29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ECD-0448-8979-B96552150C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6694368"/>
        <c:axId val="1046694696"/>
      </c:lineChart>
      <c:catAx>
        <c:axId val="1046694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696"/>
        <c:crosses val="autoZero"/>
        <c:auto val="1"/>
        <c:lblAlgn val="ctr"/>
        <c:lblOffset val="100"/>
        <c:noMultiLvlLbl val="0"/>
      </c:catAx>
      <c:valAx>
        <c:axId val="104669469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  <a:alpha val="53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产品A2</c:v>
                </c:pt>
              </c:strCache>
            </c:strRef>
          </c:tx>
          <c:spPr>
            <a:noFill/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23</c:v>
                </c:pt>
                <c:pt idx="2">
                  <c:v>28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16-1E48-94D8-1B8FC4A675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046694368"/>
        <c:axId val="1046694696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产品A</c:v>
                </c:pt>
              </c:strCache>
            </c:strRef>
          </c:tx>
          <c:spPr>
            <a:ln w="25400" cap="rnd">
              <a:solidFill>
                <a:schemeClr val="accent1">
                  <a:lumMod val="40000"/>
                  <a:lumOff val="60000"/>
                </a:schemeClr>
              </a:solidFill>
              <a:round/>
              <a:tailEnd type="none"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23</c:v>
                </c:pt>
                <c:pt idx="2">
                  <c:v>28</c:v>
                </c:pt>
                <c:pt idx="3">
                  <c:v>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A16-1E48-94D8-1B8FC4A675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6694368"/>
        <c:axId val="1046694696"/>
      </c:lineChart>
      <c:catAx>
        <c:axId val="1046694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696"/>
        <c:crosses val="autoZero"/>
        <c:auto val="1"/>
        <c:lblAlgn val="ctr"/>
        <c:lblOffset val="100"/>
        <c:noMultiLvlLbl val="0"/>
      </c:catAx>
      <c:valAx>
        <c:axId val="104669469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  <a:alpha val="53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explosion val="3"/>
            <c:spPr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576-CE4B-9D83-05A8797F99EF}"/>
              </c:ext>
            </c:extLst>
          </c:dPt>
          <c:dPt>
            <c:idx val="1"/>
            <c:bubble3D val="0"/>
            <c:explosion val="16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576-CE4B-9D83-05A8797F99EF}"/>
              </c:ext>
            </c:extLst>
          </c:dPt>
          <c:dPt>
            <c:idx val="2"/>
            <c:bubble3D val="0"/>
            <c:explosion val="7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576-CE4B-9D83-05A8797F99EF}"/>
              </c:ext>
            </c:extLst>
          </c:dPt>
          <c:dPt>
            <c:idx val="3"/>
            <c:bubble3D val="0"/>
            <c:explosion val="34"/>
            <c:spPr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576-CE4B-9D83-05A8797F99EF}"/>
              </c:ext>
            </c:extLst>
          </c:dPt>
          <c:dLbls>
            <c:dLbl>
              <c:idx val="0"/>
              <c:layout>
                <c:manualLayout>
                  <c:x val="8.0735346498650301E-2"/>
                  <c:y val="2.4637888331624998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12198900179459"/>
                      <c:h val="0.3366951651869939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576-CE4B-9D83-05A8797F99EF}"/>
                </c:ext>
              </c:extLst>
            </c:dLbl>
            <c:dLbl>
              <c:idx val="1"/>
              <c:layout>
                <c:manualLayout>
                  <c:x val="7.6304506263409497E-2"/>
                  <c:y val="-4.50643624533262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76-CE4B-9D83-05A8797F99EF}"/>
                </c:ext>
              </c:extLst>
            </c:dLbl>
            <c:dLbl>
              <c:idx val="2"/>
              <c:layout>
                <c:manualLayout>
                  <c:x val="6.6504453625287896E-3"/>
                  <c:y val="0.2612080493366060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0389770100368901"/>
                      <c:h val="0.4059949288652199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D576-CE4B-9D83-05A8797F99EF}"/>
                </c:ext>
              </c:extLst>
            </c:dLbl>
            <c:dLbl>
              <c:idx val="3"/>
              <c:layout>
                <c:manualLayout>
                  <c:x val="-7.7767612076852705E-2"/>
                  <c:y val="-6.4377660647608904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576-CE4B-9D83-05A8797F99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渠道A</c:v>
                </c:pt>
                <c:pt idx="1">
                  <c:v>渠道B</c:v>
                </c:pt>
                <c:pt idx="2">
                  <c:v>渠道C</c:v>
                </c:pt>
                <c:pt idx="3">
                  <c:v>渠道D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35</c:v>
                </c:pt>
                <c:pt idx="2">
                  <c:v>31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76-CE4B-9D83-05A8797F99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>
                <a:cs typeface="思源黑体 CN Regular" panose="020B0500000000000000" pitchFamily="34" charset="-122"/>
              </a:rPr>
              <a:t>上半年度销售数据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4522910770799799"/>
          <c:y val="0.31695370865332201"/>
          <c:w val="0.83783214232284497"/>
          <c:h val="0.475804573967483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961-004D-BBD7-7E91DCDB9FB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961-004D-BBD7-7E91DCDB9FB0}"/>
              </c:ext>
            </c:extLst>
          </c:dPt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800</c:v>
                </c:pt>
                <c:pt idx="1">
                  <c:v>600</c:v>
                </c:pt>
                <c:pt idx="2">
                  <c:v>500</c:v>
                </c:pt>
                <c:pt idx="3">
                  <c:v>700</c:v>
                </c:pt>
                <c:pt idx="4">
                  <c:v>900</c:v>
                </c:pt>
                <c:pt idx="5">
                  <c:v>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61-004D-BBD7-7E91DCDB9F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4650303"/>
        <c:axId val="1094676527"/>
      </c:barChart>
      <c:catAx>
        <c:axId val="1094650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094676527"/>
        <c:crosses val="autoZero"/>
        <c:auto val="1"/>
        <c:lblAlgn val="ctr"/>
        <c:lblOffset val="100"/>
        <c:noMultiLvlLbl val="0"/>
      </c:catAx>
      <c:valAx>
        <c:axId val="1094676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0946503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>
                <a:cs typeface="思源黑体 CN Regular" panose="020B0500000000000000" pitchFamily="34" charset="-122"/>
              </a:rPr>
              <a:t>下半年度销售数据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FF-634F-8D8B-D311F3ADFC7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FF-634F-8D8B-D311F3ADFC7A}"/>
              </c:ext>
            </c:extLst>
          </c:dPt>
          <c:cat>
            <c:strRef>
              <c:f>Sheet1!$A$2:$A$7</c:f>
              <c:strCache>
                <c:ptCount val="6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424</c:v>
                </c:pt>
                <c:pt idx="1">
                  <c:v>600</c:v>
                </c:pt>
                <c:pt idx="2">
                  <c:v>700</c:v>
                </c:pt>
                <c:pt idx="3">
                  <c:v>900</c:v>
                </c:pt>
                <c:pt idx="4">
                  <c:v>600</c:v>
                </c:pt>
                <c:pt idx="5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FF-634F-8D8B-D311F3ADFC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4650303"/>
        <c:axId val="1094676527"/>
      </c:barChart>
      <c:catAx>
        <c:axId val="1094650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094676527"/>
        <c:crosses val="autoZero"/>
        <c:auto val="1"/>
        <c:lblAlgn val="ctr"/>
        <c:lblOffset val="100"/>
        <c:noMultiLvlLbl val="0"/>
      </c:catAx>
      <c:valAx>
        <c:axId val="1094676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0946503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>
          <a:lumMod val="20000"/>
          <a:lumOff val="80000"/>
        </a:schemeClr>
      </a:solidFill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AF4-CC4F-A0D6-E9725711366F}"/>
              </c:ext>
            </c:extLst>
          </c:dPt>
          <c:dPt>
            <c:idx val="1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AF4-CC4F-A0D6-E9725711366F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F4-CC4F-A0D6-E97257113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渠道销售季度占比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4BD-2246-ACDC-379DDFCA7396}"/>
              </c:ext>
            </c:extLst>
          </c:dPt>
          <c:dPt>
            <c:idx val="1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4BD-2246-ACDC-379DDFCA73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4BD-2246-ACDC-379DDFCA7396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4BD-2246-ACDC-379DDFCA739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195" b="0" i="0" u="none" strike="noStrike" kern="1200" baseline="0">
                      <a:solidFill>
                        <a:schemeClr val="bg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4BD-2246-ACDC-379DDFCA739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195" b="0" i="0" u="none" strike="noStrike" kern="1200" baseline="0">
                      <a:solidFill>
                        <a:schemeClr val="bg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4BD-2246-ACDC-379DDFCA7396}"/>
                </c:ext>
              </c:extLst>
            </c:dLbl>
            <c:dLbl>
              <c:idx val="2"/>
              <c:layout>
                <c:manualLayout>
                  <c:x val="5.9865023220727197E-2"/>
                  <c:y val="-0.2019711260206049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195" b="0" i="0" u="none" strike="noStrike" kern="1200" baseline="0">
                      <a:solidFill>
                        <a:schemeClr val="bg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BD-2246-ACDC-379DDFCA739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195" b="0" i="0" u="none" strike="noStrike" kern="1200" baseline="0">
                      <a:solidFill>
                        <a:schemeClr val="bg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B4BD-2246-ACDC-379DDFCA73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第一季度</c:v>
                </c:pt>
                <c:pt idx="3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4BD-2246-ACDC-379DDFCA73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2.2999999999999998</c:v>
                </c:pt>
                <c:pt idx="1">
                  <c:v>2.5</c:v>
                </c:pt>
                <c:pt idx="2">
                  <c:v>2.2000000000000002</c:v>
                </c:pt>
                <c:pt idx="3">
                  <c:v>4.3</c:v>
                </c:pt>
                <c:pt idx="4">
                  <c:v>1.8</c:v>
                </c:pt>
                <c:pt idx="5">
                  <c:v>2.4</c:v>
                </c:pt>
                <c:pt idx="6">
                  <c:v>2.5</c:v>
                </c:pt>
                <c:pt idx="7">
                  <c:v>3.5</c:v>
                </c:pt>
                <c:pt idx="8">
                  <c:v>2.1</c:v>
                </c:pt>
                <c:pt idx="9">
                  <c:v>1.8</c:v>
                </c:pt>
                <c:pt idx="10">
                  <c:v>2.5</c:v>
                </c:pt>
                <c:pt idx="11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BB-C546-97CC-711063D416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人力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2.4</c:v>
                </c:pt>
                <c:pt idx="1">
                  <c:v>1.6</c:v>
                </c:pt>
                <c:pt idx="2">
                  <c:v>1.8</c:v>
                </c:pt>
                <c:pt idx="3">
                  <c:v>2.8</c:v>
                </c:pt>
                <c:pt idx="4">
                  <c:v>2.2000000000000002</c:v>
                </c:pt>
                <c:pt idx="5">
                  <c:v>2.4</c:v>
                </c:pt>
                <c:pt idx="6">
                  <c:v>3.2</c:v>
                </c:pt>
                <c:pt idx="7">
                  <c:v>1.8</c:v>
                </c:pt>
                <c:pt idx="8">
                  <c:v>2.8</c:v>
                </c:pt>
                <c:pt idx="9">
                  <c:v>2.4</c:v>
                </c:pt>
                <c:pt idx="10">
                  <c:v>2.2000000000000002</c:v>
                </c:pt>
                <c:pt idx="11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BB-C546-97CC-711063D416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37"/>
        <c:axId val="1015410192"/>
        <c:axId val="1015422672"/>
      </c:barChart>
      <c:catAx>
        <c:axId val="1015410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accent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015422672"/>
        <c:crosses val="autoZero"/>
        <c:auto val="1"/>
        <c:lblAlgn val="ctr"/>
        <c:lblOffset val="100"/>
        <c:noMultiLvlLbl val="0"/>
      </c:catAx>
      <c:valAx>
        <c:axId val="10154226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541019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solidFill>
            <a:schemeClr val="accent1"/>
          </a:solidFill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>
                <a:solidFill>
                  <a:schemeClr val="tx1"/>
                </a:solidFill>
                <a:cs typeface="思源黑体 CN Regular" panose="020B0500000000000000" pitchFamily="34" charset="-122"/>
              </a:rPr>
              <a:t>产品销量占比分析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成本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5AC-A040-B470-669E6B2D4743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5AC-A040-B470-669E6B2D4743}"/>
              </c:ext>
            </c:extLst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5AC-A040-B470-669E6B2D4743}"/>
              </c:ext>
            </c:extLst>
          </c:dPt>
          <c:dPt>
            <c:idx val="3"/>
            <c:bubble3D val="0"/>
            <c:spPr>
              <a:solidFill>
                <a:schemeClr val="tx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5AC-A040-B470-669E6B2D4743}"/>
              </c:ext>
            </c:extLst>
          </c:dPt>
          <c:dLbls>
            <c:dLbl>
              <c:idx val="2"/>
              <c:layout>
                <c:manualLayout>
                  <c:x val="0.16280282957737"/>
                  <c:y val="3.2729026120374601E-8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5AC-A040-B470-669E6B2D4743}"/>
                </c:ext>
              </c:extLst>
            </c:dLbl>
            <c:dLbl>
              <c:idx val="3"/>
              <c:layout>
                <c:manualLayout>
                  <c:x val="6.4458574260511201E-2"/>
                  <c:y val="0.10185347634788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5AC-A040-B470-669E6B2D47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电商1部</c:v>
                </c:pt>
                <c:pt idx="1">
                  <c:v>电商2部</c:v>
                </c:pt>
                <c:pt idx="2">
                  <c:v>电商3部</c:v>
                </c:pt>
                <c:pt idx="3">
                  <c:v>电商4部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</c:v>
                </c:pt>
                <c:pt idx="1">
                  <c:v>0.2</c:v>
                </c:pt>
                <c:pt idx="2">
                  <c:v>0.3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5AC-A040-B470-669E6B2D4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solidFill>
            <a:schemeClr val="bg1"/>
          </a:solidFill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3A2-704D-9D12-295A1B254209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3A2-704D-9D12-295A1B254209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A2-704D-9D12-295A1B2542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07F-E24F-86EB-B3344689719F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07F-E24F-86EB-B3344689719F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7F-E24F-86EB-B334468971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B4-1C4E-903B-DBEBC99C92A8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B4-1C4E-903B-DBEBC99C92A8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4-1C4E-903B-DBEBC99C92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65-174B-9A36-6A0724F2B9D7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65-174B-9A36-6A0724F2B9D7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65-174B-9A36-6A0724F2B9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>
                <a:cs typeface="思源黑体 CN Regular" panose="020B0500000000000000" pitchFamily="34" charset="-122"/>
              </a:rPr>
              <a:t>上半年费用支出明细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43</c:v>
                </c:pt>
                <c:pt idx="2">
                  <c:v>38</c:v>
                </c:pt>
                <c:pt idx="3">
                  <c:v>39</c:v>
                </c:pt>
                <c:pt idx="4">
                  <c:v>59</c:v>
                </c:pt>
                <c:pt idx="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E7-7C49-9081-B734278C66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1614000"/>
        <c:axId val="1751618800"/>
      </c:barChart>
      <c:catAx>
        <c:axId val="175161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751618800"/>
        <c:crosses val="autoZero"/>
        <c:auto val="1"/>
        <c:lblAlgn val="ctr"/>
        <c:lblOffset val="100"/>
        <c:noMultiLvlLbl val="0"/>
      </c:catAx>
      <c:valAx>
        <c:axId val="1751618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751614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>
                <a:cs typeface="思源黑体 CN Regular" panose="020B0500000000000000" pitchFamily="34" charset="-122"/>
              </a:rPr>
              <a:t>下半年费用支出明细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  <c:pt idx="3">
                  <c:v>10月</c:v>
                </c:pt>
                <c:pt idx="4">
                  <c:v>11月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43</c:v>
                </c:pt>
                <c:pt idx="2">
                  <c:v>38</c:v>
                </c:pt>
                <c:pt idx="3">
                  <c:v>39</c:v>
                </c:pt>
                <c:pt idx="4">
                  <c:v>59</c:v>
                </c:pt>
                <c:pt idx="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C1-8B46-AFEF-9B4C29CDFE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1614000"/>
        <c:axId val="1751618800"/>
      </c:barChart>
      <c:catAx>
        <c:axId val="175161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751618800"/>
        <c:crosses val="autoZero"/>
        <c:auto val="1"/>
        <c:lblAlgn val="ctr"/>
        <c:lblOffset val="100"/>
        <c:noMultiLvlLbl val="0"/>
      </c:catAx>
      <c:valAx>
        <c:axId val="1751618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751614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689-0044-9362-01C6250F1D5F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689-0044-9362-01C6250F1D5F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689-0044-9362-01C6250F1D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525481544269797E-2"/>
          <c:y val="6.5988680603094999E-2"/>
          <c:w val="0.93438058542588398"/>
          <c:h val="0.80295104497232495"/>
        </c:manualLayout>
      </c:layout>
      <c:lineChart>
        <c:grouping val="standard"/>
        <c:varyColors val="0"/>
        <c:ser>
          <c:idx val="1"/>
          <c:order val="1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7A-A945-AC9B-2CD21B1D7B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2863720"/>
        <c:axId val="502857816"/>
      </c:lineChart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保费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3584</c:v>
                </c:pt>
                <c:pt idx="1">
                  <c:v>7825</c:v>
                </c:pt>
                <c:pt idx="2">
                  <c:v>6524</c:v>
                </c:pt>
                <c:pt idx="3">
                  <c:v>4526</c:v>
                </c:pt>
                <c:pt idx="4">
                  <c:v>2451</c:v>
                </c:pt>
                <c:pt idx="5">
                  <c:v>1254</c:v>
                </c:pt>
                <c:pt idx="6">
                  <c:v>1126</c:v>
                </c:pt>
                <c:pt idx="7">
                  <c:v>952</c:v>
                </c:pt>
                <c:pt idx="8">
                  <c:v>781</c:v>
                </c:pt>
                <c:pt idx="9">
                  <c:v>150</c:v>
                </c:pt>
                <c:pt idx="10">
                  <c:v>694</c:v>
                </c:pt>
                <c:pt idx="11">
                  <c:v>456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57A-A945-AC9B-2CD21B1D7B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2863720"/>
        <c:axId val="502857816"/>
      </c:scatterChart>
      <c:catAx>
        <c:axId val="502863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02857816"/>
        <c:crosses val="autoZero"/>
        <c:auto val="1"/>
        <c:lblAlgn val="ctr"/>
        <c:lblOffset val="100"/>
        <c:noMultiLvlLbl val="0"/>
      </c:catAx>
      <c:valAx>
        <c:axId val="502857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02863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DE9-4E4B-A758-C8C6CC00769E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DE9-4E4B-A758-C8C6CC00769E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E9-4E4B-A758-C8C6CC007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dPt>
            <c:idx val="0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00D-6943-A39A-85CF93BD8E31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00D-6943-A39A-85CF93BD8E31}"/>
              </c:ext>
            </c:extLst>
          </c:dPt>
          <c:dPt>
            <c:idx val="2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00D-6943-A39A-85CF93BD8E31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00D-6943-A39A-85CF93BD8E31}"/>
              </c:ext>
            </c:extLst>
          </c:dPt>
          <c:dPt>
            <c:idx val="4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00D-6943-A39A-85CF93BD8E31}"/>
              </c:ext>
            </c:extLst>
          </c:dPt>
          <c:cat>
            <c:strRef>
              <c:f>Sheet1!$A$2:$A$6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00D-6943-A39A-85CF93BD8E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dPt>
            <c:idx val="0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99E-7446-A73A-47AC99B5066A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99E-7446-A73A-47AC99B5066A}"/>
              </c:ext>
            </c:extLst>
          </c:dPt>
          <c:dPt>
            <c:idx val="2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99E-7446-A73A-47AC99B5066A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99E-7446-A73A-47AC99B5066A}"/>
              </c:ext>
            </c:extLst>
          </c:dPt>
          <c:dPt>
            <c:idx val="4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99E-7446-A73A-47AC99B5066A}"/>
              </c:ext>
            </c:extLst>
          </c:dPt>
          <c:cat>
            <c:strRef>
              <c:f>Sheet1!$A$2:$A$6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9E-7446-A73A-47AC99B506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gradFill>
              <a:gsLst>
                <a:gs pos="99000">
                  <a:schemeClr val="accent3">
                    <a:alpha val="0"/>
                  </a:schemeClr>
                </a:gs>
                <a:gs pos="12000">
                  <a:schemeClr val="accent3">
                    <a:alpha val="53773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1258</c:v>
                </c:pt>
                <c:pt idx="1">
                  <c:v>3254</c:v>
                </c:pt>
                <c:pt idx="2">
                  <c:v>2459</c:v>
                </c:pt>
                <c:pt idx="3">
                  <c:v>2416</c:v>
                </c:pt>
                <c:pt idx="4">
                  <c:v>3561</c:v>
                </c:pt>
                <c:pt idx="5">
                  <c:v>4254</c:v>
                </c:pt>
                <c:pt idx="6">
                  <c:v>1248</c:v>
                </c:pt>
                <c:pt idx="7">
                  <c:v>1246</c:v>
                </c:pt>
                <c:pt idx="8">
                  <c:v>4325</c:v>
                </c:pt>
                <c:pt idx="9">
                  <c:v>1254</c:v>
                </c:pt>
                <c:pt idx="10">
                  <c:v>900</c:v>
                </c:pt>
                <c:pt idx="11">
                  <c:v>2564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B6-024C-9FCB-B439A02F3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386595776"/>
        <c:axId val="-386599824"/>
      </c:areaChart>
      <c:lineChart>
        <c:grouping val="standard"/>
        <c:varyColors val="0"/>
        <c:ser>
          <c:idx val="1"/>
          <c:order val="1"/>
          <c:tx>
            <c:strRef>
              <c:f>曲线</c:f>
              <c:strCache>
                <c:ptCount val="1"/>
                <c:pt idx="0">
                  <c:v>曲线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accent3"/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1258</c:v>
                </c:pt>
                <c:pt idx="1">
                  <c:v>3254</c:v>
                </c:pt>
                <c:pt idx="2">
                  <c:v>2459</c:v>
                </c:pt>
                <c:pt idx="3">
                  <c:v>2416</c:v>
                </c:pt>
                <c:pt idx="4">
                  <c:v>3561</c:v>
                </c:pt>
                <c:pt idx="5">
                  <c:v>4254</c:v>
                </c:pt>
                <c:pt idx="6">
                  <c:v>1248</c:v>
                </c:pt>
                <c:pt idx="7">
                  <c:v>1246</c:v>
                </c:pt>
                <c:pt idx="8">
                  <c:v>4325</c:v>
                </c:pt>
                <c:pt idx="9">
                  <c:v>1254</c:v>
                </c:pt>
                <c:pt idx="10">
                  <c:v>900</c:v>
                </c:pt>
                <c:pt idx="11">
                  <c:v>2564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B6-024C-9FCB-B439A02F3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386595776"/>
        <c:axId val="-386599824"/>
      </c:lineChart>
      <c:catAx>
        <c:axId val="-38659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-386599824"/>
        <c:crosses val="autoZero"/>
        <c:auto val="1"/>
        <c:lblAlgn val="ctr"/>
        <c:lblOffset val="100"/>
        <c:noMultiLvlLbl val="1"/>
      </c:catAx>
      <c:valAx>
        <c:axId val="-3865998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386595776"/>
        <c:crosses val="autoZero"/>
        <c:crossBetween val="midCat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70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9071254062714E-2"/>
          <c:y val="5.5098743890626002E-2"/>
          <c:w val="0.94418574918745701"/>
          <c:h val="0.72601924702177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2023年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1.07718405428329E-2"/>
                  <c:y val="-4.640542483070240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0AE-9848-84C6-A5577067A4E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A产品</c:v>
                </c:pt>
                <c:pt idx="1">
                  <c:v>B产品</c:v>
                </c:pt>
                <c:pt idx="2">
                  <c:v>C产品</c:v>
                </c:pt>
                <c:pt idx="3">
                  <c:v>D产品</c:v>
                </c:pt>
                <c:pt idx="4">
                  <c:v>E产品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2451</c:v>
                </c:pt>
                <c:pt idx="1">
                  <c:v>1249</c:v>
                </c:pt>
                <c:pt idx="2">
                  <c:v>3687</c:v>
                </c:pt>
                <c:pt idx="3">
                  <c:v>4562</c:v>
                </c:pt>
                <c:pt idx="4">
                  <c:v>1254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AE-9848-84C6-A5577067A4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2.99281240911644E-3"/>
                  <c:y val="-9.153451837388099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0AE-9848-84C6-A5577067A4E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A产品</c:v>
                </c:pt>
                <c:pt idx="1">
                  <c:v>B产品</c:v>
                </c:pt>
                <c:pt idx="2">
                  <c:v>C产品</c:v>
                </c:pt>
                <c:pt idx="3">
                  <c:v>D产品</c:v>
                </c:pt>
                <c:pt idx="4">
                  <c:v>E产品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3654</c:v>
                </c:pt>
                <c:pt idx="1">
                  <c:v>2541</c:v>
                </c:pt>
                <c:pt idx="2">
                  <c:v>4579</c:v>
                </c:pt>
                <c:pt idx="3">
                  <c:v>3542</c:v>
                </c:pt>
                <c:pt idx="4">
                  <c:v>6542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AE-9848-84C6-A5577067A4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3699360"/>
        <c:axId val="217687952"/>
      </c:barChart>
      <c:catAx>
        <c:axId val="63699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217687952"/>
        <c:crosses val="autoZero"/>
        <c:auto val="1"/>
        <c:lblAlgn val="ctr"/>
        <c:lblOffset val="100"/>
        <c:noMultiLvlLbl val="0"/>
      </c:catAx>
      <c:valAx>
        <c:axId val="2176879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3699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面积图</c:f>
              <c:strCache>
                <c:ptCount val="1"/>
                <c:pt idx="0">
                  <c:v>面积图</c:v>
                </c:pt>
              </c:strCache>
            </c:strRef>
          </c:tx>
          <c:spPr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321</c:v>
                </c:pt>
                <c:pt idx="1">
                  <c:v>463</c:v>
                </c:pt>
                <c:pt idx="2">
                  <c:v>256</c:v>
                </c:pt>
                <c:pt idx="3">
                  <c:v>333</c:v>
                </c:pt>
                <c:pt idx="4">
                  <c:v>500</c:v>
                </c:pt>
                <c:pt idx="5">
                  <c:v>400</c:v>
                </c:pt>
                <c:pt idx="6">
                  <c:v>437</c:v>
                </c:pt>
                <c:pt idx="7">
                  <c:v>285</c:v>
                </c:pt>
                <c:pt idx="8">
                  <c:v>470</c:v>
                </c:pt>
                <c:pt idx="9">
                  <c:v>503</c:v>
                </c:pt>
                <c:pt idx="10">
                  <c:v>470</c:v>
                </c:pt>
                <c:pt idx="11">
                  <c:v>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8C-A648-8F81-CADB5F3172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57135279"/>
        <c:axId val="25713191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营业额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098C-A648-8F81-CADB5F3172A0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098C-A648-8F81-CADB5F3172A0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098C-A648-8F81-CADB5F3172A0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098C-A648-8F81-CADB5F3172A0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098C-A648-8F81-CADB5F3172A0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098C-A648-8F81-CADB5F3172A0}"/>
              </c:ext>
            </c:extLst>
          </c:dPt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321</c:v>
                </c:pt>
                <c:pt idx="1">
                  <c:v>463</c:v>
                </c:pt>
                <c:pt idx="2">
                  <c:v>256</c:v>
                </c:pt>
                <c:pt idx="3">
                  <c:v>333</c:v>
                </c:pt>
                <c:pt idx="4">
                  <c:v>500</c:v>
                </c:pt>
                <c:pt idx="5">
                  <c:v>400</c:v>
                </c:pt>
                <c:pt idx="6">
                  <c:v>437</c:v>
                </c:pt>
                <c:pt idx="7">
                  <c:v>285</c:v>
                </c:pt>
                <c:pt idx="8">
                  <c:v>470</c:v>
                </c:pt>
                <c:pt idx="9">
                  <c:v>503</c:v>
                </c:pt>
                <c:pt idx="10">
                  <c:v>470</c:v>
                </c:pt>
                <c:pt idx="11">
                  <c:v>369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98C-A648-8F81-CADB5F3172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7135279"/>
        <c:axId val="257131919"/>
      </c:lineChart>
      <c:catAx>
        <c:axId val="257135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257131919"/>
        <c:crosses val="autoZero"/>
        <c:auto val="1"/>
        <c:lblAlgn val="ctr"/>
        <c:lblOffset val="100"/>
        <c:noMultiLvlLbl val="0"/>
      </c:catAx>
      <c:valAx>
        <c:axId val="257131919"/>
        <c:scaling>
          <c:orientation val="minMax"/>
          <c:max val="550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25713527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 b="0" i="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线上渠道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spc="-2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Sheet1!$B$2:$B$5</c:f>
              <c:numCache>
                <c:formatCode>0.00_);[Red]\(0.00\)</c:formatCode>
                <c:ptCount val="4"/>
                <c:pt idx="0">
                  <c:v>7000</c:v>
                </c:pt>
                <c:pt idx="1">
                  <c:v>6000</c:v>
                </c:pt>
                <c:pt idx="2">
                  <c:v>5000</c:v>
                </c:pt>
                <c:pt idx="3">
                  <c:v>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D7-3346-B836-1C61BE2E4D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线下渠道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spc="-2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Sheet1!$C$2:$C$5</c:f>
              <c:numCache>
                <c:formatCode>0.00_);[Red]\(0.00\)</c:formatCode>
                <c:ptCount val="4"/>
                <c:pt idx="0">
                  <c:v>4500</c:v>
                </c:pt>
                <c:pt idx="1">
                  <c:v>5000</c:v>
                </c:pt>
                <c:pt idx="2">
                  <c:v>4000</c:v>
                </c:pt>
                <c:pt idx="3">
                  <c:v>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D7-3346-B836-1C61BE2E4D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9"/>
        <c:overlap val="-26"/>
        <c:axId val="1475198672"/>
        <c:axId val="147520030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合作渠道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3"/>
              </a:solidFill>
              <a:ln w="9525">
                <a:noFill/>
              </a:ln>
              <a:effectLst/>
            </c:spPr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Sheet1!$D$2:$D$5</c:f>
              <c:numCache>
                <c:formatCode>0.00_);[Red]\(0.00\)</c:formatCode>
                <c:ptCount val="4"/>
                <c:pt idx="0">
                  <c:v>3000</c:v>
                </c:pt>
                <c:pt idx="1">
                  <c:v>4000</c:v>
                </c:pt>
                <c:pt idx="2">
                  <c:v>6000</c:v>
                </c:pt>
                <c:pt idx="3">
                  <c:v>7000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6D7-3346-B836-1C61BE2E4D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5198672"/>
        <c:axId val="1475200304"/>
      </c:lineChart>
      <c:catAx>
        <c:axId val="1475198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spc="-2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475200304"/>
        <c:crosses val="autoZero"/>
        <c:auto val="1"/>
        <c:lblAlgn val="ctr"/>
        <c:lblOffset val="100"/>
        <c:noMultiLvlLbl val="0"/>
      </c:catAx>
      <c:valAx>
        <c:axId val="1475200304"/>
        <c:scaling>
          <c:orientation val="minMax"/>
        </c:scaling>
        <c:delete val="1"/>
        <c:axPos val="l"/>
        <c:numFmt formatCode="0.00_);[Red]\(0.00\)" sourceLinked="1"/>
        <c:majorTickMark val="none"/>
        <c:minorTickMark val="none"/>
        <c:tickLblPos val="nextTo"/>
        <c:crossAx val="1475198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 b="0" i="0" spc="-20" baseline="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面积图</c:f>
              <c:strCache>
                <c:ptCount val="1"/>
                <c:pt idx="0">
                  <c:v>面积图</c:v>
                </c:pt>
              </c:strCache>
            </c:strRef>
          </c:tx>
          <c:spPr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  <a:round/>
            </a:ln>
            <a:effectLst/>
          </c:spPr>
          <c:val>
            <c:numRef>
              <c:f>Sheet1!$B$2:$B$13</c:f>
              <c:numCache>
                <c:formatCode>General</c:formatCode>
                <c:ptCount val="12"/>
                <c:pt idx="0">
                  <c:v>452</c:v>
                </c:pt>
                <c:pt idx="1">
                  <c:v>334</c:v>
                </c:pt>
                <c:pt idx="2">
                  <c:v>256</c:v>
                </c:pt>
                <c:pt idx="3">
                  <c:v>352</c:v>
                </c:pt>
                <c:pt idx="4">
                  <c:v>125</c:v>
                </c:pt>
                <c:pt idx="5">
                  <c:v>354</c:v>
                </c:pt>
                <c:pt idx="6">
                  <c:v>458</c:v>
                </c:pt>
                <c:pt idx="7">
                  <c:v>362</c:v>
                </c:pt>
                <c:pt idx="8">
                  <c:v>149</c:v>
                </c:pt>
                <c:pt idx="9">
                  <c:v>257</c:v>
                </c:pt>
                <c:pt idx="10">
                  <c:v>354</c:v>
                </c:pt>
                <c:pt idx="11">
                  <c:v>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7-4648-BC16-5D4EFE01A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57135279"/>
        <c:axId val="25713191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营收（万）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DEA7-4648-BC16-5D4EFE01ACED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DEA7-4648-BC16-5D4EFE01ACED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DEA7-4648-BC16-5D4EFE01ACED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DEA7-4648-BC16-5D4EFE01ACED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DEA7-4648-BC16-5D4EFE01ACED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DEA7-4648-BC16-5D4EFE01ACE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452</c:v>
                </c:pt>
                <c:pt idx="1">
                  <c:v>334</c:v>
                </c:pt>
                <c:pt idx="2">
                  <c:v>256</c:v>
                </c:pt>
                <c:pt idx="3">
                  <c:v>352</c:v>
                </c:pt>
                <c:pt idx="4">
                  <c:v>125</c:v>
                </c:pt>
                <c:pt idx="5">
                  <c:v>354</c:v>
                </c:pt>
                <c:pt idx="6">
                  <c:v>458</c:v>
                </c:pt>
                <c:pt idx="7">
                  <c:v>362</c:v>
                </c:pt>
                <c:pt idx="8">
                  <c:v>149</c:v>
                </c:pt>
                <c:pt idx="9">
                  <c:v>257</c:v>
                </c:pt>
                <c:pt idx="10">
                  <c:v>354</c:v>
                </c:pt>
                <c:pt idx="11">
                  <c:v>335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EA7-4648-BC16-5D4EFE01A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7135279"/>
        <c:axId val="257131919"/>
      </c:lineChart>
      <c:catAx>
        <c:axId val="257135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257131919"/>
        <c:crosses val="autoZero"/>
        <c:auto val="1"/>
        <c:lblAlgn val="ctr"/>
        <c:lblOffset val="100"/>
        <c:noMultiLvlLbl val="0"/>
      </c:catAx>
      <c:valAx>
        <c:axId val="257131919"/>
        <c:scaling>
          <c:orientation val="minMax"/>
          <c:max val="550"/>
          <c:min val="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5713527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 b="0" i="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 flip="none" rotWithShape="1">
              <a:gsLst>
                <a:gs pos="30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balanced" dir="t"/>
            </a:scene3d>
          </c:spPr>
          <c:invertIfNegative val="0"/>
          <c:dLbls>
            <c:dLbl>
              <c:idx val="0"/>
              <c:layout>
                <c:manualLayout>
                  <c:x val="0"/>
                  <c:y val="-3.86019410393345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996-4041-9117-A0E79C7B7359}"/>
                </c:ext>
              </c:extLst>
            </c:dLbl>
            <c:dLbl>
              <c:idx val="1"/>
              <c:layout>
                <c:manualLayout>
                  <c:x val="0"/>
                  <c:y val="-3.00237319194824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996-4041-9117-A0E79C7B7359}"/>
                </c:ext>
              </c:extLst>
            </c:dLbl>
            <c:dLbl>
              <c:idx val="2"/>
              <c:layout>
                <c:manualLayout>
                  <c:x val="-5.18574099238343E-17"/>
                  <c:y val="-3.43128364794084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996-4041-9117-A0E79C7B7359}"/>
                </c:ext>
              </c:extLst>
            </c:dLbl>
            <c:dLbl>
              <c:idx val="3"/>
              <c:layout>
                <c:manualLayout>
                  <c:x val="-2.8286186719123098E-3"/>
                  <c:y val="-3.43128364794084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996-4041-9117-A0E79C7B7359}"/>
                </c:ext>
              </c:extLst>
            </c:dLbl>
            <c:dLbl>
              <c:idx val="4"/>
              <c:layout>
                <c:manualLayout>
                  <c:x val="0"/>
                  <c:y val="-3.86019410393345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996-4041-9117-A0E79C7B7359}"/>
                </c:ext>
              </c:extLst>
            </c:dLbl>
            <c:dLbl>
              <c:idx val="5"/>
              <c:layout>
                <c:manualLayout>
                  <c:x val="-5.6572373438246101E-3"/>
                  <c:y val="-3.86019410393345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996-4041-9117-A0E79C7B7359}"/>
                </c:ext>
              </c:extLst>
            </c:dLbl>
            <c:dLbl>
              <c:idx val="6"/>
              <c:layout>
                <c:manualLayout>
                  <c:x val="0"/>
                  <c:y val="-1.71564182397042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96-4041-9117-A0E79C7B73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2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38100" cap="rnd" cmpd="sng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100000"/>
                        <a:alpha val="30000"/>
                      </a:schemeClr>
                    </a:gs>
                  </a:gsLst>
                  <a:lin ang="5400000" scaled="1"/>
                  <a:tileRect/>
                </a:gradFill>
                <a:prstDash val="solid"/>
                <a:round/>
                <a:tailEnd type="none" w="sm" len="sm"/>
              </a:ln>
              <a:effectLst>
                <a:outerShdw blurRad="50800" dist="101600" dir="2700000" algn="tl" rotWithShape="0">
                  <a:schemeClr val="accent1">
                    <a:alpha val="40000"/>
                  </a:schemeClr>
                </a:outerShdw>
              </a:effectLst>
            </c:spPr>
            <c:trendlineType val="poly"/>
            <c:order val="6"/>
            <c:intercept val="2"/>
            <c:dispRSqr val="0"/>
            <c:dispEq val="0"/>
          </c:trendline>
          <c:cat>
            <c:strRef>
              <c:f>Sheet1!$A$2:$A$8</c:f>
              <c:strCache>
                <c:ptCount val="7"/>
                <c:pt idx="0">
                  <c:v>A产品</c:v>
                </c:pt>
                <c:pt idx="1">
                  <c:v>B产品</c:v>
                </c:pt>
                <c:pt idx="2">
                  <c:v>C产品</c:v>
                </c:pt>
                <c:pt idx="3">
                  <c:v>D产品</c:v>
                </c:pt>
                <c:pt idx="4">
                  <c:v>E产品</c:v>
                </c:pt>
                <c:pt idx="5">
                  <c:v>F产品</c:v>
                </c:pt>
                <c:pt idx="6">
                  <c:v>G产品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4500</c:v>
                </c:pt>
                <c:pt idx="1">
                  <c:v>5000</c:v>
                </c:pt>
                <c:pt idx="2">
                  <c:v>6000</c:v>
                </c:pt>
                <c:pt idx="3">
                  <c:v>4500</c:v>
                </c:pt>
                <c:pt idx="4">
                  <c:v>3000</c:v>
                </c:pt>
                <c:pt idx="5">
                  <c:v>4000</c:v>
                </c:pt>
                <c:pt idx="6">
                  <c:v>6500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996-4041-9117-A0E79C7B73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5"/>
        <c:axId val="1415518975"/>
        <c:axId val="128702896"/>
      </c:barChart>
      <c:catAx>
        <c:axId val="1415518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2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28702896"/>
        <c:crosses val="autoZero"/>
        <c:auto val="1"/>
        <c:lblAlgn val="ctr"/>
        <c:lblOffset val="200"/>
        <c:noMultiLvlLbl val="0"/>
      </c:catAx>
      <c:valAx>
        <c:axId val="128702896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1415518975"/>
        <c:crosses val="autoZero"/>
        <c:crossBetween val="between"/>
      </c:valAx>
      <c:spPr>
        <a:noFill/>
        <a:ln w="3175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  <a:effectLst>
              <a:outerShdw blurRad="342900" dist="38100" dir="2700000" sx="101000" sy="101000" algn="tl" rotWithShape="0">
                <a:schemeClr val="accent1">
                  <a:alpha val="17000"/>
                </a:schemeClr>
              </a:outerShdw>
            </a:effectLst>
          </c:spPr>
          <c:dPt>
            <c:idx val="0"/>
            <c:bubble3D val="0"/>
            <c:spPr>
              <a:solidFill>
                <a:schemeClr val="bg2"/>
              </a:solidFill>
              <a:ln w="19050">
                <a:noFill/>
              </a:ln>
              <a:effectLst>
                <a:outerShdw blurRad="342900" dist="38100" dir="2700000" sx="101000" sy="101000" algn="tl" rotWithShape="0">
                  <a:schemeClr val="accent1">
                    <a:alpha val="17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B8A-6544-932F-C997F290CDD1}"/>
              </c:ext>
            </c:extLst>
          </c:dPt>
          <c:dPt>
            <c:idx val="1"/>
            <c:bubble3D val="0"/>
            <c:spPr>
              <a:gradFill>
                <a:gsLst>
                  <a:gs pos="3000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13500000" scaled="1"/>
              </a:gradFill>
              <a:ln w="19050">
                <a:noFill/>
              </a:ln>
              <a:effectLst>
                <a:outerShdw blurRad="342900" dist="38100" dir="2700000" sx="101000" sy="101000" algn="tl" rotWithShape="0">
                  <a:schemeClr val="accent1">
                    <a:alpha val="17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B8A-6544-932F-C997F290CDD1}"/>
              </c:ext>
            </c:extLst>
          </c:dPt>
          <c:cat>
            <c:numRef>
              <c:f>Sheet1!$A$2:$A$3</c:f>
              <c:numCache>
                <c:formatCode>General</c:formatCode>
                <c:ptCount val="2"/>
                <c:pt idx="0">
                  <c:v>2023</c:v>
                </c:pt>
                <c:pt idx="1">
                  <c:v>2024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5000</c:v>
                </c:pt>
                <c:pt idx="1">
                  <c:v>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B8A-6544-932F-C997F290CD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1258</c:v>
                </c:pt>
                <c:pt idx="1">
                  <c:v>3254</c:v>
                </c:pt>
                <c:pt idx="2">
                  <c:v>2459</c:v>
                </c:pt>
                <c:pt idx="3">
                  <c:v>2416</c:v>
                </c:pt>
                <c:pt idx="4">
                  <c:v>3561</c:v>
                </c:pt>
                <c:pt idx="5">
                  <c:v>4254</c:v>
                </c:pt>
                <c:pt idx="6">
                  <c:v>1248</c:v>
                </c:pt>
                <c:pt idx="7">
                  <c:v>1246</c:v>
                </c:pt>
                <c:pt idx="8">
                  <c:v>4325</c:v>
                </c:pt>
                <c:pt idx="9">
                  <c:v>1254</c:v>
                </c:pt>
                <c:pt idx="10">
                  <c:v>900</c:v>
                </c:pt>
                <c:pt idx="11">
                  <c:v>2564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E2-8D41-A34E-982A51961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386595776"/>
        <c:axId val="-386599824"/>
      </c:areaChart>
      <c:lineChart>
        <c:grouping val="standard"/>
        <c:varyColors val="0"/>
        <c:ser>
          <c:idx val="1"/>
          <c:order val="1"/>
          <c:tx>
            <c:strRef>
              <c:f>曲线</c:f>
              <c:strCache>
                <c:ptCount val="1"/>
                <c:pt idx="0">
                  <c:v>曲线</c:v>
                </c:pt>
              </c:strCache>
            </c:strRef>
          </c:tx>
          <c:spPr>
            <a:ln w="38100" cap="rnd">
              <a:solidFill>
                <a:srgbClr val="FFFFFF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9525">
                <a:solidFill>
                  <a:srgbClr val="FFFF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1258</c:v>
                </c:pt>
                <c:pt idx="1">
                  <c:v>3254</c:v>
                </c:pt>
                <c:pt idx="2">
                  <c:v>2459</c:v>
                </c:pt>
                <c:pt idx="3">
                  <c:v>2416</c:v>
                </c:pt>
                <c:pt idx="4">
                  <c:v>3561</c:v>
                </c:pt>
                <c:pt idx="5">
                  <c:v>4254</c:v>
                </c:pt>
                <c:pt idx="6">
                  <c:v>1248</c:v>
                </c:pt>
                <c:pt idx="7">
                  <c:v>1246</c:v>
                </c:pt>
                <c:pt idx="8">
                  <c:v>4325</c:v>
                </c:pt>
                <c:pt idx="9">
                  <c:v>1254</c:v>
                </c:pt>
                <c:pt idx="10">
                  <c:v>900</c:v>
                </c:pt>
                <c:pt idx="11">
                  <c:v>2564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E2-8D41-A34E-982A51961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386595776"/>
        <c:axId val="-386599824"/>
      </c:lineChart>
      <c:catAx>
        <c:axId val="-38659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bg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-386599824"/>
        <c:crosses val="autoZero"/>
        <c:auto val="1"/>
        <c:lblAlgn val="ctr"/>
        <c:lblOffset val="100"/>
        <c:noMultiLvlLbl val="1"/>
      </c:catAx>
      <c:valAx>
        <c:axId val="-3865998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386595776"/>
        <c:crosses val="autoZero"/>
        <c:crossBetween val="midCat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70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807183301299598E-2"/>
          <c:y val="0.33831902507290301"/>
          <c:w val="0.92238563339740098"/>
          <c:h val="0.382265867251073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>
              <a:outerShdw blurRad="127000" sx="94000" sy="94000" algn="ctr" rotWithShape="0">
                <a:schemeClr val="accent1">
                  <a:alpha val="40000"/>
                </a:scheme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noFill/>
              </a:ln>
              <a:effectLst>
                <a:outerShdw blurRad="127000" sx="94000" sy="94000" algn="ctr" rotWithShape="0">
                  <a:schemeClr val="accent1">
                    <a:alpha val="40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EAE-0640-9ED2-415ECB84337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19050">
                <a:noFill/>
              </a:ln>
              <a:effectLst>
                <a:outerShdw blurRad="127000" sx="94000" sy="94000" algn="ctr" rotWithShape="0">
                  <a:schemeClr val="accent2">
                    <a:alpha val="40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EAE-0640-9ED2-415ECB84337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 w="19050">
                <a:noFill/>
              </a:ln>
              <a:effectLst>
                <a:outerShdw blurRad="127000" sx="94000" sy="94000" algn="ctr" rotWithShape="0">
                  <a:schemeClr val="accent3">
                    <a:alpha val="40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EAE-0640-9ED2-415ECB843371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实体店</c:v>
                </c:pt>
                <c:pt idx="1">
                  <c:v>自营平台</c:v>
                </c:pt>
                <c:pt idx="2">
                  <c:v>电商平台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</c:v>
                </c:pt>
                <c:pt idx="1">
                  <c:v>200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EAE-0640-9ED2-415ECB8433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实体店</c:v>
                </c:pt>
                <c:pt idx="1">
                  <c:v>自营平台</c:v>
                </c:pt>
                <c:pt idx="2">
                  <c:v>电商平台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200</c:v>
                </c:pt>
                <c:pt idx="1">
                  <c:v>500</c:v>
                </c:pt>
                <c:pt idx="2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EAE-0640-9ED2-415ECB8433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  <a:effectLst>
              <a:outerShdw blurRad="63500" sx="94000" sy="94000" algn="ctr" rotWithShape="0">
                <a:schemeClr val="accent3">
                  <a:alpha val="40000"/>
                </a:schemeClr>
              </a:outerShdw>
            </a:effectLst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实体店</c:v>
                </c:pt>
                <c:pt idx="1">
                  <c:v>自营平台</c:v>
                </c:pt>
                <c:pt idx="2">
                  <c:v>电商平台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300</c:v>
                </c:pt>
                <c:pt idx="1">
                  <c:v>600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AE-0640-9ED2-415ECB8433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5"/>
        <c:overlap val="-24"/>
        <c:axId val="709000272"/>
        <c:axId val="708982032"/>
      </c:bar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0900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5826433760311501"/>
          <c:y val="0.87813500083469798"/>
          <c:w val="0.62815442418549705"/>
          <c:h val="0.110587698329539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59205829387758002"/>
          <c:w val="1"/>
          <c:h val="0.241299606804031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25400" cap="rnd" cmpd="sng" algn="ctr">
              <a:solidFill>
                <a:schemeClr val="accent1"/>
              </a:solidFill>
              <a:bevel/>
            </a:ln>
            <a:effectLst/>
          </c:spPr>
          <c:marker>
            <c:symbol val="star"/>
            <c:size val="8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</c:marker>
          <c:dPt>
            <c:idx val="0"/>
            <c:marker>
              <c:symbol val="star"/>
              <c:size val="8"/>
              <c:spPr>
                <a:solidFill>
                  <a:schemeClr val="accent1"/>
                </a:solidFill>
                <a:ln w="9525" cap="flat" cmpd="sng" algn="ctr">
                  <a:solidFill>
                    <a:schemeClr val="accen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90C-9D45-978E-1D576FCC59F9}"/>
              </c:ext>
            </c:extLst>
          </c:dPt>
          <c:dPt>
            <c:idx val="1"/>
            <c:marker>
              <c:symbol val="star"/>
              <c:size val="8"/>
              <c:spPr>
                <a:solidFill>
                  <a:schemeClr val="accent1"/>
                </a:solidFill>
                <a:ln w="9525" cap="flat" cmpd="sng" algn="ctr">
                  <a:solidFill>
                    <a:schemeClr val="accen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290C-9D45-978E-1D576FCC59F9}"/>
              </c:ext>
            </c:extLst>
          </c:dPt>
          <c:dPt>
            <c:idx val="2"/>
            <c:marker>
              <c:symbol val="star"/>
              <c:size val="8"/>
              <c:spPr>
                <a:solidFill>
                  <a:schemeClr val="accent1"/>
                </a:solidFill>
                <a:ln w="9525" cap="flat" cmpd="sng" algn="ctr">
                  <a:solidFill>
                    <a:schemeClr val="accen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290C-9D45-978E-1D576FCC59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2022年</c:v>
                </c:pt>
                <c:pt idx="1">
                  <c:v>2023年</c:v>
                </c:pt>
                <c:pt idx="2">
                  <c:v>2024年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20000</c:v>
                </c:pt>
                <c:pt idx="1">
                  <c:v>40000</c:v>
                </c:pt>
                <c:pt idx="2">
                  <c:v>60000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90C-9D45-978E-1D576FCC59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09000272"/>
        <c:axId val="708982032"/>
      </c:line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  <c:min val="20000"/>
        </c:scaling>
        <c:delete val="1"/>
        <c:axPos val="l"/>
        <c:numFmt formatCode="General" sourceLinked="1"/>
        <c:majorTickMark val="out"/>
        <c:minorTickMark val="none"/>
        <c:tickLblPos val="nextTo"/>
        <c:crossAx val="70900027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</c:spPr>
          <c:dPt>
            <c:idx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7A7-B34A-BABA-73081DF0683E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7A7-B34A-BABA-73081DF0683E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7A7-B34A-BABA-73081DF0683E}"/>
              </c:ext>
            </c:extLst>
          </c:dPt>
          <c:dPt>
            <c:idx val="3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7A7-B34A-BABA-73081DF0683E}"/>
              </c:ext>
            </c:extLst>
          </c:dPt>
          <c:dPt>
            <c:idx val="4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7A7-B34A-BABA-73081DF0683E}"/>
              </c:ext>
            </c:extLst>
          </c:dPt>
          <c:dLbls>
            <c:dLbl>
              <c:idx val="1"/>
              <c:layout>
                <c:manualLayout>
                  <c:x val="-6.3300570905438197E-2"/>
                  <c:y val="0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A7-B34A-BABA-73081DF0683E}"/>
                </c:ext>
              </c:extLst>
            </c:dLbl>
            <c:dLbl>
              <c:idx val="3"/>
              <c:layout>
                <c:manualLayout>
                  <c:x val="-0.108676745457551"/>
                  <c:y val="0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A7-B34A-BABA-73081DF068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altLang="zh-CN" sz="1200" b="0" i="0" u="none" strike="noStrike" kern="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高中及以下</c:v>
                </c:pt>
                <c:pt idx="1">
                  <c:v>大学专科</c:v>
                </c:pt>
                <c:pt idx="2">
                  <c:v>大学本科</c:v>
                </c:pt>
                <c:pt idx="3">
                  <c:v>硕士/MBA</c:v>
                </c:pt>
                <c:pt idx="4">
                  <c:v>博士及以上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0.1</c:v>
                </c:pt>
                <c:pt idx="1">
                  <c:v>0.2</c:v>
                </c:pt>
                <c:pt idx="2">
                  <c:v>0.4</c:v>
                </c:pt>
                <c:pt idx="3">
                  <c:v>0.2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7A7-B34A-BABA-73081DF068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en-US" altLang="zh-CN" sz="1200" kern="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9D-0B41-9ECA-02C15224F58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9D-0B41-9ECA-02C15224F58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9D-0B41-9ECA-02C15224F5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20岁以下</c:v>
                </c:pt>
                <c:pt idx="1">
                  <c:v>21-25岁</c:v>
                </c:pt>
                <c:pt idx="2">
                  <c:v>26-30岁</c:v>
                </c:pt>
                <c:pt idx="3">
                  <c:v>31-35岁</c:v>
                </c:pt>
                <c:pt idx="4">
                  <c:v>36-40岁</c:v>
                </c:pt>
                <c:pt idx="5">
                  <c:v>41-50岁</c:v>
                </c:pt>
                <c:pt idx="6">
                  <c:v>50岁以上</c:v>
                </c:pt>
              </c:strCache>
            </c:strRef>
          </c:cat>
          <c:val>
            <c:numRef>
              <c:f>Sheet1!$B$2:$B$8</c:f>
              <c:numCache>
                <c:formatCode>0%</c:formatCode>
                <c:ptCount val="7"/>
                <c:pt idx="0">
                  <c:v>0.12</c:v>
                </c:pt>
                <c:pt idx="1">
                  <c:v>0.15</c:v>
                </c:pt>
                <c:pt idx="2">
                  <c:v>0.25</c:v>
                </c:pt>
                <c:pt idx="3">
                  <c:v>0.3</c:v>
                </c:pt>
                <c:pt idx="4">
                  <c:v>0.1</c:v>
                </c:pt>
                <c:pt idx="5">
                  <c:v>0.06</c:v>
                </c:pt>
                <c:pt idx="6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9D-0B41-9ECA-02C15224F5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70"/>
        <c:overlap val="33"/>
        <c:axId val="1546583280"/>
        <c:axId val="1546592432"/>
      </c:barChart>
      <c:catAx>
        <c:axId val="1546583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546592432"/>
        <c:crosses val="autoZero"/>
        <c:auto val="1"/>
        <c:lblAlgn val="ctr"/>
        <c:lblOffset val="100"/>
        <c:noMultiLvlLbl val="0"/>
      </c:catAx>
      <c:valAx>
        <c:axId val="1546592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0000"/>
                  <a:lumOff val="90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546583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365-1C46-A466-3EC7F6B1AFA6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365-1C46-A466-3EC7F6B1AFA6}"/>
              </c:ext>
            </c:extLst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365-1C46-A466-3EC7F6B1AFA6}"/>
              </c:ext>
            </c:extLst>
          </c:dPt>
          <c:dPt>
            <c:idx val="3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365-1C46-A466-3EC7F6B1AFA6}"/>
              </c:ext>
            </c:extLst>
          </c:dPt>
          <c:dPt>
            <c:idx val="4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365-1C46-A466-3EC7F6B1AFA6}"/>
              </c:ext>
            </c:extLst>
          </c:dPt>
          <c:dPt>
            <c:idx val="5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365-1C46-A466-3EC7F6B1AFA6}"/>
              </c:ext>
            </c:extLst>
          </c:dPt>
          <c:dPt>
            <c:idx val="6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365-1C46-A466-3EC7F6B1AFA6}"/>
              </c:ext>
            </c:extLst>
          </c:dPt>
          <c:dLbls>
            <c:dLbl>
              <c:idx val="5"/>
              <c:layout>
                <c:manualLayout>
                  <c:x val="-3.7931243895907102E-2"/>
                  <c:y val="0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365-1C46-A466-3EC7F6B1AF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公司职员</c:v>
                </c:pt>
                <c:pt idx="1">
                  <c:v>教师</c:v>
                </c:pt>
                <c:pt idx="2">
                  <c:v>公务员</c:v>
                </c:pt>
                <c:pt idx="3">
                  <c:v>农民</c:v>
                </c:pt>
                <c:pt idx="4">
                  <c:v>管理者</c:v>
                </c:pt>
                <c:pt idx="5">
                  <c:v>服务人员</c:v>
                </c:pt>
                <c:pt idx="6">
                  <c:v>其他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0.28399999999999997</c:v>
                </c:pt>
                <c:pt idx="1">
                  <c:v>0.23599999999999999</c:v>
                </c:pt>
                <c:pt idx="2">
                  <c:v>0.14199999999999999</c:v>
                </c:pt>
                <c:pt idx="3">
                  <c:v>0.1</c:v>
                </c:pt>
                <c:pt idx="4">
                  <c:v>9.9000000000000005E-2</c:v>
                </c:pt>
                <c:pt idx="5">
                  <c:v>7.8E-2</c:v>
                </c:pt>
                <c:pt idx="6">
                  <c:v>5.8999999999999997E-2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365-1C46-A466-3EC7F6B1A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603-C74D-AB95-3C683355387E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603-C74D-AB95-3C68335538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女性</c:v>
                </c:pt>
                <c:pt idx="1">
                  <c:v>男性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</c:v>
                </c:pt>
                <c:pt idx="1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603-C74D-AB95-3C68335538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1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19050">
              <a:noFill/>
            </a:ln>
            <a:scene3d>
              <a:camera prst="orthographicFront"/>
              <a:lightRig rig="threePt" dir="t"/>
            </a:scene3d>
            <a:sp3d prstMaterial="dkEdge"/>
          </c:spPr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  <a:scene3d>
                <a:camera prst="orthographicFront"/>
                <a:lightRig rig="threePt" dir="t"/>
              </a:scene3d>
              <a:sp3d prstMaterial="dkEdge"/>
            </c:spPr>
            <c:extLst>
              <c:ext xmlns:c16="http://schemas.microsoft.com/office/drawing/2014/chart" uri="{C3380CC4-5D6E-409C-BE32-E72D297353CC}">
                <c16:uniqueId val="{00000001-D142-7F48-AC87-CB113A0143C8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  <a:scene3d>
                <a:camera prst="orthographicFront"/>
                <a:lightRig rig="threePt" dir="t"/>
              </a:scene3d>
              <a:sp3d prstMaterial="dkEdge"/>
            </c:spPr>
            <c:extLst>
              <c:ext xmlns:c16="http://schemas.microsoft.com/office/drawing/2014/chart" uri="{C3380CC4-5D6E-409C-BE32-E72D297353CC}">
                <c16:uniqueId val="{00000003-D142-7F48-AC87-CB113A0143C8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  <a:scene3d>
                <a:camera prst="orthographicFront"/>
                <a:lightRig rig="threePt" dir="t"/>
              </a:scene3d>
              <a:sp3d prstMaterial="dkEdge"/>
            </c:spPr>
            <c:extLst>
              <c:ext xmlns:c16="http://schemas.microsoft.com/office/drawing/2014/chart" uri="{C3380CC4-5D6E-409C-BE32-E72D297353CC}">
                <c16:uniqueId val="{00000005-D142-7F48-AC87-CB113A0143C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  <a:scene3d>
                <a:camera prst="orthographicFront"/>
                <a:lightRig rig="threePt" dir="t"/>
              </a:scene3d>
              <a:sp3d prstMaterial="dkEdge"/>
            </c:spPr>
            <c:extLst>
              <c:ext xmlns:c16="http://schemas.microsoft.com/office/drawing/2014/chart" uri="{C3380CC4-5D6E-409C-BE32-E72D297353CC}">
                <c16:uniqueId val="{00000007-D142-7F48-AC87-CB113A0143C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  <a:scene3d>
                <a:camera prst="orthographicFront"/>
                <a:lightRig rig="threePt" dir="t"/>
              </a:scene3d>
              <a:sp3d prstMaterial="dkEdge"/>
            </c:spPr>
            <c:extLst>
              <c:ext xmlns:c16="http://schemas.microsoft.com/office/drawing/2014/chart" uri="{C3380CC4-5D6E-409C-BE32-E72D297353CC}">
                <c16:uniqueId val="{00000009-D142-7F48-AC87-CB113A0143C8}"/>
              </c:ext>
            </c:extLst>
          </c:dPt>
          <c:dLbls>
            <c:dLbl>
              <c:idx val="0"/>
              <c:layout>
                <c:manualLayout>
                  <c:x val="0"/>
                  <c:y val="6.6200785636693097E-3"/>
                </c:manualLayout>
              </c:layout>
              <c:tx>
                <c:rich>
                  <a:bodyPr/>
                  <a:lstStyle/>
                  <a:p>
                    <a:r>
                      <a:rPr>
                        <a:solidFill>
                          <a:schemeClr val="bg1"/>
                        </a:solidFill>
                      </a:rPr>
                      <a:t>产品销售</a:t>
                    </a:r>
                  </a:p>
                  <a:p>
                    <a:r>
                      <a:rPr>
                        <a:solidFill>
                          <a:schemeClr val="bg1"/>
                        </a:solidFill>
                      </a:rPr>
                      <a:t>收入</a:t>
                    </a:r>
                  </a:p>
                  <a:p>
                    <a:r>
                      <a:rPr>
                        <a:solidFill>
                          <a:schemeClr val="bg1"/>
                        </a:solidFill>
                      </a:rPr>
                      <a:t>45%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0427531097059"/>
                      <c:h val="0.176656346749226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D142-7F48-AC87-CB113A0143C8}"/>
                </c:ext>
              </c:extLst>
            </c:dLbl>
            <c:dLbl>
              <c:idx val="2"/>
              <c:layout>
                <c:manualLayout>
                  <c:x val="6.5944527724454798E-3"/>
                  <c:y val="1.3240026813396699E-2"/>
                </c:manualLayout>
              </c:layout>
              <c:tx>
                <c:rich>
                  <a:bodyPr/>
                  <a:lstStyle/>
                  <a:p>
                    <a:r>
                      <a:rPr>
                        <a:solidFill>
                          <a:schemeClr val="bg1"/>
                        </a:solidFill>
                      </a:rPr>
                      <a:t>订阅服务</a:t>
                    </a:r>
                  </a:p>
                  <a:p>
                    <a:r>
                      <a:rPr>
                        <a:solidFill>
                          <a:schemeClr val="bg1"/>
                        </a:solidFill>
                      </a:rPr>
                      <a:t>收入</a:t>
                    </a:r>
                  </a:p>
                  <a:p>
                    <a:r>
                      <a:rPr>
                        <a:solidFill>
                          <a:schemeClr val="bg1"/>
                        </a:solidFill>
                      </a:rPr>
                      <a:t>18%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3129737168830999"/>
                      <c:h val="0.176656346749226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D142-7F48-AC87-CB113A0143C8}"/>
                </c:ext>
              </c:extLst>
            </c:dLbl>
            <c:dLbl>
              <c:idx val="3"/>
              <c:layout>
                <c:manualLayout>
                  <c:x val="-2.30783130371842E-2"/>
                  <c:y val="-3.3099741248637199E-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142-7F48-AC87-CB113A0143C8}"/>
                </c:ext>
              </c:extLst>
            </c:dLbl>
            <c:dLbl>
              <c:idx val="4"/>
              <c:layout>
                <c:manualLayout>
                  <c:x val="-2.8025872592488E-3"/>
                  <c:y val="-4.931861446046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195" b="0" i="0" u="none" strike="noStrike" kern="1200" baseline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其他</a:t>
                    </a:r>
                  </a:p>
                  <a:p>
                    <a:pPr defTabSz="914400">
                      <a:defRPr>
                        <a:solidFill>
                          <a:schemeClr val="tx1"/>
                        </a:solidFill>
                        <a:cs typeface="思源黑体 CN Regular" panose="020B0500000000000000" pitchFamily="34" charset="-122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 defTabSz="914400">
                    <a:defRPr lang="zh-CN" sz="1195" b="0" i="0" u="none" strike="noStrike" kern="1200" baseline="0">
                      <a:solidFill>
                        <a:schemeClr val="tx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D142-7F48-AC87-CB113A0143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产品销售收入</c:v>
                </c:pt>
                <c:pt idx="1">
                  <c:v>技术服务收入</c:v>
                </c:pt>
                <c:pt idx="2">
                  <c:v>订阅服务收入</c:v>
                </c:pt>
                <c:pt idx="3">
                  <c:v>广告收入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0.45</c:v>
                </c:pt>
                <c:pt idx="1">
                  <c:v>0.25</c:v>
                </c:pt>
                <c:pt idx="2">
                  <c:v>0.18</c:v>
                </c:pt>
                <c:pt idx="3">
                  <c:v>0.08</c:v>
                </c:pt>
                <c:pt idx="4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142-7F48-AC87-CB113A0143C8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445629211512901E-2"/>
          <c:y val="3.2702302618558998E-2"/>
          <c:w val="0.85634505389901505"/>
          <c:h val="0.7363603339891969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620</c:v>
                </c:pt>
                <c:pt idx="1">
                  <c:v>680</c:v>
                </c:pt>
                <c:pt idx="2">
                  <c:v>720</c:v>
                </c:pt>
                <c:pt idx="3">
                  <c:v>750</c:v>
                </c:pt>
                <c:pt idx="4">
                  <c:v>780</c:v>
                </c:pt>
                <c:pt idx="5">
                  <c:v>810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1F-7F40-868D-5B317ED1FC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flip="none" rotWithShape="1">
              <a:gsLst>
                <a:gs pos="51000">
                  <a:srgbClr val="7C9DD6"/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/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550</c:v>
                </c:pt>
                <c:pt idx="1">
                  <c:v>580</c:v>
                </c:pt>
                <c:pt idx="2">
                  <c:v>610</c:v>
                </c:pt>
                <c:pt idx="3">
                  <c:v>650</c:v>
                </c:pt>
                <c:pt idx="4">
                  <c:v>670</c:v>
                </c:pt>
                <c:pt idx="5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1F-7F40-868D-5B317ED1FC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3947023"/>
        <c:axId val="143947983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2025折线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620</c:v>
                </c:pt>
                <c:pt idx="1">
                  <c:v>680</c:v>
                </c:pt>
                <c:pt idx="2">
                  <c:v>720</c:v>
                </c:pt>
                <c:pt idx="3">
                  <c:v>750</c:v>
                </c:pt>
                <c:pt idx="4">
                  <c:v>780</c:v>
                </c:pt>
                <c:pt idx="5">
                  <c:v>810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1F-7F40-868D-5B317ED1FC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2024折线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550</c:v>
                </c:pt>
                <c:pt idx="1">
                  <c:v>580</c:v>
                </c:pt>
                <c:pt idx="2">
                  <c:v>610</c:v>
                </c:pt>
                <c:pt idx="3">
                  <c:v>650</c:v>
                </c:pt>
                <c:pt idx="4">
                  <c:v>670</c:v>
                </c:pt>
                <c:pt idx="5">
                  <c:v>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11F-7F40-868D-5B317ED1FC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37665711"/>
        <c:axId val="1637658031"/>
      </c:lineChart>
      <c:catAx>
        <c:axId val="14394702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43947983"/>
        <c:crosses val="autoZero"/>
        <c:auto val="1"/>
        <c:lblAlgn val="ctr"/>
        <c:lblOffset val="100"/>
        <c:noMultiLvlLbl val="0"/>
      </c:catAx>
      <c:valAx>
        <c:axId val="143947983"/>
        <c:scaling>
          <c:orientation val="minMax"/>
          <c:min val="4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43947023"/>
        <c:crosses val="autoZero"/>
        <c:crossBetween val="between"/>
        <c:majorUnit val="100"/>
      </c:valAx>
      <c:catAx>
        <c:axId val="163766571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37658031"/>
        <c:crosses val="autoZero"/>
        <c:auto val="1"/>
        <c:lblAlgn val="ctr"/>
        <c:lblOffset val="100"/>
        <c:noMultiLvlLbl val="0"/>
      </c:catAx>
      <c:valAx>
        <c:axId val="1637658031"/>
        <c:scaling>
          <c:orientation val="minMax"/>
          <c:min val="40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637665711"/>
        <c:crosses val="max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39902706223227902"/>
          <c:y val="2.9667503134923501E-2"/>
          <c:w val="0.176495019246666"/>
          <c:h val="7.34321204397014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利润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315-1F40-BABC-5ECEFB56BC8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315-1F40-BABC-5ECEFB56BC8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315-1F40-BABC-5ECEFB56BC8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315-1F40-BABC-5ECEFB56BC84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315-1F40-BABC-5ECEFB56BC84}"/>
              </c:ext>
            </c:extLst>
          </c:dPt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智能硬件</c:v>
                </c:pt>
                <c:pt idx="1">
                  <c:v>云服务</c:v>
                </c:pt>
                <c:pt idx="2">
                  <c:v>企业软件</c:v>
                </c:pt>
                <c:pt idx="3">
                  <c:v>广告业务</c:v>
                </c:pt>
                <c:pt idx="4">
                  <c:v>技术服务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</c:v>
                </c:pt>
                <c:pt idx="1">
                  <c:v>680</c:v>
                </c:pt>
                <c:pt idx="2">
                  <c:v>420</c:v>
                </c:pt>
                <c:pt idx="3">
                  <c:v>150</c:v>
                </c:pt>
                <c:pt idx="4">
                  <c:v>65</c:v>
                </c:pt>
                <c:pt idx="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315-1F40-BABC-5ECEFB56BC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6"/>
        <c:overlap val="-20"/>
        <c:axId val="927286239"/>
        <c:axId val="927303039"/>
      </c:barChart>
      <c:catAx>
        <c:axId val="9272862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927303039"/>
        <c:crosses val="autoZero"/>
        <c:auto val="1"/>
        <c:lblAlgn val="ctr"/>
        <c:lblOffset val="100"/>
        <c:noMultiLvlLbl val="0"/>
      </c:catAx>
      <c:valAx>
        <c:axId val="927303039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272862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11139467602801"/>
          <c:y val="6.3945722727002094E-2"/>
          <c:w val="0.89688860532397197"/>
          <c:h val="0.8938632925779520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82-6844-A1FF-007FA119997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82-6844-A1FF-007FA119997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582-6844-A1FF-007FA119997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582-6844-A1FF-007FA1199971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82-6844-A1FF-007FA1199971}"/>
                </c:ext>
              </c:extLst>
            </c:dLbl>
            <c:dLbl>
              <c:idx val="1"/>
              <c:layout>
                <c:manualLayout>
                  <c:x val="-0.116336934663758"/>
                  <c:y val="-5.438690329109379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82-6844-A1FF-007FA1199971}"/>
                </c:ext>
              </c:extLst>
            </c:dLbl>
            <c:dLbl>
              <c:idx val="2"/>
              <c:layout>
                <c:manualLayout>
                  <c:x val="-0.104703241197382"/>
                  <c:y val="-5.438690329109280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82-6844-A1FF-007FA1199971}"/>
                </c:ext>
              </c:extLst>
            </c:dLbl>
            <c:dLbl>
              <c:idx val="3"/>
              <c:layout>
                <c:manualLayout>
                  <c:x val="-8.7252700997818206E-2"/>
                  <c:y val="-4.9854085431519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582-6844-A1FF-007FA1199971}"/>
                </c:ext>
              </c:extLst>
            </c:dLbl>
            <c:dLbl>
              <c:idx val="4"/>
              <c:layout>
                <c:manualLayout>
                  <c:x val="-1.7450540199563699E-2"/>
                  <c:y val="-1.24635213578798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195" b="0" i="0" u="none" strike="noStrike" kern="1200" baseline="0">
                      <a:solidFill>
                        <a:schemeClr val="tx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582-6844-A1FF-007FA11999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线上直销</c:v>
                </c:pt>
                <c:pt idx="1">
                  <c:v>分销渠道</c:v>
                </c:pt>
                <c:pt idx="2">
                  <c:v>大客户直销</c:v>
                </c:pt>
                <c:pt idx="3">
                  <c:v>电商平台</c:v>
                </c:pt>
                <c:pt idx="4">
                  <c:v>线下门店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3280</c:v>
                </c:pt>
                <c:pt idx="1">
                  <c:v>2450</c:v>
                </c:pt>
                <c:pt idx="2">
                  <c:v>1980</c:v>
                </c:pt>
                <c:pt idx="3">
                  <c:v>780</c:v>
                </c:pt>
                <c:pt idx="4">
                  <c:v>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582-6844-A1FF-007FA11999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597459343"/>
        <c:axId val="1597455503"/>
      </c:barChart>
      <c:catAx>
        <c:axId val="159745934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597455503"/>
        <c:crosses val="autoZero"/>
        <c:auto val="1"/>
        <c:lblAlgn val="ctr"/>
        <c:lblOffset val="100"/>
        <c:noMultiLvlLbl val="0"/>
      </c:catAx>
      <c:valAx>
        <c:axId val="1597455503"/>
        <c:scaling>
          <c:orientation val="minMax"/>
          <c:max val="3500"/>
        </c:scaling>
        <c:delete val="1"/>
        <c:axPos val="b"/>
        <c:numFmt formatCode="General" sourceLinked="1"/>
        <c:majorTickMark val="out"/>
        <c:minorTickMark val="none"/>
        <c:tickLblPos val="nextTo"/>
        <c:crossAx val="1597459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13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 dirty="0">
                <a:cs typeface="思源黑体 CN Regular" panose="020B0500000000000000" pitchFamily="34" charset="-122"/>
              </a:rPr>
              <a:t>风险、收益关系图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13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A0E-8042-8BA9-885B030FB65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zh-CN" altLang="en-US" dirty="0">
                        <a:solidFill>
                          <a:schemeClr val="bg1"/>
                        </a:solidFill>
                        <a:latin typeface="思源黑体 CN Regular" panose="020B0500000000000000" pitchFamily="34" charset="-122"/>
                      </a:rPr>
                      <a:t>健康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A0E-8042-8BA9-885B030FB65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zh-CN" altLang="en-US" dirty="0">
                        <a:solidFill>
                          <a:schemeClr val="bg1"/>
                        </a:solidFill>
                        <a:latin typeface="思源黑体 CN Regular" panose="020B0500000000000000" pitchFamily="34" charset="-122"/>
                      </a:rPr>
                      <a:t>运动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A0E-8042-8BA9-885B030FB65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zh-CN" altLang="en-US" sz="800" dirty="0">
                        <a:solidFill>
                          <a:schemeClr val="bg1"/>
                        </a:solidFill>
                        <a:latin typeface="思源黑体 CN Regular" panose="020B0500000000000000" pitchFamily="34" charset="-122"/>
                      </a:rPr>
                      <a:t>饮食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A0E-8042-8BA9-885B030FB65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zh-CN" altLang="en-US" dirty="0">
                        <a:solidFill>
                          <a:schemeClr val="bg1"/>
                        </a:solidFill>
                        <a:latin typeface="思源黑体 CN Regular" panose="020B0500000000000000" pitchFamily="34" charset="-122"/>
                      </a:rPr>
                      <a:t>服装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A0E-8042-8BA9-885B030FB65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Sheet1!$A$2:$A$6</c:f>
              <c:numCache>
                <c:formatCode>General</c:formatCode>
                <c:ptCount val="5"/>
                <c:pt idx="0">
                  <c:v>3</c:v>
                </c:pt>
                <c:pt idx="1">
                  <c:v>1.8</c:v>
                </c:pt>
                <c:pt idx="2">
                  <c:v>2.6</c:v>
                </c:pt>
                <c:pt idx="3">
                  <c:v>0.5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3.2</c:v>
                </c:pt>
                <c:pt idx="2">
                  <c:v>0.8</c:v>
                </c:pt>
                <c:pt idx="3">
                  <c:v>3</c:v>
                </c:pt>
              </c:numCache>
            </c:numRef>
          </c:yVal>
          <c:bubbleSize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30</c:v>
                </c:pt>
                <c:pt idx="2">
                  <c:v>8</c:v>
                </c:pt>
                <c:pt idx="3">
                  <c:v>40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5-AA0E-8042-8BA9-885B030FB6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bubbleScale val="130"/>
        <c:showNegBubbles val="0"/>
        <c:axId val="804959392"/>
        <c:axId val="804961120"/>
      </c:bubbleChart>
      <c:valAx>
        <c:axId val="804959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dk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804961120"/>
        <c:crosses val="autoZero"/>
        <c:crossBetween val="midCat"/>
      </c:valAx>
      <c:valAx>
        <c:axId val="8049611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dk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804959392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accent1">
        <a:lumMod val="20000"/>
        <a:lumOff val="80000"/>
        <a:alpha val="14728"/>
      </a:schemeClr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en-US" dirty="0">
                <a:cs typeface="思源黑体 CN Regular" panose="020B0500000000000000" pitchFamily="34" charset="-122"/>
              </a:rPr>
              <a:t>2024</a:t>
            </a:r>
            <a:r>
              <a:rPr lang="zh-CN" dirty="0">
                <a:cs typeface="思源黑体 CN Regular" panose="020B0500000000000000" pitchFamily="34" charset="-122"/>
              </a:rPr>
              <a:t>年度收益图表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成交量</c:v>
                </c:pt>
              </c:strCache>
            </c:strRef>
          </c:tx>
          <c:spPr>
            <a:solidFill>
              <a:schemeClr val="accent1"/>
            </a:solidFill>
            <a:ln w="38100">
              <a:noFill/>
            </a:ln>
            <a:effectLst/>
          </c:spPr>
          <c:invertIfNegative val="0"/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120</c:v>
                </c:pt>
                <c:pt idx="2">
                  <c:v>150</c:v>
                </c:pt>
                <c:pt idx="3">
                  <c:v>135</c:v>
                </c:pt>
                <c:pt idx="4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59-3C4B-8D76-3E383580E8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20256880"/>
        <c:axId val="720258608"/>
      </c:barChart>
      <c:stockChart>
        <c:ser>
          <c:idx val="1"/>
          <c:order val="1"/>
          <c:tx>
            <c:strRef>
              <c:f>Sheet1!$C$1</c:f>
              <c:strCache>
                <c:ptCount val="1"/>
                <c:pt idx="0">
                  <c:v>开盘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59-3C4B-8D76-3E383580E8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盘高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359-3C4B-8D76-3E383580E84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盘低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359-3C4B-8D76-3E383580E84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收盘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Sheet1!$F$2:$F$6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359-3C4B-8D76-3E383580E8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lt1"/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upBars>
          <c:downBars>
            <c:spPr>
              <a:solidFill>
                <a:schemeClr val="accent2"/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downBars>
        </c:upDownBars>
        <c:axId val="1329754399"/>
        <c:axId val="1330010847"/>
      </c:stockChart>
      <c:dateAx>
        <c:axId val="720256880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720258608"/>
        <c:crosses val="autoZero"/>
        <c:auto val="1"/>
        <c:lblOffset val="100"/>
        <c:baseTimeUnit val="days"/>
      </c:dateAx>
      <c:valAx>
        <c:axId val="72025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720256880"/>
        <c:crosses val="autoZero"/>
        <c:crossBetween val="between"/>
      </c:valAx>
      <c:dateAx>
        <c:axId val="1329754399"/>
        <c:scaling>
          <c:orientation val="minMax"/>
        </c:scaling>
        <c:delete val="1"/>
        <c:axPos val="b"/>
        <c:numFmt formatCode="m/d/yy" sourceLinked="1"/>
        <c:majorTickMark val="out"/>
        <c:minorTickMark val="none"/>
        <c:tickLblPos val="nextTo"/>
        <c:crossAx val="1330010847"/>
        <c:crosses val="autoZero"/>
        <c:auto val="1"/>
        <c:lblOffset val="100"/>
        <c:baseTimeUnit val="days"/>
      </c:dateAx>
      <c:valAx>
        <c:axId val="1330010847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329754399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noFill/>
            <a:ln w="50800">
              <a:solidFill>
                <a:schemeClr val="accent1"/>
              </a:solidFill>
            </a:ln>
            <a:effectLst>
              <a:innerShdw blurRad="114300">
                <a:schemeClr val="bg1"/>
              </a:innerShdw>
            </a:effectLst>
          </c:spPr>
          <c:invertIfNegative val="0"/>
          <c:dPt>
            <c:idx val="0"/>
            <c:invertIfNegative val="0"/>
            <c:bubble3D val="0"/>
            <c:spPr>
              <a:noFill/>
              <a:ln w="508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CC-7F44-9C83-3D1729E3C51C}"/>
              </c:ext>
            </c:extLst>
          </c:dPt>
          <c:dPt>
            <c:idx val="1"/>
            <c:invertIfNegative val="0"/>
            <c:bubble3D val="0"/>
            <c:spPr>
              <a:noFill/>
              <a:ln w="508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CC-7F44-9C83-3D1729E3C51C}"/>
              </c:ext>
            </c:extLst>
          </c:dPt>
          <c:dPt>
            <c:idx val="2"/>
            <c:invertIfNegative val="0"/>
            <c:bubble3D val="0"/>
            <c:spPr>
              <a:noFill/>
              <a:ln w="508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CCC-7F44-9C83-3D1729E3C51C}"/>
              </c:ext>
            </c:extLst>
          </c:dPt>
          <c:dPt>
            <c:idx val="3"/>
            <c:invertIfNegative val="0"/>
            <c:bubble3D val="0"/>
            <c:spPr>
              <a:noFill/>
              <a:ln w="508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CCC-7F44-9C83-3D1729E3C51C}"/>
              </c:ext>
            </c:extLst>
          </c:dPt>
          <c:dPt>
            <c:idx val="4"/>
            <c:invertIfNegative val="0"/>
            <c:bubble3D val="0"/>
            <c:spPr>
              <a:noFill/>
              <a:ln w="508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CCC-7F44-9C83-3D1729E3C51C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 w="444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CCC-7F44-9C83-3D1729E3C51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13.6</c:v>
                </c:pt>
                <c:pt idx="3">
                  <c:v>18</c:v>
                </c:pt>
                <c:pt idx="4">
                  <c:v>24.1</c:v>
                </c:pt>
                <c:pt idx="5">
                  <c:v>25.5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CCC-7F44-9C83-3D1729E3C5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560524528"/>
        <c:axId val="1560524048"/>
      </c:barChart>
      <c:catAx>
        <c:axId val="1560524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560524048"/>
        <c:crosses val="autoZero"/>
        <c:auto val="1"/>
        <c:lblAlgn val="ctr"/>
        <c:lblOffset val="100"/>
        <c:noMultiLvlLbl val="0"/>
      </c:catAx>
      <c:valAx>
        <c:axId val="15605240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60524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5400" cap="rnd">
              <a:solidFill>
                <a:schemeClr val="accent1"/>
              </a:solidFill>
              <a:round/>
            </a:ln>
            <a:effectLst>
              <a:outerShdw blurRad="38100" dist="127000" dir="5400000" sx="98000" sy="98000" algn="t" rotWithShape="0">
                <a:schemeClr val="accent4">
                  <a:lumMod val="75000"/>
                  <a:alpha val="10000"/>
                </a:schemeClr>
              </a:outerShdw>
            </a:effectLst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时间1</c:v>
                </c:pt>
                <c:pt idx="1">
                  <c:v>时间2</c:v>
                </c:pt>
                <c:pt idx="2">
                  <c:v>时间3</c:v>
                </c:pt>
                <c:pt idx="3">
                  <c:v>时间4</c:v>
                </c:pt>
                <c:pt idx="4">
                  <c:v>时间5</c:v>
                </c:pt>
                <c:pt idx="5">
                  <c:v>时间6</c:v>
                </c:pt>
                <c:pt idx="6">
                  <c:v>时间7</c:v>
                </c:pt>
                <c:pt idx="7">
                  <c:v>时间8</c:v>
                </c:pt>
                <c:pt idx="8">
                  <c:v>时间9</c:v>
                </c:pt>
                <c:pt idx="9">
                  <c:v>时间10</c:v>
                </c:pt>
                <c:pt idx="10">
                  <c:v>时间11</c:v>
                </c:pt>
                <c:pt idx="11">
                  <c:v>时间12</c:v>
                </c:pt>
                <c:pt idx="12">
                  <c:v>时间13</c:v>
                </c:pt>
                <c:pt idx="13">
                  <c:v>时间14</c:v>
                </c:pt>
                <c:pt idx="14">
                  <c:v>时间15</c:v>
                </c:pt>
                <c:pt idx="15">
                  <c:v>时间16</c:v>
                </c:pt>
                <c:pt idx="16">
                  <c:v>时间17</c:v>
                </c:pt>
                <c:pt idx="17">
                  <c:v>时间18</c:v>
                </c:pt>
                <c:pt idx="18">
                  <c:v>时间19</c:v>
                </c:pt>
                <c:pt idx="19">
                  <c:v>时间20</c:v>
                </c:pt>
                <c:pt idx="20">
                  <c:v>时间21</c:v>
                </c:pt>
                <c:pt idx="21">
                  <c:v>时间22</c:v>
                </c:pt>
                <c:pt idx="22">
                  <c:v>时间23</c:v>
                </c:pt>
                <c:pt idx="23">
                  <c:v>时间24</c:v>
                </c:pt>
                <c:pt idx="24">
                  <c:v>时间25</c:v>
                </c:pt>
                <c:pt idx="25">
                  <c:v>时间26</c:v>
                </c:pt>
                <c:pt idx="26">
                  <c:v>时间27</c:v>
                </c:pt>
                <c:pt idx="27">
                  <c:v>时间28</c:v>
                </c:pt>
                <c:pt idx="28">
                  <c:v>时间29</c:v>
                </c:pt>
                <c:pt idx="29">
                  <c:v>时间30</c:v>
                </c:pt>
                <c:pt idx="30">
                  <c:v>时间31</c:v>
                </c:pt>
                <c:pt idx="31">
                  <c:v>时间32</c:v>
                </c:pt>
                <c:pt idx="32">
                  <c:v>时间33</c:v>
                </c:pt>
                <c:pt idx="33">
                  <c:v>时间34</c:v>
                </c:pt>
                <c:pt idx="34">
                  <c:v>时间35</c:v>
                </c:pt>
                <c:pt idx="35">
                  <c:v>时间36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80</c:v>
                </c:pt>
                <c:pt idx="1">
                  <c:v>90</c:v>
                </c:pt>
                <c:pt idx="2">
                  <c:v>100</c:v>
                </c:pt>
                <c:pt idx="3">
                  <c:v>120</c:v>
                </c:pt>
                <c:pt idx="4">
                  <c:v>500</c:v>
                </c:pt>
                <c:pt idx="5">
                  <c:v>200</c:v>
                </c:pt>
                <c:pt idx="6">
                  <c:v>250</c:v>
                </c:pt>
                <c:pt idx="7">
                  <c:v>400</c:v>
                </c:pt>
                <c:pt idx="8">
                  <c:v>200</c:v>
                </c:pt>
                <c:pt idx="9">
                  <c:v>300</c:v>
                </c:pt>
                <c:pt idx="10">
                  <c:v>330</c:v>
                </c:pt>
                <c:pt idx="11">
                  <c:v>250</c:v>
                </c:pt>
                <c:pt idx="12">
                  <c:v>400</c:v>
                </c:pt>
                <c:pt idx="13">
                  <c:v>200</c:v>
                </c:pt>
                <c:pt idx="14">
                  <c:v>300</c:v>
                </c:pt>
                <c:pt idx="15">
                  <c:v>330</c:v>
                </c:pt>
                <c:pt idx="16">
                  <c:v>3000</c:v>
                </c:pt>
                <c:pt idx="17">
                  <c:v>700</c:v>
                </c:pt>
                <c:pt idx="18">
                  <c:v>300</c:v>
                </c:pt>
                <c:pt idx="19">
                  <c:v>250</c:v>
                </c:pt>
                <c:pt idx="20">
                  <c:v>1000</c:v>
                </c:pt>
                <c:pt idx="21">
                  <c:v>900</c:v>
                </c:pt>
                <c:pt idx="22">
                  <c:v>800</c:v>
                </c:pt>
                <c:pt idx="23">
                  <c:v>700</c:v>
                </c:pt>
                <c:pt idx="24">
                  <c:v>100</c:v>
                </c:pt>
                <c:pt idx="25">
                  <c:v>120</c:v>
                </c:pt>
                <c:pt idx="26">
                  <c:v>500</c:v>
                </c:pt>
                <c:pt idx="27">
                  <c:v>700</c:v>
                </c:pt>
                <c:pt idx="28">
                  <c:v>250</c:v>
                </c:pt>
                <c:pt idx="29">
                  <c:v>400</c:v>
                </c:pt>
                <c:pt idx="30">
                  <c:v>200</c:v>
                </c:pt>
                <c:pt idx="31">
                  <c:v>300</c:v>
                </c:pt>
                <c:pt idx="32">
                  <c:v>330</c:v>
                </c:pt>
                <c:pt idx="33">
                  <c:v>100</c:v>
                </c:pt>
                <c:pt idx="34">
                  <c:v>200</c:v>
                </c:pt>
                <c:pt idx="35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15-4640-A703-7526DB19D6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>
              <a:outerShdw blurRad="38100" dist="127000" dir="5400000" sx="98000" sy="98000" algn="t" rotWithShape="0">
                <a:schemeClr val="accent1">
                  <a:alpha val="13014"/>
                </a:schemeClr>
              </a:outerShdw>
            </a:effectLst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时间1</c:v>
                </c:pt>
                <c:pt idx="1">
                  <c:v>时间2</c:v>
                </c:pt>
                <c:pt idx="2">
                  <c:v>时间3</c:v>
                </c:pt>
                <c:pt idx="3">
                  <c:v>时间4</c:v>
                </c:pt>
                <c:pt idx="4">
                  <c:v>时间5</c:v>
                </c:pt>
                <c:pt idx="5">
                  <c:v>时间6</c:v>
                </c:pt>
                <c:pt idx="6">
                  <c:v>时间7</c:v>
                </c:pt>
                <c:pt idx="7">
                  <c:v>时间8</c:v>
                </c:pt>
                <c:pt idx="8">
                  <c:v>时间9</c:v>
                </c:pt>
                <c:pt idx="9">
                  <c:v>时间10</c:v>
                </c:pt>
                <c:pt idx="10">
                  <c:v>时间11</c:v>
                </c:pt>
                <c:pt idx="11">
                  <c:v>时间12</c:v>
                </c:pt>
                <c:pt idx="12">
                  <c:v>时间13</c:v>
                </c:pt>
                <c:pt idx="13">
                  <c:v>时间14</c:v>
                </c:pt>
                <c:pt idx="14">
                  <c:v>时间15</c:v>
                </c:pt>
                <c:pt idx="15">
                  <c:v>时间16</c:v>
                </c:pt>
                <c:pt idx="16">
                  <c:v>时间17</c:v>
                </c:pt>
                <c:pt idx="17">
                  <c:v>时间18</c:v>
                </c:pt>
                <c:pt idx="18">
                  <c:v>时间19</c:v>
                </c:pt>
                <c:pt idx="19">
                  <c:v>时间20</c:v>
                </c:pt>
                <c:pt idx="20">
                  <c:v>时间21</c:v>
                </c:pt>
                <c:pt idx="21">
                  <c:v>时间22</c:v>
                </c:pt>
                <c:pt idx="22">
                  <c:v>时间23</c:v>
                </c:pt>
                <c:pt idx="23">
                  <c:v>时间24</c:v>
                </c:pt>
                <c:pt idx="24">
                  <c:v>时间25</c:v>
                </c:pt>
                <c:pt idx="25">
                  <c:v>时间26</c:v>
                </c:pt>
                <c:pt idx="26">
                  <c:v>时间27</c:v>
                </c:pt>
                <c:pt idx="27">
                  <c:v>时间28</c:v>
                </c:pt>
                <c:pt idx="28">
                  <c:v>时间29</c:v>
                </c:pt>
                <c:pt idx="29">
                  <c:v>时间30</c:v>
                </c:pt>
                <c:pt idx="30">
                  <c:v>时间31</c:v>
                </c:pt>
                <c:pt idx="31">
                  <c:v>时间32</c:v>
                </c:pt>
                <c:pt idx="32">
                  <c:v>时间33</c:v>
                </c:pt>
                <c:pt idx="33">
                  <c:v>时间34</c:v>
                </c:pt>
                <c:pt idx="34">
                  <c:v>时间35</c:v>
                </c:pt>
                <c:pt idx="35">
                  <c:v>时间36</c:v>
                </c:pt>
              </c:strCache>
            </c: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2500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600</c:v>
                </c:pt>
                <c:pt idx="10">
                  <c:v>300</c:v>
                </c:pt>
                <c:pt idx="11">
                  <c:v>200</c:v>
                </c:pt>
                <c:pt idx="12">
                  <c:v>300</c:v>
                </c:pt>
                <c:pt idx="13">
                  <c:v>300</c:v>
                </c:pt>
                <c:pt idx="14">
                  <c:v>300</c:v>
                </c:pt>
                <c:pt idx="15">
                  <c:v>200</c:v>
                </c:pt>
                <c:pt idx="16">
                  <c:v>2000</c:v>
                </c:pt>
                <c:pt idx="17">
                  <c:v>600</c:v>
                </c:pt>
                <c:pt idx="18">
                  <c:v>200</c:v>
                </c:pt>
                <c:pt idx="19">
                  <c:v>200</c:v>
                </c:pt>
                <c:pt idx="20">
                  <c:v>1400</c:v>
                </c:pt>
                <c:pt idx="21">
                  <c:v>1200</c:v>
                </c:pt>
                <c:pt idx="22">
                  <c:v>1000</c:v>
                </c:pt>
                <c:pt idx="23">
                  <c:v>800</c:v>
                </c:pt>
                <c:pt idx="24">
                  <c:v>600</c:v>
                </c:pt>
                <c:pt idx="25">
                  <c:v>400</c:v>
                </c:pt>
                <c:pt idx="26">
                  <c:v>200</c:v>
                </c:pt>
                <c:pt idx="27">
                  <c:v>100</c:v>
                </c:pt>
                <c:pt idx="28">
                  <c:v>1200</c:v>
                </c:pt>
                <c:pt idx="29">
                  <c:v>1000</c:v>
                </c:pt>
                <c:pt idx="30">
                  <c:v>800</c:v>
                </c:pt>
                <c:pt idx="31">
                  <c:v>600</c:v>
                </c:pt>
                <c:pt idx="32">
                  <c:v>400</c:v>
                </c:pt>
                <c:pt idx="33">
                  <c:v>200</c:v>
                </c:pt>
                <c:pt idx="34">
                  <c:v>30</c:v>
                </c:pt>
                <c:pt idx="35">
                  <c:v>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615-4640-A703-7526DB19D6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1223551"/>
        <c:axId val="310154832"/>
      </c:lineChart>
      <c:catAx>
        <c:axId val="14412235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10154832"/>
        <c:crosses val="autoZero"/>
        <c:auto val="1"/>
        <c:lblAlgn val="ctr"/>
        <c:lblOffset val="100"/>
        <c:noMultiLvlLbl val="0"/>
      </c:catAx>
      <c:valAx>
        <c:axId val="31015483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2">
                  <a:alpha val="31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441223551"/>
        <c:crosses val="autoZero"/>
        <c:crossBetween val="between"/>
        <c:majorUnit val="6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C1-D34A-9CF2-74500C7E2B4C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C1-D34A-9CF2-74500C7E2B4C}"/>
              </c:ext>
            </c:extLst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5C1-D34A-9CF2-74500C7E2B4C}"/>
              </c:ext>
            </c:extLst>
          </c:dPt>
          <c:cat>
            <c:strRef>
              <c:f>Sheet1!$A$2:$A$4</c:f>
              <c:strCache>
                <c:ptCount val="3"/>
                <c:pt idx="0">
                  <c:v>日常业务</c:v>
                </c:pt>
                <c:pt idx="1">
                  <c:v>资产收入</c:v>
                </c:pt>
                <c:pt idx="2">
                  <c:v>直播收入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C1-D34A-9CF2-74500C7E2B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12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ayout>
        <c:manualLayout>
          <c:xMode val="edge"/>
          <c:yMode val="edge"/>
          <c:x val="0.620938424288629"/>
          <c:y val="0.35855827575259203"/>
          <c:w val="0.17699795010737199"/>
          <c:h val="0.37349011398260301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辅助数据</c:v>
                </c:pt>
              </c:strCache>
            </c:strRef>
          </c:tx>
          <c:spPr>
            <a:gradFill>
              <a:gsLst>
                <a:gs pos="0">
                  <a:schemeClr val="accent2">
                    <a:alpha val="25000"/>
                  </a:schemeClr>
                </a:gs>
                <a:gs pos="89000">
                  <a:schemeClr val="accent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1345</c:v>
                </c:pt>
                <c:pt idx="1">
                  <c:v>1245</c:v>
                </c:pt>
                <c:pt idx="2">
                  <c:v>1000</c:v>
                </c:pt>
                <c:pt idx="3">
                  <c:v>1400</c:v>
                </c:pt>
                <c:pt idx="4">
                  <c:v>1700</c:v>
                </c:pt>
                <c:pt idx="5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4-EB49-B933-76ADFB40F2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bg1">
                  <a:lumMod val="85000"/>
                  <a:alpha val="80000"/>
                </a:schemeClr>
              </a:solidFill>
              <a:prstDash val="solid"/>
              <a:round/>
            </a:ln>
            <a:effectLst/>
          </c:spPr>
        </c:dropLines>
        <c:axId val="-699098080"/>
        <c:axId val="-699108416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28575" cap="rnd" cmpd="sng" algn="ctr"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5400000" scaled="1"/>
              </a:gradFill>
              <a:prstDash val="solid"/>
              <a:round/>
            </a:ln>
            <a:effectLst/>
          </c:spPr>
          <c:marker>
            <c:symbol val="picture"/>
            <c:spPr>
              <a:blipFill>
                <a:blip xmlns:r="http://schemas.openxmlformats.org/officeDocument/2006/relationships" r:embed="rId1"/>
                <a:stretch>
                  <a:fillRect/>
                </a:stretch>
              </a:blipFill>
              <a:ln w="25400" cap="flat" cmpd="sng" algn="ctr">
                <a:noFill/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1345</c:v>
                </c:pt>
                <c:pt idx="1">
                  <c:v>1245</c:v>
                </c:pt>
                <c:pt idx="2">
                  <c:v>1000</c:v>
                </c:pt>
                <c:pt idx="3">
                  <c:v>1400</c:v>
                </c:pt>
                <c:pt idx="4">
                  <c:v>1700</c:v>
                </c:pt>
                <c:pt idx="5">
                  <c:v>1500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84-EB49-B933-76ADFB40F2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699098080"/>
        <c:axId val="-699108416"/>
      </c:lineChart>
      <c:catAx>
        <c:axId val="-69909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-699108416"/>
        <c:crosses val="autoZero"/>
        <c:auto val="1"/>
        <c:lblAlgn val="ctr"/>
        <c:lblOffset val="100"/>
        <c:noMultiLvlLbl val="0"/>
      </c:catAx>
      <c:valAx>
        <c:axId val="-6991084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699098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2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95-6341-A8A4-EB0E534165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95-6341-A8A4-EB0E534165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95-6341-A8A4-EB0E534165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0932863"/>
        <c:axId val="190934591"/>
      </c:barChart>
      <c:catAx>
        <c:axId val="190932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90934591"/>
        <c:crosses val="autoZero"/>
        <c:auto val="1"/>
        <c:lblAlgn val="ctr"/>
        <c:lblOffset val="100"/>
        <c:noMultiLvlLbl val="0"/>
      </c:catAx>
      <c:valAx>
        <c:axId val="190934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90932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数据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CBB-BF4D-BE44-9A80DD40F37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CBB-BF4D-BE44-9A80DD40F37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CBB-BF4D-BE44-9A80DD40F37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CBB-BF4D-BE44-9A80DD40F37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CBB-BF4D-BE44-9A80DD40F37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CBB-BF4D-BE44-9A80DD40F37A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5CBB-BF4D-BE44-9A80DD40F37A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5CBB-BF4D-BE44-9A80DD40F37A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5CBB-BF4D-BE44-9A80DD40F37A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5CBB-BF4D-BE44-9A80DD40F37A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5CBB-BF4D-BE44-9A80DD40F37A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5CBB-BF4D-BE44-9A80DD40F37A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5CBB-BF4D-BE44-9A80DD40F37A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5CBB-BF4D-BE44-9A80DD40F37A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5CBB-BF4D-BE44-9A80DD40F37A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5CBB-BF4D-BE44-9A80DD40F37A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5CBB-BF4D-BE44-9A80DD40F37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17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  <c:pt idx="6">
                  <c:v>类别7</c:v>
                </c:pt>
                <c:pt idx="7">
                  <c:v>类别8</c:v>
                </c:pt>
                <c:pt idx="8">
                  <c:v>类别9</c:v>
                </c:pt>
                <c:pt idx="9">
                  <c:v>类别10</c:v>
                </c:pt>
                <c:pt idx="10">
                  <c:v>类别11</c:v>
                </c:pt>
                <c:pt idx="11">
                  <c:v>类别12</c:v>
                </c:pt>
                <c:pt idx="12">
                  <c:v>类别13</c:v>
                </c:pt>
                <c:pt idx="13">
                  <c:v>类别14</c:v>
                </c:pt>
                <c:pt idx="14">
                  <c:v>类别15</c:v>
                </c:pt>
                <c:pt idx="15">
                  <c:v>类别16</c:v>
                </c:pt>
                <c:pt idx="16">
                  <c:v>类别17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</c:v>
                </c:pt>
                <c:pt idx="1">
                  <c:v>9</c:v>
                </c:pt>
                <c:pt idx="2">
                  <c:v>12</c:v>
                </c:pt>
                <c:pt idx="3">
                  <c:v>13</c:v>
                </c:pt>
                <c:pt idx="4">
                  <c:v>13</c:v>
                </c:pt>
                <c:pt idx="5">
                  <c:v>15</c:v>
                </c:pt>
                <c:pt idx="6">
                  <c:v>20</c:v>
                </c:pt>
                <c:pt idx="7">
                  <c:v>26</c:v>
                </c:pt>
                <c:pt idx="8">
                  <c:v>30</c:v>
                </c:pt>
                <c:pt idx="9">
                  <c:v>40</c:v>
                </c:pt>
                <c:pt idx="10">
                  <c:v>49</c:v>
                </c:pt>
                <c:pt idx="11">
                  <c:v>65</c:v>
                </c:pt>
                <c:pt idx="12">
                  <c:v>72</c:v>
                </c:pt>
                <c:pt idx="13">
                  <c:v>82</c:v>
                </c:pt>
                <c:pt idx="14">
                  <c:v>90</c:v>
                </c:pt>
                <c:pt idx="15">
                  <c:v>110</c:v>
                </c:pt>
                <c:pt idx="16">
                  <c:v>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CBB-BF4D-BE44-9A80DD40F3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2100314511"/>
        <c:axId val="2098583439"/>
      </c:barChart>
      <c:catAx>
        <c:axId val="210031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2098583439"/>
        <c:crosses val="autoZero"/>
        <c:auto val="1"/>
        <c:lblAlgn val="ctr"/>
        <c:lblOffset val="100"/>
        <c:noMultiLvlLbl val="0"/>
      </c:catAx>
      <c:valAx>
        <c:axId val="20985834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2100314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5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F28-A947-A193-3A77C78E7651}"/>
              </c:ext>
            </c:extLst>
          </c:dPt>
          <c:dPt>
            <c:idx val="1"/>
            <c:bubble3D val="0"/>
            <c:spPr>
              <a:solidFill>
                <a:srgbClr val="1A8F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F28-A947-A193-3A77C78E7651}"/>
              </c:ext>
            </c:extLst>
          </c:dPt>
          <c:dPt>
            <c:idx val="2"/>
            <c:bubble3D val="0"/>
            <c:spPr>
              <a:solidFill>
                <a:srgbClr val="444D6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F28-A947-A193-3A77C78E7651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FCACBC4A-670B-43DA-A900-3830A927928C}" type="VALUE">
                      <a:rPr lang="zh-CN" altLang="en-US"/>
                      <a:pPr/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F28-A947-A193-3A77C78E7651}"/>
                </c:ext>
              </c:extLst>
            </c:dLbl>
            <c:dLbl>
              <c:idx val="2"/>
              <c:layout>
                <c:manualLayout>
                  <c:x val="4.9139184538886799E-2"/>
                  <c:y val="-0.1819969218158420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2D031366-BF9C-4D86-A548-DFABDD0CD07D}" type="VALUE">
                      <a:rPr lang="zh-CN" altLang="en-US"/>
                      <a:pPr/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F28-A947-A193-3A77C78E76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大规模裁员</c:v>
                </c:pt>
                <c:pt idx="1">
                  <c:v>小规模裁员</c:v>
                </c:pt>
                <c:pt idx="2">
                  <c:v>未裁员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0.1176</c:v>
                </c:pt>
                <c:pt idx="1">
                  <c:v>0.29859999999999998</c:v>
                </c:pt>
                <c:pt idx="2">
                  <c:v>0.40089999999999998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F28-A947-A193-3A77C78E76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50">
          <a:solidFill>
            <a:schemeClr val="bg1"/>
          </a:solidFill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2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097332740201801E-2"/>
          <c:y val="4.0444040696972799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76C4-9C40-9B15-A4B15BFCE82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76C4-9C40-9B15-A4B15BFCE82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76C4-9C40-9B15-A4B15BFCE8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0.52</c:v>
                </c:pt>
                <c:pt idx="1">
                  <c:v>0.8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6C4-9C40-9B15-A4B15BFCE8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  <a:alpha val="39761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0.4</c:v>
                </c:pt>
                <c:pt idx="1">
                  <c:v>0.5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6C4-9C40-9B15-A4B15BFCE8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1"/>
        <c:overlap val="100"/>
        <c:axId val="519272784"/>
        <c:axId val="519273440"/>
      </c:barChart>
      <c:catAx>
        <c:axId val="5192727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0"/>
        <c:axPos val="l"/>
        <c:minorGridlines>
          <c:spPr>
            <a:ln w="9525" cap="flat" cmpd="sng" algn="ctr">
              <a:noFill/>
              <a:round/>
            </a:ln>
            <a:effectLst/>
          </c:spPr>
        </c:min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097332740201801E-2"/>
          <c:y val="4.0444040696972799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50A8-5348-9DD6-44B6D350534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50A8-5348-9DD6-44B6D350534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50A8-5348-9DD6-44B6D350534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</c:v>
                </c:pt>
                <c:pt idx="1">
                  <c:v>0.66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0A8-5348-9DD6-44B6D35053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  <a:alpha val="4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0.38</c:v>
                </c:pt>
                <c:pt idx="1">
                  <c:v>0.28000000000000003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0A8-5348-9DD6-44B6D35053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1"/>
        <c:overlap val="100"/>
        <c:axId val="519272784"/>
        <c:axId val="519273440"/>
      </c:barChart>
      <c:catAx>
        <c:axId val="5192727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0"/>
        <c:axPos val="l"/>
        <c:minorGridlines>
          <c:spPr>
            <a:ln w="9525" cap="flat" cmpd="sng" algn="ctr">
              <a:noFill/>
              <a:round/>
            </a:ln>
            <a:effectLst/>
          </c:spPr>
        </c:min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0">
  <cs:axisTitle>
    <cs:lnRef idx="0"/>
    <cs:fillRef idx="0"/>
    <cs:effectRef idx="0"/>
    <cs:fontRef idx="minor">
      <a:schemeClr val="tx2"/>
    </cs:fontRef>
    <cs:defRPr sz="1195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2"/>
    </cs:fontRef>
    <cs:defRPr sz="1195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5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3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5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5" kern="1200"/>
  </cs:valueAxis>
  <cs:wall>
    <cs:lnRef idx="0"/>
    <cs:fillRef idx="0"/>
    <cs:effectRef idx="0"/>
    <cs:fontRef idx="minor">
      <a:schemeClr val="tx2"/>
    </cs:fontRef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73">
  <cs:axisTitle>
    <cs:lnRef idx="0"/>
    <cs:fillRef idx="0"/>
    <cs:effectRef idx="0"/>
    <cs:fontRef idx="minor">
      <a:schemeClr val="dk1">
        <a:lumMod val="50000"/>
        <a:lumOff val="50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50000"/>
        <a:lumOff val="50000"/>
      </a:schemeClr>
    </cs:fontRef>
    <cs:spPr>
      <a:ln>
        <a:solidFill>
          <a:schemeClr val="dk1">
            <a:lumMod val="25000"/>
            <a:lumOff val="75000"/>
          </a:schemeClr>
        </a:solidFill>
      </a:ln>
    </cs:spPr>
    <cs:defRPr sz="1195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0">
            <a:schemeClr val="phClr">
              <a:alpha val="75000"/>
            </a:schemeClr>
          </a:gs>
          <a:gs pos="100000">
            <a:schemeClr val="phClr">
              <a:lumMod val="75000"/>
              <a:alpha val="75000"/>
            </a:schemeClr>
          </a:gs>
        </a:gsLst>
        <a:lin ang="2700000" scaled="1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0">
            <a:schemeClr val="phClr">
              <a:alpha val="75000"/>
            </a:schemeClr>
          </a:gs>
          <a:gs pos="100000">
            <a:schemeClr val="phClr">
              <a:lumMod val="75000"/>
              <a:alpha val="75000"/>
            </a:schemeClr>
          </a:gs>
        </a:gsLst>
        <a:lin ang="2700000" scaled="1"/>
      </a:gra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50000"/>
        <a:lumOff val="50000"/>
      </a:schemeClr>
    </cs:fontRef>
    <cs:defRPr sz="1195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50000"/>
        <a:lumOff val="50000"/>
      </a:schemeClr>
    </cs:fontRef>
    <cs:spPr>
      <a:ln>
        <a:solidFill>
          <a:schemeClr val="dk1">
            <a:lumMod val="25000"/>
            <a:lumOff val="75000"/>
          </a:schemeClr>
        </a:solidFill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3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>
        <a:solidFill>
          <a:schemeClr val="dk1">
            <a:lumMod val="25000"/>
            <a:lumOff val="75000"/>
          </a:schemeClr>
        </a:solidFill>
      </a:ln>
    </cs:spPr>
    <cs:defRPr sz="1195" kern="1200"/>
    <cs:bodyPr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3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4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2026/5/27</a:t>
            </a:fld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‹#›</a:t>
            </a:fld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fld id="{C1017405-55BE-4362-88E1-BA68B5BD23CF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fld id="{23EB11D7-82F1-4B2E-8B4A-14F87C299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思源黑体 CN Regular" panose="020B05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思源黑体 CN Regular" panose="020B05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思源黑体 CN Regular" panose="020B05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思源黑体 CN Regular" panose="020B05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思源黑体 CN Regular" panose="020B05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068B45-F7FB-4CC9-8E1E-82E41AAF02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思源黑体 CN Regular" panose="020B0500000000000000" pitchFamily="34" charset="-122"/>
              </a:rPr>
              <a:t>23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思源黑体 CN Regular" panose="020B0500000000000000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068B45-F7FB-4CC9-8E1E-82E41AAF02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思源黑体 CN Regular" panose="020B0500000000000000" pitchFamily="34" charset="-122"/>
              </a:rPr>
              <a:t>24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思源黑体 CN Regular" panose="020B0500000000000000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068B45-F7FB-4CC9-8E1E-82E41AAF02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思源黑体 CN Regular" panose="020B0500000000000000" pitchFamily="34" charset="-122"/>
              </a:rPr>
              <a:t>25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思源黑体 CN Regular" panose="020B0500000000000000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068B45-F7FB-4CC9-8E1E-82E41AAF02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思源黑体 CN Regular" panose="020B0500000000000000" pitchFamily="34" charset="-122"/>
              </a:rPr>
              <a:t>31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思源黑体 CN Regular" panose="020B0500000000000000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9328607" y="395400"/>
            <a:ext cx="11893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职场通用</a:t>
            </a:r>
            <a:r>
              <a:rPr lang="en-US" altLang="zh-CN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PPT ·</a:t>
            </a:r>
            <a:endParaRPr lang="zh-CN" altLang="en-US" sz="1400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523707" y="395400"/>
            <a:ext cx="6796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可编辑 </a:t>
            </a:r>
            <a:r>
              <a:rPr lang="en-US" altLang="zh-CN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·</a:t>
            </a:r>
            <a:endParaRPr lang="zh-CN" altLang="en-US" sz="1400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442914" y="204396"/>
            <a:ext cx="665124" cy="4064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1215465" y="395400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可修改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李PPT5"/>
          <p:cNvSpPr/>
          <p:nvPr userDrawn="1">
            <p:custDataLst>
              <p:tags r:id="rId1"/>
            </p:custDataLst>
          </p:nvPr>
        </p:nvSpPr>
        <p:spPr>
          <a:xfrm>
            <a:off x="434974" y="862700"/>
            <a:ext cx="11340000" cy="61705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fld id="{23888F2F-F518-6245-AE99-FC24448EDFDB}" type="datetimeFigureOut">
              <a:rPr kumimoji="1" lang="zh-CN" altLang="en-US" smtClean="0"/>
              <a:t>2026/5/27</a:t>
            </a:fld>
            <a:endParaRPr kumimoji="1"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fld id="{8F216E3A-9B37-D941-B935-22FFC28C44CB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cs typeface="思源黑体 CN Regular" panose="020B0500000000000000" pitchFamily="34" charset="-122"/>
              </a:defRPr>
            </a:lvl1pPr>
            <a:lvl2pPr>
              <a:defRPr>
                <a:cs typeface="思源黑体 CN Regular" panose="020B0500000000000000" pitchFamily="34" charset="-122"/>
              </a:defRPr>
            </a:lvl2pPr>
            <a:lvl3pPr>
              <a:defRPr>
                <a:cs typeface="思源黑体 CN Regular" panose="020B0500000000000000" pitchFamily="34" charset="-122"/>
              </a:defRPr>
            </a:lvl3pPr>
            <a:lvl4pPr>
              <a:defRPr>
                <a:cs typeface="思源黑体 CN Regular" panose="020B0500000000000000" pitchFamily="34" charset="-122"/>
              </a:defRPr>
            </a:lvl4pPr>
            <a:lvl5pPr>
              <a:defRPr>
                <a:cs typeface="思源黑体 CN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fld id="{C764DE79-268F-4C1A-8933-263129D2AF90}" type="datetimeFigureOut">
              <a:rPr lang="en-US" smtClean="0"/>
              <a:t>5/27/26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直线连接符 11"/>
          <p:cNvCxnSpPr/>
          <p:nvPr userDrawn="1"/>
        </p:nvCxnSpPr>
        <p:spPr>
          <a:xfrm>
            <a:off x="525534" y="6589876"/>
            <a:ext cx="11388632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4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9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6.xml"/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Relationship Id="rId9" Type="http://schemas.openxmlformats.org/officeDocument/2006/relationships/chart" Target="../charts/chart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.sv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chart" Target="../charts/chart19.xml"/><Relationship Id="rId4" Type="http://schemas.openxmlformats.org/officeDocument/2006/relationships/chart" Target="../charts/chart18.xml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chart" Target="../charts/char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5.pn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chart" Target="../charts/chart23.xml"/><Relationship Id="rId2" Type="http://schemas.openxmlformats.org/officeDocument/2006/relationships/tags" Target="../tags/tag40.xml"/><Relationship Id="rId16" Type="http://schemas.openxmlformats.org/officeDocument/2006/relationships/chart" Target="../charts/chart25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43.xml"/><Relationship Id="rId15" Type="http://schemas.openxmlformats.org/officeDocument/2006/relationships/chart" Target="../charts/chart24.xml"/><Relationship Id="rId10" Type="http://schemas.openxmlformats.org/officeDocument/2006/relationships/tags" Target="../tags/tag48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chart" Target="../charts/chart30.xml"/><Relationship Id="rId5" Type="http://schemas.openxmlformats.org/officeDocument/2006/relationships/chart" Target="../charts/chart29.xml"/><Relationship Id="rId4" Type="http://schemas.openxmlformats.org/officeDocument/2006/relationships/chart" Target="../charts/chart2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chart" Target="../charts/chart32.xml"/><Relationship Id="rId4" Type="http://schemas.openxmlformats.org/officeDocument/2006/relationships/chart" Target="../charts/char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36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chart" Target="../charts/chart35.xml"/><Relationship Id="rId5" Type="http://schemas.openxmlformats.org/officeDocument/2006/relationships/chart" Target="../charts/chart34.xml"/><Relationship Id="rId4" Type="http://schemas.openxmlformats.org/officeDocument/2006/relationships/chart" Target="../charts/chart3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5" Type="http://schemas.openxmlformats.org/officeDocument/2006/relationships/chart" Target="../charts/chart38.xml"/><Relationship Id="rId4" Type="http://schemas.openxmlformats.org/officeDocument/2006/relationships/chart" Target="../charts/chart3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4" Type="http://schemas.openxmlformats.org/officeDocument/2006/relationships/chart" Target="../charts/chart4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8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1.xml"/><Relationship Id="rId4" Type="http://schemas.openxmlformats.org/officeDocument/2006/relationships/chart" Target="../charts/chart4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7.xml"/><Relationship Id="rId4" Type="http://schemas.openxmlformats.org/officeDocument/2006/relationships/image" Target="../media/image20.sv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0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3.xml"/><Relationship Id="rId4" Type="http://schemas.openxmlformats.org/officeDocument/2006/relationships/chart" Target="../charts/chart4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7.xml"/><Relationship Id="rId4" Type="http://schemas.openxmlformats.org/officeDocument/2006/relationships/chart" Target="../charts/char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5" name="熊大的PPT宝库4"/>
          <p:cNvGrpSpPr/>
          <p:nvPr/>
        </p:nvGrpSpPr>
        <p:grpSpPr>
          <a:xfrm>
            <a:off x="4969556" y="2530949"/>
            <a:ext cx="6768095" cy="3789930"/>
            <a:chOff x="883285" y="2126909"/>
            <a:chExt cx="5891892" cy="3789930"/>
          </a:xfrm>
        </p:grpSpPr>
        <p:sp>
          <p:nvSpPr>
            <p:cNvPr id="12" name="熊大的PPT宝库4-1"/>
            <p:cNvSpPr/>
            <p:nvPr/>
          </p:nvSpPr>
          <p:spPr>
            <a:xfrm>
              <a:off x="883285" y="2126909"/>
              <a:ext cx="2851150" cy="1801473"/>
            </a:xfrm>
            <a:prstGeom prst="roundRect">
              <a:avLst>
                <a:gd name="adj" fmla="val 8216"/>
              </a:avLst>
            </a:prstGeom>
            <a:solidFill>
              <a:schemeClr val="bg1"/>
            </a:solidFill>
            <a:ln>
              <a:noFill/>
            </a:ln>
            <a:effectLst>
              <a:outerShdw blurRad="292100" dist="381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" name="熊大的PPT宝库4-2"/>
            <p:cNvSpPr/>
            <p:nvPr/>
          </p:nvSpPr>
          <p:spPr>
            <a:xfrm>
              <a:off x="883285" y="4108109"/>
              <a:ext cx="2851150" cy="1801473"/>
            </a:xfrm>
            <a:prstGeom prst="roundRect">
              <a:avLst>
                <a:gd name="adj" fmla="val 8216"/>
              </a:avLst>
            </a:prstGeom>
            <a:solidFill>
              <a:schemeClr val="bg1"/>
            </a:solidFill>
            <a:ln>
              <a:noFill/>
            </a:ln>
            <a:effectLst>
              <a:outerShdw blurRad="292100" dist="381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" name="熊大的PPT宝库4-3"/>
            <p:cNvSpPr/>
            <p:nvPr/>
          </p:nvSpPr>
          <p:spPr>
            <a:xfrm>
              <a:off x="3924027" y="2126909"/>
              <a:ext cx="2851150" cy="1801473"/>
            </a:xfrm>
            <a:prstGeom prst="roundRect">
              <a:avLst>
                <a:gd name="adj" fmla="val 8216"/>
              </a:avLst>
            </a:prstGeom>
            <a:solidFill>
              <a:schemeClr val="bg1"/>
            </a:solidFill>
            <a:ln>
              <a:noFill/>
            </a:ln>
            <a:effectLst>
              <a:outerShdw blurRad="292100" dist="381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熊大的PPT宝库4-4"/>
            <p:cNvSpPr/>
            <p:nvPr/>
          </p:nvSpPr>
          <p:spPr>
            <a:xfrm>
              <a:off x="3924027" y="4115366"/>
              <a:ext cx="2851150" cy="1801473"/>
            </a:xfrm>
            <a:prstGeom prst="roundRect">
              <a:avLst>
                <a:gd name="adj" fmla="val 8216"/>
              </a:avLst>
            </a:prstGeom>
            <a:solidFill>
              <a:schemeClr val="bg1"/>
            </a:solidFill>
            <a:ln>
              <a:noFill/>
            </a:ln>
            <a:effectLst>
              <a:outerShdw blurRad="292100" dist="381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aphicFrame>
          <p:nvGraphicFramePr>
            <p:cNvPr id="21" name="熊大的PPT宝库4-5"/>
            <p:cNvGraphicFramePr/>
            <p:nvPr/>
          </p:nvGraphicFramePr>
          <p:xfrm>
            <a:off x="990328" y="2189865"/>
            <a:ext cx="2637064" cy="14335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9" name="熊大的PPT宝库4-6"/>
            <p:cNvSpPr txBox="1"/>
            <p:nvPr/>
          </p:nvSpPr>
          <p:spPr>
            <a:xfrm>
              <a:off x="1926349" y="3620519"/>
              <a:ext cx="711080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渠道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A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aphicFrame>
          <p:nvGraphicFramePr>
            <p:cNvPr id="30" name="熊大的PPT宝库4-7"/>
            <p:cNvGraphicFramePr/>
            <p:nvPr/>
          </p:nvGraphicFramePr>
          <p:xfrm>
            <a:off x="4031070" y="2189865"/>
            <a:ext cx="2637064" cy="14335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31" name="熊大的PPT宝库4-8"/>
            <p:cNvSpPr txBox="1"/>
            <p:nvPr/>
          </p:nvSpPr>
          <p:spPr>
            <a:xfrm>
              <a:off x="4994062" y="3620519"/>
              <a:ext cx="711080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渠道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B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aphicFrame>
          <p:nvGraphicFramePr>
            <p:cNvPr id="33" name="熊大的PPT宝库4-9"/>
            <p:cNvGraphicFramePr/>
            <p:nvPr/>
          </p:nvGraphicFramePr>
          <p:xfrm>
            <a:off x="990328" y="4193925"/>
            <a:ext cx="2637064" cy="14335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34" name="熊大的PPT宝库4-10"/>
            <p:cNvSpPr txBox="1"/>
            <p:nvPr/>
          </p:nvSpPr>
          <p:spPr>
            <a:xfrm>
              <a:off x="1926349" y="5624579"/>
              <a:ext cx="711080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渠道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C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aphicFrame>
          <p:nvGraphicFramePr>
            <p:cNvPr id="35" name="熊大的PPT宝库4-11"/>
            <p:cNvGraphicFramePr/>
            <p:nvPr/>
          </p:nvGraphicFramePr>
          <p:xfrm>
            <a:off x="4031070" y="4193925"/>
            <a:ext cx="2637064" cy="14335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55" name="熊大的PPT宝库4-12"/>
            <p:cNvSpPr txBox="1"/>
            <p:nvPr/>
          </p:nvSpPr>
          <p:spPr>
            <a:xfrm>
              <a:off x="4994062" y="5624579"/>
              <a:ext cx="711080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渠道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D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62" name="熊大的PPT宝库5"/>
          <p:cNvSpPr/>
          <p:nvPr/>
        </p:nvSpPr>
        <p:spPr>
          <a:xfrm>
            <a:off x="442913" y="2542337"/>
            <a:ext cx="4300220" cy="3763281"/>
          </a:xfrm>
          <a:prstGeom prst="roundRect">
            <a:avLst>
              <a:gd name="adj" fmla="val 3559"/>
            </a:avLst>
          </a:prstGeom>
          <a:solidFill>
            <a:schemeClr val="bg1"/>
          </a:solidFill>
          <a:ln>
            <a:noFill/>
          </a:ln>
          <a:effectLst>
            <a:outerShdw blurRad="292100" dist="38100" dir="2700000" algn="tl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熊大的PPT宝库6"/>
          <p:cNvSpPr txBox="1"/>
          <p:nvPr/>
        </p:nvSpPr>
        <p:spPr>
          <a:xfrm>
            <a:off x="3483655" y="2891784"/>
            <a:ext cx="104167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单位：万元</a:t>
            </a:r>
          </a:p>
        </p:txBody>
      </p:sp>
      <p:sp>
        <p:nvSpPr>
          <p:cNvPr id="85" name="熊大的PPT宝库7"/>
          <p:cNvSpPr txBox="1"/>
          <p:nvPr/>
        </p:nvSpPr>
        <p:spPr>
          <a:xfrm>
            <a:off x="669336" y="2908187"/>
            <a:ext cx="1402628" cy="2154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总保费占比（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）</a:t>
            </a:r>
          </a:p>
        </p:txBody>
      </p:sp>
      <p:sp>
        <p:nvSpPr>
          <p:cNvPr id="89" name="熊大的PPT宝库8"/>
          <p:cNvSpPr/>
          <p:nvPr/>
        </p:nvSpPr>
        <p:spPr>
          <a:xfrm>
            <a:off x="798830" y="4200730"/>
            <a:ext cx="3641407" cy="1406844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5000"/>
                </a:schemeClr>
              </a:gs>
              <a:gs pos="99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90" name="熊大的PPT宝库9"/>
          <p:cNvGraphicFramePr/>
          <p:nvPr/>
        </p:nvGraphicFramePr>
        <p:xfrm>
          <a:off x="922973" y="3738768"/>
          <a:ext cx="3225799" cy="1972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05" name="熊大的PPT宝库10"/>
          <p:cNvSpPr/>
          <p:nvPr/>
        </p:nvSpPr>
        <p:spPr>
          <a:xfrm>
            <a:off x="454349" y="988059"/>
            <a:ext cx="2710979" cy="136316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熊大的PPT宝库11"/>
          <p:cNvSpPr/>
          <p:nvPr/>
        </p:nvSpPr>
        <p:spPr>
          <a:xfrm>
            <a:off x="3305410" y="988060"/>
            <a:ext cx="2710979" cy="1363162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7" name="熊大的PPT宝库12"/>
          <p:cNvSpPr/>
          <p:nvPr/>
        </p:nvSpPr>
        <p:spPr>
          <a:xfrm>
            <a:off x="6156472" y="988059"/>
            <a:ext cx="2710979" cy="136316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熊大的PPT宝库13"/>
          <p:cNvSpPr/>
          <p:nvPr/>
        </p:nvSpPr>
        <p:spPr>
          <a:xfrm>
            <a:off x="9039432" y="988059"/>
            <a:ext cx="2710979" cy="1350536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9" name="熊大的PPT宝库14"/>
          <p:cNvSpPr txBox="1"/>
          <p:nvPr/>
        </p:nvSpPr>
        <p:spPr>
          <a:xfrm>
            <a:off x="685141" y="1798432"/>
            <a:ext cx="1396297" cy="39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  <a:r>
              <a:rPr kumimoji="0" lang="en-US" altLang="zh-CN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</a:t>
            </a:r>
            <a:endParaRPr kumimoji="0" lang="zh-CN" altLang="en-US" sz="186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1" name="熊大的PPT宝库15"/>
          <p:cNvSpPr txBox="1"/>
          <p:nvPr/>
        </p:nvSpPr>
        <p:spPr>
          <a:xfrm>
            <a:off x="685141" y="1088857"/>
            <a:ext cx="13356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+159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2" name="熊大的PPT宝库16"/>
          <p:cNvSpPr txBox="1"/>
          <p:nvPr/>
        </p:nvSpPr>
        <p:spPr>
          <a:xfrm>
            <a:off x="3527798" y="1798432"/>
            <a:ext cx="1396297" cy="39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  <a:r>
              <a:rPr kumimoji="0" lang="en-US" altLang="zh-CN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B</a:t>
            </a:r>
            <a:endParaRPr kumimoji="0" lang="zh-CN" altLang="en-US" sz="186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4" name="熊大的PPT宝库17"/>
          <p:cNvSpPr txBox="1"/>
          <p:nvPr/>
        </p:nvSpPr>
        <p:spPr>
          <a:xfrm>
            <a:off x="3527798" y="1088857"/>
            <a:ext cx="1342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+659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5" name="熊大的PPT宝库18"/>
          <p:cNvSpPr txBox="1"/>
          <p:nvPr/>
        </p:nvSpPr>
        <p:spPr>
          <a:xfrm>
            <a:off x="6377878" y="1798432"/>
            <a:ext cx="1396297" cy="39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  <a:r>
              <a:rPr kumimoji="0" lang="en-US" altLang="zh-CN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C</a:t>
            </a:r>
            <a:endParaRPr kumimoji="0" lang="zh-CN" altLang="en-US" sz="186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7" name="熊大的PPT宝库19"/>
          <p:cNvSpPr txBox="1"/>
          <p:nvPr/>
        </p:nvSpPr>
        <p:spPr>
          <a:xfrm>
            <a:off x="6377878" y="1088857"/>
            <a:ext cx="16305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+2654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8" name="熊大的PPT宝库20"/>
          <p:cNvSpPr txBox="1"/>
          <p:nvPr/>
        </p:nvSpPr>
        <p:spPr>
          <a:xfrm>
            <a:off x="9259857" y="1798432"/>
            <a:ext cx="1396297" cy="39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  <a:r>
              <a:rPr kumimoji="0" lang="en-US" altLang="zh-CN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D</a:t>
            </a:r>
            <a:endParaRPr kumimoji="0" lang="zh-CN" altLang="en-US" sz="186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0" name="熊大的PPT宝库21"/>
          <p:cNvSpPr txBox="1"/>
          <p:nvPr/>
        </p:nvSpPr>
        <p:spPr>
          <a:xfrm>
            <a:off x="9259857" y="1088857"/>
            <a:ext cx="1649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+1459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4"/>
          <p:cNvSpPr/>
          <p:nvPr/>
        </p:nvSpPr>
        <p:spPr>
          <a:xfrm>
            <a:off x="477186" y="4084209"/>
            <a:ext cx="4545490" cy="222052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5"/>
          <p:cNvSpPr/>
          <p:nvPr/>
        </p:nvSpPr>
        <p:spPr>
          <a:xfrm>
            <a:off x="7238677" y="4074072"/>
            <a:ext cx="4498560" cy="222052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6"/>
          <p:cNvSpPr/>
          <p:nvPr/>
        </p:nvSpPr>
        <p:spPr>
          <a:xfrm>
            <a:off x="5197809" y="4074073"/>
            <a:ext cx="1862754" cy="104864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7"/>
          <p:cNvSpPr/>
          <p:nvPr/>
        </p:nvSpPr>
        <p:spPr>
          <a:xfrm>
            <a:off x="5197809" y="5245952"/>
            <a:ext cx="1862754" cy="104864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熊大的PPT宝库8"/>
          <p:cNvSpPr txBox="1"/>
          <p:nvPr/>
        </p:nvSpPr>
        <p:spPr>
          <a:xfrm>
            <a:off x="5421300" y="417960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渠道销售</a:t>
            </a:r>
          </a:p>
        </p:txBody>
      </p:sp>
      <p:sp>
        <p:nvSpPr>
          <p:cNvPr id="16" name="熊大的PPT宝库9"/>
          <p:cNvSpPr txBox="1"/>
          <p:nvPr/>
        </p:nvSpPr>
        <p:spPr>
          <a:xfrm>
            <a:off x="5469390" y="4612325"/>
            <a:ext cx="1255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132500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熊大的PPT宝库10"/>
          <p:cNvSpPr txBox="1"/>
          <p:nvPr/>
        </p:nvSpPr>
        <p:spPr>
          <a:xfrm>
            <a:off x="5421300" y="533461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直销销售</a:t>
            </a:r>
          </a:p>
        </p:txBody>
      </p:sp>
      <p:sp>
        <p:nvSpPr>
          <p:cNvPr id="18" name="熊大的PPT宝库11"/>
          <p:cNvSpPr txBox="1"/>
          <p:nvPr/>
        </p:nvSpPr>
        <p:spPr>
          <a:xfrm>
            <a:off x="5608049" y="5767330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45800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9" name="熊大的PPT宝库12"/>
          <p:cNvGraphicFramePr/>
          <p:nvPr/>
        </p:nvGraphicFramePr>
        <p:xfrm>
          <a:off x="467253" y="4084205"/>
          <a:ext cx="4498561" cy="2210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" name="熊大的PPT宝库13"/>
          <p:cNvGraphicFramePr/>
          <p:nvPr/>
        </p:nvGraphicFramePr>
        <p:xfrm>
          <a:off x="7226186" y="4084205"/>
          <a:ext cx="4498561" cy="2210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熊大的PPT宝库14"/>
          <p:cNvSpPr/>
          <p:nvPr/>
        </p:nvSpPr>
        <p:spPr>
          <a:xfrm>
            <a:off x="4340605" y="971964"/>
            <a:ext cx="7396630" cy="2975537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熊大的PPT宝库15"/>
          <p:cNvSpPr/>
          <p:nvPr/>
        </p:nvSpPr>
        <p:spPr>
          <a:xfrm>
            <a:off x="463455" y="971964"/>
            <a:ext cx="3698351" cy="2975537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熊大的PPT宝库16"/>
          <p:cNvSpPr/>
          <p:nvPr/>
        </p:nvSpPr>
        <p:spPr>
          <a:xfrm flipH="1">
            <a:off x="4950986" y="1501891"/>
            <a:ext cx="3727427" cy="531398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24" name="熊大的PPT宝库17"/>
          <p:cNvSpPr/>
          <p:nvPr/>
        </p:nvSpPr>
        <p:spPr>
          <a:xfrm flipH="1">
            <a:off x="4950987" y="1048807"/>
            <a:ext cx="2903429" cy="468101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渠道业绩超额达成目标</a:t>
            </a:r>
          </a:p>
        </p:txBody>
      </p:sp>
      <p:sp>
        <p:nvSpPr>
          <p:cNvPr id="25" name="熊大的PPT宝库18"/>
          <p:cNvSpPr/>
          <p:nvPr/>
        </p:nvSpPr>
        <p:spPr>
          <a:xfrm flipH="1">
            <a:off x="4950986" y="2592675"/>
            <a:ext cx="3727427" cy="533479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26" name="熊大的PPT宝库19"/>
          <p:cNvSpPr/>
          <p:nvPr/>
        </p:nvSpPr>
        <p:spPr>
          <a:xfrm flipH="1">
            <a:off x="4950986" y="2139591"/>
            <a:ext cx="3727426" cy="470963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渠道与直销销售分析</a:t>
            </a:r>
          </a:p>
        </p:txBody>
      </p:sp>
      <p:sp>
        <p:nvSpPr>
          <p:cNvPr id="27" name="熊大的PPT宝库20"/>
          <p:cNvSpPr/>
          <p:nvPr/>
        </p:nvSpPr>
        <p:spPr>
          <a:xfrm flipH="1">
            <a:off x="4950986" y="3223400"/>
            <a:ext cx="3727427" cy="531398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28" name="熊大的PPT宝库21"/>
          <p:cNvSpPr/>
          <p:nvPr/>
        </p:nvSpPr>
        <p:spPr>
          <a:xfrm>
            <a:off x="4693158" y="1267693"/>
            <a:ext cx="81635" cy="81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熊大的PPT宝库22"/>
          <p:cNvSpPr/>
          <p:nvPr/>
        </p:nvSpPr>
        <p:spPr>
          <a:xfrm>
            <a:off x="4693158" y="2383211"/>
            <a:ext cx="81635" cy="81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6" name="熊大的PPT宝库23"/>
          <p:cNvCxnSpPr/>
          <p:nvPr/>
        </p:nvCxnSpPr>
        <p:spPr>
          <a:xfrm>
            <a:off x="4693158" y="2133252"/>
            <a:ext cx="4044009" cy="0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熊大的PPT宝库24"/>
          <p:cNvGraphicFramePr/>
          <p:nvPr/>
        </p:nvGraphicFramePr>
        <p:xfrm>
          <a:off x="8936242" y="971964"/>
          <a:ext cx="2760544" cy="2975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8" name="熊大的PPT宝库25"/>
          <p:cNvSpPr txBox="1"/>
          <p:nvPr/>
        </p:nvSpPr>
        <p:spPr>
          <a:xfrm>
            <a:off x="9544618" y="1856006"/>
            <a:ext cx="15280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26"/>
          <p:cNvSpPr txBox="1"/>
          <p:nvPr/>
        </p:nvSpPr>
        <p:spPr>
          <a:xfrm>
            <a:off x="9520234" y="257339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同比销售额提升约</a:t>
            </a:r>
          </a:p>
        </p:txBody>
      </p:sp>
      <p:graphicFrame>
        <p:nvGraphicFramePr>
          <p:cNvPr id="40" name="熊大的PPT宝库27"/>
          <p:cNvGraphicFramePr/>
          <p:nvPr/>
        </p:nvGraphicFramePr>
        <p:xfrm>
          <a:off x="463454" y="982101"/>
          <a:ext cx="3722736" cy="2965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4"/>
          <p:cNvSpPr/>
          <p:nvPr/>
        </p:nvSpPr>
        <p:spPr>
          <a:xfrm>
            <a:off x="454349" y="988059"/>
            <a:ext cx="7513994" cy="121485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3" name="熊大的PPT宝库5"/>
          <p:cNvCxnSpPr/>
          <p:nvPr/>
        </p:nvCxnSpPr>
        <p:spPr>
          <a:xfrm>
            <a:off x="2090066" y="1285919"/>
            <a:ext cx="0" cy="7674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熊大的PPT宝库6"/>
          <p:cNvCxnSpPr/>
          <p:nvPr/>
        </p:nvCxnSpPr>
        <p:spPr>
          <a:xfrm>
            <a:off x="4090316" y="1285919"/>
            <a:ext cx="0" cy="7674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熊大的PPT宝库7"/>
          <p:cNvCxnSpPr/>
          <p:nvPr/>
        </p:nvCxnSpPr>
        <p:spPr>
          <a:xfrm>
            <a:off x="6090566" y="1285919"/>
            <a:ext cx="0" cy="7674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熊大的PPT宝库8"/>
          <p:cNvSpPr txBox="1"/>
          <p:nvPr/>
        </p:nvSpPr>
        <p:spPr>
          <a:xfrm>
            <a:off x="759247" y="1250019"/>
            <a:ext cx="1025922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年度销售额</a:t>
            </a:r>
          </a:p>
        </p:txBody>
      </p:sp>
      <p:sp>
        <p:nvSpPr>
          <p:cNvPr id="29" name="熊大的PPT宝库9"/>
          <p:cNvSpPr txBox="1"/>
          <p:nvPr/>
        </p:nvSpPr>
        <p:spPr>
          <a:xfrm>
            <a:off x="639021" y="1535520"/>
            <a:ext cx="1266372" cy="4924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45605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熊大的PPT宝库10"/>
          <p:cNvSpPr txBox="1"/>
          <p:nvPr/>
        </p:nvSpPr>
        <p:spPr>
          <a:xfrm>
            <a:off x="2579639" y="1250019"/>
            <a:ext cx="1025922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目标达成率</a:t>
            </a:r>
          </a:p>
        </p:txBody>
      </p:sp>
      <p:sp>
        <p:nvSpPr>
          <p:cNvPr id="31" name="熊大的PPT宝库11"/>
          <p:cNvSpPr txBox="1"/>
          <p:nvPr/>
        </p:nvSpPr>
        <p:spPr>
          <a:xfrm>
            <a:off x="2459412" y="1535520"/>
            <a:ext cx="1266372" cy="4924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115%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12"/>
          <p:cNvSpPr txBox="1"/>
          <p:nvPr/>
        </p:nvSpPr>
        <p:spPr>
          <a:xfrm>
            <a:off x="4272112" y="1250019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全年主营产品销售</a:t>
            </a:r>
          </a:p>
        </p:txBody>
      </p:sp>
      <p:sp>
        <p:nvSpPr>
          <p:cNvPr id="34" name="熊大的PPT宝库13"/>
          <p:cNvSpPr txBox="1"/>
          <p:nvPr/>
        </p:nvSpPr>
        <p:spPr>
          <a:xfrm>
            <a:off x="4459661" y="1535520"/>
            <a:ext cx="1266372" cy="4924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42631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熊大的PPT宝库14"/>
          <p:cNvSpPr txBox="1"/>
          <p:nvPr/>
        </p:nvSpPr>
        <p:spPr>
          <a:xfrm>
            <a:off x="6374953" y="1250019"/>
            <a:ext cx="1436291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最大渠道销售额</a:t>
            </a:r>
          </a:p>
        </p:txBody>
      </p:sp>
      <p:sp>
        <p:nvSpPr>
          <p:cNvPr id="41" name="熊大的PPT宝库15"/>
          <p:cNvSpPr txBox="1"/>
          <p:nvPr/>
        </p:nvSpPr>
        <p:spPr>
          <a:xfrm>
            <a:off x="6459910" y="1535520"/>
            <a:ext cx="1266372" cy="4924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34587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熊大的PPT宝库16"/>
          <p:cNvSpPr/>
          <p:nvPr/>
        </p:nvSpPr>
        <p:spPr>
          <a:xfrm>
            <a:off x="454349" y="2236814"/>
            <a:ext cx="3696231" cy="141626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熊大的PPT宝库17"/>
          <p:cNvSpPr/>
          <p:nvPr/>
        </p:nvSpPr>
        <p:spPr>
          <a:xfrm>
            <a:off x="4224343" y="2236814"/>
            <a:ext cx="3744000" cy="1404000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熊大的PPT宝库18"/>
          <p:cNvSpPr/>
          <p:nvPr/>
        </p:nvSpPr>
        <p:spPr>
          <a:xfrm>
            <a:off x="8041003" y="971964"/>
            <a:ext cx="3696231" cy="5336761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熊大的PPT宝库19"/>
          <p:cNvSpPr/>
          <p:nvPr/>
        </p:nvSpPr>
        <p:spPr>
          <a:xfrm>
            <a:off x="442913" y="3712993"/>
            <a:ext cx="7525430" cy="2595732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熊大的PPT宝库20"/>
          <p:cNvSpPr/>
          <p:nvPr/>
        </p:nvSpPr>
        <p:spPr>
          <a:xfrm>
            <a:off x="639021" y="2348250"/>
            <a:ext cx="421750" cy="369725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5462" h="530775">
                <a:moveTo>
                  <a:pt x="272016" y="325451"/>
                </a:moveTo>
                <a:lnTo>
                  <a:pt x="392662" y="325451"/>
                </a:lnTo>
                <a:cubicBezTo>
                  <a:pt x="397559" y="325451"/>
                  <a:pt x="401566" y="329451"/>
                  <a:pt x="401566" y="334339"/>
                </a:cubicBezTo>
                <a:lnTo>
                  <a:pt x="401566" y="521887"/>
                </a:lnTo>
                <a:cubicBezTo>
                  <a:pt x="401566" y="526775"/>
                  <a:pt x="397559" y="530775"/>
                  <a:pt x="392662" y="530775"/>
                </a:cubicBezTo>
                <a:lnTo>
                  <a:pt x="272016" y="530775"/>
                </a:lnTo>
                <a:cubicBezTo>
                  <a:pt x="267119" y="530775"/>
                  <a:pt x="263112" y="526775"/>
                  <a:pt x="263112" y="521887"/>
                </a:cubicBezTo>
                <a:lnTo>
                  <a:pt x="263112" y="334339"/>
                </a:lnTo>
                <a:cubicBezTo>
                  <a:pt x="263112" y="329451"/>
                  <a:pt x="267119" y="325451"/>
                  <a:pt x="272016" y="325451"/>
                </a:cubicBezTo>
                <a:close/>
                <a:moveTo>
                  <a:pt x="146937" y="244079"/>
                </a:moveTo>
                <a:lnTo>
                  <a:pt x="158067" y="244079"/>
                </a:lnTo>
                <a:lnTo>
                  <a:pt x="185669" y="254302"/>
                </a:lnTo>
                <a:lnTo>
                  <a:pt x="185669" y="521885"/>
                </a:lnTo>
                <a:cubicBezTo>
                  <a:pt x="185669" y="526775"/>
                  <a:pt x="181662" y="530775"/>
                  <a:pt x="176765" y="530775"/>
                </a:cubicBezTo>
                <a:lnTo>
                  <a:pt x="56119" y="530775"/>
                </a:lnTo>
                <a:cubicBezTo>
                  <a:pt x="51222" y="530775"/>
                  <a:pt x="47215" y="526775"/>
                  <a:pt x="47215" y="521885"/>
                </a:cubicBezTo>
                <a:lnTo>
                  <a:pt x="47215" y="347645"/>
                </a:lnTo>
                <a:close/>
                <a:moveTo>
                  <a:pt x="546259" y="115627"/>
                </a:moveTo>
                <a:lnTo>
                  <a:pt x="568070" y="134295"/>
                </a:lnTo>
                <a:cubicBezTo>
                  <a:pt x="573857" y="138740"/>
                  <a:pt x="581425" y="141407"/>
                  <a:pt x="588992" y="141407"/>
                </a:cubicBezTo>
                <a:cubicBezTo>
                  <a:pt x="593888" y="141407"/>
                  <a:pt x="599230" y="140518"/>
                  <a:pt x="603681" y="137851"/>
                </a:cubicBezTo>
                <a:cubicBezTo>
                  <a:pt x="604127" y="137851"/>
                  <a:pt x="604572" y="137407"/>
                  <a:pt x="605462" y="136962"/>
                </a:cubicBezTo>
                <a:lnTo>
                  <a:pt x="605462" y="521885"/>
                </a:lnTo>
                <a:cubicBezTo>
                  <a:pt x="605462" y="526775"/>
                  <a:pt x="601456" y="530775"/>
                  <a:pt x="596559" y="530775"/>
                </a:cubicBezTo>
                <a:lnTo>
                  <a:pt x="475482" y="530775"/>
                </a:lnTo>
                <a:cubicBezTo>
                  <a:pt x="470585" y="530775"/>
                  <a:pt x="466579" y="526775"/>
                  <a:pt x="466579" y="521885"/>
                </a:cubicBezTo>
                <a:lnTo>
                  <a:pt x="466579" y="202301"/>
                </a:lnTo>
                <a:close/>
                <a:moveTo>
                  <a:pt x="582759" y="49"/>
                </a:moveTo>
                <a:cubicBezTo>
                  <a:pt x="586320" y="-395"/>
                  <a:pt x="589882" y="2272"/>
                  <a:pt x="589882" y="5828"/>
                </a:cubicBezTo>
                <a:lnTo>
                  <a:pt x="599230" y="109840"/>
                </a:lnTo>
                <a:cubicBezTo>
                  <a:pt x="599675" y="112507"/>
                  <a:pt x="597894" y="115174"/>
                  <a:pt x="595669" y="116063"/>
                </a:cubicBezTo>
                <a:cubicBezTo>
                  <a:pt x="593443" y="117396"/>
                  <a:pt x="590327" y="117396"/>
                  <a:pt x="588101" y="115618"/>
                </a:cubicBezTo>
                <a:lnTo>
                  <a:pt x="545367" y="79614"/>
                </a:lnTo>
                <a:lnTo>
                  <a:pt x="362410" y="279193"/>
                </a:lnTo>
                <a:cubicBezTo>
                  <a:pt x="357513" y="284527"/>
                  <a:pt x="349946" y="286305"/>
                  <a:pt x="343268" y="283638"/>
                </a:cubicBezTo>
                <a:lnTo>
                  <a:pt x="144286" y="210740"/>
                </a:lnTo>
                <a:lnTo>
                  <a:pt x="30773" y="328976"/>
                </a:lnTo>
                <a:cubicBezTo>
                  <a:pt x="27212" y="332532"/>
                  <a:pt x="22760" y="334310"/>
                  <a:pt x="17864" y="334310"/>
                </a:cubicBezTo>
                <a:cubicBezTo>
                  <a:pt x="13412" y="334310"/>
                  <a:pt x="8961" y="332532"/>
                  <a:pt x="5399" y="329421"/>
                </a:cubicBezTo>
                <a:cubicBezTo>
                  <a:pt x="-1723" y="322309"/>
                  <a:pt x="-1723" y="311196"/>
                  <a:pt x="4954" y="304084"/>
                </a:cubicBezTo>
                <a:lnTo>
                  <a:pt x="126480" y="177848"/>
                </a:lnTo>
                <a:cubicBezTo>
                  <a:pt x="131377" y="172514"/>
                  <a:pt x="138944" y="170736"/>
                  <a:pt x="145622" y="173403"/>
                </a:cubicBezTo>
                <a:lnTo>
                  <a:pt x="344159" y="246300"/>
                </a:lnTo>
                <a:lnTo>
                  <a:pt x="518212" y="56945"/>
                </a:lnTo>
                <a:lnTo>
                  <a:pt x="475033" y="20941"/>
                </a:lnTo>
                <a:cubicBezTo>
                  <a:pt x="473697" y="20052"/>
                  <a:pt x="472807" y="18274"/>
                  <a:pt x="472807" y="16496"/>
                </a:cubicBezTo>
                <a:cubicBezTo>
                  <a:pt x="472807" y="15607"/>
                  <a:pt x="472807" y="14718"/>
                  <a:pt x="473252" y="13829"/>
                </a:cubicBezTo>
                <a:cubicBezTo>
                  <a:pt x="473697" y="11162"/>
                  <a:pt x="476368" y="9384"/>
                  <a:pt x="479039" y="93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熊大的PPT宝库21"/>
          <p:cNvSpPr txBox="1"/>
          <p:nvPr/>
        </p:nvSpPr>
        <p:spPr>
          <a:xfrm>
            <a:off x="1170864" y="2296728"/>
            <a:ext cx="1049967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36516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熊大的PPT宝库22"/>
          <p:cNvSpPr txBox="1"/>
          <p:nvPr/>
        </p:nvSpPr>
        <p:spPr>
          <a:xfrm>
            <a:off x="2293491" y="2485920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49" name="熊大的PPT宝库23"/>
          <p:cNvSpPr txBox="1"/>
          <p:nvPr/>
        </p:nvSpPr>
        <p:spPr>
          <a:xfrm>
            <a:off x="2833967" y="2296728"/>
            <a:ext cx="889667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72%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熊大的PPT宝库24"/>
          <p:cNvSpPr/>
          <p:nvPr/>
        </p:nvSpPr>
        <p:spPr>
          <a:xfrm>
            <a:off x="3807425" y="2362942"/>
            <a:ext cx="181796" cy="180000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熊大的PPT宝库25"/>
          <p:cNvSpPr/>
          <p:nvPr/>
        </p:nvSpPr>
        <p:spPr>
          <a:xfrm>
            <a:off x="4414294" y="2348250"/>
            <a:ext cx="421750" cy="369725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5462" h="530775">
                <a:moveTo>
                  <a:pt x="272016" y="325451"/>
                </a:moveTo>
                <a:lnTo>
                  <a:pt x="392662" y="325451"/>
                </a:lnTo>
                <a:cubicBezTo>
                  <a:pt x="397559" y="325451"/>
                  <a:pt x="401566" y="329451"/>
                  <a:pt x="401566" y="334339"/>
                </a:cubicBezTo>
                <a:lnTo>
                  <a:pt x="401566" y="521887"/>
                </a:lnTo>
                <a:cubicBezTo>
                  <a:pt x="401566" y="526775"/>
                  <a:pt x="397559" y="530775"/>
                  <a:pt x="392662" y="530775"/>
                </a:cubicBezTo>
                <a:lnTo>
                  <a:pt x="272016" y="530775"/>
                </a:lnTo>
                <a:cubicBezTo>
                  <a:pt x="267119" y="530775"/>
                  <a:pt x="263112" y="526775"/>
                  <a:pt x="263112" y="521887"/>
                </a:cubicBezTo>
                <a:lnTo>
                  <a:pt x="263112" y="334339"/>
                </a:lnTo>
                <a:cubicBezTo>
                  <a:pt x="263112" y="329451"/>
                  <a:pt x="267119" y="325451"/>
                  <a:pt x="272016" y="325451"/>
                </a:cubicBezTo>
                <a:close/>
                <a:moveTo>
                  <a:pt x="146937" y="244079"/>
                </a:moveTo>
                <a:lnTo>
                  <a:pt x="158067" y="244079"/>
                </a:lnTo>
                <a:lnTo>
                  <a:pt x="185669" y="254302"/>
                </a:lnTo>
                <a:lnTo>
                  <a:pt x="185669" y="521885"/>
                </a:lnTo>
                <a:cubicBezTo>
                  <a:pt x="185669" y="526775"/>
                  <a:pt x="181662" y="530775"/>
                  <a:pt x="176765" y="530775"/>
                </a:cubicBezTo>
                <a:lnTo>
                  <a:pt x="56119" y="530775"/>
                </a:lnTo>
                <a:cubicBezTo>
                  <a:pt x="51222" y="530775"/>
                  <a:pt x="47215" y="526775"/>
                  <a:pt x="47215" y="521885"/>
                </a:cubicBezTo>
                <a:lnTo>
                  <a:pt x="47215" y="347645"/>
                </a:lnTo>
                <a:close/>
                <a:moveTo>
                  <a:pt x="546259" y="115627"/>
                </a:moveTo>
                <a:lnTo>
                  <a:pt x="568070" y="134295"/>
                </a:lnTo>
                <a:cubicBezTo>
                  <a:pt x="573857" y="138740"/>
                  <a:pt x="581425" y="141407"/>
                  <a:pt x="588992" y="141407"/>
                </a:cubicBezTo>
                <a:cubicBezTo>
                  <a:pt x="593888" y="141407"/>
                  <a:pt x="599230" y="140518"/>
                  <a:pt x="603681" y="137851"/>
                </a:cubicBezTo>
                <a:cubicBezTo>
                  <a:pt x="604127" y="137851"/>
                  <a:pt x="604572" y="137407"/>
                  <a:pt x="605462" y="136962"/>
                </a:cubicBezTo>
                <a:lnTo>
                  <a:pt x="605462" y="521885"/>
                </a:lnTo>
                <a:cubicBezTo>
                  <a:pt x="605462" y="526775"/>
                  <a:pt x="601456" y="530775"/>
                  <a:pt x="596559" y="530775"/>
                </a:cubicBezTo>
                <a:lnTo>
                  <a:pt x="475482" y="530775"/>
                </a:lnTo>
                <a:cubicBezTo>
                  <a:pt x="470585" y="530775"/>
                  <a:pt x="466579" y="526775"/>
                  <a:pt x="466579" y="521885"/>
                </a:cubicBezTo>
                <a:lnTo>
                  <a:pt x="466579" y="202301"/>
                </a:lnTo>
                <a:close/>
                <a:moveTo>
                  <a:pt x="582759" y="49"/>
                </a:moveTo>
                <a:cubicBezTo>
                  <a:pt x="586320" y="-395"/>
                  <a:pt x="589882" y="2272"/>
                  <a:pt x="589882" y="5828"/>
                </a:cubicBezTo>
                <a:lnTo>
                  <a:pt x="599230" y="109840"/>
                </a:lnTo>
                <a:cubicBezTo>
                  <a:pt x="599675" y="112507"/>
                  <a:pt x="597894" y="115174"/>
                  <a:pt x="595669" y="116063"/>
                </a:cubicBezTo>
                <a:cubicBezTo>
                  <a:pt x="593443" y="117396"/>
                  <a:pt x="590327" y="117396"/>
                  <a:pt x="588101" y="115618"/>
                </a:cubicBezTo>
                <a:lnTo>
                  <a:pt x="545367" y="79614"/>
                </a:lnTo>
                <a:lnTo>
                  <a:pt x="362410" y="279193"/>
                </a:lnTo>
                <a:cubicBezTo>
                  <a:pt x="357513" y="284527"/>
                  <a:pt x="349946" y="286305"/>
                  <a:pt x="343268" y="283638"/>
                </a:cubicBezTo>
                <a:lnTo>
                  <a:pt x="144286" y="210740"/>
                </a:lnTo>
                <a:lnTo>
                  <a:pt x="30773" y="328976"/>
                </a:lnTo>
                <a:cubicBezTo>
                  <a:pt x="27212" y="332532"/>
                  <a:pt x="22760" y="334310"/>
                  <a:pt x="17864" y="334310"/>
                </a:cubicBezTo>
                <a:cubicBezTo>
                  <a:pt x="13412" y="334310"/>
                  <a:pt x="8961" y="332532"/>
                  <a:pt x="5399" y="329421"/>
                </a:cubicBezTo>
                <a:cubicBezTo>
                  <a:pt x="-1723" y="322309"/>
                  <a:pt x="-1723" y="311196"/>
                  <a:pt x="4954" y="304084"/>
                </a:cubicBezTo>
                <a:lnTo>
                  <a:pt x="126480" y="177848"/>
                </a:lnTo>
                <a:cubicBezTo>
                  <a:pt x="131377" y="172514"/>
                  <a:pt x="138944" y="170736"/>
                  <a:pt x="145622" y="173403"/>
                </a:cubicBezTo>
                <a:lnTo>
                  <a:pt x="344159" y="246300"/>
                </a:lnTo>
                <a:lnTo>
                  <a:pt x="518212" y="56945"/>
                </a:lnTo>
                <a:lnTo>
                  <a:pt x="475033" y="20941"/>
                </a:lnTo>
                <a:cubicBezTo>
                  <a:pt x="473697" y="20052"/>
                  <a:pt x="472807" y="18274"/>
                  <a:pt x="472807" y="16496"/>
                </a:cubicBezTo>
                <a:cubicBezTo>
                  <a:pt x="472807" y="15607"/>
                  <a:pt x="472807" y="14718"/>
                  <a:pt x="473252" y="13829"/>
                </a:cubicBezTo>
                <a:cubicBezTo>
                  <a:pt x="473697" y="11162"/>
                  <a:pt x="476368" y="9384"/>
                  <a:pt x="479039" y="93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熊大的PPT宝库26"/>
          <p:cNvSpPr txBox="1"/>
          <p:nvPr/>
        </p:nvSpPr>
        <p:spPr>
          <a:xfrm>
            <a:off x="5040874" y="2296728"/>
            <a:ext cx="878446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9089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熊大的PPT宝库27"/>
          <p:cNvSpPr txBox="1"/>
          <p:nvPr/>
        </p:nvSpPr>
        <p:spPr>
          <a:xfrm>
            <a:off x="6021466" y="2485920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54" name="熊大的PPT宝库28"/>
          <p:cNvSpPr txBox="1"/>
          <p:nvPr/>
        </p:nvSpPr>
        <p:spPr>
          <a:xfrm>
            <a:off x="6668300" y="2296728"/>
            <a:ext cx="849592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-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48%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熊大的PPT宝库29"/>
          <p:cNvSpPr/>
          <p:nvPr/>
        </p:nvSpPr>
        <p:spPr>
          <a:xfrm flipV="1">
            <a:off x="7582698" y="2362942"/>
            <a:ext cx="181796" cy="180000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熊大的PPT宝库30"/>
          <p:cNvSpPr txBox="1"/>
          <p:nvPr/>
        </p:nvSpPr>
        <p:spPr>
          <a:xfrm>
            <a:off x="663212" y="2839051"/>
            <a:ext cx="820738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渠道销售</a:t>
            </a:r>
          </a:p>
        </p:txBody>
      </p:sp>
      <p:sp>
        <p:nvSpPr>
          <p:cNvPr id="57" name="熊大的PPT宝库31"/>
          <p:cNvSpPr txBox="1"/>
          <p:nvPr/>
        </p:nvSpPr>
        <p:spPr>
          <a:xfrm>
            <a:off x="4410927" y="2839051"/>
            <a:ext cx="820738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直销销售</a:t>
            </a:r>
          </a:p>
        </p:txBody>
      </p:sp>
      <p:sp>
        <p:nvSpPr>
          <p:cNvPr id="58" name="熊大的PPT宝库32"/>
          <p:cNvSpPr txBox="1"/>
          <p:nvPr/>
        </p:nvSpPr>
        <p:spPr>
          <a:xfrm>
            <a:off x="663212" y="3104388"/>
            <a:ext cx="3326009" cy="4648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围绕“双轮驱动”核心策略，通过对客户经营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,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培训运作、基础管理等工作的不断强化，改善内质</a:t>
            </a:r>
          </a:p>
        </p:txBody>
      </p:sp>
      <p:sp>
        <p:nvSpPr>
          <p:cNvPr id="59" name="熊大的PPT宝库33"/>
          <p:cNvSpPr txBox="1"/>
          <p:nvPr/>
        </p:nvSpPr>
        <p:spPr>
          <a:xfrm>
            <a:off x="4415757" y="3067073"/>
            <a:ext cx="3395487" cy="4648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大力推动新版基本法，有效实施人力政策，实现“有效增员”与“健康裂变”的双轮驱动</a:t>
            </a:r>
          </a:p>
        </p:txBody>
      </p:sp>
      <p:graphicFrame>
        <p:nvGraphicFramePr>
          <p:cNvPr id="60" name="熊大的PPT宝库34"/>
          <p:cNvGraphicFramePr/>
          <p:nvPr/>
        </p:nvGraphicFramePr>
        <p:xfrm>
          <a:off x="536320" y="4049151"/>
          <a:ext cx="7274924" cy="2076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1" name="熊大的PPT宝库35"/>
          <p:cNvSpPr txBox="1"/>
          <p:nvPr/>
        </p:nvSpPr>
        <p:spPr>
          <a:xfrm>
            <a:off x="536320" y="3746437"/>
            <a:ext cx="4081633" cy="4001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各项重点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KPI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指标实现持续增长</a:t>
            </a:r>
          </a:p>
        </p:txBody>
      </p:sp>
      <p:graphicFrame>
        <p:nvGraphicFramePr>
          <p:cNvPr id="62" name="熊大的PPT宝库36"/>
          <p:cNvGraphicFramePr/>
          <p:nvPr/>
        </p:nvGraphicFramePr>
        <p:xfrm>
          <a:off x="8173038" y="901831"/>
          <a:ext cx="3299522" cy="2024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3" name="熊大的PPT宝库37"/>
          <p:cNvSpPr/>
          <p:nvPr/>
        </p:nvSpPr>
        <p:spPr>
          <a:xfrm>
            <a:off x="8245698" y="3091705"/>
            <a:ext cx="172676" cy="17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熊大的PPT宝库38"/>
          <p:cNvSpPr/>
          <p:nvPr/>
        </p:nvSpPr>
        <p:spPr>
          <a:xfrm>
            <a:off x="8245698" y="3909560"/>
            <a:ext cx="172676" cy="17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熊大的PPT宝库39"/>
          <p:cNvSpPr/>
          <p:nvPr/>
        </p:nvSpPr>
        <p:spPr>
          <a:xfrm>
            <a:off x="8245698" y="4695516"/>
            <a:ext cx="172676" cy="177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熊大的PPT宝库40"/>
          <p:cNvSpPr/>
          <p:nvPr/>
        </p:nvSpPr>
        <p:spPr>
          <a:xfrm>
            <a:off x="8245698" y="5481471"/>
            <a:ext cx="172676" cy="1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41"/>
          <p:cNvSpPr txBox="1"/>
          <p:nvPr/>
        </p:nvSpPr>
        <p:spPr>
          <a:xfrm>
            <a:off x="8566785" y="3026410"/>
            <a:ext cx="800735" cy="307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4000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42"/>
          <p:cNvSpPr txBox="1"/>
          <p:nvPr/>
        </p:nvSpPr>
        <p:spPr>
          <a:xfrm>
            <a:off x="9238177" y="3102916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69" name="熊大的PPT宝库43"/>
          <p:cNvSpPr txBox="1"/>
          <p:nvPr/>
        </p:nvSpPr>
        <p:spPr>
          <a:xfrm>
            <a:off x="8566785" y="3846195"/>
            <a:ext cx="800735" cy="307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2000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29D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0" name="熊大的PPT宝库44"/>
          <p:cNvSpPr txBox="1"/>
          <p:nvPr/>
        </p:nvSpPr>
        <p:spPr>
          <a:xfrm>
            <a:off x="9238177" y="3922464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71" name="熊大的PPT宝库45"/>
          <p:cNvSpPr txBox="1"/>
          <p:nvPr/>
        </p:nvSpPr>
        <p:spPr>
          <a:xfrm>
            <a:off x="8566785" y="4634230"/>
            <a:ext cx="800735" cy="307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40000"/>
                    <a:lumOff val="6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3000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29D">
                  <a:lumMod val="40000"/>
                  <a:lumOff val="6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熊大的PPT宝库46"/>
          <p:cNvSpPr txBox="1"/>
          <p:nvPr/>
        </p:nvSpPr>
        <p:spPr>
          <a:xfrm>
            <a:off x="9238177" y="4710113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40000"/>
                    <a:lumOff val="6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73" name="熊大的PPT宝库47"/>
          <p:cNvSpPr txBox="1"/>
          <p:nvPr/>
        </p:nvSpPr>
        <p:spPr>
          <a:xfrm>
            <a:off x="8566785" y="5421630"/>
            <a:ext cx="753745" cy="307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1000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4" name="熊大的PPT宝库48"/>
          <p:cNvSpPr txBox="1"/>
          <p:nvPr/>
        </p:nvSpPr>
        <p:spPr>
          <a:xfrm>
            <a:off x="9238177" y="5497762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75" name="熊大的PPT宝库49"/>
          <p:cNvSpPr/>
          <p:nvPr/>
        </p:nvSpPr>
        <p:spPr>
          <a:xfrm flipH="1">
            <a:off x="8239554" y="3300645"/>
            <a:ext cx="3348000" cy="44114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76" name="熊大的PPT宝库50"/>
          <p:cNvSpPr/>
          <p:nvPr/>
        </p:nvSpPr>
        <p:spPr>
          <a:xfrm flipH="1">
            <a:off x="8239554" y="4116511"/>
            <a:ext cx="3348000" cy="44114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77" name="熊大的PPT宝库51"/>
          <p:cNvSpPr/>
          <p:nvPr/>
        </p:nvSpPr>
        <p:spPr>
          <a:xfrm flipH="1">
            <a:off x="8239554" y="4913320"/>
            <a:ext cx="3348000" cy="44114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78" name="熊大的PPT宝库52"/>
          <p:cNvSpPr/>
          <p:nvPr/>
        </p:nvSpPr>
        <p:spPr>
          <a:xfrm flipH="1">
            <a:off x="8239554" y="5744892"/>
            <a:ext cx="3348000" cy="44114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熊大的PPT宝库4"/>
          <p:cNvSpPr/>
          <p:nvPr/>
        </p:nvSpPr>
        <p:spPr>
          <a:xfrm>
            <a:off x="451890" y="1178773"/>
            <a:ext cx="5282101" cy="110699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7" name="熊大的PPT宝库5"/>
          <p:cNvGraphicFramePr/>
          <p:nvPr/>
        </p:nvGraphicFramePr>
        <p:xfrm>
          <a:off x="588674" y="1125892"/>
          <a:ext cx="1212413" cy="1193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熊大的PPT宝库6"/>
          <p:cNvSpPr txBox="1"/>
          <p:nvPr/>
        </p:nvSpPr>
        <p:spPr>
          <a:xfrm>
            <a:off x="831657" y="1527507"/>
            <a:ext cx="743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7"/>
          <p:cNvSpPr txBox="1"/>
          <p:nvPr/>
        </p:nvSpPr>
        <p:spPr>
          <a:xfrm>
            <a:off x="1871158" y="1639261"/>
            <a:ext cx="3613260" cy="472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上半年费用支出总额较高，主要集中在研发投入、办公租赁和法律咨询</a:t>
            </a:r>
            <a:endParaRPr kumimoji="0" lang="en-ID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熊大的PPT宝库8"/>
          <p:cNvSpPr txBox="1"/>
          <p:nvPr/>
        </p:nvSpPr>
        <p:spPr>
          <a:xfrm>
            <a:off x="1871158" y="1314732"/>
            <a:ext cx="2325098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第一季度费用支出占比</a:t>
            </a:r>
          </a:p>
        </p:txBody>
      </p:sp>
      <p:sp>
        <p:nvSpPr>
          <p:cNvPr id="22" name="熊大的PPT宝库9"/>
          <p:cNvSpPr/>
          <p:nvPr/>
        </p:nvSpPr>
        <p:spPr>
          <a:xfrm>
            <a:off x="451890" y="2513195"/>
            <a:ext cx="5282101" cy="110699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3" name="熊大的PPT宝库10"/>
          <p:cNvGraphicFramePr/>
          <p:nvPr/>
        </p:nvGraphicFramePr>
        <p:xfrm>
          <a:off x="588674" y="2471201"/>
          <a:ext cx="1212413" cy="1193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熊大的PPT宝库11"/>
          <p:cNvSpPr txBox="1"/>
          <p:nvPr/>
        </p:nvSpPr>
        <p:spPr>
          <a:xfrm>
            <a:off x="1871158" y="2950280"/>
            <a:ext cx="3613260" cy="472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下半年费用支出有所调整，员工薪酬和市场营销投入增加，研发投入相对减少</a:t>
            </a:r>
            <a:endParaRPr kumimoji="0" lang="en-ID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12"/>
          <p:cNvSpPr txBox="1"/>
          <p:nvPr/>
        </p:nvSpPr>
        <p:spPr>
          <a:xfrm>
            <a:off x="831657" y="2885039"/>
            <a:ext cx="743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13"/>
          <p:cNvSpPr txBox="1"/>
          <p:nvPr/>
        </p:nvSpPr>
        <p:spPr>
          <a:xfrm>
            <a:off x="1871158" y="2667782"/>
            <a:ext cx="2325098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第二季度费用支出占比</a:t>
            </a:r>
          </a:p>
        </p:txBody>
      </p:sp>
      <p:sp>
        <p:nvSpPr>
          <p:cNvPr id="27" name="熊大的PPT宝库14"/>
          <p:cNvSpPr/>
          <p:nvPr/>
        </p:nvSpPr>
        <p:spPr>
          <a:xfrm>
            <a:off x="451890" y="3867695"/>
            <a:ext cx="5282101" cy="110699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8" name="熊大的PPT宝库15"/>
          <p:cNvGraphicFramePr/>
          <p:nvPr/>
        </p:nvGraphicFramePr>
        <p:xfrm>
          <a:off x="588674" y="3816510"/>
          <a:ext cx="1212413" cy="1193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2" name="熊大的PPT宝库16"/>
          <p:cNvSpPr txBox="1"/>
          <p:nvPr/>
        </p:nvSpPr>
        <p:spPr>
          <a:xfrm>
            <a:off x="831657" y="4228389"/>
            <a:ext cx="743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熊大的PPT宝库17"/>
          <p:cNvSpPr txBox="1"/>
          <p:nvPr/>
        </p:nvSpPr>
        <p:spPr>
          <a:xfrm>
            <a:off x="1871158" y="4225147"/>
            <a:ext cx="3613260" cy="472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三季度费用支出中，行政管理和法律咨询费用相对稳定，研发投入和设备采购费用新增较多，推出了新产品</a:t>
            </a:r>
            <a:endParaRPr kumimoji="0" lang="en-ID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熊大的PPT宝库18"/>
          <p:cNvSpPr txBox="1"/>
          <p:nvPr/>
        </p:nvSpPr>
        <p:spPr>
          <a:xfrm>
            <a:off x="1871158" y="3968554"/>
            <a:ext cx="2325098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第三季度费用支出占比</a:t>
            </a:r>
          </a:p>
        </p:txBody>
      </p:sp>
      <p:sp>
        <p:nvSpPr>
          <p:cNvPr id="38" name="熊大的PPT宝库19"/>
          <p:cNvSpPr/>
          <p:nvPr/>
        </p:nvSpPr>
        <p:spPr>
          <a:xfrm>
            <a:off x="451890" y="5211188"/>
            <a:ext cx="5282101" cy="110699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20"/>
          <p:cNvSpPr txBox="1"/>
          <p:nvPr/>
        </p:nvSpPr>
        <p:spPr>
          <a:xfrm>
            <a:off x="1871158" y="5551838"/>
            <a:ext cx="3613260" cy="472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年初和年末研发投入高峰，中期下降，可能因市场淡季或预算调整，显示企业灵活应对市场变化</a:t>
            </a:r>
            <a:endParaRPr kumimoji="0" lang="en-ID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40" name="熊大的PPT宝库21"/>
          <p:cNvGraphicFramePr/>
          <p:nvPr/>
        </p:nvGraphicFramePr>
        <p:xfrm>
          <a:off x="588674" y="5161819"/>
          <a:ext cx="1212413" cy="1193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9" name="熊大的PPT宝库22"/>
          <p:cNvSpPr txBox="1"/>
          <p:nvPr/>
        </p:nvSpPr>
        <p:spPr>
          <a:xfrm>
            <a:off x="831657" y="5588668"/>
            <a:ext cx="743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熊大的PPT宝库23"/>
          <p:cNvSpPr txBox="1"/>
          <p:nvPr/>
        </p:nvSpPr>
        <p:spPr>
          <a:xfrm>
            <a:off x="1871158" y="5296966"/>
            <a:ext cx="2325098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第四季度费用支出占比</a:t>
            </a:r>
          </a:p>
        </p:txBody>
      </p:sp>
      <p:sp>
        <p:nvSpPr>
          <p:cNvPr id="6" name="熊大的PPT宝库24"/>
          <p:cNvSpPr/>
          <p:nvPr/>
        </p:nvSpPr>
        <p:spPr>
          <a:xfrm>
            <a:off x="5984983" y="1173305"/>
            <a:ext cx="5764105" cy="250195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97" name="熊大的PPT宝库25"/>
          <p:cNvGraphicFramePr/>
          <p:nvPr/>
        </p:nvGraphicFramePr>
        <p:xfrm>
          <a:off x="6095999" y="1314732"/>
          <a:ext cx="5641651" cy="2363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98" name="熊大的PPT宝库26"/>
          <p:cNvSpPr/>
          <p:nvPr/>
        </p:nvSpPr>
        <p:spPr>
          <a:xfrm>
            <a:off x="5984983" y="3816029"/>
            <a:ext cx="5764105" cy="250195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99" name="熊大的PPT宝库27"/>
          <p:cNvGraphicFramePr/>
          <p:nvPr/>
        </p:nvGraphicFramePr>
        <p:xfrm>
          <a:off x="6095999" y="3957456"/>
          <a:ext cx="5641651" cy="2363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5" name="熊大的PPT宝库4"/>
          <p:cNvSpPr/>
          <p:nvPr/>
        </p:nvSpPr>
        <p:spPr>
          <a:xfrm>
            <a:off x="3569921" y="2283504"/>
            <a:ext cx="8167315" cy="4234108"/>
          </a:xfrm>
          <a:prstGeom prst="roundRec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熊大的PPT宝库5"/>
          <p:cNvSpPr/>
          <p:nvPr/>
        </p:nvSpPr>
        <p:spPr>
          <a:xfrm>
            <a:off x="454763" y="2283504"/>
            <a:ext cx="2907608" cy="4234108"/>
          </a:xfrm>
          <a:prstGeom prst="roundRec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00" name="熊大的PPT宝库6"/>
          <p:cNvGraphicFramePr/>
          <p:nvPr/>
        </p:nvGraphicFramePr>
        <p:xfrm>
          <a:off x="879623" y="2986138"/>
          <a:ext cx="2033735" cy="2192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1" name="熊大的PPT宝库7"/>
          <p:cNvSpPr/>
          <p:nvPr/>
        </p:nvSpPr>
        <p:spPr>
          <a:xfrm>
            <a:off x="592637" y="2438398"/>
            <a:ext cx="2631860" cy="45243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600" b="1" i="0" u="none" strike="noStrike" kern="1200" cap="none" spc="30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2" name="熊大的PPT宝库8"/>
          <p:cNvSpPr txBox="1"/>
          <p:nvPr/>
        </p:nvSpPr>
        <p:spPr>
          <a:xfrm>
            <a:off x="580560" y="5000266"/>
            <a:ext cx="2631860" cy="12193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1200"/>
              </a:spcBef>
              <a:defRPr sz="1400">
                <a:solidFill>
                  <a:schemeClr val="tx2"/>
                </a:solidFill>
                <a:ea typeface="Open Sans" panose="020B0606030504020204" pitchFamily="34" charset="0"/>
                <a:cs typeface="Rubik Light" pitchFamily="2" charset="-79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年客户对资金的安全与保值是更加的关注，特别是选取长期保值的产品，考虑安全性，长期性，保障性的方面更多一些，避免因为经济政策变化对生活产生更多不利的影响的产生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04" name="熊大的PPT宝库9"/>
          <p:cNvGraphicFramePr/>
          <p:nvPr/>
        </p:nvGraphicFramePr>
        <p:xfrm>
          <a:off x="3786233" y="3825487"/>
          <a:ext cx="7813129" cy="251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8" name="熊大的PPT宝库10"/>
          <p:cNvSpPr/>
          <p:nvPr/>
        </p:nvSpPr>
        <p:spPr>
          <a:xfrm>
            <a:off x="8045694" y="2644969"/>
            <a:ext cx="1891277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销售额：每月保持在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万左右的稳定水平。</a:t>
            </a:r>
          </a:p>
        </p:txBody>
      </p:sp>
      <p:sp>
        <p:nvSpPr>
          <p:cNvPr id="113" name="熊大的PPT宝库11"/>
          <p:cNvSpPr txBox="1"/>
          <p:nvPr/>
        </p:nvSpPr>
        <p:spPr>
          <a:xfrm>
            <a:off x="1311265" y="3759549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100%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5" name="熊大的PPT宝库12"/>
          <p:cNvSpPr txBox="1"/>
          <p:nvPr/>
        </p:nvSpPr>
        <p:spPr>
          <a:xfrm>
            <a:off x="1196833" y="2526118"/>
            <a:ext cx="142346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年度目标达成</a:t>
            </a:r>
          </a:p>
        </p:txBody>
      </p:sp>
      <p:sp>
        <p:nvSpPr>
          <p:cNvPr id="106" name="熊大的PPT宝库13"/>
          <p:cNvSpPr/>
          <p:nvPr/>
        </p:nvSpPr>
        <p:spPr>
          <a:xfrm>
            <a:off x="3779761" y="2432512"/>
            <a:ext cx="7819601" cy="97016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508000" dist="88900" dir="54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熊大的PPT宝库14"/>
          <p:cNvSpPr txBox="1"/>
          <p:nvPr/>
        </p:nvSpPr>
        <p:spPr>
          <a:xfrm>
            <a:off x="4019468" y="2516385"/>
            <a:ext cx="3847207" cy="294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1200"/>
              </a:spcBef>
              <a:defRPr sz="1400">
                <a:solidFill>
                  <a:schemeClr val="tx2"/>
                </a:solidFill>
                <a:ea typeface="Open Sans" panose="020B0606030504020204" pitchFamily="34" charset="0"/>
                <a:cs typeface="Rubik Light" pitchFamily="2" charset="-79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1-3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月达成全年业绩目标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月份业绩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19000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熊大的PPT宝库15"/>
          <p:cNvSpPr txBox="1"/>
          <p:nvPr/>
        </p:nvSpPr>
        <p:spPr>
          <a:xfrm>
            <a:off x="4019468" y="2846733"/>
            <a:ext cx="7410531" cy="3872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1200"/>
              </a:spcBef>
              <a:defRPr sz="1400">
                <a:solidFill>
                  <a:schemeClr val="tx2"/>
                </a:solidFill>
                <a:ea typeface="Open Sans" panose="020B0606030504020204" pitchFamily="34" charset="0"/>
                <a:cs typeface="Rubik Light" pitchFamily="2" charset="-79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今年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月虽然遇到春节，但是在经济下行的现在，越来越多的人趋于保守，将自己的收入购买产品，从而在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月份的业绩达到了今年的最高点，以至于在前面三个月提前完成全年业绩。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7" name="熊大的PPT宝库16"/>
          <p:cNvSpPr/>
          <p:nvPr/>
        </p:nvSpPr>
        <p:spPr>
          <a:xfrm>
            <a:off x="3315723" y="966577"/>
            <a:ext cx="2714340" cy="128348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熊大的PPT宝库17"/>
          <p:cNvSpPr/>
          <p:nvPr/>
        </p:nvSpPr>
        <p:spPr>
          <a:xfrm>
            <a:off x="454763" y="966577"/>
            <a:ext cx="2714340" cy="128348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9" name="熊大的PPT宝库18"/>
          <p:cNvSpPr/>
          <p:nvPr/>
        </p:nvSpPr>
        <p:spPr>
          <a:xfrm>
            <a:off x="6176683" y="966577"/>
            <a:ext cx="2714869" cy="128348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0" name="熊大的PPT宝库19"/>
          <p:cNvSpPr/>
          <p:nvPr/>
        </p:nvSpPr>
        <p:spPr>
          <a:xfrm>
            <a:off x="9038173" y="966577"/>
            <a:ext cx="2714869" cy="128348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1" name="熊大的PPT宝库20"/>
          <p:cNvSpPr txBox="1"/>
          <p:nvPr/>
        </p:nvSpPr>
        <p:spPr>
          <a:xfrm>
            <a:off x="533828" y="1036703"/>
            <a:ext cx="2556209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220,00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2" name="熊大的PPT宝库21"/>
          <p:cNvSpPr txBox="1"/>
          <p:nvPr/>
        </p:nvSpPr>
        <p:spPr>
          <a:xfrm>
            <a:off x="533828" y="1485436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第一季度销售总额</a:t>
            </a:r>
          </a:p>
        </p:txBody>
      </p:sp>
      <p:sp>
        <p:nvSpPr>
          <p:cNvPr id="123" name="熊大的PPT宝库22"/>
          <p:cNvSpPr txBox="1"/>
          <p:nvPr/>
        </p:nvSpPr>
        <p:spPr>
          <a:xfrm>
            <a:off x="533828" y="1866436"/>
            <a:ext cx="931345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23%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124" name="熊大的PPT宝库2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63448" y="1544948"/>
            <a:ext cx="826589" cy="562103"/>
          </a:xfrm>
          <a:prstGeom prst="rect">
            <a:avLst/>
          </a:prstGeom>
        </p:spPr>
      </p:pic>
      <p:sp>
        <p:nvSpPr>
          <p:cNvPr id="125" name="熊大的PPT宝库24"/>
          <p:cNvSpPr txBox="1"/>
          <p:nvPr/>
        </p:nvSpPr>
        <p:spPr>
          <a:xfrm>
            <a:off x="3387095" y="1036703"/>
            <a:ext cx="2556209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4,000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6" name="熊大的PPT宝库25"/>
          <p:cNvSpPr txBox="1"/>
          <p:nvPr/>
        </p:nvSpPr>
        <p:spPr>
          <a:xfrm>
            <a:off x="3387095" y="1485436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第一季度销售总额</a:t>
            </a:r>
          </a:p>
        </p:txBody>
      </p:sp>
      <p:sp>
        <p:nvSpPr>
          <p:cNvPr id="127" name="熊大的PPT宝库26"/>
          <p:cNvSpPr txBox="1"/>
          <p:nvPr/>
        </p:nvSpPr>
        <p:spPr>
          <a:xfrm>
            <a:off x="3387095" y="1866436"/>
            <a:ext cx="931345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同比下降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128" name="熊大的PPT宝库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16715" y="1544948"/>
            <a:ext cx="826589" cy="562103"/>
          </a:xfrm>
          <a:prstGeom prst="rect">
            <a:avLst/>
          </a:prstGeom>
        </p:spPr>
      </p:pic>
      <p:sp>
        <p:nvSpPr>
          <p:cNvPr id="129" name="熊大的PPT宝库28"/>
          <p:cNvSpPr txBox="1"/>
          <p:nvPr/>
        </p:nvSpPr>
        <p:spPr>
          <a:xfrm>
            <a:off x="6248828" y="1036703"/>
            <a:ext cx="2556209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2,000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0" name="熊大的PPT宝库29"/>
          <p:cNvSpPr txBox="1"/>
          <p:nvPr/>
        </p:nvSpPr>
        <p:spPr>
          <a:xfrm>
            <a:off x="6248828" y="1485436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第一季度销售总额</a:t>
            </a:r>
          </a:p>
        </p:txBody>
      </p:sp>
      <p:sp>
        <p:nvSpPr>
          <p:cNvPr id="131" name="熊大的PPT宝库30"/>
          <p:cNvSpPr txBox="1"/>
          <p:nvPr/>
        </p:nvSpPr>
        <p:spPr>
          <a:xfrm>
            <a:off x="6248828" y="1866436"/>
            <a:ext cx="931345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环比增长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132" name="熊大的PPT宝库3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8448" y="1544948"/>
            <a:ext cx="826589" cy="562103"/>
          </a:xfrm>
          <a:prstGeom prst="rect">
            <a:avLst/>
          </a:prstGeom>
        </p:spPr>
      </p:pic>
      <p:sp>
        <p:nvSpPr>
          <p:cNvPr id="133" name="熊大的PPT宝库32"/>
          <p:cNvSpPr txBox="1"/>
          <p:nvPr/>
        </p:nvSpPr>
        <p:spPr>
          <a:xfrm>
            <a:off x="9127495" y="1036703"/>
            <a:ext cx="2556209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2,000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4" name="熊大的PPT宝库33"/>
          <p:cNvSpPr txBox="1"/>
          <p:nvPr/>
        </p:nvSpPr>
        <p:spPr>
          <a:xfrm>
            <a:off x="9127495" y="1485436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第一季度销售总额</a:t>
            </a:r>
          </a:p>
        </p:txBody>
      </p:sp>
      <p:sp>
        <p:nvSpPr>
          <p:cNvPr id="135" name="熊大的PPT宝库34"/>
          <p:cNvSpPr txBox="1"/>
          <p:nvPr/>
        </p:nvSpPr>
        <p:spPr>
          <a:xfrm>
            <a:off x="9127495" y="1866436"/>
            <a:ext cx="931345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环比增长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136" name="熊大的PPT宝库3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57115" y="1544948"/>
            <a:ext cx="826589" cy="56210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私域运营策略模型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熊大的PPT宝库4"/>
          <p:cNvSpPr/>
          <p:nvPr/>
        </p:nvSpPr>
        <p:spPr>
          <a:xfrm>
            <a:off x="4224310" y="1841342"/>
            <a:ext cx="3743381" cy="3743381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ot"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5"/>
          <p:cNvSpPr/>
          <p:nvPr/>
        </p:nvSpPr>
        <p:spPr>
          <a:xfrm>
            <a:off x="2029119" y="2141684"/>
            <a:ext cx="3443039" cy="3443039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ysDot"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熊大的PPT宝库6"/>
          <p:cNvSpPr/>
          <p:nvPr/>
        </p:nvSpPr>
        <p:spPr>
          <a:xfrm>
            <a:off x="6711022" y="2141684"/>
            <a:ext cx="3443039" cy="3443039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ysDot"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熊大的PPT宝库7"/>
          <p:cNvSpPr/>
          <p:nvPr/>
        </p:nvSpPr>
        <p:spPr>
          <a:xfrm>
            <a:off x="4398688" y="2807699"/>
            <a:ext cx="1810667" cy="18106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熊大的PPT宝库8"/>
          <p:cNvSpPr/>
          <p:nvPr/>
        </p:nvSpPr>
        <p:spPr>
          <a:xfrm>
            <a:off x="5982646" y="2807699"/>
            <a:ext cx="1810667" cy="18106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熊大的PPT宝库9"/>
          <p:cNvSpPr txBox="1"/>
          <p:nvPr/>
        </p:nvSpPr>
        <p:spPr>
          <a:xfrm>
            <a:off x="5285332" y="2308990"/>
            <a:ext cx="1476366" cy="27699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企微/个微私域</a:t>
            </a:r>
          </a:p>
        </p:txBody>
      </p:sp>
      <p:sp>
        <p:nvSpPr>
          <p:cNvPr id="47" name="熊大的PPT宝库10"/>
          <p:cNvSpPr txBox="1"/>
          <p:nvPr/>
        </p:nvSpPr>
        <p:spPr>
          <a:xfrm>
            <a:off x="4831876" y="3435816"/>
            <a:ext cx="923330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1V1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私聊体系</a:t>
            </a:r>
          </a:p>
        </p:txBody>
      </p:sp>
      <p:sp>
        <p:nvSpPr>
          <p:cNvPr id="49" name="熊大的PPT宝库11"/>
          <p:cNvSpPr txBox="1"/>
          <p:nvPr/>
        </p:nvSpPr>
        <p:spPr>
          <a:xfrm>
            <a:off x="6383733" y="3459159"/>
            <a:ext cx="1032334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消费/服务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社群</a:t>
            </a:r>
          </a:p>
        </p:txBody>
      </p:sp>
      <p:sp>
        <p:nvSpPr>
          <p:cNvPr id="50" name="熊大的PPT宝库12"/>
          <p:cNvSpPr/>
          <p:nvPr/>
        </p:nvSpPr>
        <p:spPr>
          <a:xfrm>
            <a:off x="8432541" y="2644861"/>
            <a:ext cx="1218342" cy="12183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熊大的PPT宝库13"/>
          <p:cNvSpPr/>
          <p:nvPr/>
        </p:nvSpPr>
        <p:spPr>
          <a:xfrm>
            <a:off x="8432541" y="3917641"/>
            <a:ext cx="1218342" cy="12183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熊大的PPT宝库14"/>
          <p:cNvSpPr txBox="1"/>
          <p:nvPr/>
        </p:nvSpPr>
        <p:spPr>
          <a:xfrm>
            <a:off x="8695464" y="2977033"/>
            <a:ext cx="692497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公众号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矩阵</a:t>
            </a:r>
          </a:p>
        </p:txBody>
      </p:sp>
      <p:sp>
        <p:nvSpPr>
          <p:cNvPr id="55" name="熊大的PPT宝库15"/>
          <p:cNvSpPr txBox="1"/>
          <p:nvPr/>
        </p:nvSpPr>
        <p:spPr>
          <a:xfrm>
            <a:off x="8695464" y="4249813"/>
            <a:ext cx="692497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小程序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矩阵</a:t>
            </a:r>
          </a:p>
        </p:txBody>
      </p:sp>
      <p:sp>
        <p:nvSpPr>
          <p:cNvPr id="60" name="熊大的PPT宝库16"/>
          <p:cNvSpPr/>
          <p:nvPr/>
        </p:nvSpPr>
        <p:spPr>
          <a:xfrm>
            <a:off x="2438696" y="2644861"/>
            <a:ext cx="1218342" cy="12183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熊大的PPT宝库17"/>
          <p:cNvSpPr/>
          <p:nvPr/>
        </p:nvSpPr>
        <p:spPr>
          <a:xfrm>
            <a:off x="2438696" y="3917641"/>
            <a:ext cx="1218342" cy="12183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熊大的PPT宝库18"/>
          <p:cNvSpPr txBox="1"/>
          <p:nvPr/>
        </p:nvSpPr>
        <p:spPr>
          <a:xfrm>
            <a:off x="2586202" y="2977033"/>
            <a:ext cx="923330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微信生态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</a:t>
            </a:r>
          </a:p>
        </p:txBody>
      </p:sp>
      <p:sp>
        <p:nvSpPr>
          <p:cNvPr id="63" name="熊大的PPT宝库19"/>
          <p:cNvSpPr txBox="1"/>
          <p:nvPr/>
        </p:nvSpPr>
        <p:spPr>
          <a:xfrm>
            <a:off x="2586203" y="4249813"/>
            <a:ext cx="923330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其他生态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电商公域</a:t>
            </a:r>
          </a:p>
        </p:txBody>
      </p:sp>
      <p:sp>
        <p:nvSpPr>
          <p:cNvPr id="64" name="熊大的PPT宝库20"/>
          <p:cNvSpPr/>
          <p:nvPr/>
        </p:nvSpPr>
        <p:spPr>
          <a:xfrm>
            <a:off x="9963210" y="3110239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熊大的PPT宝库21"/>
          <p:cNvSpPr/>
          <p:nvPr/>
        </p:nvSpPr>
        <p:spPr>
          <a:xfrm>
            <a:off x="9464083" y="2435934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熊大的PPT宝库22"/>
          <p:cNvSpPr/>
          <p:nvPr/>
        </p:nvSpPr>
        <p:spPr>
          <a:xfrm>
            <a:off x="9963210" y="4396055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23"/>
          <p:cNvSpPr/>
          <p:nvPr/>
        </p:nvSpPr>
        <p:spPr>
          <a:xfrm>
            <a:off x="9464083" y="5095387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24"/>
          <p:cNvSpPr/>
          <p:nvPr/>
        </p:nvSpPr>
        <p:spPr>
          <a:xfrm>
            <a:off x="1975725" y="3462664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熊大的PPT宝库25"/>
          <p:cNvSpPr/>
          <p:nvPr/>
        </p:nvSpPr>
        <p:spPr>
          <a:xfrm>
            <a:off x="2115390" y="2980733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0" name="熊大的PPT宝库26"/>
          <p:cNvSpPr/>
          <p:nvPr/>
        </p:nvSpPr>
        <p:spPr>
          <a:xfrm>
            <a:off x="1997178" y="4208892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熊大的PPT宝库27"/>
          <p:cNvSpPr/>
          <p:nvPr/>
        </p:nvSpPr>
        <p:spPr>
          <a:xfrm>
            <a:off x="2191590" y="4646941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熊大的PPT宝库28"/>
          <p:cNvSpPr/>
          <p:nvPr/>
        </p:nvSpPr>
        <p:spPr>
          <a:xfrm>
            <a:off x="2492791" y="2454984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3" name="熊大的PPT宝库29"/>
          <p:cNvSpPr/>
          <p:nvPr/>
        </p:nvSpPr>
        <p:spPr>
          <a:xfrm>
            <a:off x="2530891" y="5057287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熊大的PPT宝库30"/>
          <p:cNvSpPr/>
          <p:nvPr/>
        </p:nvSpPr>
        <p:spPr>
          <a:xfrm>
            <a:off x="2952695" y="5345675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熊大的PPT宝库31"/>
          <p:cNvSpPr/>
          <p:nvPr/>
        </p:nvSpPr>
        <p:spPr>
          <a:xfrm>
            <a:off x="2952695" y="2193191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熊大的PPT宝库32"/>
          <p:cNvSpPr/>
          <p:nvPr/>
        </p:nvSpPr>
        <p:spPr>
          <a:xfrm>
            <a:off x="1067917" y="1904258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8" name="熊大的PPT宝库33"/>
          <p:cNvSpPr txBox="1"/>
          <p:nvPr/>
        </p:nvSpPr>
        <p:spPr>
          <a:xfrm>
            <a:off x="1399334" y="1970515"/>
            <a:ext cx="820738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广告投放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9" name="熊大的PPT宝库34"/>
          <p:cNvSpPr/>
          <p:nvPr/>
        </p:nvSpPr>
        <p:spPr>
          <a:xfrm>
            <a:off x="704270" y="2377088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0" name="熊大的PPT宝库35"/>
          <p:cNvSpPr txBox="1"/>
          <p:nvPr/>
        </p:nvSpPr>
        <p:spPr>
          <a:xfrm>
            <a:off x="933096" y="2443345"/>
            <a:ext cx="102592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视频号直播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熊大的PPT宝库36"/>
          <p:cNvSpPr/>
          <p:nvPr/>
        </p:nvSpPr>
        <p:spPr>
          <a:xfrm>
            <a:off x="588648" y="2866797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2" name="熊大的PPT宝库37"/>
          <p:cNvSpPr txBox="1"/>
          <p:nvPr/>
        </p:nvSpPr>
        <p:spPr>
          <a:xfrm>
            <a:off x="672532" y="2933054"/>
            <a:ext cx="1315809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微信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KOL/KOC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3" name="熊大的PPT宝库38"/>
          <p:cNvSpPr/>
          <p:nvPr/>
        </p:nvSpPr>
        <p:spPr>
          <a:xfrm>
            <a:off x="474348" y="3362743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4" name="熊大的PPT宝库39"/>
          <p:cNvSpPr txBox="1"/>
          <p:nvPr/>
        </p:nvSpPr>
        <p:spPr>
          <a:xfrm>
            <a:off x="600584" y="3429000"/>
            <a:ext cx="1231106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品牌异业引流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5" name="熊大的PPT宝库40"/>
          <p:cNvSpPr/>
          <p:nvPr/>
        </p:nvSpPr>
        <p:spPr>
          <a:xfrm>
            <a:off x="474348" y="4144324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熊大的PPT宝库41"/>
          <p:cNvSpPr txBox="1"/>
          <p:nvPr/>
        </p:nvSpPr>
        <p:spPr>
          <a:xfrm>
            <a:off x="805770" y="4210581"/>
            <a:ext cx="820738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平台电商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熊大的PPT宝库42"/>
          <p:cNvSpPr/>
          <p:nvPr/>
        </p:nvSpPr>
        <p:spPr>
          <a:xfrm>
            <a:off x="588648" y="4602055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熊大的PPT宝库43"/>
          <p:cNvSpPr txBox="1"/>
          <p:nvPr/>
        </p:nvSpPr>
        <p:spPr>
          <a:xfrm>
            <a:off x="920069" y="4668312"/>
            <a:ext cx="820738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直播电商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熊大的PPT宝库44"/>
          <p:cNvSpPr/>
          <p:nvPr/>
        </p:nvSpPr>
        <p:spPr>
          <a:xfrm>
            <a:off x="704270" y="5063437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2" name="熊大的PPT宝库45"/>
          <p:cNvSpPr txBox="1"/>
          <p:nvPr/>
        </p:nvSpPr>
        <p:spPr>
          <a:xfrm>
            <a:off x="864167" y="5129694"/>
            <a:ext cx="1163780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(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包妻卡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熊大的PPT宝库46"/>
          <p:cNvSpPr/>
          <p:nvPr/>
        </p:nvSpPr>
        <p:spPr>
          <a:xfrm>
            <a:off x="1067917" y="5504868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4" name="熊大的PPT宝库47"/>
          <p:cNvSpPr txBox="1"/>
          <p:nvPr/>
        </p:nvSpPr>
        <p:spPr>
          <a:xfrm>
            <a:off x="1323192" y="5571125"/>
            <a:ext cx="973023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电销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短信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5" name="熊大的PPT宝库48"/>
          <p:cNvSpPr/>
          <p:nvPr/>
        </p:nvSpPr>
        <p:spPr>
          <a:xfrm>
            <a:off x="9963546" y="2329306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熊大的PPT宝库49"/>
          <p:cNvSpPr txBox="1"/>
          <p:nvPr/>
        </p:nvSpPr>
        <p:spPr>
          <a:xfrm>
            <a:off x="9987186" y="2395563"/>
            <a:ext cx="143629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会员服务公众号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7" name="熊大的PPT宝库50"/>
          <p:cNvSpPr/>
          <p:nvPr/>
        </p:nvSpPr>
        <p:spPr>
          <a:xfrm>
            <a:off x="10260114" y="3043982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8" name="熊大的PPT宝库51"/>
          <p:cNvSpPr txBox="1"/>
          <p:nvPr/>
        </p:nvSpPr>
        <p:spPr>
          <a:xfrm>
            <a:off x="10283754" y="3110239"/>
            <a:ext cx="143629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内容种草公众号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熊大的PPT宝库52"/>
          <p:cNvSpPr/>
          <p:nvPr/>
        </p:nvSpPr>
        <p:spPr>
          <a:xfrm>
            <a:off x="10260114" y="4289577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熊大的PPT宝库53"/>
          <p:cNvSpPr txBox="1"/>
          <p:nvPr/>
        </p:nvSpPr>
        <p:spPr>
          <a:xfrm>
            <a:off x="10488945" y="4355834"/>
            <a:ext cx="102592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电商小程序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1" name="熊大的PPT宝库54"/>
          <p:cNvSpPr/>
          <p:nvPr/>
        </p:nvSpPr>
        <p:spPr>
          <a:xfrm>
            <a:off x="9963546" y="4985084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2" name="熊大的PPT宝库55"/>
          <p:cNvSpPr txBox="1"/>
          <p:nvPr/>
        </p:nvSpPr>
        <p:spPr>
          <a:xfrm>
            <a:off x="10192372" y="5051341"/>
            <a:ext cx="102592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会员小程序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熊大的PPT宝库56"/>
          <p:cNvSpPr txBox="1"/>
          <p:nvPr/>
        </p:nvSpPr>
        <p:spPr>
          <a:xfrm>
            <a:off x="8092524" y="3182160"/>
            <a:ext cx="252000" cy="11079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私域场</a:t>
            </a:r>
          </a:p>
        </p:txBody>
      </p:sp>
      <p:sp>
        <p:nvSpPr>
          <p:cNvPr id="106" name="熊大的PPT宝库57"/>
          <p:cNvSpPr txBox="1"/>
          <p:nvPr/>
        </p:nvSpPr>
        <p:spPr>
          <a:xfrm>
            <a:off x="3775103" y="3182160"/>
            <a:ext cx="252000" cy="11079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公域场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营销角色多样化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6" name="熊大的PPT宝库4"/>
          <p:cNvGrpSpPr/>
          <p:nvPr/>
        </p:nvGrpSpPr>
        <p:grpSpPr>
          <a:xfrm>
            <a:off x="4314927" y="2398018"/>
            <a:ext cx="3562147" cy="3371585"/>
            <a:chOff x="3972127" y="1631092"/>
            <a:chExt cx="4240701" cy="4013839"/>
          </a:xfrm>
        </p:grpSpPr>
        <p:sp>
          <p:nvSpPr>
            <p:cNvPr id="5" name="熊大的PPT宝库4-1"/>
            <p:cNvSpPr/>
            <p:nvPr/>
          </p:nvSpPr>
          <p:spPr>
            <a:xfrm>
              <a:off x="4277821" y="2008574"/>
              <a:ext cx="3636357" cy="3636357"/>
            </a:xfrm>
            <a:prstGeom prst="donut">
              <a:avLst>
                <a:gd name="adj" fmla="val 9882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" name="熊大的PPT宝库4-2"/>
            <p:cNvSpPr/>
            <p:nvPr/>
          </p:nvSpPr>
          <p:spPr>
            <a:xfrm>
              <a:off x="5548920" y="1631092"/>
              <a:ext cx="1112108" cy="11121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" name="熊大的PPT宝库4-3"/>
            <p:cNvSpPr/>
            <p:nvPr/>
          </p:nvSpPr>
          <p:spPr>
            <a:xfrm>
              <a:off x="4576269" y="4532823"/>
              <a:ext cx="1112108" cy="11121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" name="熊大的PPT宝库4-4"/>
            <p:cNvSpPr/>
            <p:nvPr/>
          </p:nvSpPr>
          <p:spPr>
            <a:xfrm>
              <a:off x="6503625" y="4532823"/>
              <a:ext cx="1112108" cy="11121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" name="熊大的PPT宝库4-5"/>
            <p:cNvSpPr/>
            <p:nvPr/>
          </p:nvSpPr>
          <p:spPr>
            <a:xfrm>
              <a:off x="7100720" y="2850875"/>
              <a:ext cx="1112108" cy="11121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" name="熊大的PPT宝库4-6"/>
            <p:cNvSpPr/>
            <p:nvPr/>
          </p:nvSpPr>
          <p:spPr>
            <a:xfrm>
              <a:off x="3972127" y="2871178"/>
              <a:ext cx="1112108" cy="11121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2" name="熊大的PPT宝库5"/>
          <p:cNvSpPr txBox="1"/>
          <p:nvPr/>
        </p:nvSpPr>
        <p:spPr>
          <a:xfrm>
            <a:off x="4426173" y="1775716"/>
            <a:ext cx="3562147" cy="542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营销永远不变的终极目标，即根据公司战略决策施计划，实现可持续的、可盈利的生意增长</a:t>
            </a:r>
          </a:p>
        </p:txBody>
      </p:sp>
      <p:sp>
        <p:nvSpPr>
          <p:cNvPr id="14" name="熊大的PPT宝库6"/>
          <p:cNvSpPr txBox="1"/>
          <p:nvPr/>
        </p:nvSpPr>
        <p:spPr>
          <a:xfrm>
            <a:off x="8212828" y="3798901"/>
            <a:ext cx="3562146" cy="8143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基于技术/数据能力的赋能，通过用户全命周期的运营管理，管理和提升用户体验以获得长期、持续的客群基础。</a:t>
            </a:r>
          </a:p>
        </p:txBody>
      </p:sp>
      <p:sp>
        <p:nvSpPr>
          <p:cNvPr id="15" name="熊大的PPT宝库7"/>
          <p:cNvSpPr txBox="1"/>
          <p:nvPr/>
        </p:nvSpPr>
        <p:spPr>
          <a:xfrm>
            <a:off x="7988320" y="5773500"/>
            <a:ext cx="3744000" cy="542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营销价值向战术层和战略层渗透，战略层面决定战场在哪，战术层面决定营销动作和产品的选择</a:t>
            </a:r>
          </a:p>
        </p:txBody>
      </p:sp>
      <p:sp>
        <p:nvSpPr>
          <p:cNvPr id="18" name="熊大的PPT宝库8"/>
          <p:cNvSpPr txBox="1"/>
          <p:nvPr/>
        </p:nvSpPr>
        <p:spPr>
          <a:xfrm>
            <a:off x="683156" y="3798901"/>
            <a:ext cx="3582423" cy="542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通过营销活动赋能品牌资产的提升，提高品牌溢价能力，是品牌期战略规划的重要目标</a:t>
            </a:r>
          </a:p>
        </p:txBody>
      </p:sp>
      <p:sp>
        <p:nvSpPr>
          <p:cNvPr id="20" name="熊大的PPT宝库9"/>
          <p:cNvSpPr txBox="1"/>
          <p:nvPr/>
        </p:nvSpPr>
        <p:spPr>
          <a:xfrm>
            <a:off x="521580" y="5773500"/>
            <a:ext cx="3744000" cy="542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营销不仅是卖产品，同样是在挖据并洞察客户的需求。并作为新品孵化或产品迭代的来源</a:t>
            </a:r>
          </a:p>
        </p:txBody>
      </p:sp>
      <p:sp>
        <p:nvSpPr>
          <p:cNvPr id="21" name="熊大的PPT宝库10"/>
          <p:cNvSpPr/>
          <p:nvPr/>
        </p:nvSpPr>
        <p:spPr>
          <a:xfrm>
            <a:off x="5368558" y="1376980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熊大的PPT宝库11"/>
          <p:cNvSpPr txBox="1"/>
          <p:nvPr/>
        </p:nvSpPr>
        <p:spPr>
          <a:xfrm>
            <a:off x="5494791" y="1443237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带动收入增长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熊大的PPT宝库12"/>
          <p:cNvSpPr/>
          <p:nvPr/>
        </p:nvSpPr>
        <p:spPr>
          <a:xfrm>
            <a:off x="8201691" y="3238341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熊大的PPT宝库13"/>
          <p:cNvSpPr txBox="1"/>
          <p:nvPr/>
        </p:nvSpPr>
        <p:spPr>
          <a:xfrm>
            <a:off x="8327924" y="3304598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管理用户体验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14"/>
          <p:cNvSpPr/>
          <p:nvPr/>
        </p:nvSpPr>
        <p:spPr>
          <a:xfrm>
            <a:off x="7988320" y="5211164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15"/>
          <p:cNvSpPr txBox="1"/>
          <p:nvPr/>
        </p:nvSpPr>
        <p:spPr>
          <a:xfrm>
            <a:off x="8114553" y="5277421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推动战略升级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熊大的PPT宝库16"/>
          <p:cNvSpPr/>
          <p:nvPr/>
        </p:nvSpPr>
        <p:spPr>
          <a:xfrm>
            <a:off x="2706725" y="3238341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熊大的PPT宝库17"/>
          <p:cNvSpPr txBox="1"/>
          <p:nvPr/>
        </p:nvSpPr>
        <p:spPr>
          <a:xfrm>
            <a:off x="2802501" y="3304598"/>
            <a:ext cx="12920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提升品牌资产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熊大的PPT宝库18"/>
          <p:cNvSpPr/>
          <p:nvPr/>
        </p:nvSpPr>
        <p:spPr>
          <a:xfrm>
            <a:off x="2706725" y="5228162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熊大的PPT宝库19"/>
          <p:cNvSpPr txBox="1"/>
          <p:nvPr/>
        </p:nvSpPr>
        <p:spPr>
          <a:xfrm>
            <a:off x="2832958" y="5294419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催化产品创新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熊大的PPT宝库20"/>
          <p:cNvSpPr txBox="1"/>
          <p:nvPr/>
        </p:nvSpPr>
        <p:spPr>
          <a:xfrm>
            <a:off x="5275262" y="3926261"/>
            <a:ext cx="1641476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营销角色</a:t>
            </a:r>
          </a:p>
        </p:txBody>
      </p:sp>
      <p:sp>
        <p:nvSpPr>
          <p:cNvPr id="34" name="熊大的PPT宝库21"/>
          <p:cNvSpPr txBox="1"/>
          <p:nvPr/>
        </p:nvSpPr>
        <p:spPr>
          <a:xfrm>
            <a:off x="5506012" y="956583"/>
            <a:ext cx="1054776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86.7%</a:t>
            </a:r>
          </a:p>
        </p:txBody>
      </p:sp>
      <p:sp>
        <p:nvSpPr>
          <p:cNvPr id="35" name="熊大的PPT宝库22"/>
          <p:cNvSpPr txBox="1"/>
          <p:nvPr/>
        </p:nvSpPr>
        <p:spPr>
          <a:xfrm>
            <a:off x="8096977" y="2766514"/>
            <a:ext cx="120545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63.3%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熊大的PPT宝库23"/>
          <p:cNvSpPr txBox="1"/>
          <p:nvPr/>
        </p:nvSpPr>
        <p:spPr>
          <a:xfrm>
            <a:off x="7876904" y="4711028"/>
            <a:ext cx="120545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46.7%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熊大的PPT宝库24"/>
          <p:cNvSpPr txBox="1"/>
          <p:nvPr/>
        </p:nvSpPr>
        <p:spPr>
          <a:xfrm>
            <a:off x="2839459" y="2787972"/>
            <a:ext cx="120545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70.0%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熊大的PPT宝库25"/>
          <p:cNvSpPr txBox="1"/>
          <p:nvPr/>
        </p:nvSpPr>
        <p:spPr>
          <a:xfrm>
            <a:off x="2961287" y="4807135"/>
            <a:ext cx="1102866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63.3%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26"/>
          <p:cNvSpPr/>
          <p:nvPr/>
        </p:nvSpPr>
        <p:spPr>
          <a:xfrm>
            <a:off x="5904375" y="2657339"/>
            <a:ext cx="423106" cy="415518"/>
          </a:xfrm>
          <a:custGeom>
            <a:avLst/>
            <a:gdLst>
              <a:gd name="connsiteX0" fmla="*/ 267624 w 478641"/>
              <a:gd name="connsiteY0" fmla="*/ 184529 h 533400"/>
              <a:gd name="connsiteX1" fmla="*/ 286463 w 478641"/>
              <a:gd name="connsiteY1" fmla="*/ 192316 h 533400"/>
              <a:gd name="connsiteX2" fmla="*/ 345316 w 478641"/>
              <a:gd name="connsiteY2" fmla="*/ 251188 h 533400"/>
              <a:gd name="connsiteX3" fmla="*/ 404122 w 478641"/>
              <a:gd name="connsiteY3" fmla="*/ 192316 h 533400"/>
              <a:gd name="connsiteX4" fmla="*/ 441881 w 478641"/>
              <a:gd name="connsiteY4" fmla="*/ 192316 h 533400"/>
              <a:gd name="connsiteX5" fmla="*/ 441881 w 478641"/>
              <a:gd name="connsiteY5" fmla="*/ 230040 h 533400"/>
              <a:gd name="connsiteX6" fmla="*/ 371981 w 478641"/>
              <a:gd name="connsiteY6" fmla="*/ 299962 h 533400"/>
              <a:gd name="connsiteX7" fmla="*/ 371981 w 478641"/>
              <a:gd name="connsiteY7" fmla="*/ 315537 h 533400"/>
              <a:gd name="connsiteX8" fmla="*/ 451976 w 478641"/>
              <a:gd name="connsiteY8" fmla="*/ 315537 h 533400"/>
              <a:gd name="connsiteX9" fmla="*/ 478641 w 478641"/>
              <a:gd name="connsiteY9" fmla="*/ 342210 h 533400"/>
              <a:gd name="connsiteX10" fmla="*/ 451976 w 478641"/>
              <a:gd name="connsiteY10" fmla="*/ 368884 h 533400"/>
              <a:gd name="connsiteX11" fmla="*/ 371981 w 478641"/>
              <a:gd name="connsiteY11" fmla="*/ 368884 h 533400"/>
              <a:gd name="connsiteX12" fmla="*/ 371981 w 478641"/>
              <a:gd name="connsiteY12" fmla="*/ 395557 h 533400"/>
              <a:gd name="connsiteX13" fmla="*/ 425311 w 478641"/>
              <a:gd name="connsiteY13" fmla="*/ 395557 h 533400"/>
              <a:gd name="connsiteX14" fmla="*/ 451976 w 478641"/>
              <a:gd name="connsiteY14" fmla="*/ 422230 h 533400"/>
              <a:gd name="connsiteX15" fmla="*/ 425311 w 478641"/>
              <a:gd name="connsiteY15" fmla="*/ 448903 h 533400"/>
              <a:gd name="connsiteX16" fmla="*/ 371981 w 478641"/>
              <a:gd name="connsiteY16" fmla="*/ 448903 h 533400"/>
              <a:gd name="connsiteX17" fmla="*/ 371981 w 478641"/>
              <a:gd name="connsiteY17" fmla="*/ 506727 h 533400"/>
              <a:gd name="connsiteX18" fmla="*/ 345316 w 478641"/>
              <a:gd name="connsiteY18" fmla="*/ 533400 h 533400"/>
              <a:gd name="connsiteX19" fmla="*/ 318651 w 478641"/>
              <a:gd name="connsiteY19" fmla="*/ 506727 h 533400"/>
              <a:gd name="connsiteX20" fmla="*/ 318651 w 478641"/>
              <a:gd name="connsiteY20" fmla="*/ 448903 h 533400"/>
              <a:gd name="connsiteX21" fmla="*/ 265321 w 478641"/>
              <a:gd name="connsiteY21" fmla="*/ 448903 h 533400"/>
              <a:gd name="connsiteX22" fmla="*/ 238656 w 478641"/>
              <a:gd name="connsiteY22" fmla="*/ 422230 h 533400"/>
              <a:gd name="connsiteX23" fmla="*/ 265321 w 478641"/>
              <a:gd name="connsiteY23" fmla="*/ 395557 h 533400"/>
              <a:gd name="connsiteX24" fmla="*/ 318651 w 478641"/>
              <a:gd name="connsiteY24" fmla="*/ 395557 h 533400"/>
              <a:gd name="connsiteX25" fmla="*/ 318651 w 478641"/>
              <a:gd name="connsiteY25" fmla="*/ 368884 h 533400"/>
              <a:gd name="connsiteX26" fmla="*/ 238656 w 478641"/>
              <a:gd name="connsiteY26" fmla="*/ 368884 h 533400"/>
              <a:gd name="connsiteX27" fmla="*/ 211991 w 478641"/>
              <a:gd name="connsiteY27" fmla="*/ 342210 h 533400"/>
              <a:gd name="connsiteX28" fmla="*/ 238656 w 478641"/>
              <a:gd name="connsiteY28" fmla="*/ 315537 h 533400"/>
              <a:gd name="connsiteX29" fmla="*/ 318603 w 478641"/>
              <a:gd name="connsiteY29" fmla="*/ 315537 h 533400"/>
              <a:gd name="connsiteX30" fmla="*/ 318603 w 478641"/>
              <a:gd name="connsiteY30" fmla="*/ 299962 h 533400"/>
              <a:gd name="connsiteX31" fmla="*/ 248751 w 478641"/>
              <a:gd name="connsiteY31" fmla="*/ 230040 h 533400"/>
              <a:gd name="connsiteX32" fmla="*/ 248751 w 478641"/>
              <a:gd name="connsiteY32" fmla="*/ 192316 h 533400"/>
              <a:gd name="connsiteX33" fmla="*/ 267624 w 478641"/>
              <a:gd name="connsiteY33" fmla="*/ 184529 h 533400"/>
              <a:gd name="connsiteX34" fmla="*/ 79991 w 478641"/>
              <a:gd name="connsiteY34" fmla="*/ 0 h 533400"/>
              <a:gd name="connsiteX35" fmla="*/ 293299 w 478641"/>
              <a:gd name="connsiteY35" fmla="*/ 26670 h 533400"/>
              <a:gd name="connsiteX36" fmla="*/ 373290 w 478641"/>
              <a:gd name="connsiteY36" fmla="*/ 106680 h 533400"/>
              <a:gd name="connsiteX37" fmla="*/ 373290 w 478641"/>
              <a:gd name="connsiteY37" fmla="*/ 124492 h 533400"/>
              <a:gd name="connsiteX38" fmla="*/ 319963 w 478641"/>
              <a:gd name="connsiteY38" fmla="*/ 124492 h 533400"/>
              <a:gd name="connsiteX39" fmla="*/ 319963 w 478641"/>
              <a:gd name="connsiteY39" fmla="*/ 106680 h 533400"/>
              <a:gd name="connsiteX40" fmla="*/ 293299 w 478641"/>
              <a:gd name="connsiteY40" fmla="*/ 80010 h 533400"/>
              <a:gd name="connsiteX41" fmla="*/ 79991 w 478641"/>
              <a:gd name="connsiteY41" fmla="*/ 53340 h 533400"/>
              <a:gd name="connsiteX42" fmla="*/ 53327 w 478641"/>
              <a:gd name="connsiteY42" fmla="*/ 80010 h 533400"/>
              <a:gd name="connsiteX43" fmla="*/ 53327 w 478641"/>
              <a:gd name="connsiteY43" fmla="*/ 453390 h 533400"/>
              <a:gd name="connsiteX44" fmla="*/ 79991 w 478641"/>
              <a:gd name="connsiteY44" fmla="*/ 480060 h 533400"/>
              <a:gd name="connsiteX45" fmla="*/ 186645 w 478641"/>
              <a:gd name="connsiteY45" fmla="*/ 466725 h 533400"/>
              <a:gd name="connsiteX46" fmla="*/ 186645 w 478641"/>
              <a:gd name="connsiteY46" fmla="*/ 519017 h 533400"/>
              <a:gd name="connsiteX47" fmla="*/ 186740 w 478641"/>
              <a:gd name="connsiteY47" fmla="*/ 520065 h 533400"/>
              <a:gd name="connsiteX48" fmla="*/ 79991 w 478641"/>
              <a:gd name="connsiteY48" fmla="*/ 533400 h 533400"/>
              <a:gd name="connsiteX49" fmla="*/ 0 w 478641"/>
              <a:gd name="connsiteY49" fmla="*/ 453390 h 533400"/>
              <a:gd name="connsiteX50" fmla="*/ 0 w 478641"/>
              <a:gd name="connsiteY50" fmla="*/ 80010 h 533400"/>
              <a:gd name="connsiteX51" fmla="*/ 79991 w 478641"/>
              <a:gd name="connsiteY51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78641" h="533400">
                <a:moveTo>
                  <a:pt x="267624" y="184529"/>
                </a:moveTo>
                <a:cubicBezTo>
                  <a:pt x="274463" y="184529"/>
                  <a:pt x="281296" y="187125"/>
                  <a:pt x="286463" y="192316"/>
                </a:cubicBezTo>
                <a:lnTo>
                  <a:pt x="345316" y="251188"/>
                </a:lnTo>
                <a:lnTo>
                  <a:pt x="404122" y="192316"/>
                </a:lnTo>
                <a:cubicBezTo>
                  <a:pt x="414550" y="181933"/>
                  <a:pt x="431501" y="181933"/>
                  <a:pt x="441881" y="192316"/>
                </a:cubicBezTo>
                <a:cubicBezTo>
                  <a:pt x="452214" y="202748"/>
                  <a:pt x="452214" y="219704"/>
                  <a:pt x="441881" y="230040"/>
                </a:cubicBezTo>
                <a:lnTo>
                  <a:pt x="371981" y="299962"/>
                </a:lnTo>
                <a:lnTo>
                  <a:pt x="371981" y="315537"/>
                </a:lnTo>
                <a:lnTo>
                  <a:pt x="451976" y="315537"/>
                </a:lnTo>
                <a:cubicBezTo>
                  <a:pt x="466642" y="315537"/>
                  <a:pt x="478641" y="327588"/>
                  <a:pt x="478641" y="342210"/>
                </a:cubicBezTo>
                <a:cubicBezTo>
                  <a:pt x="478641" y="356881"/>
                  <a:pt x="466642" y="368884"/>
                  <a:pt x="451976" y="368884"/>
                </a:cubicBezTo>
                <a:lnTo>
                  <a:pt x="371981" y="368884"/>
                </a:lnTo>
                <a:lnTo>
                  <a:pt x="371981" y="395557"/>
                </a:lnTo>
                <a:lnTo>
                  <a:pt x="425311" y="395557"/>
                </a:lnTo>
                <a:cubicBezTo>
                  <a:pt x="439977" y="395557"/>
                  <a:pt x="451976" y="407607"/>
                  <a:pt x="451976" y="422230"/>
                </a:cubicBezTo>
                <a:cubicBezTo>
                  <a:pt x="451976" y="436900"/>
                  <a:pt x="439977" y="448903"/>
                  <a:pt x="425311" y="448903"/>
                </a:cubicBezTo>
                <a:lnTo>
                  <a:pt x="371981" y="448903"/>
                </a:lnTo>
                <a:lnTo>
                  <a:pt x="371981" y="506727"/>
                </a:lnTo>
                <a:cubicBezTo>
                  <a:pt x="371981" y="521349"/>
                  <a:pt x="359982" y="533400"/>
                  <a:pt x="345316" y="533400"/>
                </a:cubicBezTo>
                <a:cubicBezTo>
                  <a:pt x="330698" y="533400"/>
                  <a:pt x="318651" y="521349"/>
                  <a:pt x="318651" y="506727"/>
                </a:cubicBezTo>
                <a:lnTo>
                  <a:pt x="318651" y="448903"/>
                </a:lnTo>
                <a:lnTo>
                  <a:pt x="265321" y="448903"/>
                </a:lnTo>
                <a:cubicBezTo>
                  <a:pt x="250703" y="448903"/>
                  <a:pt x="238656" y="436900"/>
                  <a:pt x="238656" y="422230"/>
                </a:cubicBezTo>
                <a:cubicBezTo>
                  <a:pt x="238656" y="407607"/>
                  <a:pt x="250703" y="395557"/>
                  <a:pt x="265321" y="395557"/>
                </a:cubicBezTo>
                <a:lnTo>
                  <a:pt x="318651" y="395557"/>
                </a:lnTo>
                <a:lnTo>
                  <a:pt x="318651" y="368884"/>
                </a:lnTo>
                <a:lnTo>
                  <a:pt x="238656" y="368884"/>
                </a:lnTo>
                <a:cubicBezTo>
                  <a:pt x="224038" y="368884"/>
                  <a:pt x="211991" y="356881"/>
                  <a:pt x="211991" y="342210"/>
                </a:cubicBezTo>
                <a:cubicBezTo>
                  <a:pt x="211991" y="327588"/>
                  <a:pt x="224038" y="315537"/>
                  <a:pt x="238656" y="315537"/>
                </a:cubicBezTo>
                <a:lnTo>
                  <a:pt x="318603" y="315537"/>
                </a:lnTo>
                <a:lnTo>
                  <a:pt x="318603" y="299962"/>
                </a:lnTo>
                <a:lnTo>
                  <a:pt x="248751" y="230040"/>
                </a:lnTo>
                <a:cubicBezTo>
                  <a:pt x="238370" y="219657"/>
                  <a:pt x="238370" y="202652"/>
                  <a:pt x="248751" y="192316"/>
                </a:cubicBezTo>
                <a:cubicBezTo>
                  <a:pt x="253941" y="187125"/>
                  <a:pt x="260786" y="184529"/>
                  <a:pt x="267624" y="184529"/>
                </a:cubicBezTo>
                <a:close/>
                <a:moveTo>
                  <a:pt x="79991" y="0"/>
                </a:moveTo>
                <a:lnTo>
                  <a:pt x="293299" y="26670"/>
                </a:lnTo>
                <a:cubicBezTo>
                  <a:pt x="337389" y="26670"/>
                  <a:pt x="373290" y="62579"/>
                  <a:pt x="373290" y="106680"/>
                </a:cubicBezTo>
                <a:lnTo>
                  <a:pt x="373290" y="124492"/>
                </a:lnTo>
                <a:lnTo>
                  <a:pt x="319963" y="124492"/>
                </a:lnTo>
                <a:lnTo>
                  <a:pt x="319963" y="106680"/>
                </a:lnTo>
                <a:cubicBezTo>
                  <a:pt x="319963" y="91964"/>
                  <a:pt x="308012" y="80010"/>
                  <a:pt x="293299" y="80010"/>
                </a:cubicBezTo>
                <a:lnTo>
                  <a:pt x="79991" y="53340"/>
                </a:lnTo>
                <a:cubicBezTo>
                  <a:pt x="65278" y="53340"/>
                  <a:pt x="53327" y="65294"/>
                  <a:pt x="53327" y="80010"/>
                </a:cubicBezTo>
                <a:lnTo>
                  <a:pt x="53327" y="453390"/>
                </a:lnTo>
                <a:cubicBezTo>
                  <a:pt x="53327" y="468106"/>
                  <a:pt x="65278" y="480060"/>
                  <a:pt x="79991" y="480060"/>
                </a:cubicBezTo>
                <a:lnTo>
                  <a:pt x="186645" y="466725"/>
                </a:lnTo>
                <a:lnTo>
                  <a:pt x="186645" y="519017"/>
                </a:lnTo>
                <a:cubicBezTo>
                  <a:pt x="186645" y="519351"/>
                  <a:pt x="186740" y="519732"/>
                  <a:pt x="186740" y="520065"/>
                </a:cubicBezTo>
                <a:lnTo>
                  <a:pt x="79991" y="533400"/>
                </a:lnTo>
                <a:cubicBezTo>
                  <a:pt x="35901" y="533400"/>
                  <a:pt x="0" y="497491"/>
                  <a:pt x="0" y="453390"/>
                </a:cubicBezTo>
                <a:lnTo>
                  <a:pt x="0" y="80010"/>
                </a:lnTo>
                <a:cubicBezTo>
                  <a:pt x="0" y="35909"/>
                  <a:pt x="35901" y="0"/>
                  <a:pt x="7999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熊大的PPT宝库27"/>
          <p:cNvSpPr/>
          <p:nvPr/>
        </p:nvSpPr>
        <p:spPr>
          <a:xfrm>
            <a:off x="4601333" y="3692178"/>
            <a:ext cx="380810" cy="388383"/>
          </a:xfrm>
          <a:custGeom>
            <a:avLst/>
            <a:gdLst>
              <a:gd name="connsiteX0" fmla="*/ 7334 w 609090"/>
              <a:gd name="connsiteY0" fmla="*/ 495582 h 605023"/>
              <a:gd name="connsiteX1" fmla="*/ 304545 w 609090"/>
              <a:gd name="connsiteY1" fmla="*/ 566114 h 605023"/>
              <a:gd name="connsiteX2" fmla="*/ 601756 w 609090"/>
              <a:gd name="connsiteY2" fmla="*/ 495582 h 605023"/>
              <a:gd name="connsiteX3" fmla="*/ 609090 w 609090"/>
              <a:gd name="connsiteY3" fmla="*/ 515013 h 605023"/>
              <a:gd name="connsiteX4" fmla="*/ 304545 w 609090"/>
              <a:gd name="connsiteY4" fmla="*/ 605023 h 605023"/>
              <a:gd name="connsiteX5" fmla="*/ 0 w 609090"/>
              <a:gd name="connsiteY5" fmla="*/ 515013 h 605023"/>
              <a:gd name="connsiteX6" fmla="*/ 7334 w 609090"/>
              <a:gd name="connsiteY6" fmla="*/ 495582 h 605023"/>
              <a:gd name="connsiteX7" fmla="*/ 601756 w 609090"/>
              <a:gd name="connsiteY7" fmla="*/ 401297 h 605023"/>
              <a:gd name="connsiteX8" fmla="*/ 609090 w 609090"/>
              <a:gd name="connsiteY8" fmla="*/ 420726 h 605023"/>
              <a:gd name="connsiteX9" fmla="*/ 438983 w 609090"/>
              <a:gd name="connsiteY9" fmla="*/ 501396 h 605023"/>
              <a:gd name="connsiteX10" fmla="*/ 438983 w 609090"/>
              <a:gd name="connsiteY10" fmla="*/ 462490 h 605023"/>
              <a:gd name="connsiteX11" fmla="*/ 601756 w 609090"/>
              <a:gd name="connsiteY11" fmla="*/ 401297 h 605023"/>
              <a:gd name="connsiteX12" fmla="*/ 7334 w 609090"/>
              <a:gd name="connsiteY12" fmla="*/ 401297 h 605023"/>
              <a:gd name="connsiteX13" fmla="*/ 170107 w 609090"/>
              <a:gd name="connsiteY13" fmla="*/ 462490 h 605023"/>
              <a:gd name="connsiteX14" fmla="*/ 170107 w 609090"/>
              <a:gd name="connsiteY14" fmla="*/ 501396 h 605023"/>
              <a:gd name="connsiteX15" fmla="*/ 0 w 609090"/>
              <a:gd name="connsiteY15" fmla="*/ 420726 h 605023"/>
              <a:gd name="connsiteX16" fmla="*/ 7334 w 609090"/>
              <a:gd name="connsiteY16" fmla="*/ 401297 h 605023"/>
              <a:gd name="connsiteX17" fmla="*/ 601756 w 609090"/>
              <a:gd name="connsiteY17" fmla="*/ 305559 h 605023"/>
              <a:gd name="connsiteX18" fmla="*/ 609090 w 609090"/>
              <a:gd name="connsiteY18" fmla="*/ 324990 h 605023"/>
              <a:gd name="connsiteX19" fmla="*/ 438983 w 609090"/>
              <a:gd name="connsiteY19" fmla="*/ 405666 h 605023"/>
              <a:gd name="connsiteX20" fmla="*/ 438983 w 609090"/>
              <a:gd name="connsiteY20" fmla="*/ 366757 h 605023"/>
              <a:gd name="connsiteX21" fmla="*/ 601756 w 609090"/>
              <a:gd name="connsiteY21" fmla="*/ 305559 h 605023"/>
              <a:gd name="connsiteX22" fmla="*/ 7334 w 609090"/>
              <a:gd name="connsiteY22" fmla="*/ 305559 h 605023"/>
              <a:gd name="connsiteX23" fmla="*/ 170107 w 609090"/>
              <a:gd name="connsiteY23" fmla="*/ 366757 h 605023"/>
              <a:gd name="connsiteX24" fmla="*/ 170107 w 609090"/>
              <a:gd name="connsiteY24" fmla="*/ 405666 h 605023"/>
              <a:gd name="connsiteX25" fmla="*/ 0 w 609090"/>
              <a:gd name="connsiteY25" fmla="*/ 324990 h 605023"/>
              <a:gd name="connsiteX26" fmla="*/ 7334 w 609090"/>
              <a:gd name="connsiteY26" fmla="*/ 305559 h 605023"/>
              <a:gd name="connsiteX27" fmla="*/ 235159 w 609090"/>
              <a:gd name="connsiteY27" fmla="*/ 272007 h 605023"/>
              <a:gd name="connsiteX28" fmla="*/ 255208 w 609090"/>
              <a:gd name="connsiteY28" fmla="*/ 282674 h 605023"/>
              <a:gd name="connsiteX29" fmla="*/ 304640 w 609090"/>
              <a:gd name="connsiteY29" fmla="*/ 353486 h 605023"/>
              <a:gd name="connsiteX30" fmla="*/ 354120 w 609090"/>
              <a:gd name="connsiteY30" fmla="*/ 282674 h 605023"/>
              <a:gd name="connsiteX31" fmla="*/ 374122 w 609090"/>
              <a:gd name="connsiteY31" fmla="*/ 272007 h 605023"/>
              <a:gd name="connsiteX32" fmla="*/ 399552 w 609090"/>
              <a:gd name="connsiteY32" fmla="*/ 297389 h 605023"/>
              <a:gd name="connsiteX33" fmla="*/ 394171 w 609090"/>
              <a:gd name="connsiteY33" fmla="*/ 312056 h 605023"/>
              <a:gd name="connsiteX34" fmla="*/ 351406 w 609090"/>
              <a:gd name="connsiteY34" fmla="*/ 372201 h 605023"/>
              <a:gd name="connsiteX35" fmla="*/ 379503 w 609090"/>
              <a:gd name="connsiteY35" fmla="*/ 372201 h 605023"/>
              <a:gd name="connsiteX36" fmla="*/ 395504 w 609090"/>
              <a:gd name="connsiteY36" fmla="*/ 386916 h 605023"/>
              <a:gd name="connsiteX37" fmla="*/ 379503 w 609090"/>
              <a:gd name="connsiteY37" fmla="*/ 401583 h 605023"/>
              <a:gd name="connsiteX38" fmla="*/ 330023 w 609090"/>
              <a:gd name="connsiteY38" fmla="*/ 401583 h 605023"/>
              <a:gd name="connsiteX39" fmla="*/ 330023 w 609090"/>
              <a:gd name="connsiteY39" fmla="*/ 424298 h 605023"/>
              <a:gd name="connsiteX40" fmla="*/ 379503 w 609090"/>
              <a:gd name="connsiteY40" fmla="*/ 424298 h 605023"/>
              <a:gd name="connsiteX41" fmla="*/ 395504 w 609090"/>
              <a:gd name="connsiteY41" fmla="*/ 439013 h 605023"/>
              <a:gd name="connsiteX42" fmla="*/ 379503 w 609090"/>
              <a:gd name="connsiteY42" fmla="*/ 453728 h 605023"/>
              <a:gd name="connsiteX43" fmla="*/ 330023 w 609090"/>
              <a:gd name="connsiteY43" fmla="*/ 453728 h 605023"/>
              <a:gd name="connsiteX44" fmla="*/ 330023 w 609090"/>
              <a:gd name="connsiteY44" fmla="*/ 495110 h 605023"/>
              <a:gd name="connsiteX45" fmla="*/ 304640 w 609090"/>
              <a:gd name="connsiteY45" fmla="*/ 517825 h 605023"/>
              <a:gd name="connsiteX46" fmla="*/ 279258 w 609090"/>
              <a:gd name="connsiteY46" fmla="*/ 495110 h 605023"/>
              <a:gd name="connsiteX47" fmla="*/ 279258 w 609090"/>
              <a:gd name="connsiteY47" fmla="*/ 453728 h 605023"/>
              <a:gd name="connsiteX48" fmla="*/ 229826 w 609090"/>
              <a:gd name="connsiteY48" fmla="*/ 453728 h 605023"/>
              <a:gd name="connsiteX49" fmla="*/ 213777 w 609090"/>
              <a:gd name="connsiteY49" fmla="*/ 439013 h 605023"/>
              <a:gd name="connsiteX50" fmla="*/ 229826 w 609090"/>
              <a:gd name="connsiteY50" fmla="*/ 424298 h 605023"/>
              <a:gd name="connsiteX51" fmla="*/ 279258 w 609090"/>
              <a:gd name="connsiteY51" fmla="*/ 424298 h 605023"/>
              <a:gd name="connsiteX52" fmla="*/ 279258 w 609090"/>
              <a:gd name="connsiteY52" fmla="*/ 401583 h 605023"/>
              <a:gd name="connsiteX53" fmla="*/ 229826 w 609090"/>
              <a:gd name="connsiteY53" fmla="*/ 401583 h 605023"/>
              <a:gd name="connsiteX54" fmla="*/ 213777 w 609090"/>
              <a:gd name="connsiteY54" fmla="*/ 386916 h 605023"/>
              <a:gd name="connsiteX55" fmla="*/ 229826 w 609090"/>
              <a:gd name="connsiteY55" fmla="*/ 372201 h 605023"/>
              <a:gd name="connsiteX56" fmla="*/ 257875 w 609090"/>
              <a:gd name="connsiteY56" fmla="*/ 372201 h 605023"/>
              <a:gd name="connsiteX57" fmla="*/ 215110 w 609090"/>
              <a:gd name="connsiteY57" fmla="*/ 312056 h 605023"/>
              <a:gd name="connsiteX58" fmla="*/ 209777 w 609090"/>
              <a:gd name="connsiteY58" fmla="*/ 297389 h 605023"/>
              <a:gd name="connsiteX59" fmla="*/ 235159 w 609090"/>
              <a:gd name="connsiteY59" fmla="*/ 272007 h 605023"/>
              <a:gd name="connsiteX60" fmla="*/ 601756 w 609090"/>
              <a:gd name="connsiteY60" fmla="*/ 209167 h 605023"/>
              <a:gd name="connsiteX61" fmla="*/ 609090 w 609090"/>
              <a:gd name="connsiteY61" fmla="*/ 228646 h 605023"/>
              <a:gd name="connsiteX62" fmla="*/ 438983 w 609090"/>
              <a:gd name="connsiteY62" fmla="*/ 309274 h 605023"/>
              <a:gd name="connsiteX63" fmla="*/ 438983 w 609090"/>
              <a:gd name="connsiteY63" fmla="*/ 270413 h 605023"/>
              <a:gd name="connsiteX64" fmla="*/ 601756 w 609090"/>
              <a:gd name="connsiteY64" fmla="*/ 209167 h 605023"/>
              <a:gd name="connsiteX65" fmla="*/ 7334 w 609090"/>
              <a:gd name="connsiteY65" fmla="*/ 209167 h 605023"/>
              <a:gd name="connsiteX66" fmla="*/ 170107 w 609090"/>
              <a:gd name="connsiteY66" fmla="*/ 270413 h 605023"/>
              <a:gd name="connsiteX67" fmla="*/ 170107 w 609090"/>
              <a:gd name="connsiteY67" fmla="*/ 309274 h 605023"/>
              <a:gd name="connsiteX68" fmla="*/ 0 w 609090"/>
              <a:gd name="connsiteY68" fmla="*/ 228646 h 605023"/>
              <a:gd name="connsiteX69" fmla="*/ 7334 w 609090"/>
              <a:gd name="connsiteY69" fmla="*/ 209167 h 605023"/>
              <a:gd name="connsiteX70" fmla="*/ 304545 w 609090"/>
              <a:gd name="connsiteY70" fmla="*/ 0 h 605023"/>
              <a:gd name="connsiteX71" fmla="*/ 609090 w 609090"/>
              <a:gd name="connsiteY71" fmla="*/ 110965 h 605023"/>
              <a:gd name="connsiteX72" fmla="*/ 304545 w 609090"/>
              <a:gd name="connsiteY72" fmla="*/ 221931 h 605023"/>
              <a:gd name="connsiteX73" fmla="*/ 0 w 609090"/>
              <a:gd name="connsiteY73" fmla="*/ 110965 h 605023"/>
              <a:gd name="connsiteX74" fmla="*/ 304545 w 609090"/>
              <a:gd name="connsiteY74" fmla="*/ 0 h 60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609090" h="605023">
                <a:moveTo>
                  <a:pt x="7334" y="495582"/>
                </a:moveTo>
                <a:cubicBezTo>
                  <a:pt x="37479" y="535920"/>
                  <a:pt x="158964" y="566114"/>
                  <a:pt x="304545" y="566114"/>
                </a:cubicBezTo>
                <a:cubicBezTo>
                  <a:pt x="450127" y="566114"/>
                  <a:pt x="571611" y="535920"/>
                  <a:pt x="601756" y="495582"/>
                </a:cubicBezTo>
                <a:cubicBezTo>
                  <a:pt x="606423" y="501868"/>
                  <a:pt x="609090" y="508345"/>
                  <a:pt x="609090" y="515013"/>
                </a:cubicBezTo>
                <a:cubicBezTo>
                  <a:pt x="609090" y="564733"/>
                  <a:pt x="472747" y="605023"/>
                  <a:pt x="304545" y="605023"/>
                </a:cubicBezTo>
                <a:cubicBezTo>
                  <a:pt x="136343" y="605023"/>
                  <a:pt x="0" y="564733"/>
                  <a:pt x="0" y="515013"/>
                </a:cubicBezTo>
                <a:cubicBezTo>
                  <a:pt x="0" y="508345"/>
                  <a:pt x="2667" y="501820"/>
                  <a:pt x="7334" y="495582"/>
                </a:cubicBezTo>
                <a:close/>
                <a:moveTo>
                  <a:pt x="601756" y="401297"/>
                </a:moveTo>
                <a:cubicBezTo>
                  <a:pt x="606423" y="407535"/>
                  <a:pt x="609090" y="414060"/>
                  <a:pt x="609090" y="420726"/>
                </a:cubicBezTo>
                <a:cubicBezTo>
                  <a:pt x="609090" y="456156"/>
                  <a:pt x="539657" y="486729"/>
                  <a:pt x="438983" y="501396"/>
                </a:cubicBezTo>
                <a:lnTo>
                  <a:pt x="438983" y="462490"/>
                </a:lnTo>
                <a:cubicBezTo>
                  <a:pt x="520608" y="450585"/>
                  <a:pt x="581612" y="428203"/>
                  <a:pt x="601756" y="401297"/>
                </a:cubicBezTo>
                <a:close/>
                <a:moveTo>
                  <a:pt x="7334" y="401297"/>
                </a:moveTo>
                <a:cubicBezTo>
                  <a:pt x="27478" y="428203"/>
                  <a:pt x="88483" y="450585"/>
                  <a:pt x="170107" y="462490"/>
                </a:cubicBezTo>
                <a:lnTo>
                  <a:pt x="170107" y="501396"/>
                </a:lnTo>
                <a:cubicBezTo>
                  <a:pt x="69434" y="486729"/>
                  <a:pt x="0" y="456156"/>
                  <a:pt x="0" y="420726"/>
                </a:cubicBezTo>
                <a:cubicBezTo>
                  <a:pt x="0" y="414060"/>
                  <a:pt x="2667" y="407535"/>
                  <a:pt x="7334" y="401297"/>
                </a:cubicBezTo>
                <a:close/>
                <a:moveTo>
                  <a:pt x="601756" y="305559"/>
                </a:moveTo>
                <a:cubicBezTo>
                  <a:pt x="606423" y="311846"/>
                  <a:pt x="609090" y="318323"/>
                  <a:pt x="609090" y="324990"/>
                </a:cubicBezTo>
                <a:cubicBezTo>
                  <a:pt x="609090" y="360423"/>
                  <a:pt x="539657" y="390998"/>
                  <a:pt x="438983" y="405666"/>
                </a:cubicBezTo>
                <a:lnTo>
                  <a:pt x="438983" y="366757"/>
                </a:lnTo>
                <a:cubicBezTo>
                  <a:pt x="520608" y="354851"/>
                  <a:pt x="581612" y="332467"/>
                  <a:pt x="601756" y="305559"/>
                </a:cubicBezTo>
                <a:close/>
                <a:moveTo>
                  <a:pt x="7334" y="305559"/>
                </a:moveTo>
                <a:cubicBezTo>
                  <a:pt x="27478" y="332467"/>
                  <a:pt x="88483" y="354851"/>
                  <a:pt x="170107" y="366757"/>
                </a:cubicBezTo>
                <a:lnTo>
                  <a:pt x="170107" y="405666"/>
                </a:lnTo>
                <a:cubicBezTo>
                  <a:pt x="69434" y="390998"/>
                  <a:pt x="0" y="360423"/>
                  <a:pt x="0" y="324990"/>
                </a:cubicBezTo>
                <a:cubicBezTo>
                  <a:pt x="0" y="318323"/>
                  <a:pt x="2667" y="311846"/>
                  <a:pt x="7334" y="305559"/>
                </a:cubicBezTo>
                <a:close/>
                <a:moveTo>
                  <a:pt x="235159" y="272007"/>
                </a:moveTo>
                <a:cubicBezTo>
                  <a:pt x="243208" y="272864"/>
                  <a:pt x="249875" y="276436"/>
                  <a:pt x="255208" y="282674"/>
                </a:cubicBezTo>
                <a:lnTo>
                  <a:pt x="304640" y="353486"/>
                </a:lnTo>
                <a:lnTo>
                  <a:pt x="354120" y="282674"/>
                </a:lnTo>
                <a:cubicBezTo>
                  <a:pt x="358549" y="276436"/>
                  <a:pt x="365216" y="272864"/>
                  <a:pt x="374122" y="272007"/>
                </a:cubicBezTo>
                <a:cubicBezTo>
                  <a:pt x="389265" y="273769"/>
                  <a:pt x="397742" y="282245"/>
                  <a:pt x="399552" y="297389"/>
                </a:cubicBezTo>
                <a:cubicBezTo>
                  <a:pt x="399552" y="303627"/>
                  <a:pt x="397742" y="308532"/>
                  <a:pt x="394171" y="312056"/>
                </a:cubicBezTo>
                <a:lnTo>
                  <a:pt x="351406" y="372201"/>
                </a:lnTo>
                <a:lnTo>
                  <a:pt x="379503" y="372201"/>
                </a:lnTo>
                <a:cubicBezTo>
                  <a:pt x="388361" y="374011"/>
                  <a:pt x="393742" y="378868"/>
                  <a:pt x="395504" y="386916"/>
                </a:cubicBezTo>
                <a:cubicBezTo>
                  <a:pt x="394599" y="396726"/>
                  <a:pt x="389265" y="401583"/>
                  <a:pt x="379503" y="401583"/>
                </a:cubicBezTo>
                <a:lnTo>
                  <a:pt x="330023" y="401583"/>
                </a:lnTo>
                <a:lnTo>
                  <a:pt x="330023" y="424298"/>
                </a:lnTo>
                <a:lnTo>
                  <a:pt x="379503" y="424298"/>
                </a:lnTo>
                <a:cubicBezTo>
                  <a:pt x="388361" y="426108"/>
                  <a:pt x="393742" y="431012"/>
                  <a:pt x="395504" y="439013"/>
                </a:cubicBezTo>
                <a:cubicBezTo>
                  <a:pt x="394599" y="448823"/>
                  <a:pt x="389265" y="453728"/>
                  <a:pt x="379503" y="453728"/>
                </a:cubicBezTo>
                <a:lnTo>
                  <a:pt x="330023" y="453728"/>
                </a:lnTo>
                <a:lnTo>
                  <a:pt x="330023" y="495110"/>
                </a:lnTo>
                <a:cubicBezTo>
                  <a:pt x="329166" y="510301"/>
                  <a:pt x="320689" y="517825"/>
                  <a:pt x="304640" y="517825"/>
                </a:cubicBezTo>
                <a:cubicBezTo>
                  <a:pt x="287735" y="517825"/>
                  <a:pt x="279258" y="510301"/>
                  <a:pt x="279258" y="495110"/>
                </a:cubicBezTo>
                <a:lnTo>
                  <a:pt x="279258" y="453728"/>
                </a:lnTo>
                <a:lnTo>
                  <a:pt x="229826" y="453728"/>
                </a:lnTo>
                <a:cubicBezTo>
                  <a:pt x="219158" y="453728"/>
                  <a:pt x="213777" y="448823"/>
                  <a:pt x="213777" y="439013"/>
                </a:cubicBezTo>
                <a:cubicBezTo>
                  <a:pt x="214682" y="431012"/>
                  <a:pt x="220016" y="426108"/>
                  <a:pt x="229826" y="424298"/>
                </a:cubicBezTo>
                <a:lnTo>
                  <a:pt x="279258" y="424298"/>
                </a:lnTo>
                <a:lnTo>
                  <a:pt x="279258" y="401583"/>
                </a:lnTo>
                <a:lnTo>
                  <a:pt x="229826" y="401583"/>
                </a:lnTo>
                <a:cubicBezTo>
                  <a:pt x="219158" y="401583"/>
                  <a:pt x="213777" y="396726"/>
                  <a:pt x="213777" y="386916"/>
                </a:cubicBezTo>
                <a:cubicBezTo>
                  <a:pt x="214682" y="378868"/>
                  <a:pt x="220016" y="374011"/>
                  <a:pt x="229826" y="372201"/>
                </a:cubicBezTo>
                <a:lnTo>
                  <a:pt x="257875" y="372201"/>
                </a:lnTo>
                <a:lnTo>
                  <a:pt x="215110" y="312056"/>
                </a:lnTo>
                <a:cubicBezTo>
                  <a:pt x="210682" y="308532"/>
                  <a:pt x="208872" y="303627"/>
                  <a:pt x="209777" y="297389"/>
                </a:cubicBezTo>
                <a:cubicBezTo>
                  <a:pt x="210682" y="282245"/>
                  <a:pt x="219158" y="273769"/>
                  <a:pt x="235159" y="272007"/>
                </a:cubicBezTo>
                <a:close/>
                <a:moveTo>
                  <a:pt x="601756" y="209167"/>
                </a:moveTo>
                <a:cubicBezTo>
                  <a:pt x="606423" y="215454"/>
                  <a:pt x="609090" y="221931"/>
                  <a:pt x="609090" y="228646"/>
                </a:cubicBezTo>
                <a:cubicBezTo>
                  <a:pt x="609090" y="264031"/>
                  <a:pt x="539657" y="294606"/>
                  <a:pt x="438983" y="309274"/>
                </a:cubicBezTo>
                <a:lnTo>
                  <a:pt x="438983" y="270413"/>
                </a:lnTo>
                <a:cubicBezTo>
                  <a:pt x="520608" y="258459"/>
                  <a:pt x="581612" y="236123"/>
                  <a:pt x="601756" y="209167"/>
                </a:cubicBezTo>
                <a:close/>
                <a:moveTo>
                  <a:pt x="7334" y="209167"/>
                </a:moveTo>
                <a:cubicBezTo>
                  <a:pt x="27478" y="236123"/>
                  <a:pt x="88483" y="258459"/>
                  <a:pt x="170107" y="270413"/>
                </a:cubicBezTo>
                <a:lnTo>
                  <a:pt x="170107" y="309274"/>
                </a:lnTo>
                <a:cubicBezTo>
                  <a:pt x="69434" y="294606"/>
                  <a:pt x="0" y="264031"/>
                  <a:pt x="0" y="228646"/>
                </a:cubicBezTo>
                <a:cubicBezTo>
                  <a:pt x="0" y="221931"/>
                  <a:pt x="2667" y="215454"/>
                  <a:pt x="7334" y="209167"/>
                </a:cubicBezTo>
                <a:close/>
                <a:moveTo>
                  <a:pt x="304545" y="0"/>
                </a:moveTo>
                <a:cubicBezTo>
                  <a:pt x="472747" y="0"/>
                  <a:pt x="609090" y="49672"/>
                  <a:pt x="609090" y="110965"/>
                </a:cubicBezTo>
                <a:cubicBezTo>
                  <a:pt x="609090" y="172258"/>
                  <a:pt x="472747" y="221931"/>
                  <a:pt x="304545" y="221931"/>
                </a:cubicBezTo>
                <a:cubicBezTo>
                  <a:pt x="136343" y="221931"/>
                  <a:pt x="0" y="172258"/>
                  <a:pt x="0" y="110965"/>
                </a:cubicBezTo>
                <a:cubicBezTo>
                  <a:pt x="0" y="49672"/>
                  <a:pt x="136343" y="0"/>
                  <a:pt x="3045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熊大的PPT宝库28"/>
          <p:cNvSpPr/>
          <p:nvPr/>
        </p:nvSpPr>
        <p:spPr>
          <a:xfrm>
            <a:off x="5020632" y="5083903"/>
            <a:ext cx="508668" cy="469006"/>
          </a:xfrm>
          <a:custGeom>
            <a:avLst/>
            <a:gdLst>
              <a:gd name="T0" fmla="*/ 6527 w 6848"/>
              <a:gd name="T1" fmla="*/ 6212 h 6848"/>
              <a:gd name="T2" fmla="*/ 5766 w 6848"/>
              <a:gd name="T3" fmla="*/ 4309 h 6848"/>
              <a:gd name="T4" fmla="*/ 6637 w 6848"/>
              <a:gd name="T5" fmla="*/ 4076 h 6848"/>
              <a:gd name="T6" fmla="*/ 6823 w 6848"/>
              <a:gd name="T7" fmla="*/ 2967 h 6848"/>
              <a:gd name="T8" fmla="*/ 5799 w 6848"/>
              <a:gd name="T9" fmla="*/ 2607 h 6848"/>
              <a:gd name="T10" fmla="*/ 6162 w 6848"/>
              <a:gd name="T11" fmla="*/ 1601 h 6848"/>
              <a:gd name="T12" fmla="*/ 5509 w 6848"/>
              <a:gd name="T13" fmla="*/ 685 h 6848"/>
              <a:gd name="T14" fmla="*/ 4532 w 6848"/>
              <a:gd name="T15" fmla="*/ 1154 h 6848"/>
              <a:gd name="T16" fmla="*/ 4076 w 6848"/>
              <a:gd name="T17" fmla="*/ 186 h 6848"/>
              <a:gd name="T18" fmla="*/ 2967 w 6848"/>
              <a:gd name="T19" fmla="*/ 0 h 6848"/>
              <a:gd name="T20" fmla="*/ 2607 w 6848"/>
              <a:gd name="T21" fmla="*/ 1024 h 6848"/>
              <a:gd name="T22" fmla="*/ 1601 w 6848"/>
              <a:gd name="T23" fmla="*/ 661 h 6848"/>
              <a:gd name="T24" fmla="*/ 685 w 6848"/>
              <a:gd name="T25" fmla="*/ 1314 h 6848"/>
              <a:gd name="T26" fmla="*/ 1154 w 6848"/>
              <a:gd name="T27" fmla="*/ 2291 h 6848"/>
              <a:gd name="T28" fmla="*/ 186 w 6848"/>
              <a:gd name="T29" fmla="*/ 2747 h 6848"/>
              <a:gd name="T30" fmla="*/ 0 w 6848"/>
              <a:gd name="T31" fmla="*/ 3856 h 6848"/>
              <a:gd name="T32" fmla="*/ 1024 w 6848"/>
              <a:gd name="T33" fmla="*/ 4216 h 6848"/>
              <a:gd name="T34" fmla="*/ 661 w 6848"/>
              <a:gd name="T35" fmla="*/ 5223 h 6848"/>
              <a:gd name="T36" fmla="*/ 1314 w 6848"/>
              <a:gd name="T37" fmla="*/ 6138 h 6848"/>
              <a:gd name="T38" fmla="*/ 2291 w 6848"/>
              <a:gd name="T39" fmla="*/ 5669 h 6848"/>
              <a:gd name="T40" fmla="*/ 2747 w 6848"/>
              <a:gd name="T41" fmla="*/ 6637 h 6848"/>
              <a:gd name="T42" fmla="*/ 3856 w 6848"/>
              <a:gd name="T43" fmla="*/ 6823 h 6848"/>
              <a:gd name="T44" fmla="*/ 4216 w 6848"/>
              <a:gd name="T45" fmla="*/ 5799 h 6848"/>
              <a:gd name="T46" fmla="*/ 4559 w 6848"/>
              <a:gd name="T47" fmla="*/ 6132 h 6848"/>
              <a:gd name="T48" fmla="*/ 6212 w 6848"/>
              <a:gd name="T49" fmla="*/ 6527 h 6848"/>
              <a:gd name="T50" fmla="*/ 6761 w 6848"/>
              <a:gd name="T51" fmla="*/ 6762 h 6848"/>
              <a:gd name="T52" fmla="*/ 3960 w 6848"/>
              <a:gd name="T53" fmla="*/ 5412 h 6848"/>
              <a:gd name="T54" fmla="*/ 3668 w 6848"/>
              <a:gd name="T55" fmla="*/ 6378 h 6848"/>
              <a:gd name="T56" fmla="*/ 3024 w 6848"/>
              <a:gd name="T57" fmla="*/ 5590 h 6848"/>
              <a:gd name="T58" fmla="*/ 2384 w 6848"/>
              <a:gd name="T59" fmla="*/ 5215 h 6848"/>
              <a:gd name="T60" fmla="*/ 1495 w 6848"/>
              <a:gd name="T61" fmla="*/ 5691 h 6848"/>
              <a:gd name="T62" fmla="*/ 1596 w 6848"/>
              <a:gd name="T63" fmla="*/ 4678 h 6848"/>
              <a:gd name="T64" fmla="*/ 1411 w 6848"/>
              <a:gd name="T65" fmla="*/ 3960 h 6848"/>
              <a:gd name="T66" fmla="*/ 445 w 6848"/>
              <a:gd name="T67" fmla="*/ 3668 h 6848"/>
              <a:gd name="T68" fmla="*/ 1233 w 6848"/>
              <a:gd name="T69" fmla="*/ 3024 h 6848"/>
              <a:gd name="T70" fmla="*/ 1608 w 6848"/>
              <a:gd name="T71" fmla="*/ 2384 h 6848"/>
              <a:gd name="T72" fmla="*/ 1132 w 6848"/>
              <a:gd name="T73" fmla="*/ 1495 h 6848"/>
              <a:gd name="T74" fmla="*/ 2145 w 6848"/>
              <a:gd name="T75" fmla="*/ 1596 h 6848"/>
              <a:gd name="T76" fmla="*/ 2863 w 6848"/>
              <a:gd name="T77" fmla="*/ 1411 h 6848"/>
              <a:gd name="T78" fmla="*/ 3155 w 6848"/>
              <a:gd name="T79" fmla="*/ 445 h 6848"/>
              <a:gd name="T80" fmla="*/ 3799 w 6848"/>
              <a:gd name="T81" fmla="*/ 1233 h 6848"/>
              <a:gd name="T82" fmla="*/ 4439 w 6848"/>
              <a:gd name="T83" fmla="*/ 1608 h 6848"/>
              <a:gd name="T84" fmla="*/ 5328 w 6848"/>
              <a:gd name="T85" fmla="*/ 1132 h 6848"/>
              <a:gd name="T86" fmla="*/ 5227 w 6848"/>
              <a:gd name="T87" fmla="*/ 2145 h 6848"/>
              <a:gd name="T88" fmla="*/ 5412 w 6848"/>
              <a:gd name="T89" fmla="*/ 2863 h 6848"/>
              <a:gd name="T90" fmla="*/ 6378 w 6848"/>
              <a:gd name="T91" fmla="*/ 3155 h 6848"/>
              <a:gd name="T92" fmla="*/ 5590 w 6848"/>
              <a:gd name="T93" fmla="*/ 3799 h 6848"/>
              <a:gd name="T94" fmla="*/ 5339 w 6848"/>
              <a:gd name="T95" fmla="*/ 4178 h 6848"/>
              <a:gd name="T96" fmla="*/ 5043 w 6848"/>
              <a:gd name="T97" fmla="*/ 3411 h 6848"/>
              <a:gd name="T98" fmla="*/ 1780 w 6848"/>
              <a:gd name="T99" fmla="*/ 3411 h 6848"/>
              <a:gd name="T100" fmla="*/ 4139 w 6848"/>
              <a:gd name="T101" fmla="*/ 4872 h 6848"/>
              <a:gd name="T102" fmla="*/ 3960 w 6848"/>
              <a:gd name="T103" fmla="*/ 5412 h 6848"/>
              <a:gd name="T104" fmla="*/ 2225 w 6848"/>
              <a:gd name="T105" fmla="*/ 3436 h 6848"/>
              <a:gd name="T106" fmla="*/ 4597 w 6848"/>
              <a:gd name="T107" fmla="*/ 3362 h 6848"/>
              <a:gd name="T108" fmla="*/ 5595 w 6848"/>
              <a:gd name="T109" fmla="*/ 5280 h 6848"/>
              <a:gd name="T110" fmla="*/ 5280 w 6848"/>
              <a:gd name="T111" fmla="*/ 5595 h 6848"/>
              <a:gd name="T112" fmla="*/ 4874 w 6848"/>
              <a:gd name="T113" fmla="*/ 5818 h 6848"/>
              <a:gd name="T114" fmla="*/ 4643 w 6848"/>
              <a:gd name="T115" fmla="*/ 5389 h 6848"/>
              <a:gd name="T116" fmla="*/ 5818 w 6848"/>
              <a:gd name="T117" fmla="*/ 4874 h 6848"/>
              <a:gd name="T118" fmla="*/ 5595 w 6848"/>
              <a:gd name="T119" fmla="*/ 5280 h 6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6848" h="6848">
                <a:moveTo>
                  <a:pt x="6762" y="6447"/>
                </a:moveTo>
                <a:lnTo>
                  <a:pt x="6527" y="6212"/>
                </a:lnTo>
                <a:cubicBezTo>
                  <a:pt x="6568" y="5898"/>
                  <a:pt x="6623" y="5050"/>
                  <a:pt x="6132" y="4559"/>
                </a:cubicBezTo>
                <a:cubicBezTo>
                  <a:pt x="6024" y="4451"/>
                  <a:pt x="5899" y="4370"/>
                  <a:pt x="5766" y="4309"/>
                </a:cubicBezTo>
                <a:cubicBezTo>
                  <a:pt x="5778" y="4278"/>
                  <a:pt x="5789" y="4247"/>
                  <a:pt x="5799" y="4216"/>
                </a:cubicBezTo>
                <a:lnTo>
                  <a:pt x="6637" y="4076"/>
                </a:lnTo>
                <a:cubicBezTo>
                  <a:pt x="6744" y="4058"/>
                  <a:pt x="6823" y="3965"/>
                  <a:pt x="6823" y="3856"/>
                </a:cubicBezTo>
                <a:lnTo>
                  <a:pt x="6823" y="2967"/>
                </a:lnTo>
                <a:cubicBezTo>
                  <a:pt x="6823" y="2858"/>
                  <a:pt x="6744" y="2765"/>
                  <a:pt x="6637" y="2747"/>
                </a:cubicBezTo>
                <a:lnTo>
                  <a:pt x="5799" y="2607"/>
                </a:lnTo>
                <a:cubicBezTo>
                  <a:pt x="5763" y="2499"/>
                  <a:pt x="5719" y="2393"/>
                  <a:pt x="5669" y="2291"/>
                </a:cubicBezTo>
                <a:lnTo>
                  <a:pt x="6162" y="1601"/>
                </a:lnTo>
                <a:cubicBezTo>
                  <a:pt x="6225" y="1512"/>
                  <a:pt x="6215" y="1391"/>
                  <a:pt x="6138" y="1314"/>
                </a:cubicBezTo>
                <a:lnTo>
                  <a:pt x="5509" y="685"/>
                </a:lnTo>
                <a:cubicBezTo>
                  <a:pt x="5432" y="608"/>
                  <a:pt x="5311" y="598"/>
                  <a:pt x="5223" y="661"/>
                </a:cubicBezTo>
                <a:lnTo>
                  <a:pt x="4532" y="1154"/>
                </a:lnTo>
                <a:cubicBezTo>
                  <a:pt x="4430" y="1104"/>
                  <a:pt x="4324" y="1060"/>
                  <a:pt x="4216" y="1024"/>
                </a:cubicBezTo>
                <a:lnTo>
                  <a:pt x="4076" y="186"/>
                </a:lnTo>
                <a:cubicBezTo>
                  <a:pt x="4058" y="79"/>
                  <a:pt x="3965" y="0"/>
                  <a:pt x="3856" y="0"/>
                </a:cubicBezTo>
                <a:lnTo>
                  <a:pt x="2967" y="0"/>
                </a:lnTo>
                <a:cubicBezTo>
                  <a:pt x="2858" y="0"/>
                  <a:pt x="2765" y="79"/>
                  <a:pt x="2747" y="186"/>
                </a:cubicBezTo>
                <a:lnTo>
                  <a:pt x="2607" y="1024"/>
                </a:lnTo>
                <a:cubicBezTo>
                  <a:pt x="2499" y="1060"/>
                  <a:pt x="2393" y="1104"/>
                  <a:pt x="2291" y="1154"/>
                </a:cubicBezTo>
                <a:lnTo>
                  <a:pt x="1601" y="661"/>
                </a:lnTo>
                <a:cubicBezTo>
                  <a:pt x="1512" y="598"/>
                  <a:pt x="1391" y="608"/>
                  <a:pt x="1314" y="685"/>
                </a:cubicBezTo>
                <a:lnTo>
                  <a:pt x="685" y="1314"/>
                </a:lnTo>
                <a:cubicBezTo>
                  <a:pt x="608" y="1391"/>
                  <a:pt x="598" y="1512"/>
                  <a:pt x="661" y="1601"/>
                </a:cubicBezTo>
                <a:lnTo>
                  <a:pt x="1154" y="2291"/>
                </a:lnTo>
                <a:cubicBezTo>
                  <a:pt x="1104" y="2393"/>
                  <a:pt x="1060" y="2499"/>
                  <a:pt x="1024" y="2607"/>
                </a:cubicBezTo>
                <a:lnTo>
                  <a:pt x="186" y="2747"/>
                </a:lnTo>
                <a:cubicBezTo>
                  <a:pt x="79" y="2765"/>
                  <a:pt x="0" y="2858"/>
                  <a:pt x="0" y="2967"/>
                </a:cubicBezTo>
                <a:lnTo>
                  <a:pt x="0" y="3856"/>
                </a:lnTo>
                <a:cubicBezTo>
                  <a:pt x="0" y="3965"/>
                  <a:pt x="79" y="4058"/>
                  <a:pt x="186" y="4076"/>
                </a:cubicBezTo>
                <a:lnTo>
                  <a:pt x="1024" y="4216"/>
                </a:lnTo>
                <a:cubicBezTo>
                  <a:pt x="1060" y="4324"/>
                  <a:pt x="1104" y="4430"/>
                  <a:pt x="1154" y="4532"/>
                </a:cubicBezTo>
                <a:lnTo>
                  <a:pt x="661" y="5223"/>
                </a:lnTo>
                <a:cubicBezTo>
                  <a:pt x="598" y="5311"/>
                  <a:pt x="608" y="5432"/>
                  <a:pt x="685" y="5509"/>
                </a:cubicBezTo>
                <a:lnTo>
                  <a:pt x="1314" y="6138"/>
                </a:lnTo>
                <a:cubicBezTo>
                  <a:pt x="1391" y="6215"/>
                  <a:pt x="1512" y="6225"/>
                  <a:pt x="1600" y="6162"/>
                </a:cubicBezTo>
                <a:lnTo>
                  <a:pt x="2291" y="5669"/>
                </a:lnTo>
                <a:cubicBezTo>
                  <a:pt x="2393" y="5719"/>
                  <a:pt x="2499" y="5763"/>
                  <a:pt x="2607" y="5799"/>
                </a:cubicBezTo>
                <a:lnTo>
                  <a:pt x="2747" y="6637"/>
                </a:lnTo>
                <a:cubicBezTo>
                  <a:pt x="2765" y="6744"/>
                  <a:pt x="2858" y="6823"/>
                  <a:pt x="2967" y="6823"/>
                </a:cubicBezTo>
                <a:lnTo>
                  <a:pt x="3856" y="6823"/>
                </a:lnTo>
                <a:cubicBezTo>
                  <a:pt x="3965" y="6823"/>
                  <a:pt x="4058" y="6744"/>
                  <a:pt x="4076" y="6637"/>
                </a:cubicBezTo>
                <a:lnTo>
                  <a:pt x="4216" y="5799"/>
                </a:lnTo>
                <a:cubicBezTo>
                  <a:pt x="4247" y="5789"/>
                  <a:pt x="4278" y="5778"/>
                  <a:pt x="4309" y="5766"/>
                </a:cubicBezTo>
                <a:cubicBezTo>
                  <a:pt x="4370" y="5899"/>
                  <a:pt x="4451" y="6024"/>
                  <a:pt x="4559" y="6132"/>
                </a:cubicBezTo>
                <a:cubicBezTo>
                  <a:pt x="4904" y="6477"/>
                  <a:pt x="5425" y="6552"/>
                  <a:pt x="5813" y="6552"/>
                </a:cubicBezTo>
                <a:cubicBezTo>
                  <a:pt x="5978" y="6552"/>
                  <a:pt x="6118" y="6539"/>
                  <a:pt x="6212" y="6527"/>
                </a:cubicBezTo>
                <a:lnTo>
                  <a:pt x="6447" y="6762"/>
                </a:lnTo>
                <a:cubicBezTo>
                  <a:pt x="6534" y="6848"/>
                  <a:pt x="6675" y="6848"/>
                  <a:pt x="6761" y="6762"/>
                </a:cubicBezTo>
                <a:cubicBezTo>
                  <a:pt x="6848" y="6675"/>
                  <a:pt x="6848" y="6534"/>
                  <a:pt x="6762" y="6447"/>
                </a:cubicBezTo>
                <a:close/>
                <a:moveTo>
                  <a:pt x="3960" y="5412"/>
                </a:moveTo>
                <a:cubicBezTo>
                  <a:pt x="3876" y="5435"/>
                  <a:pt x="3814" y="5505"/>
                  <a:pt x="3799" y="5590"/>
                </a:cubicBezTo>
                <a:lnTo>
                  <a:pt x="3668" y="6378"/>
                </a:lnTo>
                <a:lnTo>
                  <a:pt x="3155" y="6378"/>
                </a:lnTo>
                <a:lnTo>
                  <a:pt x="3024" y="5590"/>
                </a:lnTo>
                <a:cubicBezTo>
                  <a:pt x="3009" y="5505"/>
                  <a:pt x="2947" y="5435"/>
                  <a:pt x="2863" y="5412"/>
                </a:cubicBezTo>
                <a:cubicBezTo>
                  <a:pt x="2694" y="5366"/>
                  <a:pt x="2533" y="5300"/>
                  <a:pt x="2384" y="5215"/>
                </a:cubicBezTo>
                <a:cubicBezTo>
                  <a:pt x="2309" y="5171"/>
                  <a:pt x="2215" y="5176"/>
                  <a:pt x="2145" y="5227"/>
                </a:cubicBezTo>
                <a:lnTo>
                  <a:pt x="1495" y="5691"/>
                </a:lnTo>
                <a:lnTo>
                  <a:pt x="1132" y="5328"/>
                </a:lnTo>
                <a:lnTo>
                  <a:pt x="1596" y="4678"/>
                </a:lnTo>
                <a:cubicBezTo>
                  <a:pt x="1647" y="4608"/>
                  <a:pt x="1652" y="4514"/>
                  <a:pt x="1608" y="4439"/>
                </a:cubicBezTo>
                <a:cubicBezTo>
                  <a:pt x="1523" y="4290"/>
                  <a:pt x="1457" y="4129"/>
                  <a:pt x="1411" y="3960"/>
                </a:cubicBezTo>
                <a:cubicBezTo>
                  <a:pt x="1388" y="3876"/>
                  <a:pt x="1318" y="3814"/>
                  <a:pt x="1233" y="3799"/>
                </a:cubicBezTo>
                <a:lnTo>
                  <a:pt x="445" y="3668"/>
                </a:lnTo>
                <a:lnTo>
                  <a:pt x="445" y="3155"/>
                </a:lnTo>
                <a:lnTo>
                  <a:pt x="1233" y="3024"/>
                </a:lnTo>
                <a:cubicBezTo>
                  <a:pt x="1318" y="3009"/>
                  <a:pt x="1388" y="2947"/>
                  <a:pt x="1411" y="2863"/>
                </a:cubicBezTo>
                <a:cubicBezTo>
                  <a:pt x="1457" y="2694"/>
                  <a:pt x="1523" y="2533"/>
                  <a:pt x="1608" y="2384"/>
                </a:cubicBezTo>
                <a:cubicBezTo>
                  <a:pt x="1652" y="2309"/>
                  <a:pt x="1647" y="2215"/>
                  <a:pt x="1596" y="2145"/>
                </a:cubicBezTo>
                <a:lnTo>
                  <a:pt x="1132" y="1495"/>
                </a:lnTo>
                <a:lnTo>
                  <a:pt x="1495" y="1132"/>
                </a:lnTo>
                <a:lnTo>
                  <a:pt x="2145" y="1596"/>
                </a:lnTo>
                <a:cubicBezTo>
                  <a:pt x="2215" y="1647"/>
                  <a:pt x="2309" y="1652"/>
                  <a:pt x="2384" y="1608"/>
                </a:cubicBezTo>
                <a:cubicBezTo>
                  <a:pt x="2533" y="1523"/>
                  <a:pt x="2694" y="1457"/>
                  <a:pt x="2863" y="1411"/>
                </a:cubicBezTo>
                <a:cubicBezTo>
                  <a:pt x="2947" y="1388"/>
                  <a:pt x="3009" y="1318"/>
                  <a:pt x="3024" y="1233"/>
                </a:cubicBezTo>
                <a:lnTo>
                  <a:pt x="3155" y="445"/>
                </a:lnTo>
                <a:lnTo>
                  <a:pt x="3668" y="445"/>
                </a:lnTo>
                <a:lnTo>
                  <a:pt x="3799" y="1233"/>
                </a:lnTo>
                <a:cubicBezTo>
                  <a:pt x="3814" y="1318"/>
                  <a:pt x="3876" y="1388"/>
                  <a:pt x="3960" y="1411"/>
                </a:cubicBezTo>
                <a:cubicBezTo>
                  <a:pt x="4129" y="1457"/>
                  <a:pt x="4290" y="1523"/>
                  <a:pt x="4439" y="1608"/>
                </a:cubicBezTo>
                <a:cubicBezTo>
                  <a:pt x="4514" y="1652"/>
                  <a:pt x="4608" y="1647"/>
                  <a:pt x="4678" y="1596"/>
                </a:cubicBezTo>
                <a:lnTo>
                  <a:pt x="5328" y="1132"/>
                </a:lnTo>
                <a:lnTo>
                  <a:pt x="5691" y="1495"/>
                </a:lnTo>
                <a:lnTo>
                  <a:pt x="5227" y="2145"/>
                </a:lnTo>
                <a:cubicBezTo>
                  <a:pt x="5176" y="2215"/>
                  <a:pt x="5171" y="2309"/>
                  <a:pt x="5215" y="2384"/>
                </a:cubicBezTo>
                <a:cubicBezTo>
                  <a:pt x="5300" y="2533"/>
                  <a:pt x="5366" y="2694"/>
                  <a:pt x="5412" y="2863"/>
                </a:cubicBezTo>
                <a:cubicBezTo>
                  <a:pt x="5435" y="2947"/>
                  <a:pt x="5505" y="3009"/>
                  <a:pt x="5590" y="3024"/>
                </a:cubicBezTo>
                <a:lnTo>
                  <a:pt x="6378" y="3155"/>
                </a:lnTo>
                <a:lnTo>
                  <a:pt x="6378" y="3668"/>
                </a:lnTo>
                <a:lnTo>
                  <a:pt x="5590" y="3799"/>
                </a:lnTo>
                <a:cubicBezTo>
                  <a:pt x="5505" y="3814"/>
                  <a:pt x="5435" y="3876"/>
                  <a:pt x="5412" y="3960"/>
                </a:cubicBezTo>
                <a:cubicBezTo>
                  <a:pt x="5392" y="4034"/>
                  <a:pt x="5368" y="4107"/>
                  <a:pt x="5339" y="4178"/>
                </a:cubicBezTo>
                <a:cubicBezTo>
                  <a:pt x="5176" y="4148"/>
                  <a:pt x="5015" y="4139"/>
                  <a:pt x="4872" y="4139"/>
                </a:cubicBezTo>
                <a:cubicBezTo>
                  <a:pt x="4981" y="3920"/>
                  <a:pt x="5043" y="3673"/>
                  <a:pt x="5043" y="3411"/>
                </a:cubicBezTo>
                <a:cubicBezTo>
                  <a:pt x="5043" y="2512"/>
                  <a:pt x="4311" y="1780"/>
                  <a:pt x="3412" y="1780"/>
                </a:cubicBezTo>
                <a:cubicBezTo>
                  <a:pt x="2512" y="1780"/>
                  <a:pt x="1780" y="2512"/>
                  <a:pt x="1780" y="3411"/>
                </a:cubicBezTo>
                <a:cubicBezTo>
                  <a:pt x="1780" y="4311"/>
                  <a:pt x="2512" y="5043"/>
                  <a:pt x="3412" y="5043"/>
                </a:cubicBezTo>
                <a:cubicBezTo>
                  <a:pt x="3673" y="5043"/>
                  <a:pt x="3920" y="4981"/>
                  <a:pt x="4139" y="4872"/>
                </a:cubicBezTo>
                <a:cubicBezTo>
                  <a:pt x="4139" y="5014"/>
                  <a:pt x="4148" y="5176"/>
                  <a:pt x="4178" y="5339"/>
                </a:cubicBezTo>
                <a:cubicBezTo>
                  <a:pt x="4107" y="5368"/>
                  <a:pt x="4034" y="5392"/>
                  <a:pt x="3960" y="5412"/>
                </a:cubicBezTo>
                <a:close/>
                <a:moveTo>
                  <a:pt x="3362" y="4597"/>
                </a:moveTo>
                <a:cubicBezTo>
                  <a:pt x="2738" y="4597"/>
                  <a:pt x="2225" y="4059"/>
                  <a:pt x="2225" y="3436"/>
                </a:cubicBezTo>
                <a:cubicBezTo>
                  <a:pt x="2225" y="2789"/>
                  <a:pt x="2762" y="2225"/>
                  <a:pt x="3436" y="2225"/>
                </a:cubicBezTo>
                <a:cubicBezTo>
                  <a:pt x="4064" y="2225"/>
                  <a:pt x="4597" y="2738"/>
                  <a:pt x="4597" y="3362"/>
                </a:cubicBezTo>
                <a:cubicBezTo>
                  <a:pt x="4597" y="4020"/>
                  <a:pt x="4079" y="4597"/>
                  <a:pt x="3362" y="4597"/>
                </a:cubicBezTo>
                <a:close/>
                <a:moveTo>
                  <a:pt x="5595" y="5280"/>
                </a:moveTo>
                <a:cubicBezTo>
                  <a:pt x="5508" y="5194"/>
                  <a:pt x="5367" y="5194"/>
                  <a:pt x="5280" y="5280"/>
                </a:cubicBezTo>
                <a:cubicBezTo>
                  <a:pt x="5194" y="5367"/>
                  <a:pt x="5194" y="5508"/>
                  <a:pt x="5280" y="5595"/>
                </a:cubicBezTo>
                <a:lnTo>
                  <a:pt x="5793" y="6108"/>
                </a:lnTo>
                <a:cubicBezTo>
                  <a:pt x="5477" y="6105"/>
                  <a:pt x="5098" y="6042"/>
                  <a:pt x="4874" y="5818"/>
                </a:cubicBezTo>
                <a:cubicBezTo>
                  <a:pt x="4766" y="5710"/>
                  <a:pt x="4697" y="5572"/>
                  <a:pt x="4653" y="5424"/>
                </a:cubicBezTo>
                <a:cubicBezTo>
                  <a:pt x="4651" y="5413"/>
                  <a:pt x="4647" y="5401"/>
                  <a:pt x="4643" y="5389"/>
                </a:cubicBezTo>
                <a:cubicBezTo>
                  <a:pt x="4565" y="5099"/>
                  <a:pt x="4580" y="4781"/>
                  <a:pt x="4599" y="4597"/>
                </a:cubicBezTo>
                <a:cubicBezTo>
                  <a:pt x="4930" y="4562"/>
                  <a:pt x="5515" y="4571"/>
                  <a:pt x="5818" y="4874"/>
                </a:cubicBezTo>
                <a:cubicBezTo>
                  <a:pt x="6052" y="5108"/>
                  <a:pt x="6107" y="5491"/>
                  <a:pt x="6108" y="5793"/>
                </a:cubicBezTo>
                <a:lnTo>
                  <a:pt x="5595" y="52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熊大的PPT宝库29"/>
          <p:cNvSpPr/>
          <p:nvPr/>
        </p:nvSpPr>
        <p:spPr>
          <a:xfrm>
            <a:off x="6659761" y="5112142"/>
            <a:ext cx="437754" cy="492261"/>
          </a:xfrm>
          <a:custGeom>
            <a:avLst/>
            <a:gdLst>
              <a:gd name="connsiteX0" fmla="*/ 327500 w 596772"/>
              <a:gd name="connsiteY0" fmla="*/ 222827 h 603828"/>
              <a:gd name="connsiteX1" fmla="*/ 317859 w 596772"/>
              <a:gd name="connsiteY1" fmla="*/ 232453 h 603828"/>
              <a:gd name="connsiteX2" fmla="*/ 327500 w 596772"/>
              <a:gd name="connsiteY2" fmla="*/ 242079 h 603828"/>
              <a:gd name="connsiteX3" fmla="*/ 337141 w 596772"/>
              <a:gd name="connsiteY3" fmla="*/ 232453 h 603828"/>
              <a:gd name="connsiteX4" fmla="*/ 327500 w 596772"/>
              <a:gd name="connsiteY4" fmla="*/ 222827 h 603828"/>
              <a:gd name="connsiteX5" fmla="*/ 412093 w 596772"/>
              <a:gd name="connsiteY5" fmla="*/ 152184 h 603828"/>
              <a:gd name="connsiteX6" fmla="*/ 402452 w 596772"/>
              <a:gd name="connsiteY6" fmla="*/ 161810 h 603828"/>
              <a:gd name="connsiteX7" fmla="*/ 412093 w 596772"/>
              <a:gd name="connsiteY7" fmla="*/ 171436 h 603828"/>
              <a:gd name="connsiteX8" fmla="*/ 421734 w 596772"/>
              <a:gd name="connsiteY8" fmla="*/ 161810 h 603828"/>
              <a:gd name="connsiteX9" fmla="*/ 412093 w 596772"/>
              <a:gd name="connsiteY9" fmla="*/ 152184 h 603828"/>
              <a:gd name="connsiteX10" fmla="*/ 198124 w 596772"/>
              <a:gd name="connsiteY10" fmla="*/ 145508 h 603828"/>
              <a:gd name="connsiteX11" fmla="*/ 181796 w 596772"/>
              <a:gd name="connsiteY11" fmla="*/ 161810 h 603828"/>
              <a:gd name="connsiteX12" fmla="*/ 198124 w 596772"/>
              <a:gd name="connsiteY12" fmla="*/ 178112 h 603828"/>
              <a:gd name="connsiteX13" fmla="*/ 214451 w 596772"/>
              <a:gd name="connsiteY13" fmla="*/ 161810 h 603828"/>
              <a:gd name="connsiteX14" fmla="*/ 198124 w 596772"/>
              <a:gd name="connsiteY14" fmla="*/ 145508 h 603828"/>
              <a:gd name="connsiteX15" fmla="*/ 198124 w 596772"/>
              <a:gd name="connsiteY15" fmla="*/ 123772 h 603828"/>
              <a:gd name="connsiteX16" fmla="*/ 236221 w 596772"/>
              <a:gd name="connsiteY16" fmla="*/ 161810 h 603828"/>
              <a:gd name="connsiteX17" fmla="*/ 229379 w 596772"/>
              <a:gd name="connsiteY17" fmla="*/ 183546 h 603828"/>
              <a:gd name="connsiteX18" fmla="*/ 325945 w 596772"/>
              <a:gd name="connsiteY18" fmla="*/ 200625 h 603828"/>
              <a:gd name="connsiteX19" fmla="*/ 382859 w 596772"/>
              <a:gd name="connsiteY19" fmla="*/ 172989 h 603828"/>
              <a:gd name="connsiteX20" fmla="*/ 380682 w 596772"/>
              <a:gd name="connsiteY20" fmla="*/ 161810 h 603828"/>
              <a:gd name="connsiteX21" fmla="*/ 412093 w 596772"/>
              <a:gd name="connsiteY21" fmla="*/ 130448 h 603828"/>
              <a:gd name="connsiteX22" fmla="*/ 443504 w 596772"/>
              <a:gd name="connsiteY22" fmla="*/ 161810 h 603828"/>
              <a:gd name="connsiteX23" fmla="*/ 412093 w 596772"/>
              <a:gd name="connsiteY23" fmla="*/ 193172 h 603828"/>
              <a:gd name="connsiteX24" fmla="*/ 398253 w 596772"/>
              <a:gd name="connsiteY24" fmla="*/ 189757 h 603828"/>
              <a:gd name="connsiteX25" fmla="*/ 351448 w 596772"/>
              <a:gd name="connsiteY25" fmla="*/ 212424 h 603828"/>
              <a:gd name="connsiteX26" fmla="*/ 358912 w 596772"/>
              <a:gd name="connsiteY26" fmla="*/ 232453 h 603828"/>
              <a:gd name="connsiteX27" fmla="*/ 327500 w 596772"/>
              <a:gd name="connsiteY27" fmla="*/ 263815 h 603828"/>
              <a:gd name="connsiteX28" fmla="*/ 296089 w 596772"/>
              <a:gd name="connsiteY28" fmla="*/ 232453 h 603828"/>
              <a:gd name="connsiteX29" fmla="*/ 299821 w 596772"/>
              <a:gd name="connsiteY29" fmla="*/ 218169 h 603828"/>
              <a:gd name="connsiteX30" fmla="*/ 203255 w 596772"/>
              <a:gd name="connsiteY30" fmla="*/ 200935 h 603828"/>
              <a:gd name="connsiteX31" fmla="*/ 174954 w 596772"/>
              <a:gd name="connsiteY31" fmla="*/ 244408 h 603828"/>
              <a:gd name="connsiteX32" fmla="*/ 176820 w 596772"/>
              <a:gd name="connsiteY32" fmla="*/ 252947 h 603828"/>
              <a:gd name="connsiteX33" fmla="*/ 156294 w 596772"/>
              <a:gd name="connsiteY33" fmla="*/ 273441 h 603828"/>
              <a:gd name="connsiteX34" fmla="*/ 135768 w 596772"/>
              <a:gd name="connsiteY34" fmla="*/ 252947 h 603828"/>
              <a:gd name="connsiteX35" fmla="*/ 156294 w 596772"/>
              <a:gd name="connsiteY35" fmla="*/ 232453 h 603828"/>
              <a:gd name="connsiteX36" fmla="*/ 156761 w 596772"/>
              <a:gd name="connsiteY36" fmla="*/ 232453 h 603828"/>
              <a:gd name="connsiteX37" fmla="*/ 180863 w 596772"/>
              <a:gd name="connsiteY37" fmla="*/ 195501 h 603828"/>
              <a:gd name="connsiteX38" fmla="*/ 160026 w 596772"/>
              <a:gd name="connsiteY38" fmla="*/ 161810 h 603828"/>
              <a:gd name="connsiteX39" fmla="*/ 198124 w 596772"/>
              <a:gd name="connsiteY39" fmla="*/ 123772 h 603828"/>
              <a:gd name="connsiteX40" fmla="*/ 63907 w 596772"/>
              <a:gd name="connsiteY40" fmla="*/ 67696 h 603828"/>
              <a:gd name="connsiteX41" fmla="*/ 63907 w 596772"/>
              <a:gd name="connsiteY41" fmla="*/ 335684 h 603828"/>
              <a:gd name="connsiteX42" fmla="*/ 528201 w 596772"/>
              <a:gd name="connsiteY42" fmla="*/ 335684 h 603828"/>
              <a:gd name="connsiteX43" fmla="*/ 528201 w 596772"/>
              <a:gd name="connsiteY43" fmla="*/ 67696 h 603828"/>
              <a:gd name="connsiteX44" fmla="*/ 36385 w 596772"/>
              <a:gd name="connsiteY44" fmla="*/ 0 h 603828"/>
              <a:gd name="connsiteX45" fmla="*/ 560543 w 596772"/>
              <a:gd name="connsiteY45" fmla="*/ 0 h 603828"/>
              <a:gd name="connsiteX46" fmla="*/ 596772 w 596772"/>
              <a:gd name="connsiteY46" fmla="*/ 36177 h 603828"/>
              <a:gd name="connsiteX47" fmla="*/ 596772 w 596772"/>
              <a:gd name="connsiteY47" fmla="*/ 374345 h 603828"/>
              <a:gd name="connsiteX48" fmla="*/ 560543 w 596772"/>
              <a:gd name="connsiteY48" fmla="*/ 410522 h 603828"/>
              <a:gd name="connsiteX49" fmla="*/ 435684 w 596772"/>
              <a:gd name="connsiteY49" fmla="*/ 410522 h 603828"/>
              <a:gd name="connsiteX50" fmla="*/ 462428 w 596772"/>
              <a:gd name="connsiteY50" fmla="*/ 565633 h 603828"/>
              <a:gd name="connsiteX51" fmla="*/ 435839 w 596772"/>
              <a:gd name="connsiteY51" fmla="*/ 603207 h 603828"/>
              <a:gd name="connsiteX52" fmla="*/ 430242 w 596772"/>
              <a:gd name="connsiteY52" fmla="*/ 603828 h 603828"/>
              <a:gd name="connsiteX53" fmla="*/ 398055 w 596772"/>
              <a:gd name="connsiteY53" fmla="*/ 576657 h 603828"/>
              <a:gd name="connsiteX54" fmla="*/ 369445 w 596772"/>
              <a:gd name="connsiteY54" fmla="*/ 410522 h 603828"/>
              <a:gd name="connsiteX55" fmla="*/ 226238 w 596772"/>
              <a:gd name="connsiteY55" fmla="*/ 410522 h 603828"/>
              <a:gd name="connsiteX56" fmla="*/ 197628 w 596772"/>
              <a:gd name="connsiteY56" fmla="*/ 576657 h 603828"/>
              <a:gd name="connsiteX57" fmla="*/ 165442 w 596772"/>
              <a:gd name="connsiteY57" fmla="*/ 603828 h 603828"/>
              <a:gd name="connsiteX58" fmla="*/ 159844 w 596772"/>
              <a:gd name="connsiteY58" fmla="*/ 603207 h 603828"/>
              <a:gd name="connsiteX59" fmla="*/ 133255 w 596772"/>
              <a:gd name="connsiteY59" fmla="*/ 565633 h 603828"/>
              <a:gd name="connsiteX60" fmla="*/ 159844 w 596772"/>
              <a:gd name="connsiteY60" fmla="*/ 410522 h 603828"/>
              <a:gd name="connsiteX61" fmla="*/ 36385 w 596772"/>
              <a:gd name="connsiteY61" fmla="*/ 410522 h 603828"/>
              <a:gd name="connsiteX62" fmla="*/ 0 w 596772"/>
              <a:gd name="connsiteY62" fmla="*/ 374345 h 603828"/>
              <a:gd name="connsiteX63" fmla="*/ 0 w 596772"/>
              <a:gd name="connsiteY63" fmla="*/ 36177 h 603828"/>
              <a:gd name="connsiteX64" fmla="*/ 36385 w 596772"/>
              <a:gd name="connsiteY64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96772" h="603828">
                <a:moveTo>
                  <a:pt x="327500" y="222827"/>
                </a:moveTo>
                <a:cubicBezTo>
                  <a:pt x="322213" y="222827"/>
                  <a:pt x="317859" y="227174"/>
                  <a:pt x="317859" y="232453"/>
                </a:cubicBezTo>
                <a:cubicBezTo>
                  <a:pt x="317859" y="237732"/>
                  <a:pt x="322213" y="242079"/>
                  <a:pt x="327500" y="242079"/>
                </a:cubicBezTo>
                <a:cubicBezTo>
                  <a:pt x="332787" y="242079"/>
                  <a:pt x="337141" y="237732"/>
                  <a:pt x="337141" y="232453"/>
                </a:cubicBezTo>
                <a:cubicBezTo>
                  <a:pt x="337141" y="227174"/>
                  <a:pt x="332787" y="222827"/>
                  <a:pt x="327500" y="222827"/>
                </a:cubicBezTo>
                <a:close/>
                <a:moveTo>
                  <a:pt x="412093" y="152184"/>
                </a:moveTo>
                <a:cubicBezTo>
                  <a:pt x="406806" y="152184"/>
                  <a:pt x="402452" y="156532"/>
                  <a:pt x="402452" y="161810"/>
                </a:cubicBezTo>
                <a:cubicBezTo>
                  <a:pt x="402452" y="167089"/>
                  <a:pt x="406806" y="171436"/>
                  <a:pt x="412093" y="171436"/>
                </a:cubicBezTo>
                <a:cubicBezTo>
                  <a:pt x="417380" y="171436"/>
                  <a:pt x="421734" y="167089"/>
                  <a:pt x="421734" y="161810"/>
                </a:cubicBezTo>
                <a:cubicBezTo>
                  <a:pt x="421734" y="156532"/>
                  <a:pt x="417380" y="152184"/>
                  <a:pt x="412093" y="152184"/>
                </a:cubicBezTo>
                <a:close/>
                <a:moveTo>
                  <a:pt x="198124" y="145508"/>
                </a:moveTo>
                <a:cubicBezTo>
                  <a:pt x="189105" y="145508"/>
                  <a:pt x="181796" y="152805"/>
                  <a:pt x="181796" y="161810"/>
                </a:cubicBezTo>
                <a:cubicBezTo>
                  <a:pt x="181796" y="170815"/>
                  <a:pt x="189105" y="178112"/>
                  <a:pt x="198124" y="178112"/>
                </a:cubicBezTo>
                <a:cubicBezTo>
                  <a:pt x="207143" y="178112"/>
                  <a:pt x="214451" y="170815"/>
                  <a:pt x="214451" y="161810"/>
                </a:cubicBezTo>
                <a:cubicBezTo>
                  <a:pt x="214451" y="152805"/>
                  <a:pt x="207143" y="145508"/>
                  <a:pt x="198124" y="145508"/>
                </a:cubicBezTo>
                <a:close/>
                <a:moveTo>
                  <a:pt x="198124" y="123772"/>
                </a:moveTo>
                <a:cubicBezTo>
                  <a:pt x="219116" y="123772"/>
                  <a:pt x="236221" y="140850"/>
                  <a:pt x="236221" y="161810"/>
                </a:cubicBezTo>
                <a:cubicBezTo>
                  <a:pt x="236221" y="169884"/>
                  <a:pt x="233578" y="177336"/>
                  <a:pt x="229379" y="183546"/>
                </a:cubicBezTo>
                <a:lnTo>
                  <a:pt x="325945" y="200625"/>
                </a:lnTo>
                <a:lnTo>
                  <a:pt x="382859" y="172989"/>
                </a:lnTo>
                <a:cubicBezTo>
                  <a:pt x="381615" y="169573"/>
                  <a:pt x="380682" y="165847"/>
                  <a:pt x="380682" y="161810"/>
                </a:cubicBezTo>
                <a:cubicBezTo>
                  <a:pt x="380682" y="144577"/>
                  <a:pt x="394832" y="130448"/>
                  <a:pt x="412093" y="130448"/>
                </a:cubicBezTo>
                <a:cubicBezTo>
                  <a:pt x="429509" y="130448"/>
                  <a:pt x="443504" y="144577"/>
                  <a:pt x="443504" y="161810"/>
                </a:cubicBezTo>
                <a:cubicBezTo>
                  <a:pt x="443504" y="179199"/>
                  <a:pt x="429353" y="193172"/>
                  <a:pt x="412093" y="193172"/>
                </a:cubicBezTo>
                <a:cubicBezTo>
                  <a:pt x="407117" y="193172"/>
                  <a:pt x="402452" y="191930"/>
                  <a:pt x="398253" y="189757"/>
                </a:cubicBezTo>
                <a:lnTo>
                  <a:pt x="351448" y="212424"/>
                </a:lnTo>
                <a:cubicBezTo>
                  <a:pt x="355957" y="217859"/>
                  <a:pt x="358912" y="224845"/>
                  <a:pt x="358912" y="232453"/>
                </a:cubicBezTo>
                <a:cubicBezTo>
                  <a:pt x="358912" y="249842"/>
                  <a:pt x="344761" y="263815"/>
                  <a:pt x="327500" y="263815"/>
                </a:cubicBezTo>
                <a:cubicBezTo>
                  <a:pt x="310084" y="263815"/>
                  <a:pt x="296089" y="249842"/>
                  <a:pt x="296089" y="232453"/>
                </a:cubicBezTo>
                <a:cubicBezTo>
                  <a:pt x="296089" y="227329"/>
                  <a:pt x="297489" y="222361"/>
                  <a:pt x="299821" y="218169"/>
                </a:cubicBezTo>
                <a:lnTo>
                  <a:pt x="203255" y="200935"/>
                </a:lnTo>
                <a:lnTo>
                  <a:pt x="174954" y="244408"/>
                </a:lnTo>
                <a:cubicBezTo>
                  <a:pt x="176198" y="247047"/>
                  <a:pt x="176820" y="249842"/>
                  <a:pt x="176820" y="252947"/>
                </a:cubicBezTo>
                <a:cubicBezTo>
                  <a:pt x="176820" y="264281"/>
                  <a:pt x="167646" y="273441"/>
                  <a:pt x="156294" y="273441"/>
                </a:cubicBezTo>
                <a:cubicBezTo>
                  <a:pt x="145098" y="273441"/>
                  <a:pt x="135768" y="264281"/>
                  <a:pt x="135768" y="252947"/>
                </a:cubicBezTo>
                <a:cubicBezTo>
                  <a:pt x="135768" y="241613"/>
                  <a:pt x="145098" y="232453"/>
                  <a:pt x="156294" y="232453"/>
                </a:cubicBezTo>
                <a:cubicBezTo>
                  <a:pt x="156450" y="232453"/>
                  <a:pt x="156605" y="232453"/>
                  <a:pt x="156761" y="232453"/>
                </a:cubicBezTo>
                <a:lnTo>
                  <a:pt x="180863" y="195501"/>
                </a:lnTo>
                <a:cubicBezTo>
                  <a:pt x="168579" y="189291"/>
                  <a:pt x="160026" y="176560"/>
                  <a:pt x="160026" y="161810"/>
                </a:cubicBezTo>
                <a:cubicBezTo>
                  <a:pt x="160026" y="140850"/>
                  <a:pt x="177131" y="123772"/>
                  <a:pt x="198124" y="123772"/>
                </a:cubicBezTo>
                <a:close/>
                <a:moveTo>
                  <a:pt x="63907" y="67696"/>
                </a:moveTo>
                <a:lnTo>
                  <a:pt x="63907" y="335684"/>
                </a:lnTo>
                <a:lnTo>
                  <a:pt x="528201" y="335684"/>
                </a:lnTo>
                <a:lnTo>
                  <a:pt x="528201" y="67696"/>
                </a:lnTo>
                <a:close/>
                <a:moveTo>
                  <a:pt x="36385" y="0"/>
                </a:moveTo>
                <a:lnTo>
                  <a:pt x="560543" y="0"/>
                </a:lnTo>
                <a:cubicBezTo>
                  <a:pt x="580601" y="0"/>
                  <a:pt x="596772" y="16148"/>
                  <a:pt x="596772" y="36177"/>
                </a:cubicBezTo>
                <a:lnTo>
                  <a:pt x="596772" y="374345"/>
                </a:lnTo>
                <a:cubicBezTo>
                  <a:pt x="596772" y="394375"/>
                  <a:pt x="580601" y="410522"/>
                  <a:pt x="560543" y="410522"/>
                </a:cubicBezTo>
                <a:lnTo>
                  <a:pt x="435684" y="410522"/>
                </a:lnTo>
                <a:lnTo>
                  <a:pt x="462428" y="565633"/>
                </a:lnTo>
                <a:cubicBezTo>
                  <a:pt x="465538" y="583333"/>
                  <a:pt x="453565" y="600257"/>
                  <a:pt x="435839" y="603207"/>
                </a:cubicBezTo>
                <a:cubicBezTo>
                  <a:pt x="433818" y="603673"/>
                  <a:pt x="432108" y="603828"/>
                  <a:pt x="430242" y="603828"/>
                </a:cubicBezTo>
                <a:cubicBezTo>
                  <a:pt x="414537" y="603828"/>
                  <a:pt x="400854" y="592494"/>
                  <a:pt x="398055" y="576657"/>
                </a:cubicBezTo>
                <a:lnTo>
                  <a:pt x="369445" y="410522"/>
                </a:lnTo>
                <a:lnTo>
                  <a:pt x="226238" y="410522"/>
                </a:lnTo>
                <a:lnTo>
                  <a:pt x="197628" y="576657"/>
                </a:lnTo>
                <a:cubicBezTo>
                  <a:pt x="194829" y="592494"/>
                  <a:pt x="180991" y="603828"/>
                  <a:pt x="165442" y="603828"/>
                </a:cubicBezTo>
                <a:cubicBezTo>
                  <a:pt x="163576" y="603828"/>
                  <a:pt x="161710" y="603673"/>
                  <a:pt x="159844" y="603207"/>
                </a:cubicBezTo>
                <a:cubicBezTo>
                  <a:pt x="142118" y="600257"/>
                  <a:pt x="130145" y="583333"/>
                  <a:pt x="133255" y="565633"/>
                </a:cubicBezTo>
                <a:lnTo>
                  <a:pt x="159844" y="410522"/>
                </a:lnTo>
                <a:lnTo>
                  <a:pt x="36385" y="410522"/>
                </a:lnTo>
                <a:cubicBezTo>
                  <a:pt x="16326" y="410522"/>
                  <a:pt x="0" y="394375"/>
                  <a:pt x="0" y="374345"/>
                </a:cubicBezTo>
                <a:lnTo>
                  <a:pt x="0" y="36177"/>
                </a:lnTo>
                <a:cubicBezTo>
                  <a:pt x="0" y="16148"/>
                  <a:pt x="16326" y="0"/>
                  <a:pt x="3638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熊大的PPT宝库30"/>
          <p:cNvSpPr/>
          <p:nvPr/>
        </p:nvSpPr>
        <p:spPr>
          <a:xfrm>
            <a:off x="7105151" y="3585429"/>
            <a:ext cx="609685" cy="601879"/>
          </a:xfrm>
          <a:custGeom>
            <a:avLst/>
            <a:gdLst>
              <a:gd name="T0" fmla="*/ 3622 w 8134"/>
              <a:gd name="T1" fmla="*/ 7273 h 8030"/>
              <a:gd name="T2" fmla="*/ 2761 w 8134"/>
              <a:gd name="T3" fmla="*/ 7043 h 8030"/>
              <a:gd name="T4" fmla="*/ 986 w 8134"/>
              <a:gd name="T5" fmla="*/ 6691 h 8030"/>
              <a:gd name="T6" fmla="*/ 1019 w 8134"/>
              <a:gd name="T7" fmla="*/ 5301 h 8030"/>
              <a:gd name="T8" fmla="*/ 790 w 8134"/>
              <a:gd name="T9" fmla="*/ 4440 h 8030"/>
              <a:gd name="T10" fmla="*/ 66 w 8134"/>
              <a:gd name="T11" fmla="*/ 3252 h 8030"/>
              <a:gd name="T12" fmla="*/ 1428 w 8134"/>
              <a:gd name="T13" fmla="*/ 2058 h 8030"/>
              <a:gd name="T14" fmla="*/ 2063 w 8134"/>
              <a:gd name="T15" fmla="*/ 1442 h 8030"/>
              <a:gd name="T16" fmla="*/ 2726 w 8134"/>
              <a:gd name="T17" fmla="*/ 207 h 8030"/>
              <a:gd name="T18" fmla="*/ 4428 w 8134"/>
              <a:gd name="T19" fmla="*/ 745 h 8030"/>
              <a:gd name="T20" fmla="*/ 5290 w 8134"/>
              <a:gd name="T21" fmla="*/ 1030 h 8030"/>
              <a:gd name="T22" fmla="*/ 6011 w 8134"/>
              <a:gd name="T23" fmla="*/ 707 h 8030"/>
              <a:gd name="T24" fmla="*/ 7355 w 8134"/>
              <a:gd name="T25" fmla="*/ 2051 h 8030"/>
              <a:gd name="T26" fmla="*/ 7033 w 8134"/>
              <a:gd name="T27" fmla="*/ 2772 h 8030"/>
              <a:gd name="T28" fmla="*/ 7318 w 8134"/>
              <a:gd name="T29" fmla="*/ 3635 h 8030"/>
              <a:gd name="T30" fmla="*/ 7408 w 8134"/>
              <a:gd name="T31" fmla="*/ 5918 h 8030"/>
              <a:gd name="T32" fmla="*/ 6623 w 8134"/>
              <a:gd name="T33" fmla="*/ 6000 h 8030"/>
              <a:gd name="T34" fmla="*/ 6006 w 8134"/>
              <a:gd name="T35" fmla="*/ 6633 h 8030"/>
              <a:gd name="T36" fmla="*/ 5339 w 8134"/>
              <a:gd name="T37" fmla="*/ 7852 h 8030"/>
              <a:gd name="T38" fmla="*/ 2673 w 8134"/>
              <a:gd name="T39" fmla="*/ 6500 h 8030"/>
              <a:gd name="T40" fmla="*/ 3970 w 8134"/>
              <a:gd name="T41" fmla="*/ 6846 h 8030"/>
              <a:gd name="T42" fmla="*/ 4062 w 8134"/>
              <a:gd name="T43" fmla="*/ 7205 h 8030"/>
              <a:gd name="T44" fmla="*/ 5534 w 8134"/>
              <a:gd name="T45" fmla="*/ 7187 h 8030"/>
              <a:gd name="T46" fmla="*/ 5532 w 8134"/>
              <a:gd name="T47" fmla="*/ 6593 h 8030"/>
              <a:gd name="T48" fmla="*/ 6017 w 8134"/>
              <a:gd name="T49" fmla="*/ 6018 h 8030"/>
              <a:gd name="T50" fmla="*/ 6592 w 8134"/>
              <a:gd name="T51" fmla="*/ 5533 h 8030"/>
              <a:gd name="T52" fmla="*/ 7184 w 8134"/>
              <a:gd name="T53" fmla="*/ 5536 h 8030"/>
              <a:gd name="T54" fmla="*/ 7201 w 8134"/>
              <a:gd name="T55" fmla="*/ 4063 h 8030"/>
              <a:gd name="T56" fmla="*/ 6843 w 8134"/>
              <a:gd name="T57" fmla="*/ 3972 h 8030"/>
              <a:gd name="T58" fmla="*/ 6496 w 8134"/>
              <a:gd name="T59" fmla="*/ 2675 h 8030"/>
              <a:gd name="T60" fmla="*/ 6760 w 8134"/>
              <a:gd name="T61" fmla="*/ 2417 h 8030"/>
              <a:gd name="T62" fmla="*/ 6374 w 8134"/>
              <a:gd name="T63" fmla="*/ 1305 h 8030"/>
              <a:gd name="T64" fmla="*/ 5611 w 8134"/>
              <a:gd name="T65" fmla="*/ 1337 h 8030"/>
              <a:gd name="T66" fmla="*/ 5241 w 8134"/>
              <a:gd name="T67" fmla="*/ 1500 h 8030"/>
              <a:gd name="T68" fmla="*/ 4051 w 8134"/>
              <a:gd name="T69" fmla="*/ 1066 h 8030"/>
              <a:gd name="T70" fmla="*/ 3756 w 8134"/>
              <a:gd name="T71" fmla="*/ 550 h 8030"/>
              <a:gd name="T72" fmla="*/ 2473 w 8134"/>
              <a:gd name="T73" fmla="*/ 1272 h 8030"/>
              <a:gd name="T74" fmla="*/ 2571 w 8134"/>
              <a:gd name="T75" fmla="*/ 1626 h 8030"/>
              <a:gd name="T76" fmla="*/ 1712 w 8134"/>
              <a:gd name="T77" fmla="*/ 2445 h 8030"/>
              <a:gd name="T78" fmla="*/ 1310 w 8134"/>
              <a:gd name="T79" fmla="*/ 2490 h 8030"/>
              <a:gd name="T80" fmla="*/ 494 w 8134"/>
              <a:gd name="T81" fmla="*/ 3367 h 8030"/>
              <a:gd name="T82" fmla="*/ 906 w 8134"/>
              <a:gd name="T83" fmla="*/ 4013 h 8030"/>
              <a:gd name="T84" fmla="*/ 1231 w 8134"/>
              <a:gd name="T85" fmla="*/ 4252 h 8030"/>
              <a:gd name="T86" fmla="*/ 1449 w 8134"/>
              <a:gd name="T87" fmla="*/ 5501 h 8030"/>
              <a:gd name="T88" fmla="*/ 1151 w 8134"/>
              <a:gd name="T89" fmla="*/ 6012 h 8030"/>
              <a:gd name="T90" fmla="*/ 2418 w 8134"/>
              <a:gd name="T91" fmla="*/ 6762 h 8030"/>
              <a:gd name="T92" fmla="*/ 2673 w 8134"/>
              <a:gd name="T93" fmla="*/ 6500 h 8030"/>
              <a:gd name="T94" fmla="*/ 1618 w 8134"/>
              <a:gd name="T95" fmla="*/ 4033 h 8030"/>
              <a:gd name="T96" fmla="*/ 6444 w 8134"/>
              <a:gd name="T97" fmla="*/ 4033 h 8030"/>
              <a:gd name="T98" fmla="*/ 4030 w 8134"/>
              <a:gd name="T99" fmla="*/ 2063 h 8030"/>
              <a:gd name="T100" fmla="*/ 2636 w 8134"/>
              <a:gd name="T101" fmla="*/ 5427 h 8030"/>
              <a:gd name="T102" fmla="*/ 5424 w 8134"/>
              <a:gd name="T103" fmla="*/ 2640 h 8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8134" h="8030">
                <a:moveTo>
                  <a:pt x="4561" y="8030"/>
                </a:moveTo>
                <a:cubicBezTo>
                  <a:pt x="4138" y="8030"/>
                  <a:pt x="3749" y="7746"/>
                  <a:pt x="3634" y="7318"/>
                </a:cubicBezTo>
                <a:lnTo>
                  <a:pt x="3622" y="7273"/>
                </a:lnTo>
                <a:lnTo>
                  <a:pt x="3618" y="7258"/>
                </a:lnTo>
                <a:cubicBezTo>
                  <a:pt x="3325" y="7222"/>
                  <a:pt x="3043" y="7146"/>
                  <a:pt x="2772" y="7033"/>
                </a:cubicBezTo>
                <a:lnTo>
                  <a:pt x="2761" y="7043"/>
                </a:lnTo>
                <a:lnTo>
                  <a:pt x="2729" y="7076"/>
                </a:lnTo>
                <a:cubicBezTo>
                  <a:pt x="2355" y="7449"/>
                  <a:pt x="1745" y="7449"/>
                  <a:pt x="1371" y="7076"/>
                </a:cubicBezTo>
                <a:lnTo>
                  <a:pt x="986" y="6691"/>
                </a:lnTo>
                <a:cubicBezTo>
                  <a:pt x="805" y="6510"/>
                  <a:pt x="706" y="6270"/>
                  <a:pt x="706" y="6012"/>
                </a:cubicBezTo>
                <a:cubicBezTo>
                  <a:pt x="706" y="5755"/>
                  <a:pt x="806" y="5515"/>
                  <a:pt x="986" y="5333"/>
                </a:cubicBezTo>
                <a:lnTo>
                  <a:pt x="1019" y="5301"/>
                </a:lnTo>
                <a:lnTo>
                  <a:pt x="1030" y="5290"/>
                </a:lnTo>
                <a:cubicBezTo>
                  <a:pt x="918" y="5020"/>
                  <a:pt x="841" y="4736"/>
                  <a:pt x="805" y="4443"/>
                </a:cubicBezTo>
                <a:lnTo>
                  <a:pt x="790" y="4440"/>
                </a:lnTo>
                <a:lnTo>
                  <a:pt x="745" y="4427"/>
                </a:lnTo>
                <a:cubicBezTo>
                  <a:pt x="498" y="4361"/>
                  <a:pt x="291" y="4202"/>
                  <a:pt x="163" y="3980"/>
                </a:cubicBezTo>
                <a:cubicBezTo>
                  <a:pt x="34" y="3757"/>
                  <a:pt x="0" y="3498"/>
                  <a:pt x="66" y="3252"/>
                </a:cubicBezTo>
                <a:lnTo>
                  <a:pt x="208" y="2726"/>
                </a:lnTo>
                <a:cubicBezTo>
                  <a:pt x="345" y="2215"/>
                  <a:pt x="873" y="1910"/>
                  <a:pt x="1384" y="2047"/>
                </a:cubicBezTo>
                <a:lnTo>
                  <a:pt x="1428" y="2058"/>
                </a:lnTo>
                <a:lnTo>
                  <a:pt x="1443" y="2062"/>
                </a:lnTo>
                <a:cubicBezTo>
                  <a:pt x="1533" y="1945"/>
                  <a:pt x="1629" y="1833"/>
                  <a:pt x="1731" y="1731"/>
                </a:cubicBezTo>
                <a:cubicBezTo>
                  <a:pt x="1834" y="1628"/>
                  <a:pt x="1945" y="1532"/>
                  <a:pt x="2063" y="1442"/>
                </a:cubicBezTo>
                <a:lnTo>
                  <a:pt x="2059" y="1427"/>
                </a:lnTo>
                <a:lnTo>
                  <a:pt x="2048" y="1383"/>
                </a:lnTo>
                <a:cubicBezTo>
                  <a:pt x="1910" y="872"/>
                  <a:pt x="2215" y="345"/>
                  <a:pt x="2726" y="207"/>
                </a:cubicBezTo>
                <a:lnTo>
                  <a:pt x="3253" y="66"/>
                </a:lnTo>
                <a:cubicBezTo>
                  <a:pt x="3500" y="0"/>
                  <a:pt x="3758" y="35"/>
                  <a:pt x="3980" y="162"/>
                </a:cubicBezTo>
                <a:cubicBezTo>
                  <a:pt x="4203" y="291"/>
                  <a:pt x="4361" y="497"/>
                  <a:pt x="4428" y="745"/>
                </a:cubicBezTo>
                <a:lnTo>
                  <a:pt x="4440" y="790"/>
                </a:lnTo>
                <a:lnTo>
                  <a:pt x="4444" y="804"/>
                </a:lnTo>
                <a:cubicBezTo>
                  <a:pt x="4736" y="841"/>
                  <a:pt x="5019" y="917"/>
                  <a:pt x="5290" y="1030"/>
                </a:cubicBezTo>
                <a:lnTo>
                  <a:pt x="5300" y="1020"/>
                </a:lnTo>
                <a:lnTo>
                  <a:pt x="5333" y="987"/>
                </a:lnTo>
                <a:cubicBezTo>
                  <a:pt x="5514" y="806"/>
                  <a:pt x="5754" y="707"/>
                  <a:pt x="6011" y="707"/>
                </a:cubicBezTo>
                <a:cubicBezTo>
                  <a:pt x="6269" y="707"/>
                  <a:pt x="6509" y="807"/>
                  <a:pt x="6690" y="987"/>
                </a:cubicBezTo>
                <a:lnTo>
                  <a:pt x="7075" y="1372"/>
                </a:lnTo>
                <a:cubicBezTo>
                  <a:pt x="7256" y="1553"/>
                  <a:pt x="7355" y="1793"/>
                  <a:pt x="7355" y="2051"/>
                </a:cubicBezTo>
                <a:cubicBezTo>
                  <a:pt x="7355" y="2308"/>
                  <a:pt x="7255" y="2548"/>
                  <a:pt x="7075" y="2730"/>
                </a:cubicBezTo>
                <a:lnTo>
                  <a:pt x="7044" y="2761"/>
                </a:lnTo>
                <a:lnTo>
                  <a:pt x="7033" y="2772"/>
                </a:lnTo>
                <a:cubicBezTo>
                  <a:pt x="7145" y="3042"/>
                  <a:pt x="7221" y="3326"/>
                  <a:pt x="7258" y="3618"/>
                </a:cubicBezTo>
                <a:lnTo>
                  <a:pt x="7273" y="3622"/>
                </a:lnTo>
                <a:lnTo>
                  <a:pt x="7318" y="3635"/>
                </a:lnTo>
                <a:cubicBezTo>
                  <a:pt x="7829" y="3772"/>
                  <a:pt x="8134" y="4300"/>
                  <a:pt x="7996" y="4811"/>
                </a:cubicBezTo>
                <a:lnTo>
                  <a:pt x="7855" y="5336"/>
                </a:lnTo>
                <a:cubicBezTo>
                  <a:pt x="7789" y="5583"/>
                  <a:pt x="7630" y="5789"/>
                  <a:pt x="7408" y="5918"/>
                </a:cubicBezTo>
                <a:cubicBezTo>
                  <a:pt x="7185" y="6047"/>
                  <a:pt x="6926" y="6081"/>
                  <a:pt x="6680" y="6015"/>
                </a:cubicBezTo>
                <a:lnTo>
                  <a:pt x="6636" y="6003"/>
                </a:lnTo>
                <a:cubicBezTo>
                  <a:pt x="6631" y="6002"/>
                  <a:pt x="6626" y="6001"/>
                  <a:pt x="6623" y="6000"/>
                </a:cubicBezTo>
                <a:cubicBezTo>
                  <a:pt x="6533" y="6117"/>
                  <a:pt x="6436" y="6228"/>
                  <a:pt x="6334" y="6331"/>
                </a:cubicBezTo>
                <a:cubicBezTo>
                  <a:pt x="6231" y="6433"/>
                  <a:pt x="6120" y="6530"/>
                  <a:pt x="6003" y="6620"/>
                </a:cubicBezTo>
                <a:cubicBezTo>
                  <a:pt x="6004" y="6625"/>
                  <a:pt x="6005" y="6630"/>
                  <a:pt x="6006" y="6633"/>
                </a:cubicBezTo>
                <a:lnTo>
                  <a:pt x="6018" y="6677"/>
                </a:lnTo>
                <a:cubicBezTo>
                  <a:pt x="6084" y="6925"/>
                  <a:pt x="6049" y="7182"/>
                  <a:pt x="5921" y="7405"/>
                </a:cubicBezTo>
                <a:cubicBezTo>
                  <a:pt x="5793" y="7627"/>
                  <a:pt x="5586" y="7786"/>
                  <a:pt x="5339" y="7852"/>
                </a:cubicBezTo>
                <a:lnTo>
                  <a:pt x="4814" y="7993"/>
                </a:lnTo>
                <a:cubicBezTo>
                  <a:pt x="4728" y="8020"/>
                  <a:pt x="4644" y="8030"/>
                  <a:pt x="4561" y="8030"/>
                </a:cubicBezTo>
                <a:close/>
                <a:moveTo>
                  <a:pt x="2673" y="6500"/>
                </a:moveTo>
                <a:lnTo>
                  <a:pt x="2818" y="6568"/>
                </a:lnTo>
                <a:cubicBezTo>
                  <a:pt x="3129" y="6717"/>
                  <a:pt x="3464" y="6806"/>
                  <a:pt x="3810" y="6833"/>
                </a:cubicBezTo>
                <a:lnTo>
                  <a:pt x="3970" y="6846"/>
                </a:lnTo>
                <a:lnTo>
                  <a:pt x="4008" y="7002"/>
                </a:lnTo>
                <a:cubicBezTo>
                  <a:pt x="4020" y="7052"/>
                  <a:pt x="4034" y="7103"/>
                  <a:pt x="4049" y="7160"/>
                </a:cubicBezTo>
                <a:lnTo>
                  <a:pt x="4062" y="7205"/>
                </a:lnTo>
                <a:cubicBezTo>
                  <a:pt x="4135" y="7480"/>
                  <a:pt x="4419" y="7643"/>
                  <a:pt x="4695" y="7570"/>
                </a:cubicBezTo>
                <a:lnTo>
                  <a:pt x="5220" y="7428"/>
                </a:lnTo>
                <a:cubicBezTo>
                  <a:pt x="5353" y="7393"/>
                  <a:pt x="5464" y="7307"/>
                  <a:pt x="5534" y="7187"/>
                </a:cubicBezTo>
                <a:cubicBezTo>
                  <a:pt x="5604" y="7067"/>
                  <a:pt x="5622" y="6928"/>
                  <a:pt x="5587" y="6795"/>
                </a:cubicBezTo>
                <a:lnTo>
                  <a:pt x="5574" y="6750"/>
                </a:lnTo>
                <a:cubicBezTo>
                  <a:pt x="5559" y="6695"/>
                  <a:pt x="5545" y="6642"/>
                  <a:pt x="5532" y="6593"/>
                </a:cubicBezTo>
                <a:lnTo>
                  <a:pt x="5487" y="6440"/>
                </a:lnTo>
                <a:lnTo>
                  <a:pt x="5619" y="6348"/>
                </a:lnTo>
                <a:cubicBezTo>
                  <a:pt x="5763" y="6250"/>
                  <a:pt x="5897" y="6138"/>
                  <a:pt x="6017" y="6018"/>
                </a:cubicBezTo>
                <a:cubicBezTo>
                  <a:pt x="6137" y="5898"/>
                  <a:pt x="6248" y="5765"/>
                  <a:pt x="6347" y="5621"/>
                </a:cubicBezTo>
                <a:lnTo>
                  <a:pt x="6438" y="5488"/>
                </a:lnTo>
                <a:lnTo>
                  <a:pt x="6592" y="5533"/>
                </a:lnTo>
                <a:cubicBezTo>
                  <a:pt x="6640" y="5547"/>
                  <a:pt x="6693" y="5561"/>
                  <a:pt x="6748" y="5576"/>
                </a:cubicBezTo>
                <a:lnTo>
                  <a:pt x="6793" y="5588"/>
                </a:lnTo>
                <a:cubicBezTo>
                  <a:pt x="6925" y="5623"/>
                  <a:pt x="7064" y="5606"/>
                  <a:pt x="7184" y="5536"/>
                </a:cubicBezTo>
                <a:cubicBezTo>
                  <a:pt x="7304" y="5467"/>
                  <a:pt x="7390" y="5356"/>
                  <a:pt x="7425" y="5222"/>
                </a:cubicBezTo>
                <a:lnTo>
                  <a:pt x="7567" y="4697"/>
                </a:lnTo>
                <a:cubicBezTo>
                  <a:pt x="7640" y="4422"/>
                  <a:pt x="7476" y="4137"/>
                  <a:pt x="7201" y="4063"/>
                </a:cubicBezTo>
                <a:lnTo>
                  <a:pt x="7156" y="4051"/>
                </a:lnTo>
                <a:cubicBezTo>
                  <a:pt x="7101" y="4036"/>
                  <a:pt x="7049" y="4022"/>
                  <a:pt x="6999" y="4010"/>
                </a:cubicBezTo>
                <a:lnTo>
                  <a:pt x="6843" y="3972"/>
                </a:lnTo>
                <a:lnTo>
                  <a:pt x="6830" y="3812"/>
                </a:lnTo>
                <a:cubicBezTo>
                  <a:pt x="6804" y="3465"/>
                  <a:pt x="6714" y="3131"/>
                  <a:pt x="6565" y="2820"/>
                </a:cubicBezTo>
                <a:lnTo>
                  <a:pt x="6496" y="2675"/>
                </a:lnTo>
                <a:lnTo>
                  <a:pt x="6613" y="2563"/>
                </a:lnTo>
                <a:cubicBezTo>
                  <a:pt x="6649" y="2528"/>
                  <a:pt x="6688" y="2490"/>
                  <a:pt x="6728" y="2450"/>
                </a:cubicBezTo>
                <a:lnTo>
                  <a:pt x="6760" y="2417"/>
                </a:lnTo>
                <a:cubicBezTo>
                  <a:pt x="6858" y="2320"/>
                  <a:pt x="6910" y="2190"/>
                  <a:pt x="6910" y="2052"/>
                </a:cubicBezTo>
                <a:cubicBezTo>
                  <a:pt x="6910" y="1915"/>
                  <a:pt x="6856" y="1783"/>
                  <a:pt x="6760" y="1687"/>
                </a:cubicBezTo>
                <a:lnTo>
                  <a:pt x="6374" y="1305"/>
                </a:lnTo>
                <a:cubicBezTo>
                  <a:pt x="6277" y="1207"/>
                  <a:pt x="6146" y="1155"/>
                  <a:pt x="6009" y="1155"/>
                </a:cubicBezTo>
                <a:cubicBezTo>
                  <a:pt x="5871" y="1155"/>
                  <a:pt x="5740" y="1208"/>
                  <a:pt x="5644" y="1305"/>
                </a:cubicBezTo>
                <a:lnTo>
                  <a:pt x="5611" y="1337"/>
                </a:lnTo>
                <a:cubicBezTo>
                  <a:pt x="5571" y="1377"/>
                  <a:pt x="5533" y="1415"/>
                  <a:pt x="5498" y="1452"/>
                </a:cubicBezTo>
                <a:lnTo>
                  <a:pt x="5386" y="1568"/>
                </a:lnTo>
                <a:lnTo>
                  <a:pt x="5241" y="1500"/>
                </a:lnTo>
                <a:cubicBezTo>
                  <a:pt x="4930" y="1351"/>
                  <a:pt x="4595" y="1262"/>
                  <a:pt x="4249" y="1235"/>
                </a:cubicBezTo>
                <a:lnTo>
                  <a:pt x="4089" y="1222"/>
                </a:lnTo>
                <a:lnTo>
                  <a:pt x="4051" y="1066"/>
                </a:lnTo>
                <a:cubicBezTo>
                  <a:pt x="4039" y="1016"/>
                  <a:pt x="4025" y="965"/>
                  <a:pt x="4010" y="908"/>
                </a:cubicBezTo>
                <a:lnTo>
                  <a:pt x="3998" y="863"/>
                </a:lnTo>
                <a:cubicBezTo>
                  <a:pt x="3963" y="731"/>
                  <a:pt x="3876" y="620"/>
                  <a:pt x="3756" y="550"/>
                </a:cubicBezTo>
                <a:cubicBezTo>
                  <a:pt x="3636" y="481"/>
                  <a:pt x="3498" y="462"/>
                  <a:pt x="3364" y="497"/>
                </a:cubicBezTo>
                <a:lnTo>
                  <a:pt x="2838" y="638"/>
                </a:lnTo>
                <a:cubicBezTo>
                  <a:pt x="2563" y="712"/>
                  <a:pt x="2398" y="996"/>
                  <a:pt x="2473" y="1272"/>
                </a:cubicBezTo>
                <a:lnTo>
                  <a:pt x="2484" y="1316"/>
                </a:lnTo>
                <a:cubicBezTo>
                  <a:pt x="2499" y="1371"/>
                  <a:pt x="2513" y="1423"/>
                  <a:pt x="2526" y="1472"/>
                </a:cubicBezTo>
                <a:lnTo>
                  <a:pt x="2571" y="1626"/>
                </a:lnTo>
                <a:lnTo>
                  <a:pt x="2439" y="1717"/>
                </a:lnTo>
                <a:cubicBezTo>
                  <a:pt x="2295" y="1816"/>
                  <a:pt x="2162" y="1927"/>
                  <a:pt x="2042" y="2047"/>
                </a:cubicBezTo>
                <a:cubicBezTo>
                  <a:pt x="1922" y="2167"/>
                  <a:pt x="1810" y="2301"/>
                  <a:pt x="1712" y="2445"/>
                </a:cubicBezTo>
                <a:lnTo>
                  <a:pt x="1620" y="2577"/>
                </a:lnTo>
                <a:lnTo>
                  <a:pt x="1467" y="2532"/>
                </a:lnTo>
                <a:cubicBezTo>
                  <a:pt x="1418" y="2518"/>
                  <a:pt x="1365" y="2503"/>
                  <a:pt x="1310" y="2490"/>
                </a:cubicBezTo>
                <a:lnTo>
                  <a:pt x="1267" y="2478"/>
                </a:lnTo>
                <a:cubicBezTo>
                  <a:pt x="992" y="2405"/>
                  <a:pt x="706" y="2568"/>
                  <a:pt x="633" y="2843"/>
                </a:cubicBezTo>
                <a:lnTo>
                  <a:pt x="494" y="3367"/>
                </a:lnTo>
                <a:cubicBezTo>
                  <a:pt x="459" y="3500"/>
                  <a:pt x="477" y="3638"/>
                  <a:pt x="547" y="3760"/>
                </a:cubicBezTo>
                <a:cubicBezTo>
                  <a:pt x="617" y="3881"/>
                  <a:pt x="727" y="3966"/>
                  <a:pt x="860" y="4001"/>
                </a:cubicBezTo>
                <a:lnTo>
                  <a:pt x="906" y="4013"/>
                </a:lnTo>
                <a:cubicBezTo>
                  <a:pt x="961" y="4028"/>
                  <a:pt x="1014" y="4042"/>
                  <a:pt x="1063" y="4055"/>
                </a:cubicBezTo>
                <a:lnTo>
                  <a:pt x="1219" y="4092"/>
                </a:lnTo>
                <a:lnTo>
                  <a:pt x="1231" y="4252"/>
                </a:lnTo>
                <a:cubicBezTo>
                  <a:pt x="1258" y="4599"/>
                  <a:pt x="1348" y="4933"/>
                  <a:pt x="1496" y="5244"/>
                </a:cubicBezTo>
                <a:lnTo>
                  <a:pt x="1565" y="5389"/>
                </a:lnTo>
                <a:lnTo>
                  <a:pt x="1449" y="5501"/>
                </a:lnTo>
                <a:cubicBezTo>
                  <a:pt x="1413" y="5536"/>
                  <a:pt x="1374" y="5574"/>
                  <a:pt x="1334" y="5614"/>
                </a:cubicBezTo>
                <a:lnTo>
                  <a:pt x="1301" y="5647"/>
                </a:lnTo>
                <a:cubicBezTo>
                  <a:pt x="1204" y="5744"/>
                  <a:pt x="1151" y="5875"/>
                  <a:pt x="1151" y="6012"/>
                </a:cubicBezTo>
                <a:cubicBezTo>
                  <a:pt x="1151" y="6150"/>
                  <a:pt x="1205" y="6281"/>
                  <a:pt x="1301" y="6377"/>
                </a:cubicBezTo>
                <a:lnTo>
                  <a:pt x="1686" y="6762"/>
                </a:lnTo>
                <a:cubicBezTo>
                  <a:pt x="1888" y="6963"/>
                  <a:pt x="2216" y="6963"/>
                  <a:pt x="2418" y="6762"/>
                </a:cubicBezTo>
                <a:lnTo>
                  <a:pt x="2451" y="6730"/>
                </a:lnTo>
                <a:cubicBezTo>
                  <a:pt x="2491" y="6690"/>
                  <a:pt x="2529" y="6652"/>
                  <a:pt x="2564" y="6616"/>
                </a:cubicBezTo>
                <a:lnTo>
                  <a:pt x="2673" y="6500"/>
                </a:lnTo>
                <a:close/>
                <a:moveTo>
                  <a:pt x="4030" y="6446"/>
                </a:moveTo>
                <a:cubicBezTo>
                  <a:pt x="3411" y="6446"/>
                  <a:pt x="2794" y="6211"/>
                  <a:pt x="2324" y="5740"/>
                </a:cubicBezTo>
                <a:cubicBezTo>
                  <a:pt x="1869" y="5285"/>
                  <a:pt x="1618" y="4678"/>
                  <a:pt x="1618" y="4033"/>
                </a:cubicBezTo>
                <a:cubicBezTo>
                  <a:pt x="1618" y="3388"/>
                  <a:pt x="1869" y="2782"/>
                  <a:pt x="2324" y="2327"/>
                </a:cubicBezTo>
                <a:cubicBezTo>
                  <a:pt x="3265" y="1386"/>
                  <a:pt x="4796" y="1386"/>
                  <a:pt x="5738" y="2327"/>
                </a:cubicBezTo>
                <a:cubicBezTo>
                  <a:pt x="6193" y="2782"/>
                  <a:pt x="6444" y="3388"/>
                  <a:pt x="6444" y="4033"/>
                </a:cubicBezTo>
                <a:cubicBezTo>
                  <a:pt x="6444" y="4678"/>
                  <a:pt x="6193" y="5285"/>
                  <a:pt x="5738" y="5740"/>
                </a:cubicBezTo>
                <a:cubicBezTo>
                  <a:pt x="5266" y="6211"/>
                  <a:pt x="4648" y="6446"/>
                  <a:pt x="4030" y="6446"/>
                </a:cubicBezTo>
                <a:close/>
                <a:moveTo>
                  <a:pt x="4030" y="2063"/>
                </a:moveTo>
                <a:cubicBezTo>
                  <a:pt x="3525" y="2063"/>
                  <a:pt x="3020" y="2256"/>
                  <a:pt x="2636" y="2640"/>
                </a:cubicBezTo>
                <a:cubicBezTo>
                  <a:pt x="2265" y="3011"/>
                  <a:pt x="2060" y="3506"/>
                  <a:pt x="2060" y="4033"/>
                </a:cubicBezTo>
                <a:cubicBezTo>
                  <a:pt x="2060" y="4561"/>
                  <a:pt x="2265" y="5056"/>
                  <a:pt x="2636" y="5427"/>
                </a:cubicBezTo>
                <a:cubicBezTo>
                  <a:pt x="3405" y="6196"/>
                  <a:pt x="4655" y="6196"/>
                  <a:pt x="5424" y="5427"/>
                </a:cubicBezTo>
                <a:cubicBezTo>
                  <a:pt x="5795" y="5056"/>
                  <a:pt x="6000" y="4561"/>
                  <a:pt x="6000" y="4033"/>
                </a:cubicBezTo>
                <a:cubicBezTo>
                  <a:pt x="6000" y="3506"/>
                  <a:pt x="5795" y="3011"/>
                  <a:pt x="5424" y="2640"/>
                </a:cubicBezTo>
                <a:cubicBezTo>
                  <a:pt x="5039" y="2256"/>
                  <a:pt x="4534" y="2063"/>
                  <a:pt x="4030" y="20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熊大的PPT宝库1"/>
          <p:cNvSpPr/>
          <p:nvPr/>
        </p:nvSpPr>
        <p:spPr>
          <a:xfrm>
            <a:off x="6649047" y="6063430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熊大的PPT宝库2"/>
          <p:cNvSpPr/>
          <p:nvPr/>
        </p:nvSpPr>
        <p:spPr>
          <a:xfrm>
            <a:off x="6649047" y="5695211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熊大的PPT宝库3"/>
          <p:cNvSpPr/>
          <p:nvPr/>
        </p:nvSpPr>
        <p:spPr>
          <a:xfrm>
            <a:off x="6649047" y="5326992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熊大的PPT宝库4"/>
          <p:cNvSpPr/>
          <p:nvPr/>
        </p:nvSpPr>
        <p:spPr>
          <a:xfrm>
            <a:off x="6649047" y="4487140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熊大的PPT宝库5"/>
          <p:cNvSpPr/>
          <p:nvPr/>
        </p:nvSpPr>
        <p:spPr>
          <a:xfrm>
            <a:off x="6649047" y="4118921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6"/>
          <p:cNvSpPr/>
          <p:nvPr/>
        </p:nvSpPr>
        <p:spPr>
          <a:xfrm>
            <a:off x="6649047" y="3382483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7"/>
          <p:cNvSpPr/>
          <p:nvPr/>
        </p:nvSpPr>
        <p:spPr>
          <a:xfrm>
            <a:off x="6649047" y="3750702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熊大的PPT宝库8"/>
          <p:cNvSpPr/>
          <p:nvPr/>
        </p:nvSpPr>
        <p:spPr>
          <a:xfrm>
            <a:off x="6649047" y="2467405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熊大的PPT宝库9"/>
          <p:cNvSpPr/>
          <p:nvPr/>
        </p:nvSpPr>
        <p:spPr>
          <a:xfrm>
            <a:off x="6649047" y="1658901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熊大的PPT宝库10"/>
          <p:cNvSpPr/>
          <p:nvPr/>
        </p:nvSpPr>
        <p:spPr>
          <a:xfrm>
            <a:off x="6649047" y="2064195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11"/>
          <p:cNvSpPr/>
          <p:nvPr/>
        </p:nvSpPr>
        <p:spPr>
          <a:xfrm>
            <a:off x="434974" y="3194332"/>
            <a:ext cx="5641237" cy="3309721"/>
          </a:xfrm>
          <a:prstGeom prst="roundRect">
            <a:avLst>
              <a:gd name="adj" fmla="val 5474"/>
            </a:avLst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熊大的PPT宝库12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14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15"/>
          <p:cNvSpPr/>
          <p:nvPr/>
        </p:nvSpPr>
        <p:spPr>
          <a:xfrm>
            <a:off x="454763" y="1187826"/>
            <a:ext cx="5641237" cy="1922343"/>
          </a:xfrm>
          <a:prstGeom prst="roundRect">
            <a:avLst>
              <a:gd name="adj" fmla="val 70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熊大的PPT宝库16"/>
          <p:cNvSpPr txBox="1"/>
          <p:nvPr/>
        </p:nvSpPr>
        <p:spPr>
          <a:xfrm>
            <a:off x="825465" y="1450246"/>
            <a:ext cx="4899832" cy="140968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用户通过私域能够找到更多有价值的产品及品牌信息，能与车友形成更好的互动</a:t>
            </a:r>
          </a:p>
        </p:txBody>
      </p:sp>
      <p:graphicFrame>
        <p:nvGraphicFramePr>
          <p:cNvPr id="16" name="熊大的PPT宝库17"/>
          <p:cNvGraphicFramePr/>
          <p:nvPr/>
        </p:nvGraphicFramePr>
        <p:xfrm>
          <a:off x="466178" y="3153710"/>
          <a:ext cx="3728454" cy="3393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熊大的PPT宝库18"/>
          <p:cNvSpPr txBox="1"/>
          <p:nvPr/>
        </p:nvSpPr>
        <p:spPr>
          <a:xfrm>
            <a:off x="1596647" y="4107644"/>
            <a:ext cx="1528087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68%</a:t>
            </a:r>
            <a:endParaRPr kumimoji="1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熊大的PPT宝库19"/>
          <p:cNvSpPr txBox="1"/>
          <p:nvPr/>
        </p:nvSpPr>
        <p:spPr>
          <a:xfrm>
            <a:off x="1430405" y="4958288"/>
            <a:ext cx="1800000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消费者表示对私域的渠道关注明显提升</a:t>
            </a:r>
          </a:p>
        </p:txBody>
      </p:sp>
      <p:sp>
        <p:nvSpPr>
          <p:cNvPr id="23" name="熊大的PPT宝库20"/>
          <p:cNvSpPr txBox="1"/>
          <p:nvPr/>
        </p:nvSpPr>
        <p:spPr>
          <a:xfrm>
            <a:off x="4255203" y="3838018"/>
            <a:ext cx="1667156" cy="69717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其中，潜在购买者的关注度更高，</a:t>
            </a:r>
          </a:p>
        </p:txBody>
      </p:sp>
      <p:sp>
        <p:nvSpPr>
          <p:cNvPr id="24" name="熊大的PPT宝库21"/>
          <p:cNvSpPr txBox="1"/>
          <p:nvPr/>
        </p:nvSpPr>
        <p:spPr>
          <a:xfrm>
            <a:off x="4498978" y="4575175"/>
            <a:ext cx="1046761" cy="7490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78%</a:t>
            </a:r>
          </a:p>
        </p:txBody>
      </p:sp>
      <p:sp>
        <p:nvSpPr>
          <p:cNvPr id="25" name="熊大的PPT宝库22"/>
          <p:cNvSpPr txBox="1"/>
          <p:nvPr/>
        </p:nvSpPr>
        <p:spPr>
          <a:xfrm>
            <a:off x="3991429" y="5529812"/>
            <a:ext cx="1930930" cy="69717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潜客表示对私域渠道的关注明显提升</a:t>
            </a:r>
          </a:p>
        </p:txBody>
      </p:sp>
      <p:grpSp>
        <p:nvGrpSpPr>
          <p:cNvPr id="54" name="熊大的PPT宝库23"/>
          <p:cNvGrpSpPr/>
          <p:nvPr/>
        </p:nvGrpSpPr>
        <p:grpSpPr>
          <a:xfrm>
            <a:off x="6284356" y="1187826"/>
            <a:ext cx="4469815" cy="364691"/>
            <a:chOff x="6284356" y="1187826"/>
            <a:chExt cx="4469815" cy="364691"/>
          </a:xfrm>
        </p:grpSpPr>
        <p:sp>
          <p:nvSpPr>
            <p:cNvPr id="27" name="熊大的PPT宝库23-1"/>
            <p:cNvSpPr/>
            <p:nvPr/>
          </p:nvSpPr>
          <p:spPr>
            <a:xfrm>
              <a:off x="6284356" y="1187826"/>
              <a:ext cx="364691" cy="3646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6" name="熊大的PPT宝库23-2"/>
            <p:cNvSpPr/>
            <p:nvPr/>
          </p:nvSpPr>
          <p:spPr>
            <a:xfrm>
              <a:off x="6377219" y="1292207"/>
              <a:ext cx="178965" cy="155928"/>
            </a:xfrm>
            <a:prstGeom prst="notchedRightArrow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9" name="熊大的PPT宝库23-3"/>
            <p:cNvSpPr txBox="1"/>
            <p:nvPr/>
          </p:nvSpPr>
          <p:spPr>
            <a:xfrm>
              <a:off x="6830020" y="1247060"/>
              <a:ext cx="3924151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消费者接触汽车品牌和产品信息的渠道</a:t>
              </a:r>
            </a:p>
          </p:txBody>
        </p:sp>
      </p:grpSp>
      <p:sp>
        <p:nvSpPr>
          <p:cNvPr id="35" name="熊大的PPT宝库24"/>
          <p:cNvSpPr txBox="1"/>
          <p:nvPr/>
        </p:nvSpPr>
        <p:spPr>
          <a:xfrm>
            <a:off x="6827383" y="1694844"/>
            <a:ext cx="1436291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社交软件和群聊</a:t>
            </a:r>
          </a:p>
        </p:txBody>
      </p:sp>
      <p:sp>
        <p:nvSpPr>
          <p:cNvPr id="37" name="熊大的PPT宝库25"/>
          <p:cNvSpPr txBox="1"/>
          <p:nvPr/>
        </p:nvSpPr>
        <p:spPr>
          <a:xfrm>
            <a:off x="6827383" y="2095100"/>
            <a:ext cx="820738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品牌官网</a:t>
            </a:r>
          </a:p>
        </p:txBody>
      </p:sp>
      <p:sp>
        <p:nvSpPr>
          <p:cNvPr id="39" name="熊大的PPT宝库26"/>
          <p:cNvSpPr txBox="1"/>
          <p:nvPr/>
        </p:nvSpPr>
        <p:spPr>
          <a:xfrm>
            <a:off x="6827383" y="2495356"/>
            <a:ext cx="615553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短视频</a:t>
            </a:r>
          </a:p>
        </p:txBody>
      </p:sp>
      <p:sp>
        <p:nvSpPr>
          <p:cNvPr id="41" name="熊大的PPT宝库27"/>
          <p:cNvSpPr txBox="1"/>
          <p:nvPr/>
        </p:nvSpPr>
        <p:spPr>
          <a:xfrm>
            <a:off x="6827383" y="3413467"/>
            <a:ext cx="1436291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内容能激发兴趣</a:t>
            </a:r>
          </a:p>
        </p:txBody>
      </p:sp>
      <p:sp>
        <p:nvSpPr>
          <p:cNvPr id="43" name="熊大的PPT宝库28"/>
          <p:cNvSpPr txBox="1"/>
          <p:nvPr/>
        </p:nvSpPr>
        <p:spPr>
          <a:xfrm>
            <a:off x="6827383" y="3782043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与车友的互动更强</a:t>
            </a:r>
          </a:p>
        </p:txBody>
      </p:sp>
      <p:sp>
        <p:nvSpPr>
          <p:cNvPr id="45" name="熊大的PPT宝库29"/>
          <p:cNvSpPr txBox="1"/>
          <p:nvPr/>
        </p:nvSpPr>
        <p:spPr>
          <a:xfrm>
            <a:off x="6827383" y="4150619"/>
            <a:ext cx="1231106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内容更有深度</a:t>
            </a:r>
          </a:p>
        </p:txBody>
      </p:sp>
      <p:sp>
        <p:nvSpPr>
          <p:cNvPr id="47" name="熊大的PPT宝库30"/>
          <p:cNvSpPr txBox="1"/>
          <p:nvPr/>
        </p:nvSpPr>
        <p:spPr>
          <a:xfrm>
            <a:off x="6827383" y="4519194"/>
            <a:ext cx="1436291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更快速获取信息</a:t>
            </a:r>
          </a:p>
        </p:txBody>
      </p:sp>
      <p:sp>
        <p:nvSpPr>
          <p:cNvPr id="49" name="熊大的PPT宝库31"/>
          <p:cNvSpPr txBox="1"/>
          <p:nvPr/>
        </p:nvSpPr>
        <p:spPr>
          <a:xfrm>
            <a:off x="6827383" y="5354898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日常用车保养常识</a:t>
            </a:r>
          </a:p>
        </p:txBody>
      </p:sp>
      <p:sp>
        <p:nvSpPr>
          <p:cNvPr id="51" name="熊大的PPT宝库32"/>
          <p:cNvSpPr txBox="1"/>
          <p:nvPr/>
        </p:nvSpPr>
        <p:spPr>
          <a:xfrm>
            <a:off x="6827383" y="5720704"/>
            <a:ext cx="1723229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汽车金融/置换贷款</a:t>
            </a:r>
          </a:p>
        </p:txBody>
      </p:sp>
      <p:sp>
        <p:nvSpPr>
          <p:cNvPr id="53" name="熊大的PPT宝库33"/>
          <p:cNvSpPr txBox="1"/>
          <p:nvPr/>
        </p:nvSpPr>
        <p:spPr>
          <a:xfrm>
            <a:off x="6827383" y="6086509"/>
            <a:ext cx="1518044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新车型/产品资讯</a:t>
            </a:r>
          </a:p>
        </p:txBody>
      </p:sp>
      <p:grpSp>
        <p:nvGrpSpPr>
          <p:cNvPr id="55" name="熊大的PPT宝库34"/>
          <p:cNvGrpSpPr/>
          <p:nvPr/>
        </p:nvGrpSpPr>
        <p:grpSpPr>
          <a:xfrm>
            <a:off x="6284356" y="2885357"/>
            <a:ext cx="3546485" cy="364691"/>
            <a:chOff x="6284356" y="1187826"/>
            <a:chExt cx="3546485" cy="364691"/>
          </a:xfrm>
        </p:grpSpPr>
        <p:sp>
          <p:nvSpPr>
            <p:cNvPr id="56" name="熊大的PPT宝库34-1"/>
            <p:cNvSpPr/>
            <p:nvPr/>
          </p:nvSpPr>
          <p:spPr>
            <a:xfrm>
              <a:off x="6284356" y="1187826"/>
              <a:ext cx="364691" cy="3646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7" name="熊大的PPT宝库34-2"/>
            <p:cNvSpPr/>
            <p:nvPr/>
          </p:nvSpPr>
          <p:spPr>
            <a:xfrm>
              <a:off x="6377219" y="1292207"/>
              <a:ext cx="178965" cy="155928"/>
            </a:xfrm>
            <a:prstGeom prst="notchedRightArrow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8" name="熊大的PPT宝库34-3"/>
            <p:cNvSpPr txBox="1"/>
            <p:nvPr/>
          </p:nvSpPr>
          <p:spPr>
            <a:xfrm>
              <a:off x="6830020" y="1247060"/>
              <a:ext cx="3000821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私域信息受消费者欢迎的原因</a:t>
              </a:r>
            </a:p>
          </p:txBody>
        </p:sp>
      </p:grpSp>
      <p:grpSp>
        <p:nvGrpSpPr>
          <p:cNvPr id="59" name="熊大的PPT宝库35"/>
          <p:cNvGrpSpPr/>
          <p:nvPr/>
        </p:nvGrpSpPr>
        <p:grpSpPr>
          <a:xfrm>
            <a:off x="6284356" y="4886080"/>
            <a:ext cx="2853988" cy="364691"/>
            <a:chOff x="6284356" y="1187826"/>
            <a:chExt cx="2853988" cy="364691"/>
          </a:xfrm>
        </p:grpSpPr>
        <p:sp>
          <p:nvSpPr>
            <p:cNvPr id="60" name="熊大的PPT宝库35-1"/>
            <p:cNvSpPr/>
            <p:nvPr/>
          </p:nvSpPr>
          <p:spPr>
            <a:xfrm>
              <a:off x="6284356" y="1187826"/>
              <a:ext cx="364691" cy="3646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1" name="熊大的PPT宝库35-2"/>
            <p:cNvSpPr/>
            <p:nvPr/>
          </p:nvSpPr>
          <p:spPr>
            <a:xfrm>
              <a:off x="6377219" y="1292207"/>
              <a:ext cx="178965" cy="155928"/>
            </a:xfrm>
            <a:prstGeom prst="notchedRightArrow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2" name="熊大的PPT宝库35-3"/>
            <p:cNvSpPr txBox="1"/>
            <p:nvPr/>
          </p:nvSpPr>
          <p:spPr>
            <a:xfrm>
              <a:off x="6830020" y="1247060"/>
              <a:ext cx="2308324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消费者关注的私域内容</a:t>
              </a:r>
            </a:p>
          </p:txBody>
        </p:sp>
      </p:grpSp>
      <p:sp>
        <p:nvSpPr>
          <p:cNvPr id="74" name="熊大的PPT宝库36"/>
          <p:cNvSpPr/>
          <p:nvPr/>
        </p:nvSpPr>
        <p:spPr>
          <a:xfrm>
            <a:off x="8642947" y="1658901"/>
            <a:ext cx="127067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熊大的PPT宝库37"/>
          <p:cNvSpPr/>
          <p:nvPr/>
        </p:nvSpPr>
        <p:spPr>
          <a:xfrm>
            <a:off x="8642947" y="2057073"/>
            <a:ext cx="127067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熊大的PPT宝库38"/>
          <p:cNvSpPr/>
          <p:nvPr/>
        </p:nvSpPr>
        <p:spPr>
          <a:xfrm>
            <a:off x="8642947" y="2467405"/>
            <a:ext cx="141545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熊大的PPT宝库39"/>
          <p:cNvSpPr/>
          <p:nvPr/>
        </p:nvSpPr>
        <p:spPr>
          <a:xfrm>
            <a:off x="8642947" y="3388182"/>
            <a:ext cx="160595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8" name="熊大的PPT宝库40"/>
          <p:cNvSpPr/>
          <p:nvPr/>
        </p:nvSpPr>
        <p:spPr>
          <a:xfrm>
            <a:off x="8642947" y="3750702"/>
            <a:ext cx="1501178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9" name="熊大的PPT宝库41"/>
          <p:cNvSpPr/>
          <p:nvPr/>
        </p:nvSpPr>
        <p:spPr>
          <a:xfrm>
            <a:off x="8642947" y="4118921"/>
            <a:ext cx="141545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0" name="熊大的PPT宝库42"/>
          <p:cNvSpPr/>
          <p:nvPr/>
        </p:nvSpPr>
        <p:spPr>
          <a:xfrm>
            <a:off x="8642948" y="4487140"/>
            <a:ext cx="1348778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熊大的PPT宝库43"/>
          <p:cNvSpPr/>
          <p:nvPr/>
        </p:nvSpPr>
        <p:spPr>
          <a:xfrm>
            <a:off x="8642947" y="5326992"/>
            <a:ext cx="1501178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2" name="熊大的PPT宝库44"/>
          <p:cNvSpPr/>
          <p:nvPr/>
        </p:nvSpPr>
        <p:spPr>
          <a:xfrm>
            <a:off x="8642947" y="5695211"/>
            <a:ext cx="141545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3" name="熊大的PPT宝库45"/>
          <p:cNvSpPr/>
          <p:nvPr/>
        </p:nvSpPr>
        <p:spPr>
          <a:xfrm>
            <a:off x="8642948" y="6063430"/>
            <a:ext cx="1348778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4" name="熊大的PPT宝库46"/>
          <p:cNvSpPr txBox="1"/>
          <p:nvPr/>
        </p:nvSpPr>
        <p:spPr>
          <a:xfrm>
            <a:off x="10287000" y="1704975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5" name="熊大的PPT宝库47"/>
          <p:cNvSpPr txBox="1"/>
          <p:nvPr/>
        </p:nvSpPr>
        <p:spPr>
          <a:xfrm>
            <a:off x="10287000" y="2107533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熊大的PPT宝库48"/>
          <p:cNvSpPr txBox="1"/>
          <p:nvPr/>
        </p:nvSpPr>
        <p:spPr>
          <a:xfrm>
            <a:off x="10287000" y="2510743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熊大的PPT宝库49"/>
          <p:cNvSpPr txBox="1"/>
          <p:nvPr/>
        </p:nvSpPr>
        <p:spPr>
          <a:xfrm>
            <a:off x="10287000" y="3429000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熊大的PPT宝库50"/>
          <p:cNvSpPr txBox="1"/>
          <p:nvPr/>
        </p:nvSpPr>
        <p:spPr>
          <a:xfrm>
            <a:off x="10287000" y="3802983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熊大的PPT宝库51"/>
          <p:cNvSpPr txBox="1"/>
          <p:nvPr/>
        </p:nvSpPr>
        <p:spPr>
          <a:xfrm>
            <a:off x="10287000" y="4149043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熊大的PPT宝库52"/>
          <p:cNvSpPr txBox="1"/>
          <p:nvPr/>
        </p:nvSpPr>
        <p:spPr>
          <a:xfrm>
            <a:off x="10287000" y="4520707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熊大的PPT宝库53"/>
          <p:cNvSpPr txBox="1"/>
          <p:nvPr/>
        </p:nvSpPr>
        <p:spPr>
          <a:xfrm>
            <a:off x="10287000" y="5373786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2" name="熊大的PPT宝库54"/>
          <p:cNvSpPr txBox="1"/>
          <p:nvPr/>
        </p:nvSpPr>
        <p:spPr>
          <a:xfrm>
            <a:off x="10287000" y="5719846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熊大的PPT宝库55"/>
          <p:cNvSpPr txBox="1"/>
          <p:nvPr/>
        </p:nvSpPr>
        <p:spPr>
          <a:xfrm>
            <a:off x="10287000" y="6091510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熊大的PPT宝库1"/>
          <p:cNvGrpSpPr/>
          <p:nvPr/>
        </p:nvGrpSpPr>
        <p:grpSpPr>
          <a:xfrm>
            <a:off x="442913" y="1270337"/>
            <a:ext cx="2820987" cy="738833"/>
            <a:chOff x="442913" y="1270337"/>
            <a:chExt cx="2820987" cy="738833"/>
          </a:xfrm>
        </p:grpSpPr>
        <p:sp>
          <p:nvSpPr>
            <p:cNvPr id="51" name="熊大的PPT宝库1-1"/>
            <p:cNvSpPr/>
            <p:nvPr/>
          </p:nvSpPr>
          <p:spPr>
            <a:xfrm>
              <a:off x="442913" y="1308268"/>
              <a:ext cx="725487" cy="6475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优</a:t>
              </a:r>
            </a:p>
          </p:txBody>
        </p:sp>
        <p:sp>
          <p:nvSpPr>
            <p:cNvPr id="52" name="熊大的PPT宝库1-2"/>
            <p:cNvSpPr txBox="1"/>
            <p:nvPr/>
          </p:nvSpPr>
          <p:spPr>
            <a:xfrm>
              <a:off x="1194845" y="1270337"/>
              <a:ext cx="2069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优质货品数量占比</a:t>
              </a:r>
            </a:p>
          </p:txBody>
        </p:sp>
        <p:sp>
          <p:nvSpPr>
            <p:cNvPr id="62" name="熊大的PPT宝库1-3"/>
            <p:cNvSpPr txBox="1"/>
            <p:nvPr/>
          </p:nvSpPr>
          <p:spPr>
            <a:xfrm>
              <a:off x="1194845" y="1639838"/>
              <a:ext cx="16245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Star Product</a:t>
              </a:r>
            </a:p>
          </p:txBody>
        </p:sp>
      </p:grpSp>
      <p:grpSp>
        <p:nvGrpSpPr>
          <p:cNvPr id="63" name="熊大的PPT宝库2"/>
          <p:cNvGrpSpPr/>
          <p:nvPr/>
        </p:nvGrpSpPr>
        <p:grpSpPr>
          <a:xfrm>
            <a:off x="442913" y="2405801"/>
            <a:ext cx="3151187" cy="693098"/>
            <a:chOff x="442913" y="2266002"/>
            <a:chExt cx="3151187" cy="693098"/>
          </a:xfrm>
        </p:grpSpPr>
        <p:sp>
          <p:nvSpPr>
            <p:cNvPr id="448" name="熊大的PPT宝库2-1"/>
            <p:cNvSpPr/>
            <p:nvPr/>
          </p:nvSpPr>
          <p:spPr>
            <a:xfrm>
              <a:off x="442913" y="2311568"/>
              <a:ext cx="725487" cy="6475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高</a:t>
              </a:r>
            </a:p>
          </p:txBody>
        </p:sp>
        <p:sp>
          <p:nvSpPr>
            <p:cNvPr id="449" name="熊大的PPT宝库2-2"/>
            <p:cNvSpPr txBox="1"/>
            <p:nvPr/>
          </p:nvSpPr>
          <p:spPr>
            <a:xfrm>
              <a:off x="1194845" y="2266002"/>
              <a:ext cx="2069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货品购买转化</a:t>
              </a:r>
            </a:p>
          </p:txBody>
        </p:sp>
        <p:sp>
          <p:nvSpPr>
            <p:cNvPr id="450" name="熊大的PPT宝库2-3"/>
            <p:cNvSpPr txBox="1"/>
            <p:nvPr/>
          </p:nvSpPr>
          <p:spPr>
            <a:xfrm>
              <a:off x="1194845" y="2589768"/>
              <a:ext cx="23992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Utmost conversion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51" name="熊大的PPT宝库3"/>
          <p:cNvGrpSpPr/>
          <p:nvPr/>
        </p:nvGrpSpPr>
        <p:grpSpPr>
          <a:xfrm>
            <a:off x="442913" y="3495530"/>
            <a:ext cx="2820987" cy="709662"/>
            <a:chOff x="442913" y="3225969"/>
            <a:chExt cx="2820987" cy="709662"/>
          </a:xfrm>
        </p:grpSpPr>
        <p:sp>
          <p:nvSpPr>
            <p:cNvPr id="452" name="熊大的PPT宝库3-1"/>
            <p:cNvSpPr/>
            <p:nvPr/>
          </p:nvSpPr>
          <p:spPr>
            <a:xfrm>
              <a:off x="442913" y="3225969"/>
              <a:ext cx="725487" cy="6475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新</a:t>
              </a:r>
            </a:p>
          </p:txBody>
        </p:sp>
        <p:sp>
          <p:nvSpPr>
            <p:cNvPr id="453" name="熊大的PPT宝库3-2"/>
            <p:cNvSpPr txBox="1"/>
            <p:nvPr/>
          </p:nvSpPr>
          <p:spPr>
            <a:xfrm>
              <a:off x="1194845" y="3261667"/>
              <a:ext cx="2069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新品贡献</a:t>
              </a:r>
            </a:p>
          </p:txBody>
        </p:sp>
        <p:sp>
          <p:nvSpPr>
            <p:cNvPr id="454" name="熊大的PPT宝库3-3"/>
            <p:cNvSpPr txBox="1"/>
            <p:nvPr/>
          </p:nvSpPr>
          <p:spPr>
            <a:xfrm>
              <a:off x="1194845" y="3566299"/>
              <a:ext cx="1942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Produet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 novelty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55" name="熊大的PPT宝库4"/>
          <p:cNvGrpSpPr/>
          <p:nvPr/>
        </p:nvGrpSpPr>
        <p:grpSpPr>
          <a:xfrm>
            <a:off x="442913" y="4601823"/>
            <a:ext cx="2820987" cy="684263"/>
            <a:chOff x="442913" y="4254669"/>
            <a:chExt cx="2820987" cy="684263"/>
          </a:xfrm>
        </p:grpSpPr>
        <p:sp>
          <p:nvSpPr>
            <p:cNvPr id="456" name="熊大的PPT宝库4-1"/>
            <p:cNvSpPr/>
            <p:nvPr/>
          </p:nvSpPr>
          <p:spPr>
            <a:xfrm>
              <a:off x="442913" y="4254669"/>
              <a:ext cx="725487" cy="6475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准</a:t>
              </a:r>
            </a:p>
          </p:txBody>
        </p:sp>
        <p:sp>
          <p:nvSpPr>
            <p:cNvPr id="457" name="熊大的PPT宝库4-2"/>
            <p:cNvSpPr txBox="1"/>
            <p:nvPr/>
          </p:nvSpPr>
          <p:spPr>
            <a:xfrm>
              <a:off x="1194845" y="4254669"/>
              <a:ext cx="2069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货品售馨率</a:t>
              </a:r>
            </a:p>
          </p:txBody>
        </p:sp>
        <p:sp>
          <p:nvSpPr>
            <p:cNvPr id="458" name="熊大的PPT宝库4-3"/>
            <p:cNvSpPr txBox="1"/>
            <p:nvPr/>
          </p:nvSpPr>
          <p:spPr>
            <a:xfrm>
              <a:off x="1194845" y="4569600"/>
              <a:ext cx="16245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Exact stock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59" name="熊大的PPT宝库5"/>
          <p:cNvGrpSpPr/>
          <p:nvPr/>
        </p:nvGrpSpPr>
        <p:grpSpPr>
          <a:xfrm>
            <a:off x="442913" y="5682716"/>
            <a:ext cx="2998787" cy="694169"/>
            <a:chOff x="442913" y="5199400"/>
            <a:chExt cx="2998787" cy="694169"/>
          </a:xfrm>
        </p:grpSpPr>
        <p:sp>
          <p:nvSpPr>
            <p:cNvPr id="460" name="熊大的PPT宝库5-1"/>
            <p:cNvSpPr/>
            <p:nvPr/>
          </p:nvSpPr>
          <p:spPr>
            <a:xfrm>
              <a:off x="442913" y="5199400"/>
              <a:ext cx="725487" cy="6475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快</a:t>
              </a:r>
            </a:p>
          </p:txBody>
        </p:sp>
        <p:sp>
          <p:nvSpPr>
            <p:cNvPr id="461" name="熊大的PPT宝库5-2"/>
            <p:cNvSpPr txBox="1"/>
            <p:nvPr/>
          </p:nvSpPr>
          <p:spPr>
            <a:xfrm>
              <a:off x="1194845" y="5231200"/>
              <a:ext cx="2069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货品履约时效</a:t>
              </a:r>
            </a:p>
          </p:txBody>
        </p:sp>
        <p:sp>
          <p:nvSpPr>
            <p:cNvPr id="462" name="熊大的PPT宝库5-3"/>
            <p:cNvSpPr txBox="1"/>
            <p:nvPr/>
          </p:nvSpPr>
          <p:spPr>
            <a:xfrm>
              <a:off x="1194845" y="5524237"/>
              <a:ext cx="22468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Rapid fulfillment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69" name="熊大的PPT宝库6"/>
          <p:cNvGrpSpPr/>
          <p:nvPr/>
        </p:nvGrpSpPr>
        <p:grpSpPr>
          <a:xfrm>
            <a:off x="3017412" y="524761"/>
            <a:ext cx="7102762" cy="6179409"/>
            <a:chOff x="2544619" y="524761"/>
            <a:chExt cx="7102762" cy="6179409"/>
          </a:xfrm>
        </p:grpSpPr>
        <p:sp>
          <p:nvSpPr>
            <p:cNvPr id="10" name="熊大的PPT宝库6-1"/>
            <p:cNvSpPr/>
            <p:nvPr/>
          </p:nvSpPr>
          <p:spPr>
            <a:xfrm rot="21328335">
              <a:off x="4055877" y="1539215"/>
              <a:ext cx="4150500" cy="4150499"/>
            </a:xfrm>
            <a:prstGeom prst="blockArc">
              <a:avLst>
                <a:gd name="adj1" fmla="val 19218255"/>
                <a:gd name="adj2" fmla="val 13810996"/>
                <a:gd name="adj3" fmla="val 8364"/>
              </a:avLst>
            </a:prstGeom>
            <a:solidFill>
              <a:schemeClr val="accent1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029341" y="3433396"/>
              <a:ext cx="4203571" cy="407979"/>
              <a:chOff x="4318290" y="3486985"/>
              <a:chExt cx="3611300" cy="338824"/>
            </a:xfrm>
          </p:grpSpPr>
          <p:sp>
            <p:nvSpPr>
              <p:cNvPr id="38" name="熊大的PPT宝库6-2"/>
              <p:cNvSpPr/>
              <p:nvPr/>
            </p:nvSpPr>
            <p:spPr>
              <a:xfrm>
                <a:off x="4318290" y="3486985"/>
                <a:ext cx="3611300" cy="30075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9" name="熊大的PPT宝库6-3"/>
              <p:cNvSpPr txBox="1"/>
              <p:nvPr/>
            </p:nvSpPr>
            <p:spPr>
              <a:xfrm>
                <a:off x="5672374" y="3493520"/>
                <a:ext cx="1040020" cy="3322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品牌资产</a:t>
                </a:r>
                <a:endParaRPr kumimoji="0" lang="zh-CN" alt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12" name="熊大的PPT宝库6-4"/>
            <p:cNvSpPr/>
            <p:nvPr/>
          </p:nvSpPr>
          <p:spPr>
            <a:xfrm rot="5016858">
              <a:off x="4055877" y="1529241"/>
              <a:ext cx="4150499" cy="4150500"/>
            </a:xfrm>
            <a:prstGeom prst="blockArc">
              <a:avLst>
                <a:gd name="adj1" fmla="val 8636464"/>
                <a:gd name="adj2" fmla="val 13849500"/>
                <a:gd name="adj3" fmla="val 8921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4439143" y="1919028"/>
              <a:ext cx="3369914" cy="3360953"/>
              <a:chOff x="4775711" y="2166981"/>
              <a:chExt cx="2798697" cy="2791256"/>
            </a:xfrm>
          </p:grpSpPr>
          <p:sp>
            <p:nvSpPr>
              <p:cNvPr id="34" name="熊大的PPT宝库6-5"/>
              <p:cNvSpPr>
                <a:spLocks noChangeAspect="1"/>
              </p:cNvSpPr>
              <p:nvPr/>
            </p:nvSpPr>
            <p:spPr>
              <a:xfrm rot="10616119">
                <a:off x="4779102" y="2166981"/>
                <a:ext cx="2786196" cy="2786196"/>
              </a:xfrm>
              <a:prstGeom prst="blockArc">
                <a:avLst>
                  <a:gd name="adj1" fmla="val 18820107"/>
                  <a:gd name="adj2" fmla="val 21130408"/>
                  <a:gd name="adj3" fmla="val 999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5" name="熊大的PPT宝库6-6"/>
              <p:cNvSpPr>
                <a:spLocks noChangeAspect="1"/>
              </p:cNvSpPr>
              <p:nvPr/>
            </p:nvSpPr>
            <p:spPr>
              <a:xfrm rot="8212075">
                <a:off x="4775711" y="2169318"/>
                <a:ext cx="2786196" cy="2786196"/>
              </a:xfrm>
              <a:prstGeom prst="blockArc">
                <a:avLst>
                  <a:gd name="adj1" fmla="val 18838403"/>
                  <a:gd name="adj2" fmla="val 21130408"/>
                  <a:gd name="adj3" fmla="val 9999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6" name="熊大的PPT宝库6-7"/>
              <p:cNvSpPr>
                <a:spLocks noChangeAspect="1"/>
              </p:cNvSpPr>
              <p:nvPr/>
            </p:nvSpPr>
            <p:spPr>
              <a:xfrm rot="5860016">
                <a:off x="4788211" y="2172041"/>
                <a:ext cx="2786196" cy="2786196"/>
              </a:xfrm>
              <a:prstGeom prst="blockArc">
                <a:avLst>
                  <a:gd name="adj1" fmla="val 18820107"/>
                  <a:gd name="adj2" fmla="val 21130408"/>
                  <a:gd name="adj3" fmla="val 9999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7" name="熊大的PPT宝库6-8"/>
              <p:cNvSpPr>
                <a:spLocks noChangeAspect="1"/>
              </p:cNvSpPr>
              <p:nvPr/>
            </p:nvSpPr>
            <p:spPr>
              <a:xfrm rot="3452603">
                <a:off x="4788212" y="2171447"/>
                <a:ext cx="2786196" cy="2786196"/>
              </a:xfrm>
              <a:prstGeom prst="blockArc">
                <a:avLst>
                  <a:gd name="adj1" fmla="val 18820107"/>
                  <a:gd name="adj2" fmla="val 21130408"/>
                  <a:gd name="adj3" fmla="val 999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17" name="熊大的PPT宝库6-9"/>
            <p:cNvSpPr txBox="1"/>
            <p:nvPr/>
          </p:nvSpPr>
          <p:spPr>
            <a:xfrm>
              <a:off x="5710280" y="397933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市场份额</a:t>
              </a:r>
            </a:p>
          </p:txBody>
        </p:sp>
        <p:sp>
          <p:nvSpPr>
            <p:cNvPr id="18" name="熊大的PPT宝库6-10"/>
            <p:cNvSpPr txBox="1"/>
            <p:nvPr/>
          </p:nvSpPr>
          <p:spPr>
            <a:xfrm>
              <a:off x="4774006" y="1640472"/>
              <a:ext cx="2596565" cy="5694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304790"/>
                </a:avLst>
              </a:prstTxWarp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履约快速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" name="熊大的PPT宝库6-11"/>
            <p:cNvSpPr txBox="1"/>
            <p:nvPr/>
          </p:nvSpPr>
          <p:spPr>
            <a:xfrm>
              <a:off x="5756444" y="1566426"/>
              <a:ext cx="7493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快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1" name="熊大的PPT宝库6-12"/>
            <p:cNvSpPr txBox="1"/>
            <p:nvPr/>
          </p:nvSpPr>
          <p:spPr>
            <a:xfrm>
              <a:off x="4063075" y="2576448"/>
              <a:ext cx="7493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转化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熊大的PPT宝库6-13"/>
            <p:cNvSpPr txBox="1"/>
            <p:nvPr/>
          </p:nvSpPr>
          <p:spPr>
            <a:xfrm rot="1483007">
              <a:off x="5285110" y="4900932"/>
              <a:ext cx="640783" cy="14433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prstTxWarp prst="textArchDown">
                <a:avLst>
                  <a:gd name="adj" fmla="val 21563230"/>
                </a:avLst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场景分布</a:t>
              </a:r>
            </a:p>
          </p:txBody>
        </p:sp>
        <p:sp>
          <p:nvSpPr>
            <p:cNvPr id="29" name="熊大的PPT宝库6-14"/>
            <p:cNvSpPr txBox="1"/>
            <p:nvPr/>
          </p:nvSpPr>
          <p:spPr>
            <a:xfrm rot="3570663">
              <a:off x="4582886" y="4202256"/>
              <a:ext cx="586522" cy="20868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prstTxWarp prst="textArchDown">
                <a:avLst/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场景分布</a:t>
              </a:r>
            </a:p>
          </p:txBody>
        </p:sp>
        <p:sp>
          <p:nvSpPr>
            <p:cNvPr id="30" name="熊大的PPT宝库6-15"/>
            <p:cNvSpPr txBox="1"/>
            <p:nvPr/>
          </p:nvSpPr>
          <p:spPr>
            <a:xfrm rot="20536257">
              <a:off x="6010345" y="4884055"/>
              <a:ext cx="1183274" cy="173204"/>
            </a:xfrm>
            <a:prstGeom prst="rect">
              <a:avLst/>
            </a:prstGeom>
            <a:noFill/>
          </p:spPr>
          <p:txBody>
            <a:bodyPr spcFirstLastPara="1" vert="horz" wrap="square" lIns="0" tIns="0" rIns="0" bIns="0" numCol="1" rtlCol="0" anchor="t" anchorCtr="0">
              <a:prstTxWarp prst="textArchDown">
                <a:avLst>
                  <a:gd name="adj" fmla="val 758263"/>
                </a:avLst>
              </a:prstTxWarp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 sz="1200" b="1" i="0">
                  <a:solidFill>
                    <a:schemeClr val="tx1">
                      <a:alpha val="50000"/>
                    </a:schemeClr>
                  </a:solidFill>
                  <a:latin typeface="vivo type CN Medium" panose="02000500000000000000" pitchFamily="2" charset="-122"/>
                  <a:ea typeface="vivo type CN Medium" panose="02000500000000000000" pitchFamily="2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用户转化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" name="熊大的PPT宝库6-16"/>
            <p:cNvSpPr txBox="1"/>
            <p:nvPr/>
          </p:nvSpPr>
          <p:spPr>
            <a:xfrm rot="17985244">
              <a:off x="6721010" y="4074153"/>
              <a:ext cx="1183274" cy="37947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prstTxWarp prst="textArchDown">
                <a:avLst>
                  <a:gd name="adj" fmla="val 19437890"/>
                </a:avLst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全渠道投放</a:t>
              </a:r>
            </a:p>
          </p:txBody>
        </p:sp>
        <p:sp>
          <p:nvSpPr>
            <p:cNvPr id="33" name="熊大的PPT宝库6-17"/>
            <p:cNvSpPr txBox="1"/>
            <p:nvPr/>
          </p:nvSpPr>
          <p:spPr>
            <a:xfrm>
              <a:off x="5756444" y="5358131"/>
              <a:ext cx="749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新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1" name="熊大的PPT宝库6-18"/>
            <p:cNvSpPr txBox="1"/>
            <p:nvPr/>
          </p:nvSpPr>
          <p:spPr>
            <a:xfrm>
              <a:off x="3983205" y="2779860"/>
              <a:ext cx="7493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高效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2" name="熊大的PPT宝库6-19"/>
            <p:cNvSpPr txBox="1"/>
            <p:nvPr/>
          </p:nvSpPr>
          <p:spPr>
            <a:xfrm>
              <a:off x="7452157" y="2576448"/>
              <a:ext cx="7493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备货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3" name="熊大的PPT宝库6-20"/>
            <p:cNvSpPr txBox="1"/>
            <p:nvPr/>
          </p:nvSpPr>
          <p:spPr>
            <a:xfrm>
              <a:off x="7539594" y="2779860"/>
              <a:ext cx="7493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精准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" name="熊大的PPT宝库6-21"/>
            <p:cNvSpPr txBox="1"/>
            <p:nvPr/>
          </p:nvSpPr>
          <p:spPr>
            <a:xfrm rot="16200000">
              <a:off x="3265843" y="3058830"/>
              <a:ext cx="1849330" cy="83963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prstTxWarp prst="textArchUp">
                <a:avLst>
                  <a:gd name="adj" fmla="val 10226683"/>
                </a:avLst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应用激活停留</a:t>
              </a:r>
            </a:p>
          </p:txBody>
        </p:sp>
        <p:sp>
          <p:nvSpPr>
            <p:cNvPr id="40" name="熊大的PPT宝库6-22"/>
            <p:cNvSpPr txBox="1"/>
            <p:nvPr/>
          </p:nvSpPr>
          <p:spPr>
            <a:xfrm rot="16200000">
              <a:off x="7041776" y="3198944"/>
              <a:ext cx="1958400" cy="88920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prstTxWarp prst="textArchDown">
                <a:avLst/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19B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次日再次启动</a:t>
              </a:r>
            </a:p>
          </p:txBody>
        </p:sp>
        <p:grpSp>
          <p:nvGrpSpPr>
            <p:cNvPr id="44" name="熊大的PPT宝库18"/>
            <p:cNvGrpSpPr/>
            <p:nvPr/>
          </p:nvGrpSpPr>
          <p:grpSpPr>
            <a:xfrm rot="16200000">
              <a:off x="3006295" y="63084"/>
              <a:ext cx="6179409" cy="7102762"/>
              <a:chOff x="4687063" y="1884395"/>
              <a:chExt cx="2831940" cy="3255100"/>
            </a:xfrm>
          </p:grpSpPr>
          <p:sp>
            <p:nvSpPr>
              <p:cNvPr id="45" name="熊大的PPT宝库6-23"/>
              <p:cNvSpPr/>
              <p:nvPr/>
            </p:nvSpPr>
            <p:spPr>
              <a:xfrm rot="19477214">
                <a:off x="4687063" y="2307555"/>
                <a:ext cx="2831940" cy="2831940"/>
              </a:xfrm>
              <a:prstGeom prst="arc">
                <a:avLst>
                  <a:gd name="adj1" fmla="val 15876070"/>
                  <a:gd name="adj2" fmla="val 20374532"/>
                </a:avLst>
              </a:prstGeom>
              <a:ln w="76200">
                <a:gradFill>
                  <a:gsLst>
                    <a:gs pos="10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6" name="熊大的PPT宝库6-24"/>
              <p:cNvSpPr/>
              <p:nvPr/>
            </p:nvSpPr>
            <p:spPr>
              <a:xfrm rot="7674641">
                <a:off x="6845608" y="2512928"/>
                <a:ext cx="162076" cy="13972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7" name="熊大的PPT宝库6-25"/>
              <p:cNvSpPr/>
              <p:nvPr/>
            </p:nvSpPr>
            <p:spPr>
              <a:xfrm rot="19477214" flipH="1" flipV="1">
                <a:off x="4687063" y="1884395"/>
                <a:ext cx="2831940" cy="2831940"/>
              </a:xfrm>
              <a:prstGeom prst="arc">
                <a:avLst>
                  <a:gd name="adj1" fmla="val 15876070"/>
                  <a:gd name="adj2" fmla="val 20374532"/>
                </a:avLst>
              </a:prstGeom>
              <a:ln w="76200">
                <a:gradFill>
                  <a:gsLst>
                    <a:gs pos="10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8" name="熊大的PPT宝库6-26"/>
              <p:cNvSpPr/>
              <p:nvPr/>
            </p:nvSpPr>
            <p:spPr>
              <a:xfrm rot="18288038" flipH="1">
                <a:off x="5232606" y="4401642"/>
                <a:ext cx="162076" cy="13972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4556040" y="2150543"/>
              <a:ext cx="3177001" cy="1238479"/>
              <a:chOff x="5144151" y="2120634"/>
              <a:chExt cx="3364633" cy="1311623"/>
            </a:xfrm>
          </p:grpSpPr>
          <p:cxnSp>
            <p:nvCxnSpPr>
              <p:cNvPr id="53" name="熊大的PPT宝库6-27"/>
              <p:cNvCxnSpPr/>
              <p:nvPr/>
            </p:nvCxnSpPr>
            <p:spPr>
              <a:xfrm>
                <a:off x="6434888" y="2158597"/>
                <a:ext cx="354682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熊大的PPT宝库6-28"/>
              <p:cNvCxnSpPr/>
              <p:nvPr/>
            </p:nvCxnSpPr>
            <p:spPr>
              <a:xfrm>
                <a:off x="6361568" y="2196560"/>
                <a:ext cx="460866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熊大的PPT宝库6-29"/>
              <p:cNvCxnSpPr/>
              <p:nvPr/>
            </p:nvCxnSpPr>
            <p:spPr>
              <a:xfrm>
                <a:off x="6273657" y="2234523"/>
                <a:ext cx="583211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熊大的PPT宝库6-30"/>
              <p:cNvCxnSpPr/>
              <p:nvPr/>
            </p:nvCxnSpPr>
            <p:spPr>
              <a:xfrm>
                <a:off x="6176410" y="2272486"/>
                <a:ext cx="720939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熊大的PPT宝库6-31"/>
              <p:cNvCxnSpPr/>
              <p:nvPr/>
            </p:nvCxnSpPr>
            <p:spPr>
              <a:xfrm>
                <a:off x="6120156" y="2310449"/>
                <a:ext cx="808149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熊大的PPT宝库6-32"/>
              <p:cNvCxnSpPr/>
              <p:nvPr/>
            </p:nvCxnSpPr>
            <p:spPr>
              <a:xfrm>
                <a:off x="6052005" y="2348412"/>
                <a:ext cx="926306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熊大的PPT宝库6-33"/>
              <p:cNvCxnSpPr/>
              <p:nvPr/>
            </p:nvCxnSpPr>
            <p:spPr>
              <a:xfrm>
                <a:off x="6003284" y="2386375"/>
                <a:ext cx="996459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熊大的PPT宝库6-34"/>
              <p:cNvCxnSpPr/>
              <p:nvPr/>
            </p:nvCxnSpPr>
            <p:spPr>
              <a:xfrm>
                <a:off x="5973424" y="2424338"/>
                <a:ext cx="104775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熊大的PPT宝库6-35"/>
              <p:cNvCxnSpPr/>
              <p:nvPr/>
            </p:nvCxnSpPr>
            <p:spPr>
              <a:xfrm>
                <a:off x="5932943" y="2462301"/>
                <a:ext cx="1088231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熊大的PPT宝库6-36"/>
              <p:cNvCxnSpPr/>
              <p:nvPr/>
            </p:nvCxnSpPr>
            <p:spPr>
              <a:xfrm>
                <a:off x="6547305" y="2120634"/>
                <a:ext cx="213932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熊大的PPT宝库6-37"/>
              <p:cNvCxnSpPr/>
              <p:nvPr/>
            </p:nvCxnSpPr>
            <p:spPr>
              <a:xfrm>
                <a:off x="5747120" y="2576190"/>
                <a:ext cx="1325936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熊大的PPT宝库6-38"/>
              <p:cNvCxnSpPr/>
              <p:nvPr/>
            </p:nvCxnSpPr>
            <p:spPr>
              <a:xfrm>
                <a:off x="5597284" y="2766005"/>
                <a:ext cx="1626296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熊大的PPT宝库6-39"/>
              <p:cNvCxnSpPr/>
              <p:nvPr/>
            </p:nvCxnSpPr>
            <p:spPr>
              <a:xfrm>
                <a:off x="5686795" y="2690079"/>
                <a:ext cx="1489673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熊大的PPT宝库6-40"/>
              <p:cNvCxnSpPr/>
              <p:nvPr/>
            </p:nvCxnSpPr>
            <p:spPr>
              <a:xfrm>
                <a:off x="5645520" y="2728042"/>
                <a:ext cx="1530948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熊大的PPT宝库6-41"/>
              <p:cNvCxnSpPr/>
              <p:nvPr/>
            </p:nvCxnSpPr>
            <p:spPr>
              <a:xfrm>
                <a:off x="5575755" y="2803968"/>
                <a:ext cx="1666875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熊大的PPT宝库6-42"/>
              <p:cNvCxnSpPr/>
              <p:nvPr/>
            </p:nvCxnSpPr>
            <p:spPr>
              <a:xfrm>
                <a:off x="5374990" y="2917857"/>
                <a:ext cx="21660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熊大的PPT宝库6-43"/>
              <p:cNvCxnSpPr/>
              <p:nvPr/>
            </p:nvCxnSpPr>
            <p:spPr>
              <a:xfrm>
                <a:off x="5502364" y="2841931"/>
                <a:ext cx="1838691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熊大的PPT宝库6-44"/>
              <p:cNvCxnSpPr/>
              <p:nvPr/>
            </p:nvCxnSpPr>
            <p:spPr>
              <a:xfrm>
                <a:off x="5445580" y="2879894"/>
                <a:ext cx="1984375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熊大的PPT宝库6-45"/>
              <p:cNvCxnSpPr/>
              <p:nvPr/>
            </p:nvCxnSpPr>
            <p:spPr>
              <a:xfrm>
                <a:off x="5336864" y="2955820"/>
                <a:ext cx="2315341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熊大的PPT宝库6-46"/>
              <p:cNvCxnSpPr/>
              <p:nvPr/>
            </p:nvCxnSpPr>
            <p:spPr>
              <a:xfrm>
                <a:off x="5144151" y="3069704"/>
                <a:ext cx="3082729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熊大的PPT宝库6-47"/>
              <p:cNvCxnSpPr/>
              <p:nvPr/>
            </p:nvCxnSpPr>
            <p:spPr>
              <a:xfrm>
                <a:off x="5290005" y="2993783"/>
                <a:ext cx="248920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熊大的PPT宝库6-48"/>
              <p:cNvCxnSpPr/>
              <p:nvPr/>
            </p:nvCxnSpPr>
            <p:spPr>
              <a:xfrm>
                <a:off x="5194755" y="3031746"/>
                <a:ext cx="270510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熊大的PPT宝库6-49"/>
              <p:cNvCxnSpPr/>
              <p:nvPr/>
            </p:nvCxnSpPr>
            <p:spPr>
              <a:xfrm>
                <a:off x="5897067" y="2500264"/>
                <a:ext cx="112410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熊大的PPT宝库6-50"/>
              <p:cNvCxnSpPr/>
              <p:nvPr/>
            </p:nvCxnSpPr>
            <p:spPr>
              <a:xfrm>
                <a:off x="5706482" y="2652116"/>
                <a:ext cx="1421705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熊大的PPT宝库6-51"/>
              <p:cNvCxnSpPr/>
              <p:nvPr/>
            </p:nvCxnSpPr>
            <p:spPr>
              <a:xfrm>
                <a:off x="5808082" y="2538227"/>
                <a:ext cx="1237698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熊大的PPT宝库6-52"/>
              <p:cNvCxnSpPr/>
              <p:nvPr/>
            </p:nvCxnSpPr>
            <p:spPr>
              <a:xfrm>
                <a:off x="5747757" y="2614153"/>
                <a:ext cx="138043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熊大的PPT宝库6-53"/>
              <p:cNvCxnSpPr/>
              <p:nvPr/>
            </p:nvCxnSpPr>
            <p:spPr>
              <a:xfrm>
                <a:off x="6322870" y="2275025"/>
                <a:ext cx="0" cy="830107"/>
              </a:xfrm>
              <a:prstGeom prst="line">
                <a:avLst/>
              </a:prstGeom>
              <a:ln w="28575">
                <a:solidFill>
                  <a:schemeClr val="tx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熊大的PPT宝库6-54"/>
              <p:cNvCxnSpPr/>
              <p:nvPr/>
            </p:nvCxnSpPr>
            <p:spPr>
              <a:xfrm>
                <a:off x="7418245" y="2814775"/>
                <a:ext cx="0" cy="288000"/>
              </a:xfrm>
              <a:prstGeom prst="line">
                <a:avLst/>
              </a:prstGeom>
              <a:ln w="28575">
                <a:solidFill>
                  <a:schemeClr val="tx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8" name="熊大的PPT宝库6-55"/>
              <p:cNvSpPr/>
              <p:nvPr/>
            </p:nvSpPr>
            <p:spPr>
              <a:xfrm>
                <a:off x="7429882" y="3177720"/>
                <a:ext cx="1078902" cy="25453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wrap="none" lIns="0" tIns="0" rIns="0" bIns="0" rtlCol="0" anchor="t">
                <a:noAutofit/>
              </a:bodyPr>
              <a:lstStyle/>
              <a:p>
                <a:pPr marL="0" marR="0" lvl="0" indent="0" algn="ctr" defTabSz="73152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尾货期</a:t>
                </a:r>
              </a:p>
            </p:txBody>
          </p:sp>
          <p:sp>
            <p:nvSpPr>
              <p:cNvPr id="496" name="熊大的PPT宝库6-56"/>
              <p:cNvSpPr/>
              <p:nvPr/>
            </p:nvSpPr>
            <p:spPr>
              <a:xfrm>
                <a:off x="5194755" y="3177720"/>
                <a:ext cx="1078902" cy="25453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wrap="none" lIns="0" tIns="0" rIns="0" bIns="0" rtlCol="0" anchor="t">
                <a:noAutofit/>
              </a:bodyPr>
              <a:lstStyle/>
              <a:p>
                <a:pPr marL="0" marR="0" lvl="0" indent="0" algn="ctr" defTabSz="73152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新品期</a:t>
                </a:r>
              </a:p>
            </p:txBody>
          </p:sp>
          <p:sp>
            <p:nvSpPr>
              <p:cNvPr id="497" name="熊大的PPT宝库6-57"/>
              <p:cNvSpPr/>
              <p:nvPr/>
            </p:nvSpPr>
            <p:spPr>
              <a:xfrm>
                <a:off x="6317417" y="3177720"/>
                <a:ext cx="1078902" cy="25453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wrap="none" lIns="0" tIns="0" rIns="0" bIns="0" rtlCol="0" anchor="t">
                <a:noAutofit/>
              </a:bodyPr>
              <a:lstStyle/>
              <a:p>
                <a:pPr marL="0" marR="0" lvl="0" indent="0" algn="ctr" defTabSz="73152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成熟期</a:t>
                </a:r>
              </a:p>
            </p:txBody>
          </p:sp>
        </p:grpSp>
        <p:sp>
          <p:nvSpPr>
            <p:cNvPr id="463" name="熊大的PPT宝库6-58"/>
            <p:cNvSpPr txBox="1"/>
            <p:nvPr/>
          </p:nvSpPr>
          <p:spPr>
            <a:xfrm>
              <a:off x="5423239" y="5995300"/>
              <a:ext cx="141577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新品创新</a:t>
              </a:r>
            </a:p>
          </p:txBody>
        </p:sp>
      </p:grpSp>
      <p:sp>
        <p:nvSpPr>
          <p:cNvPr id="464" name="熊大的PPT宝库7"/>
          <p:cNvSpPr txBox="1"/>
          <p:nvPr/>
        </p:nvSpPr>
        <p:spPr>
          <a:xfrm>
            <a:off x="10433135" y="915006"/>
            <a:ext cx="1441420" cy="6345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更确定性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稳定性生意增长</a:t>
            </a:r>
          </a:p>
        </p:txBody>
      </p:sp>
      <p:sp>
        <p:nvSpPr>
          <p:cNvPr id="465" name="熊大的PPT宝库8"/>
          <p:cNvSpPr txBox="1"/>
          <p:nvPr/>
        </p:nvSpPr>
        <p:spPr>
          <a:xfrm>
            <a:off x="10433136" y="3174528"/>
            <a:ext cx="1441420" cy="6345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更高效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全周期货品流转</a:t>
            </a:r>
          </a:p>
        </p:txBody>
      </p:sp>
      <p:sp>
        <p:nvSpPr>
          <p:cNvPr id="466" name="熊大的PPT宝库9"/>
          <p:cNvSpPr txBox="1"/>
          <p:nvPr/>
        </p:nvSpPr>
        <p:spPr>
          <a:xfrm>
            <a:off x="10433136" y="5750495"/>
            <a:ext cx="1441421" cy="6345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重多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优质新供给投入</a:t>
            </a:r>
          </a:p>
        </p:txBody>
      </p:sp>
      <p:sp>
        <p:nvSpPr>
          <p:cNvPr id="467" name="熊大的PPT宝库10"/>
          <p:cNvSpPr/>
          <p:nvPr/>
        </p:nvSpPr>
        <p:spPr>
          <a:xfrm>
            <a:off x="10865584" y="1549539"/>
            <a:ext cx="580480" cy="1540668"/>
          </a:xfrm>
          <a:prstGeom prst="upArrow">
            <a:avLst/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8" name="熊大的PPT宝库11"/>
          <p:cNvSpPr/>
          <p:nvPr/>
        </p:nvSpPr>
        <p:spPr>
          <a:xfrm>
            <a:off x="10865584" y="3945583"/>
            <a:ext cx="580480" cy="1720591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0" name="熊大的PPT宝库12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72" name="熊大的PPT宝库14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产品生命周期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4"/>
          <p:cNvSpPr/>
          <p:nvPr/>
        </p:nvSpPr>
        <p:spPr>
          <a:xfrm flipH="1">
            <a:off x="874630" y="1511299"/>
            <a:ext cx="2862069" cy="5013325"/>
          </a:xfrm>
          <a:prstGeom prst="roundRect">
            <a:avLst>
              <a:gd name="adj" fmla="val 1693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1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5"/>
          <p:cNvSpPr/>
          <p:nvPr/>
        </p:nvSpPr>
        <p:spPr>
          <a:xfrm flipH="1">
            <a:off x="5950042" y="1511299"/>
            <a:ext cx="3275019" cy="5013325"/>
          </a:xfrm>
          <a:prstGeom prst="roundRect">
            <a:avLst>
              <a:gd name="adj" fmla="val 1693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1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熊大的PPT宝库6"/>
          <p:cNvSpPr/>
          <p:nvPr/>
        </p:nvSpPr>
        <p:spPr>
          <a:xfrm flipH="1">
            <a:off x="8921382" y="1511299"/>
            <a:ext cx="2693599" cy="5013325"/>
          </a:xfrm>
          <a:prstGeom prst="roundRect">
            <a:avLst>
              <a:gd name="adj" fmla="val 1693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2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熊大的PPT宝库7"/>
          <p:cNvSpPr/>
          <p:nvPr/>
        </p:nvSpPr>
        <p:spPr>
          <a:xfrm flipH="1">
            <a:off x="3574162" y="1511299"/>
            <a:ext cx="2693599" cy="5013325"/>
          </a:xfrm>
          <a:prstGeom prst="roundRect">
            <a:avLst>
              <a:gd name="adj" fmla="val 1693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2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熊大的PPT宝库8"/>
          <p:cNvSpPr/>
          <p:nvPr/>
        </p:nvSpPr>
        <p:spPr>
          <a:xfrm>
            <a:off x="805186" y="1120060"/>
            <a:ext cx="2832494" cy="542867"/>
          </a:xfrm>
          <a:prstGeom prst="chevron">
            <a:avLst>
              <a:gd name="adj" fmla="val 21132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熊大的PPT宝库9"/>
          <p:cNvSpPr/>
          <p:nvPr/>
        </p:nvSpPr>
        <p:spPr>
          <a:xfrm>
            <a:off x="3520301" y="1120060"/>
            <a:ext cx="2832494" cy="542867"/>
          </a:xfrm>
          <a:prstGeom prst="chevron">
            <a:avLst>
              <a:gd name="adj" fmla="val 21132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90000"/>
                  <a:lumOff val="1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>
            <a:outerShdw blurRad="254000" dist="123444" dir="5400000" sx="99000" sy="99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熊大的PPT宝库10"/>
          <p:cNvSpPr txBox="1"/>
          <p:nvPr/>
        </p:nvSpPr>
        <p:spPr>
          <a:xfrm>
            <a:off x="1278604" y="1234899"/>
            <a:ext cx="1935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初始期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熊大的PPT宝库11"/>
          <p:cNvSpPr txBox="1"/>
          <p:nvPr/>
        </p:nvSpPr>
        <p:spPr>
          <a:xfrm>
            <a:off x="3604027" y="1234899"/>
            <a:ext cx="26298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成长期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熊大的PPT宝库12"/>
          <p:cNvSpPr/>
          <p:nvPr/>
        </p:nvSpPr>
        <p:spPr>
          <a:xfrm>
            <a:off x="6241956" y="1120060"/>
            <a:ext cx="2832494" cy="542867"/>
          </a:xfrm>
          <a:prstGeom prst="chevron">
            <a:avLst>
              <a:gd name="adj" fmla="val 21132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熊大的PPT宝库13"/>
          <p:cNvSpPr/>
          <p:nvPr/>
        </p:nvSpPr>
        <p:spPr>
          <a:xfrm>
            <a:off x="8957071" y="1120060"/>
            <a:ext cx="2832494" cy="542867"/>
          </a:xfrm>
          <a:prstGeom prst="chevron">
            <a:avLst>
              <a:gd name="adj" fmla="val 21132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90000"/>
                  <a:lumOff val="1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>
            <a:outerShdw blurRad="254000" dist="123444" dir="5400000" sx="99000" sy="99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14"/>
          <p:cNvSpPr txBox="1"/>
          <p:nvPr/>
        </p:nvSpPr>
        <p:spPr>
          <a:xfrm>
            <a:off x="6715373" y="1234899"/>
            <a:ext cx="1935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成熟期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熊大的PPT宝库15"/>
          <p:cNvSpPr txBox="1"/>
          <p:nvPr/>
        </p:nvSpPr>
        <p:spPr>
          <a:xfrm>
            <a:off x="9040797" y="1234899"/>
            <a:ext cx="26298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衰退期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熊大的PPT宝库16"/>
          <p:cNvSpPr txBox="1"/>
          <p:nvPr/>
        </p:nvSpPr>
        <p:spPr>
          <a:xfrm>
            <a:off x="345102" y="5162116"/>
            <a:ext cx="646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策略</a:t>
            </a:r>
          </a:p>
        </p:txBody>
      </p:sp>
      <p:sp>
        <p:nvSpPr>
          <p:cNvPr id="22" name="熊大的PPT宝库17"/>
          <p:cNvSpPr txBox="1"/>
          <p:nvPr/>
        </p:nvSpPr>
        <p:spPr>
          <a:xfrm>
            <a:off x="345102" y="6007413"/>
            <a:ext cx="646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</a:p>
        </p:txBody>
      </p:sp>
      <p:sp>
        <p:nvSpPr>
          <p:cNvPr id="23" name="熊大的PPT宝库18"/>
          <p:cNvSpPr/>
          <p:nvPr/>
        </p:nvSpPr>
        <p:spPr>
          <a:xfrm>
            <a:off x="1085284" y="2027428"/>
            <a:ext cx="10443028" cy="1751247"/>
          </a:xfrm>
          <a:custGeom>
            <a:avLst/>
            <a:gdLst>
              <a:gd name="connsiteX0" fmla="*/ 0 w 10319657"/>
              <a:gd name="connsiteY0" fmla="*/ 2209397 h 2355979"/>
              <a:gd name="connsiteX1" fmla="*/ 1538514 w 10319657"/>
              <a:gd name="connsiteY1" fmla="*/ 670882 h 2355979"/>
              <a:gd name="connsiteX2" fmla="*/ 3846286 w 10319657"/>
              <a:gd name="connsiteY2" fmla="*/ 2354540 h 2355979"/>
              <a:gd name="connsiteX3" fmla="*/ 8360228 w 10319657"/>
              <a:gd name="connsiteY3" fmla="*/ 322540 h 2355979"/>
              <a:gd name="connsiteX4" fmla="*/ 10319657 w 10319657"/>
              <a:gd name="connsiteY4" fmla="*/ 32254 h 2355979"/>
              <a:gd name="connsiteX0-1" fmla="*/ 0 w 10637157"/>
              <a:gd name="connsiteY0-2" fmla="*/ 2399897 h 2399897"/>
              <a:gd name="connsiteX1-3" fmla="*/ 1856014 w 10637157"/>
              <a:gd name="connsiteY1-4" fmla="*/ 670882 h 2399897"/>
              <a:gd name="connsiteX2-5" fmla="*/ 4163786 w 10637157"/>
              <a:gd name="connsiteY2-6" fmla="*/ 2354540 h 2399897"/>
              <a:gd name="connsiteX3-7" fmla="*/ 8677728 w 10637157"/>
              <a:gd name="connsiteY3-8" fmla="*/ 322540 h 2399897"/>
              <a:gd name="connsiteX4-9" fmla="*/ 10637157 w 10637157"/>
              <a:gd name="connsiteY4-10" fmla="*/ 32254 h 2399897"/>
              <a:gd name="connsiteX0-11" fmla="*/ 0 w 10675257"/>
              <a:gd name="connsiteY0-12" fmla="*/ 2450697 h 2450697"/>
              <a:gd name="connsiteX1-13" fmla="*/ 1894114 w 10675257"/>
              <a:gd name="connsiteY1-14" fmla="*/ 670882 h 2450697"/>
              <a:gd name="connsiteX2-15" fmla="*/ 4201886 w 10675257"/>
              <a:gd name="connsiteY2-16" fmla="*/ 2354540 h 2450697"/>
              <a:gd name="connsiteX3-17" fmla="*/ 8715828 w 10675257"/>
              <a:gd name="connsiteY3-18" fmla="*/ 322540 h 2450697"/>
              <a:gd name="connsiteX4-19" fmla="*/ 10675257 w 10675257"/>
              <a:gd name="connsiteY4-20" fmla="*/ 32254 h 2450697"/>
              <a:gd name="connsiteX0-21" fmla="*/ 0 w 10675257"/>
              <a:gd name="connsiteY0-22" fmla="*/ 2450697 h 2450697"/>
              <a:gd name="connsiteX1-23" fmla="*/ 1894114 w 10675257"/>
              <a:gd name="connsiteY1-24" fmla="*/ 670882 h 2450697"/>
              <a:gd name="connsiteX2-25" fmla="*/ 8715828 w 10675257"/>
              <a:gd name="connsiteY2-26" fmla="*/ 322540 h 2450697"/>
              <a:gd name="connsiteX3-27" fmla="*/ 10675257 w 10675257"/>
              <a:gd name="connsiteY3-28" fmla="*/ 32254 h 2450697"/>
              <a:gd name="connsiteX0-29" fmla="*/ 0 w 10675257"/>
              <a:gd name="connsiteY0-30" fmla="*/ 2450697 h 2450697"/>
              <a:gd name="connsiteX1-31" fmla="*/ 3519714 w 10675257"/>
              <a:gd name="connsiteY1-32" fmla="*/ 1948139 h 2450697"/>
              <a:gd name="connsiteX2-33" fmla="*/ 8715828 w 10675257"/>
              <a:gd name="connsiteY2-34" fmla="*/ 322540 h 2450697"/>
              <a:gd name="connsiteX3-35" fmla="*/ 10675257 w 10675257"/>
              <a:gd name="connsiteY3-36" fmla="*/ 32254 h 2450697"/>
              <a:gd name="connsiteX0-37" fmla="*/ 0 w 10704285"/>
              <a:gd name="connsiteY0-38" fmla="*/ 2407154 h 2407154"/>
              <a:gd name="connsiteX1-39" fmla="*/ 3548742 w 10704285"/>
              <a:gd name="connsiteY1-40" fmla="*/ 1948139 h 2407154"/>
              <a:gd name="connsiteX2-41" fmla="*/ 8744856 w 10704285"/>
              <a:gd name="connsiteY2-42" fmla="*/ 322540 h 2407154"/>
              <a:gd name="connsiteX3-43" fmla="*/ 10704285 w 10704285"/>
              <a:gd name="connsiteY3-44" fmla="*/ 32254 h 2407154"/>
              <a:gd name="connsiteX0-45" fmla="*/ 0 w 10704285"/>
              <a:gd name="connsiteY0-46" fmla="*/ 2407154 h 2407154"/>
              <a:gd name="connsiteX1-47" fmla="*/ 3548742 w 10704285"/>
              <a:gd name="connsiteY1-48" fmla="*/ 1948139 h 2407154"/>
              <a:gd name="connsiteX2-49" fmla="*/ 8744856 w 10704285"/>
              <a:gd name="connsiteY2-50" fmla="*/ 322540 h 2407154"/>
              <a:gd name="connsiteX3-51" fmla="*/ 10704285 w 10704285"/>
              <a:gd name="connsiteY3-52" fmla="*/ 32254 h 2407154"/>
              <a:gd name="connsiteX0-53" fmla="*/ 0 w 10704285"/>
              <a:gd name="connsiteY0-54" fmla="*/ 2379466 h 2379466"/>
              <a:gd name="connsiteX1-55" fmla="*/ 3548742 w 10704285"/>
              <a:gd name="connsiteY1-56" fmla="*/ 1920451 h 2379466"/>
              <a:gd name="connsiteX2-57" fmla="*/ 6712856 w 10704285"/>
              <a:gd name="connsiteY2-58" fmla="*/ 686738 h 2379466"/>
              <a:gd name="connsiteX3-59" fmla="*/ 10704285 w 10704285"/>
              <a:gd name="connsiteY3-60" fmla="*/ 4566 h 2379466"/>
              <a:gd name="connsiteX0-61" fmla="*/ 0 w 10341428"/>
              <a:gd name="connsiteY0-62" fmla="*/ 1744904 h 1744904"/>
              <a:gd name="connsiteX1-63" fmla="*/ 3548742 w 10341428"/>
              <a:gd name="connsiteY1-64" fmla="*/ 1285889 h 1744904"/>
              <a:gd name="connsiteX2-65" fmla="*/ 6712856 w 10341428"/>
              <a:gd name="connsiteY2-66" fmla="*/ 52176 h 1744904"/>
              <a:gd name="connsiteX3-67" fmla="*/ 10341428 w 10341428"/>
              <a:gd name="connsiteY3-68" fmla="*/ 1605204 h 1744904"/>
              <a:gd name="connsiteX0-69" fmla="*/ 0 w 10341428"/>
              <a:gd name="connsiteY0-70" fmla="*/ 1744904 h 1744904"/>
              <a:gd name="connsiteX1-71" fmla="*/ 3548742 w 10341428"/>
              <a:gd name="connsiteY1-72" fmla="*/ 1285889 h 1744904"/>
              <a:gd name="connsiteX2-73" fmla="*/ 6712856 w 10341428"/>
              <a:gd name="connsiteY2-74" fmla="*/ 52176 h 1744904"/>
              <a:gd name="connsiteX3-75" fmla="*/ 10341428 w 10341428"/>
              <a:gd name="connsiteY3-76" fmla="*/ 1605204 h 1744904"/>
              <a:gd name="connsiteX0-77" fmla="*/ 0 w 10341428"/>
              <a:gd name="connsiteY0-78" fmla="*/ 1693014 h 1693014"/>
              <a:gd name="connsiteX1-79" fmla="*/ 3548742 w 10341428"/>
              <a:gd name="connsiteY1-80" fmla="*/ 1233999 h 1693014"/>
              <a:gd name="connsiteX2-81" fmla="*/ 6712856 w 10341428"/>
              <a:gd name="connsiteY2-82" fmla="*/ 286 h 1693014"/>
              <a:gd name="connsiteX3-83" fmla="*/ 10341428 w 10341428"/>
              <a:gd name="connsiteY3-84" fmla="*/ 1553314 h 1693014"/>
              <a:gd name="connsiteX0-85" fmla="*/ 0 w 10326914"/>
              <a:gd name="connsiteY0-86" fmla="*/ 1695327 h 1695327"/>
              <a:gd name="connsiteX1-87" fmla="*/ 3548742 w 10326914"/>
              <a:gd name="connsiteY1-88" fmla="*/ 1236312 h 1695327"/>
              <a:gd name="connsiteX2-89" fmla="*/ 6712856 w 10326914"/>
              <a:gd name="connsiteY2-90" fmla="*/ 2599 h 1695327"/>
              <a:gd name="connsiteX3-91" fmla="*/ 10326914 w 10326914"/>
              <a:gd name="connsiteY3-92" fmla="*/ 1599170 h 1695327"/>
              <a:gd name="connsiteX0-93" fmla="*/ 0 w 10326914"/>
              <a:gd name="connsiteY0-94" fmla="*/ 1695327 h 1695327"/>
              <a:gd name="connsiteX1-95" fmla="*/ 3548742 w 10326914"/>
              <a:gd name="connsiteY1-96" fmla="*/ 1236312 h 1695327"/>
              <a:gd name="connsiteX2-97" fmla="*/ 6712856 w 10326914"/>
              <a:gd name="connsiteY2-98" fmla="*/ 2599 h 1695327"/>
              <a:gd name="connsiteX3-99" fmla="*/ 10326914 w 10326914"/>
              <a:gd name="connsiteY3-100" fmla="*/ 1599170 h 1695327"/>
              <a:gd name="connsiteX0-101" fmla="*/ 0 w 10326914"/>
              <a:gd name="connsiteY0-102" fmla="*/ 1695567 h 1695567"/>
              <a:gd name="connsiteX1-103" fmla="*/ 3592285 w 10326914"/>
              <a:gd name="connsiteY1-104" fmla="*/ 1222038 h 1695567"/>
              <a:gd name="connsiteX2-105" fmla="*/ 6712856 w 10326914"/>
              <a:gd name="connsiteY2-106" fmla="*/ 2839 h 1695567"/>
              <a:gd name="connsiteX3-107" fmla="*/ 10326914 w 10326914"/>
              <a:gd name="connsiteY3-108" fmla="*/ 1599410 h 1695567"/>
              <a:gd name="connsiteX0-109" fmla="*/ 0 w 10326914"/>
              <a:gd name="connsiteY0-110" fmla="*/ 1695688 h 1695688"/>
              <a:gd name="connsiteX1-111" fmla="*/ 3592285 w 10326914"/>
              <a:gd name="connsiteY1-112" fmla="*/ 1222159 h 1695688"/>
              <a:gd name="connsiteX2-113" fmla="*/ 6712856 w 10326914"/>
              <a:gd name="connsiteY2-114" fmla="*/ 2960 h 1695688"/>
              <a:gd name="connsiteX3-115" fmla="*/ 10326914 w 10326914"/>
              <a:gd name="connsiteY3-116" fmla="*/ 1599531 h 1695688"/>
              <a:gd name="connsiteX0-117" fmla="*/ 0 w 10326914"/>
              <a:gd name="connsiteY0-118" fmla="*/ 1970827 h 1970827"/>
              <a:gd name="connsiteX1-119" fmla="*/ 3592285 w 10326914"/>
              <a:gd name="connsiteY1-120" fmla="*/ 1497298 h 1970827"/>
              <a:gd name="connsiteX2-121" fmla="*/ 6654799 w 10326914"/>
              <a:gd name="connsiteY2-122" fmla="*/ 2327 h 1970827"/>
              <a:gd name="connsiteX3-123" fmla="*/ 10326914 w 10326914"/>
              <a:gd name="connsiteY3-124" fmla="*/ 1874670 h 1970827"/>
              <a:gd name="connsiteX0-125" fmla="*/ 0 w 10326914"/>
              <a:gd name="connsiteY0-126" fmla="*/ 1968515 h 1968515"/>
              <a:gd name="connsiteX1-127" fmla="*/ 3592285 w 10326914"/>
              <a:gd name="connsiteY1-128" fmla="*/ 1494986 h 1968515"/>
              <a:gd name="connsiteX2-129" fmla="*/ 6654799 w 10326914"/>
              <a:gd name="connsiteY2-130" fmla="*/ 15 h 1968515"/>
              <a:gd name="connsiteX3-131" fmla="*/ 10326914 w 10326914"/>
              <a:gd name="connsiteY3-132" fmla="*/ 1872358 h 1968515"/>
              <a:gd name="connsiteX0-133" fmla="*/ 0 w 10326914"/>
              <a:gd name="connsiteY0-134" fmla="*/ 1968500 h 1968500"/>
              <a:gd name="connsiteX1-135" fmla="*/ 6654799 w 10326914"/>
              <a:gd name="connsiteY1-136" fmla="*/ 0 h 1968500"/>
              <a:gd name="connsiteX2-137" fmla="*/ 10326914 w 10326914"/>
              <a:gd name="connsiteY2-138" fmla="*/ 1872343 h 1968500"/>
              <a:gd name="connsiteX0-139" fmla="*/ 0 w 10326914"/>
              <a:gd name="connsiteY0-140" fmla="*/ 1968500 h 1968500"/>
              <a:gd name="connsiteX1-141" fmla="*/ 6654799 w 10326914"/>
              <a:gd name="connsiteY1-142" fmla="*/ 0 h 1968500"/>
              <a:gd name="connsiteX2-143" fmla="*/ 10326914 w 10326914"/>
              <a:gd name="connsiteY2-144" fmla="*/ 1872343 h 1968500"/>
              <a:gd name="connsiteX0-145" fmla="*/ 0 w 10326914"/>
              <a:gd name="connsiteY0-146" fmla="*/ 1968500 h 1968500"/>
              <a:gd name="connsiteX1-147" fmla="*/ 6654799 w 10326914"/>
              <a:gd name="connsiteY1-148" fmla="*/ 0 h 1968500"/>
              <a:gd name="connsiteX2-149" fmla="*/ 10326914 w 10326914"/>
              <a:gd name="connsiteY2-150" fmla="*/ 1872343 h 1968500"/>
              <a:gd name="connsiteX0-151" fmla="*/ 0 w 10326914"/>
              <a:gd name="connsiteY0-152" fmla="*/ 1968500 h 1968500"/>
              <a:gd name="connsiteX1-153" fmla="*/ 6582227 w 10326914"/>
              <a:gd name="connsiteY1-154" fmla="*/ 0 h 1968500"/>
              <a:gd name="connsiteX2-155" fmla="*/ 10326914 w 10326914"/>
              <a:gd name="connsiteY2-156" fmla="*/ 1872343 h 1968500"/>
              <a:gd name="connsiteX0-157" fmla="*/ 0 w 10326914"/>
              <a:gd name="connsiteY0-158" fmla="*/ 1968500 h 1968500"/>
              <a:gd name="connsiteX1-159" fmla="*/ 6582227 w 10326914"/>
              <a:gd name="connsiteY1-160" fmla="*/ 0 h 1968500"/>
              <a:gd name="connsiteX2-161" fmla="*/ 10326914 w 10326914"/>
              <a:gd name="connsiteY2-162" fmla="*/ 1872343 h 1968500"/>
              <a:gd name="connsiteX0-163" fmla="*/ 0 w 10326914"/>
              <a:gd name="connsiteY0-164" fmla="*/ 1968500 h 1968500"/>
              <a:gd name="connsiteX1-165" fmla="*/ 6582227 w 10326914"/>
              <a:gd name="connsiteY1-166" fmla="*/ 0 h 1968500"/>
              <a:gd name="connsiteX2-167" fmla="*/ 10326914 w 10326914"/>
              <a:gd name="connsiteY2-168" fmla="*/ 1872343 h 1968500"/>
              <a:gd name="connsiteX0-169" fmla="*/ 0 w 10326914"/>
              <a:gd name="connsiteY0-170" fmla="*/ 1953986 h 1953986"/>
              <a:gd name="connsiteX1-171" fmla="*/ 6538684 w 10326914"/>
              <a:gd name="connsiteY1-172" fmla="*/ 0 h 1953986"/>
              <a:gd name="connsiteX2-173" fmla="*/ 10326914 w 10326914"/>
              <a:gd name="connsiteY2-174" fmla="*/ 1857829 h 1953986"/>
              <a:gd name="connsiteX0-175" fmla="*/ 0 w 10399485"/>
              <a:gd name="connsiteY0-176" fmla="*/ 1953988 h 1953988"/>
              <a:gd name="connsiteX1-177" fmla="*/ 6538684 w 10399485"/>
              <a:gd name="connsiteY1-178" fmla="*/ 2 h 1953988"/>
              <a:gd name="connsiteX2-179" fmla="*/ 10399485 w 10399485"/>
              <a:gd name="connsiteY2-180" fmla="*/ 1938848 h 1953988"/>
              <a:gd name="connsiteX0-181" fmla="*/ 0 w 10443028"/>
              <a:gd name="connsiteY0-182" fmla="*/ 1953987 h 1955050"/>
              <a:gd name="connsiteX1-183" fmla="*/ 6538684 w 10443028"/>
              <a:gd name="connsiteY1-184" fmla="*/ 1 h 1955050"/>
              <a:gd name="connsiteX2-185" fmla="*/ 10443028 w 10443028"/>
              <a:gd name="connsiteY2-186" fmla="*/ 1955050 h 1955050"/>
              <a:gd name="connsiteX0-187" fmla="*/ 0 w 10443028"/>
              <a:gd name="connsiteY0-188" fmla="*/ 1953987 h 1955050"/>
              <a:gd name="connsiteX1-189" fmla="*/ 6538684 w 10443028"/>
              <a:gd name="connsiteY1-190" fmla="*/ 1 h 1955050"/>
              <a:gd name="connsiteX2-191" fmla="*/ 10443028 w 10443028"/>
              <a:gd name="connsiteY2-192" fmla="*/ 1955050 h 19550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443028" h="1955050">
                <a:moveTo>
                  <a:pt x="0" y="1953987"/>
                </a:moveTo>
                <a:cubicBezTo>
                  <a:pt x="3636131" y="1906741"/>
                  <a:pt x="4798179" y="-176"/>
                  <a:pt x="6538684" y="1"/>
                </a:cubicBezTo>
                <a:cubicBezTo>
                  <a:pt x="8279189" y="178"/>
                  <a:pt x="8130418" y="1801691"/>
                  <a:pt x="10443028" y="1955050"/>
                </a:cubicBezTo>
              </a:path>
            </a:pathLst>
          </a:custGeom>
          <a:noFill/>
          <a:ln w="41275"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80722">
                  <a:schemeClr val="accent1"/>
                </a:gs>
                <a:gs pos="31204">
                  <a:schemeClr val="accent1"/>
                </a:gs>
                <a:gs pos="58000">
                  <a:schemeClr val="accent1"/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tailEnd type="none" w="med" len="sm"/>
          </a:ln>
          <a:effectLst>
            <a:outerShdw blurRad="63500" dist="1524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熊大的PPT宝库19"/>
          <p:cNvSpPr txBox="1"/>
          <p:nvPr/>
        </p:nvSpPr>
        <p:spPr>
          <a:xfrm>
            <a:off x="943943" y="4117962"/>
            <a:ext cx="2576358" cy="769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企业需要投入大量的资金和时间来研究和开发新产品，同时通过广告和市场推广活动来吸引消费者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20"/>
          <p:cNvSpPr txBox="1"/>
          <p:nvPr/>
        </p:nvSpPr>
        <p:spPr>
          <a:xfrm>
            <a:off x="943943" y="4946216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项日发文：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播写文稿 宣传推广，建立用户认知，抢占首发，考虑销售额，不是利润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21"/>
          <p:cNvSpPr txBox="1"/>
          <p:nvPr/>
        </p:nvSpPr>
        <p:spPr>
          <a:xfrm>
            <a:off x="943943" y="5893113"/>
            <a:ext cx="2576358" cy="53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聚焦关键用户的触达渠道，获得用户的认可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熊大的PPT宝库22"/>
          <p:cNvSpPr txBox="1"/>
          <p:nvPr/>
        </p:nvSpPr>
        <p:spPr>
          <a:xfrm>
            <a:off x="345102" y="4308462"/>
            <a:ext cx="646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特征</a:t>
            </a:r>
          </a:p>
        </p:txBody>
      </p:sp>
      <p:sp>
        <p:nvSpPr>
          <p:cNvPr id="29" name="熊大的PPT宝库23"/>
          <p:cNvSpPr txBox="1"/>
          <p:nvPr/>
        </p:nvSpPr>
        <p:spPr>
          <a:xfrm>
            <a:off x="3618216" y="4117962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销售量逐渐增加，市场份额不断扩大。企业开始实现盈利，并且需要扩大生产以满足市场需求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熊大的PPT宝库24"/>
          <p:cNvSpPr txBox="1"/>
          <p:nvPr/>
        </p:nvSpPr>
        <p:spPr>
          <a:xfrm>
            <a:off x="3618216" y="4946216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服务能力建设：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快速铺开，需要大量的活动，在竞争中走到最后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熊大的PPT宝库25"/>
          <p:cNvSpPr txBox="1"/>
          <p:nvPr/>
        </p:nvSpPr>
        <p:spPr>
          <a:xfrm>
            <a:off x="3618216" y="5893113"/>
            <a:ext cx="2576358" cy="53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随着需求的增长，拓展渠道类型，增加渠道数量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熊大的PPT宝库26"/>
          <p:cNvSpPr txBox="1"/>
          <p:nvPr/>
        </p:nvSpPr>
        <p:spPr>
          <a:xfrm>
            <a:off x="6321520" y="4117962"/>
            <a:ext cx="2576358" cy="769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市场竞争加剧，产品销量达到顶峰并开始缓慢下降。生产和销售成本可能会上升，而利润率可能会下降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27"/>
          <p:cNvSpPr txBox="1"/>
          <p:nvPr/>
        </p:nvSpPr>
        <p:spPr>
          <a:xfrm>
            <a:off x="6321520" y="4946216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服务能力建设：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考利优化成本，形成更大的利润，以获得产品的回报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熊大的PPT宝库28"/>
          <p:cNvSpPr txBox="1"/>
          <p:nvPr/>
        </p:nvSpPr>
        <p:spPr>
          <a:xfrm>
            <a:off x="6321520" y="5893113"/>
            <a:ext cx="2576358" cy="310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巩固固有市场，加强销售渠道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熊大的PPT宝库29"/>
          <p:cNvSpPr txBox="1"/>
          <p:nvPr/>
        </p:nvSpPr>
        <p:spPr>
          <a:xfrm>
            <a:off x="8975141" y="4117962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随着新技术和产品的发展，原有产品逐渐被市场淘汰。销售量持续下降，企业可能会面临亏损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熊大的PPT宝库30"/>
          <p:cNvSpPr txBox="1"/>
          <p:nvPr/>
        </p:nvSpPr>
        <p:spPr>
          <a:xfrm>
            <a:off x="8975141" y="4946216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优质产品筛选：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维持产品，及时进行产品的更新迭代，进行下一个版本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熊大的PPT宝库31"/>
          <p:cNvSpPr txBox="1"/>
          <p:nvPr/>
        </p:nvSpPr>
        <p:spPr>
          <a:xfrm>
            <a:off x="8975141" y="5893113"/>
            <a:ext cx="2576358" cy="310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产品退市，清理库存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8" name="熊大的PPT宝库32"/>
          <p:cNvCxnSpPr/>
          <p:nvPr/>
        </p:nvCxnSpPr>
        <p:spPr>
          <a:xfrm>
            <a:off x="874630" y="4889500"/>
            <a:ext cx="107403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熊大的PPT宝库33"/>
          <p:cNvCxnSpPr/>
          <p:nvPr/>
        </p:nvCxnSpPr>
        <p:spPr>
          <a:xfrm>
            <a:off x="874630" y="5753100"/>
            <a:ext cx="10766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熊大的PPT宝库34"/>
          <p:cNvSpPr txBox="1"/>
          <p:nvPr/>
        </p:nvSpPr>
        <p:spPr>
          <a:xfrm>
            <a:off x="345102" y="2532743"/>
            <a:ext cx="646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业绩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产品生命周期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4"/>
          <p:cNvSpPr/>
          <p:nvPr/>
        </p:nvSpPr>
        <p:spPr>
          <a:xfrm>
            <a:off x="4557715" y="2487768"/>
            <a:ext cx="6427786" cy="2422354"/>
          </a:xfrm>
          <a:custGeom>
            <a:avLst/>
            <a:gdLst>
              <a:gd name="connsiteX0" fmla="*/ 0 w 10319657"/>
              <a:gd name="connsiteY0" fmla="*/ 2209397 h 2355979"/>
              <a:gd name="connsiteX1" fmla="*/ 1538514 w 10319657"/>
              <a:gd name="connsiteY1" fmla="*/ 670882 h 2355979"/>
              <a:gd name="connsiteX2" fmla="*/ 3846286 w 10319657"/>
              <a:gd name="connsiteY2" fmla="*/ 2354540 h 2355979"/>
              <a:gd name="connsiteX3" fmla="*/ 8360228 w 10319657"/>
              <a:gd name="connsiteY3" fmla="*/ 322540 h 2355979"/>
              <a:gd name="connsiteX4" fmla="*/ 10319657 w 10319657"/>
              <a:gd name="connsiteY4" fmla="*/ 32254 h 2355979"/>
              <a:gd name="connsiteX0-1" fmla="*/ 0 w 10637157"/>
              <a:gd name="connsiteY0-2" fmla="*/ 2399897 h 2399897"/>
              <a:gd name="connsiteX1-3" fmla="*/ 1856014 w 10637157"/>
              <a:gd name="connsiteY1-4" fmla="*/ 670882 h 2399897"/>
              <a:gd name="connsiteX2-5" fmla="*/ 4163786 w 10637157"/>
              <a:gd name="connsiteY2-6" fmla="*/ 2354540 h 2399897"/>
              <a:gd name="connsiteX3-7" fmla="*/ 8677728 w 10637157"/>
              <a:gd name="connsiteY3-8" fmla="*/ 322540 h 2399897"/>
              <a:gd name="connsiteX4-9" fmla="*/ 10637157 w 10637157"/>
              <a:gd name="connsiteY4-10" fmla="*/ 32254 h 2399897"/>
              <a:gd name="connsiteX0-11" fmla="*/ 0 w 10675257"/>
              <a:gd name="connsiteY0-12" fmla="*/ 2450697 h 2450697"/>
              <a:gd name="connsiteX1-13" fmla="*/ 1894114 w 10675257"/>
              <a:gd name="connsiteY1-14" fmla="*/ 670882 h 2450697"/>
              <a:gd name="connsiteX2-15" fmla="*/ 4201886 w 10675257"/>
              <a:gd name="connsiteY2-16" fmla="*/ 2354540 h 2450697"/>
              <a:gd name="connsiteX3-17" fmla="*/ 8715828 w 10675257"/>
              <a:gd name="connsiteY3-18" fmla="*/ 322540 h 2450697"/>
              <a:gd name="connsiteX4-19" fmla="*/ 10675257 w 10675257"/>
              <a:gd name="connsiteY4-20" fmla="*/ 32254 h 2450697"/>
              <a:gd name="connsiteX0-21" fmla="*/ 0 w 10675257"/>
              <a:gd name="connsiteY0-22" fmla="*/ 2450697 h 2450697"/>
              <a:gd name="connsiteX1-23" fmla="*/ 1894114 w 10675257"/>
              <a:gd name="connsiteY1-24" fmla="*/ 670882 h 2450697"/>
              <a:gd name="connsiteX2-25" fmla="*/ 8715828 w 10675257"/>
              <a:gd name="connsiteY2-26" fmla="*/ 322540 h 2450697"/>
              <a:gd name="connsiteX3-27" fmla="*/ 10675257 w 10675257"/>
              <a:gd name="connsiteY3-28" fmla="*/ 32254 h 2450697"/>
              <a:gd name="connsiteX0-29" fmla="*/ 0 w 10675257"/>
              <a:gd name="connsiteY0-30" fmla="*/ 2450697 h 2450697"/>
              <a:gd name="connsiteX1-31" fmla="*/ 3519714 w 10675257"/>
              <a:gd name="connsiteY1-32" fmla="*/ 1948139 h 2450697"/>
              <a:gd name="connsiteX2-33" fmla="*/ 8715828 w 10675257"/>
              <a:gd name="connsiteY2-34" fmla="*/ 322540 h 2450697"/>
              <a:gd name="connsiteX3-35" fmla="*/ 10675257 w 10675257"/>
              <a:gd name="connsiteY3-36" fmla="*/ 32254 h 2450697"/>
              <a:gd name="connsiteX0-37" fmla="*/ 0 w 10704285"/>
              <a:gd name="connsiteY0-38" fmla="*/ 2407154 h 2407154"/>
              <a:gd name="connsiteX1-39" fmla="*/ 3548742 w 10704285"/>
              <a:gd name="connsiteY1-40" fmla="*/ 1948139 h 2407154"/>
              <a:gd name="connsiteX2-41" fmla="*/ 8744856 w 10704285"/>
              <a:gd name="connsiteY2-42" fmla="*/ 322540 h 2407154"/>
              <a:gd name="connsiteX3-43" fmla="*/ 10704285 w 10704285"/>
              <a:gd name="connsiteY3-44" fmla="*/ 32254 h 2407154"/>
              <a:gd name="connsiteX0-45" fmla="*/ 0 w 10704285"/>
              <a:gd name="connsiteY0-46" fmla="*/ 2407154 h 2407154"/>
              <a:gd name="connsiteX1-47" fmla="*/ 3548742 w 10704285"/>
              <a:gd name="connsiteY1-48" fmla="*/ 1948139 h 2407154"/>
              <a:gd name="connsiteX2-49" fmla="*/ 8744856 w 10704285"/>
              <a:gd name="connsiteY2-50" fmla="*/ 322540 h 2407154"/>
              <a:gd name="connsiteX3-51" fmla="*/ 10704285 w 10704285"/>
              <a:gd name="connsiteY3-52" fmla="*/ 32254 h 2407154"/>
              <a:gd name="connsiteX0-53" fmla="*/ 0 w 10704285"/>
              <a:gd name="connsiteY0-54" fmla="*/ 2379466 h 2379466"/>
              <a:gd name="connsiteX1-55" fmla="*/ 3548742 w 10704285"/>
              <a:gd name="connsiteY1-56" fmla="*/ 1920451 h 2379466"/>
              <a:gd name="connsiteX2-57" fmla="*/ 6712856 w 10704285"/>
              <a:gd name="connsiteY2-58" fmla="*/ 686738 h 2379466"/>
              <a:gd name="connsiteX3-59" fmla="*/ 10704285 w 10704285"/>
              <a:gd name="connsiteY3-60" fmla="*/ 4566 h 2379466"/>
              <a:gd name="connsiteX0-61" fmla="*/ 0 w 10341428"/>
              <a:gd name="connsiteY0-62" fmla="*/ 1744904 h 1744904"/>
              <a:gd name="connsiteX1-63" fmla="*/ 3548742 w 10341428"/>
              <a:gd name="connsiteY1-64" fmla="*/ 1285889 h 1744904"/>
              <a:gd name="connsiteX2-65" fmla="*/ 6712856 w 10341428"/>
              <a:gd name="connsiteY2-66" fmla="*/ 52176 h 1744904"/>
              <a:gd name="connsiteX3-67" fmla="*/ 10341428 w 10341428"/>
              <a:gd name="connsiteY3-68" fmla="*/ 1605204 h 1744904"/>
              <a:gd name="connsiteX0-69" fmla="*/ 0 w 10341428"/>
              <a:gd name="connsiteY0-70" fmla="*/ 1744904 h 1744904"/>
              <a:gd name="connsiteX1-71" fmla="*/ 3548742 w 10341428"/>
              <a:gd name="connsiteY1-72" fmla="*/ 1285889 h 1744904"/>
              <a:gd name="connsiteX2-73" fmla="*/ 6712856 w 10341428"/>
              <a:gd name="connsiteY2-74" fmla="*/ 52176 h 1744904"/>
              <a:gd name="connsiteX3-75" fmla="*/ 10341428 w 10341428"/>
              <a:gd name="connsiteY3-76" fmla="*/ 1605204 h 1744904"/>
              <a:gd name="connsiteX0-77" fmla="*/ 0 w 10341428"/>
              <a:gd name="connsiteY0-78" fmla="*/ 1693014 h 1693014"/>
              <a:gd name="connsiteX1-79" fmla="*/ 3548742 w 10341428"/>
              <a:gd name="connsiteY1-80" fmla="*/ 1233999 h 1693014"/>
              <a:gd name="connsiteX2-81" fmla="*/ 6712856 w 10341428"/>
              <a:gd name="connsiteY2-82" fmla="*/ 286 h 1693014"/>
              <a:gd name="connsiteX3-83" fmla="*/ 10341428 w 10341428"/>
              <a:gd name="connsiteY3-84" fmla="*/ 1553314 h 1693014"/>
              <a:gd name="connsiteX0-85" fmla="*/ 0 w 10326914"/>
              <a:gd name="connsiteY0-86" fmla="*/ 1695327 h 1695327"/>
              <a:gd name="connsiteX1-87" fmla="*/ 3548742 w 10326914"/>
              <a:gd name="connsiteY1-88" fmla="*/ 1236312 h 1695327"/>
              <a:gd name="connsiteX2-89" fmla="*/ 6712856 w 10326914"/>
              <a:gd name="connsiteY2-90" fmla="*/ 2599 h 1695327"/>
              <a:gd name="connsiteX3-91" fmla="*/ 10326914 w 10326914"/>
              <a:gd name="connsiteY3-92" fmla="*/ 1599170 h 1695327"/>
              <a:gd name="connsiteX0-93" fmla="*/ 0 w 10326914"/>
              <a:gd name="connsiteY0-94" fmla="*/ 1695327 h 1695327"/>
              <a:gd name="connsiteX1-95" fmla="*/ 3548742 w 10326914"/>
              <a:gd name="connsiteY1-96" fmla="*/ 1236312 h 1695327"/>
              <a:gd name="connsiteX2-97" fmla="*/ 6712856 w 10326914"/>
              <a:gd name="connsiteY2-98" fmla="*/ 2599 h 1695327"/>
              <a:gd name="connsiteX3-99" fmla="*/ 10326914 w 10326914"/>
              <a:gd name="connsiteY3-100" fmla="*/ 1599170 h 1695327"/>
              <a:gd name="connsiteX0-101" fmla="*/ 0 w 10326914"/>
              <a:gd name="connsiteY0-102" fmla="*/ 1695567 h 1695567"/>
              <a:gd name="connsiteX1-103" fmla="*/ 3592285 w 10326914"/>
              <a:gd name="connsiteY1-104" fmla="*/ 1222038 h 1695567"/>
              <a:gd name="connsiteX2-105" fmla="*/ 6712856 w 10326914"/>
              <a:gd name="connsiteY2-106" fmla="*/ 2839 h 1695567"/>
              <a:gd name="connsiteX3-107" fmla="*/ 10326914 w 10326914"/>
              <a:gd name="connsiteY3-108" fmla="*/ 1599410 h 1695567"/>
              <a:gd name="connsiteX0-109" fmla="*/ 0 w 10326914"/>
              <a:gd name="connsiteY0-110" fmla="*/ 1695688 h 1695688"/>
              <a:gd name="connsiteX1-111" fmla="*/ 3592285 w 10326914"/>
              <a:gd name="connsiteY1-112" fmla="*/ 1222159 h 1695688"/>
              <a:gd name="connsiteX2-113" fmla="*/ 6712856 w 10326914"/>
              <a:gd name="connsiteY2-114" fmla="*/ 2960 h 1695688"/>
              <a:gd name="connsiteX3-115" fmla="*/ 10326914 w 10326914"/>
              <a:gd name="connsiteY3-116" fmla="*/ 1599531 h 1695688"/>
              <a:gd name="connsiteX0-117" fmla="*/ 0 w 10326914"/>
              <a:gd name="connsiteY0-118" fmla="*/ 1970827 h 1970827"/>
              <a:gd name="connsiteX1-119" fmla="*/ 3592285 w 10326914"/>
              <a:gd name="connsiteY1-120" fmla="*/ 1497298 h 1970827"/>
              <a:gd name="connsiteX2-121" fmla="*/ 6654799 w 10326914"/>
              <a:gd name="connsiteY2-122" fmla="*/ 2327 h 1970827"/>
              <a:gd name="connsiteX3-123" fmla="*/ 10326914 w 10326914"/>
              <a:gd name="connsiteY3-124" fmla="*/ 1874670 h 1970827"/>
              <a:gd name="connsiteX0-125" fmla="*/ 0 w 10326914"/>
              <a:gd name="connsiteY0-126" fmla="*/ 1968515 h 1968515"/>
              <a:gd name="connsiteX1-127" fmla="*/ 3592285 w 10326914"/>
              <a:gd name="connsiteY1-128" fmla="*/ 1494986 h 1968515"/>
              <a:gd name="connsiteX2-129" fmla="*/ 6654799 w 10326914"/>
              <a:gd name="connsiteY2-130" fmla="*/ 15 h 1968515"/>
              <a:gd name="connsiteX3-131" fmla="*/ 10326914 w 10326914"/>
              <a:gd name="connsiteY3-132" fmla="*/ 1872358 h 1968515"/>
              <a:gd name="connsiteX0-133" fmla="*/ 0 w 10326914"/>
              <a:gd name="connsiteY0-134" fmla="*/ 1968500 h 1968500"/>
              <a:gd name="connsiteX1-135" fmla="*/ 6654799 w 10326914"/>
              <a:gd name="connsiteY1-136" fmla="*/ 0 h 1968500"/>
              <a:gd name="connsiteX2-137" fmla="*/ 10326914 w 10326914"/>
              <a:gd name="connsiteY2-138" fmla="*/ 1872343 h 1968500"/>
              <a:gd name="connsiteX0-139" fmla="*/ 0 w 10326914"/>
              <a:gd name="connsiteY0-140" fmla="*/ 1968500 h 1968500"/>
              <a:gd name="connsiteX1-141" fmla="*/ 6654799 w 10326914"/>
              <a:gd name="connsiteY1-142" fmla="*/ 0 h 1968500"/>
              <a:gd name="connsiteX2-143" fmla="*/ 10326914 w 10326914"/>
              <a:gd name="connsiteY2-144" fmla="*/ 1872343 h 1968500"/>
              <a:gd name="connsiteX0-145" fmla="*/ 0 w 10326914"/>
              <a:gd name="connsiteY0-146" fmla="*/ 1968500 h 1968500"/>
              <a:gd name="connsiteX1-147" fmla="*/ 6654799 w 10326914"/>
              <a:gd name="connsiteY1-148" fmla="*/ 0 h 1968500"/>
              <a:gd name="connsiteX2-149" fmla="*/ 10326914 w 10326914"/>
              <a:gd name="connsiteY2-150" fmla="*/ 1872343 h 1968500"/>
              <a:gd name="connsiteX0-151" fmla="*/ 0 w 10326914"/>
              <a:gd name="connsiteY0-152" fmla="*/ 1968500 h 1968500"/>
              <a:gd name="connsiteX1-153" fmla="*/ 6582227 w 10326914"/>
              <a:gd name="connsiteY1-154" fmla="*/ 0 h 1968500"/>
              <a:gd name="connsiteX2-155" fmla="*/ 10326914 w 10326914"/>
              <a:gd name="connsiteY2-156" fmla="*/ 1872343 h 1968500"/>
              <a:gd name="connsiteX0-157" fmla="*/ 0 w 10326914"/>
              <a:gd name="connsiteY0-158" fmla="*/ 1968500 h 1968500"/>
              <a:gd name="connsiteX1-159" fmla="*/ 6582227 w 10326914"/>
              <a:gd name="connsiteY1-160" fmla="*/ 0 h 1968500"/>
              <a:gd name="connsiteX2-161" fmla="*/ 10326914 w 10326914"/>
              <a:gd name="connsiteY2-162" fmla="*/ 1872343 h 1968500"/>
              <a:gd name="connsiteX0-163" fmla="*/ 0 w 10326914"/>
              <a:gd name="connsiteY0-164" fmla="*/ 1968500 h 1968500"/>
              <a:gd name="connsiteX1-165" fmla="*/ 6582227 w 10326914"/>
              <a:gd name="connsiteY1-166" fmla="*/ 0 h 1968500"/>
              <a:gd name="connsiteX2-167" fmla="*/ 10326914 w 10326914"/>
              <a:gd name="connsiteY2-168" fmla="*/ 1872343 h 1968500"/>
              <a:gd name="connsiteX0-169" fmla="*/ 0 w 10326914"/>
              <a:gd name="connsiteY0-170" fmla="*/ 1953986 h 1953986"/>
              <a:gd name="connsiteX1-171" fmla="*/ 6538684 w 10326914"/>
              <a:gd name="connsiteY1-172" fmla="*/ 0 h 1953986"/>
              <a:gd name="connsiteX2-173" fmla="*/ 10326914 w 10326914"/>
              <a:gd name="connsiteY2-174" fmla="*/ 1857829 h 1953986"/>
              <a:gd name="connsiteX0-175" fmla="*/ 0 w 10399485"/>
              <a:gd name="connsiteY0-176" fmla="*/ 1953988 h 1953988"/>
              <a:gd name="connsiteX1-177" fmla="*/ 6538684 w 10399485"/>
              <a:gd name="connsiteY1-178" fmla="*/ 2 h 1953988"/>
              <a:gd name="connsiteX2-179" fmla="*/ 10399485 w 10399485"/>
              <a:gd name="connsiteY2-180" fmla="*/ 1938848 h 1953988"/>
              <a:gd name="connsiteX0-181" fmla="*/ 0 w 10443028"/>
              <a:gd name="connsiteY0-182" fmla="*/ 1953987 h 1955050"/>
              <a:gd name="connsiteX1-183" fmla="*/ 6538684 w 10443028"/>
              <a:gd name="connsiteY1-184" fmla="*/ 1 h 1955050"/>
              <a:gd name="connsiteX2-185" fmla="*/ 10443028 w 10443028"/>
              <a:gd name="connsiteY2-186" fmla="*/ 1955050 h 1955050"/>
              <a:gd name="connsiteX0-187" fmla="*/ 0 w 10443028"/>
              <a:gd name="connsiteY0-188" fmla="*/ 1953987 h 1955050"/>
              <a:gd name="connsiteX1-189" fmla="*/ 6538684 w 10443028"/>
              <a:gd name="connsiteY1-190" fmla="*/ 1 h 1955050"/>
              <a:gd name="connsiteX2-191" fmla="*/ 10443028 w 10443028"/>
              <a:gd name="connsiteY2-192" fmla="*/ 1955050 h 1955050"/>
              <a:gd name="connsiteX0-1-1" fmla="*/ 0 w 10443028"/>
              <a:gd name="connsiteY0-2-2" fmla="*/ 1954314 h 1955377"/>
              <a:gd name="connsiteX1-3-3" fmla="*/ 6538684 w 10443028"/>
              <a:gd name="connsiteY1-4-4" fmla="*/ 328 h 1955377"/>
              <a:gd name="connsiteX2-5-5" fmla="*/ 10443028 w 10443028"/>
              <a:gd name="connsiteY2-6-6" fmla="*/ 1955377 h 1955377"/>
              <a:gd name="connsiteX0-7" fmla="*/ 0 w 10443028"/>
              <a:gd name="connsiteY0-8" fmla="*/ 1954348 h 1955411"/>
              <a:gd name="connsiteX1-9" fmla="*/ 6538684 w 10443028"/>
              <a:gd name="connsiteY1-10" fmla="*/ 362 h 1955411"/>
              <a:gd name="connsiteX2-11" fmla="*/ 10443028 w 10443028"/>
              <a:gd name="connsiteY2-12" fmla="*/ 1955411 h 1955411"/>
              <a:gd name="connsiteX0-13" fmla="*/ 0 w 10443028"/>
              <a:gd name="connsiteY0-14" fmla="*/ 1954300 h 1955363"/>
              <a:gd name="connsiteX1-15" fmla="*/ 6538684 w 10443028"/>
              <a:gd name="connsiteY1-16" fmla="*/ 314 h 1955363"/>
              <a:gd name="connsiteX2-17" fmla="*/ 10443028 w 10443028"/>
              <a:gd name="connsiteY2-18" fmla="*/ 1955363 h 1955363"/>
              <a:gd name="connsiteX0-1-1-1" fmla="*/ 0 w 10443028"/>
              <a:gd name="connsiteY0-2-2-2" fmla="*/ 1954583 h 1955646"/>
              <a:gd name="connsiteX1-3-3-3" fmla="*/ 6538684 w 10443028"/>
              <a:gd name="connsiteY1-4-4-4" fmla="*/ 597 h 1955646"/>
              <a:gd name="connsiteX2-5-5-5" fmla="*/ 10443028 w 10443028"/>
              <a:gd name="connsiteY2-6-6-6" fmla="*/ 1955646 h 1955646"/>
              <a:gd name="connsiteX0-7-7" fmla="*/ 0 w 10443028"/>
              <a:gd name="connsiteY0-8-8" fmla="*/ 1954583 h 1955646"/>
              <a:gd name="connsiteX1-9-9" fmla="*/ 6538684 w 10443028"/>
              <a:gd name="connsiteY1-10-10" fmla="*/ 597 h 1955646"/>
              <a:gd name="connsiteX2-11-11" fmla="*/ 10443028 w 10443028"/>
              <a:gd name="connsiteY2-12-12" fmla="*/ 1955646 h 1955646"/>
              <a:gd name="connsiteX0-13-13" fmla="*/ 0 w 10443028"/>
              <a:gd name="connsiteY0-14-14" fmla="*/ 2018977 h 2020040"/>
              <a:gd name="connsiteX1-15-15" fmla="*/ 4425382 w 10443028"/>
              <a:gd name="connsiteY1-16-16" fmla="*/ 562 h 2020040"/>
              <a:gd name="connsiteX2-17-17" fmla="*/ 10443028 w 10443028"/>
              <a:gd name="connsiteY2-18-18" fmla="*/ 2020040 h 2020040"/>
              <a:gd name="connsiteX0-19" fmla="*/ 0 w 10443028"/>
              <a:gd name="connsiteY0-20" fmla="*/ 2020085 h 2021148"/>
              <a:gd name="connsiteX1-21" fmla="*/ 4425382 w 10443028"/>
              <a:gd name="connsiteY1-22" fmla="*/ 1670 h 2021148"/>
              <a:gd name="connsiteX2-23" fmla="*/ 10443028 w 10443028"/>
              <a:gd name="connsiteY2-24" fmla="*/ 2021148 h 2021148"/>
              <a:gd name="connsiteX0-25" fmla="*/ 0 w 10443028"/>
              <a:gd name="connsiteY0-26" fmla="*/ 2018974 h 2020037"/>
              <a:gd name="connsiteX1-27" fmla="*/ 4425382 w 10443028"/>
              <a:gd name="connsiteY1-28" fmla="*/ 559 h 2020037"/>
              <a:gd name="connsiteX2-29" fmla="*/ 10443028 w 10443028"/>
              <a:gd name="connsiteY2-30" fmla="*/ 2020037 h 2020037"/>
              <a:gd name="connsiteX0-31" fmla="*/ 0 w 10443028"/>
              <a:gd name="connsiteY0-32" fmla="*/ 2018974 h 2020037"/>
              <a:gd name="connsiteX1-33" fmla="*/ 4425382 w 10443028"/>
              <a:gd name="connsiteY1-34" fmla="*/ 559 h 2020037"/>
              <a:gd name="connsiteX2-35" fmla="*/ 10443028 w 10443028"/>
              <a:gd name="connsiteY2-36" fmla="*/ 2020037 h 2020037"/>
              <a:gd name="connsiteX0-37-19" fmla="*/ 0 w 10443028"/>
              <a:gd name="connsiteY0-38-20" fmla="*/ 2018757 h 2019820"/>
              <a:gd name="connsiteX1-39-21" fmla="*/ 4425382 w 10443028"/>
              <a:gd name="connsiteY1-40-22" fmla="*/ 342 h 2019820"/>
              <a:gd name="connsiteX2-41-23" fmla="*/ 10443028 w 10443028"/>
              <a:gd name="connsiteY2-42-24" fmla="*/ 2019820 h 2019820"/>
              <a:gd name="connsiteX0-43" fmla="*/ 0 w 10443028"/>
              <a:gd name="connsiteY0-44" fmla="*/ 1476536 h 1477599"/>
              <a:gd name="connsiteX1-45" fmla="*/ 4474296 w 10443028"/>
              <a:gd name="connsiteY1-46" fmla="*/ 495 h 1477599"/>
              <a:gd name="connsiteX2-47" fmla="*/ 10443028 w 10443028"/>
              <a:gd name="connsiteY2-48" fmla="*/ 1477599 h 1477599"/>
              <a:gd name="connsiteX0-49" fmla="*/ 0 w 10443028"/>
              <a:gd name="connsiteY0-50" fmla="*/ 1975948 h 1977011"/>
              <a:gd name="connsiteX1-51" fmla="*/ 4058532 w 10443028"/>
              <a:gd name="connsiteY1-52" fmla="*/ 351 h 1977011"/>
              <a:gd name="connsiteX2-53" fmla="*/ 10443028 w 10443028"/>
              <a:gd name="connsiteY2-54" fmla="*/ 1977011 h 1977011"/>
              <a:gd name="connsiteX0-55" fmla="*/ 0 w 10443028"/>
              <a:gd name="connsiteY0-56" fmla="*/ 1975948 h 1977011"/>
              <a:gd name="connsiteX1-57" fmla="*/ 4058532 w 10443028"/>
              <a:gd name="connsiteY1-58" fmla="*/ 351 h 1977011"/>
              <a:gd name="connsiteX2-59" fmla="*/ 10443028 w 10443028"/>
              <a:gd name="connsiteY2-60" fmla="*/ 1977011 h 1977011"/>
              <a:gd name="connsiteX0-61-25" fmla="*/ 0 w 10443028"/>
              <a:gd name="connsiteY0-62-26" fmla="*/ 1975598 h 1976661"/>
              <a:gd name="connsiteX1-63-27" fmla="*/ 4058532 w 10443028"/>
              <a:gd name="connsiteY1-64-28" fmla="*/ 1 h 1976661"/>
              <a:gd name="connsiteX2-65-29" fmla="*/ 10443028 w 10443028"/>
              <a:gd name="connsiteY2-66-30" fmla="*/ 1976661 h 1976661"/>
              <a:gd name="connsiteX0-67" fmla="*/ 0 w 10443028"/>
              <a:gd name="connsiteY0-68" fmla="*/ 1975684 h 1976747"/>
              <a:gd name="connsiteX1-69" fmla="*/ 4058532 w 10443028"/>
              <a:gd name="connsiteY1-70" fmla="*/ 87 h 1976747"/>
              <a:gd name="connsiteX2-71" fmla="*/ 10443028 w 10443028"/>
              <a:gd name="connsiteY2-72" fmla="*/ 1976747 h 1976747"/>
              <a:gd name="connsiteX0-73" fmla="*/ 0 w 10443028"/>
              <a:gd name="connsiteY0-74" fmla="*/ 1975688 h 1976751"/>
              <a:gd name="connsiteX1-75" fmla="*/ 4058532 w 10443028"/>
              <a:gd name="connsiteY1-76" fmla="*/ 91 h 1976751"/>
              <a:gd name="connsiteX2-77" fmla="*/ 10443028 w 10443028"/>
              <a:gd name="connsiteY2-78" fmla="*/ 1976751 h 1976751"/>
              <a:gd name="connsiteX0-79" fmla="*/ 0 w 10443028"/>
              <a:gd name="connsiteY0-80" fmla="*/ 1964728 h 1965791"/>
              <a:gd name="connsiteX1-81" fmla="*/ 4391063 w 10443028"/>
              <a:gd name="connsiteY1-82" fmla="*/ 93 h 1965791"/>
              <a:gd name="connsiteX2-83" fmla="*/ 10443028 w 10443028"/>
              <a:gd name="connsiteY2-84" fmla="*/ 1965791 h 1965791"/>
              <a:gd name="connsiteX0-85-31" fmla="*/ 0 w 10443028"/>
              <a:gd name="connsiteY0-86-32" fmla="*/ 1964728 h 1965791"/>
              <a:gd name="connsiteX1-87-33" fmla="*/ 4391063 w 10443028"/>
              <a:gd name="connsiteY1-88-34" fmla="*/ 93 h 1965791"/>
              <a:gd name="connsiteX2-89-35" fmla="*/ 10443028 w 10443028"/>
              <a:gd name="connsiteY2-90-36" fmla="*/ 1965791 h 1965791"/>
              <a:gd name="connsiteX0-91" fmla="*/ 0 w 10443028"/>
              <a:gd name="connsiteY0-92" fmla="*/ 1953766 h 1954829"/>
              <a:gd name="connsiteX1-93" fmla="*/ 4169376 w 10443028"/>
              <a:gd name="connsiteY1-94" fmla="*/ 93 h 1954829"/>
              <a:gd name="connsiteX2-95" fmla="*/ 10443028 w 10443028"/>
              <a:gd name="connsiteY2-96" fmla="*/ 1954829 h 1954829"/>
            </a:gdLst>
            <a:ahLst/>
            <a:cxnLst>
              <a:cxn ang="0">
                <a:pos x="connsiteX0-1-1-1" y="connsiteY0-2-2-2"/>
              </a:cxn>
              <a:cxn ang="0">
                <a:pos x="connsiteX1-3-3-3" y="connsiteY1-4-4-4"/>
              </a:cxn>
              <a:cxn ang="0">
                <a:pos x="connsiteX2-5-5-5" y="connsiteY2-6-6-6"/>
              </a:cxn>
            </a:cxnLst>
            <a:rect l="l" t="t" r="r" b="b"/>
            <a:pathLst>
              <a:path w="10443028" h="1954829">
                <a:moveTo>
                  <a:pt x="0" y="1953766"/>
                </a:moveTo>
                <a:cubicBezTo>
                  <a:pt x="231904" y="1499771"/>
                  <a:pt x="1377235" y="14189"/>
                  <a:pt x="4169376" y="93"/>
                </a:cubicBezTo>
                <a:cubicBezTo>
                  <a:pt x="6961517" y="-14003"/>
                  <a:pt x="9812424" y="1579683"/>
                  <a:pt x="10443028" y="1954829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熊大的PPT宝库5"/>
          <p:cNvSpPr/>
          <p:nvPr/>
        </p:nvSpPr>
        <p:spPr>
          <a:xfrm rot="10800000">
            <a:off x="1478596" y="4925497"/>
            <a:ext cx="3079118" cy="1145311"/>
          </a:xfrm>
          <a:custGeom>
            <a:avLst/>
            <a:gdLst>
              <a:gd name="connsiteX0" fmla="*/ 0 w 10319657"/>
              <a:gd name="connsiteY0" fmla="*/ 2209397 h 2355979"/>
              <a:gd name="connsiteX1" fmla="*/ 1538514 w 10319657"/>
              <a:gd name="connsiteY1" fmla="*/ 670882 h 2355979"/>
              <a:gd name="connsiteX2" fmla="*/ 3846286 w 10319657"/>
              <a:gd name="connsiteY2" fmla="*/ 2354540 h 2355979"/>
              <a:gd name="connsiteX3" fmla="*/ 8360228 w 10319657"/>
              <a:gd name="connsiteY3" fmla="*/ 322540 h 2355979"/>
              <a:gd name="connsiteX4" fmla="*/ 10319657 w 10319657"/>
              <a:gd name="connsiteY4" fmla="*/ 32254 h 2355979"/>
              <a:gd name="connsiteX0-1" fmla="*/ 0 w 10637157"/>
              <a:gd name="connsiteY0-2" fmla="*/ 2399897 h 2399897"/>
              <a:gd name="connsiteX1-3" fmla="*/ 1856014 w 10637157"/>
              <a:gd name="connsiteY1-4" fmla="*/ 670882 h 2399897"/>
              <a:gd name="connsiteX2-5" fmla="*/ 4163786 w 10637157"/>
              <a:gd name="connsiteY2-6" fmla="*/ 2354540 h 2399897"/>
              <a:gd name="connsiteX3-7" fmla="*/ 8677728 w 10637157"/>
              <a:gd name="connsiteY3-8" fmla="*/ 322540 h 2399897"/>
              <a:gd name="connsiteX4-9" fmla="*/ 10637157 w 10637157"/>
              <a:gd name="connsiteY4-10" fmla="*/ 32254 h 2399897"/>
              <a:gd name="connsiteX0-11" fmla="*/ 0 w 10675257"/>
              <a:gd name="connsiteY0-12" fmla="*/ 2450697 h 2450697"/>
              <a:gd name="connsiteX1-13" fmla="*/ 1894114 w 10675257"/>
              <a:gd name="connsiteY1-14" fmla="*/ 670882 h 2450697"/>
              <a:gd name="connsiteX2-15" fmla="*/ 4201886 w 10675257"/>
              <a:gd name="connsiteY2-16" fmla="*/ 2354540 h 2450697"/>
              <a:gd name="connsiteX3-17" fmla="*/ 8715828 w 10675257"/>
              <a:gd name="connsiteY3-18" fmla="*/ 322540 h 2450697"/>
              <a:gd name="connsiteX4-19" fmla="*/ 10675257 w 10675257"/>
              <a:gd name="connsiteY4-20" fmla="*/ 32254 h 2450697"/>
              <a:gd name="connsiteX0-21" fmla="*/ 0 w 10675257"/>
              <a:gd name="connsiteY0-22" fmla="*/ 2450697 h 2450697"/>
              <a:gd name="connsiteX1-23" fmla="*/ 1894114 w 10675257"/>
              <a:gd name="connsiteY1-24" fmla="*/ 670882 h 2450697"/>
              <a:gd name="connsiteX2-25" fmla="*/ 8715828 w 10675257"/>
              <a:gd name="connsiteY2-26" fmla="*/ 322540 h 2450697"/>
              <a:gd name="connsiteX3-27" fmla="*/ 10675257 w 10675257"/>
              <a:gd name="connsiteY3-28" fmla="*/ 32254 h 2450697"/>
              <a:gd name="connsiteX0-29" fmla="*/ 0 w 10675257"/>
              <a:gd name="connsiteY0-30" fmla="*/ 2450697 h 2450697"/>
              <a:gd name="connsiteX1-31" fmla="*/ 3519714 w 10675257"/>
              <a:gd name="connsiteY1-32" fmla="*/ 1948139 h 2450697"/>
              <a:gd name="connsiteX2-33" fmla="*/ 8715828 w 10675257"/>
              <a:gd name="connsiteY2-34" fmla="*/ 322540 h 2450697"/>
              <a:gd name="connsiteX3-35" fmla="*/ 10675257 w 10675257"/>
              <a:gd name="connsiteY3-36" fmla="*/ 32254 h 2450697"/>
              <a:gd name="connsiteX0-37" fmla="*/ 0 w 10704285"/>
              <a:gd name="connsiteY0-38" fmla="*/ 2407154 h 2407154"/>
              <a:gd name="connsiteX1-39" fmla="*/ 3548742 w 10704285"/>
              <a:gd name="connsiteY1-40" fmla="*/ 1948139 h 2407154"/>
              <a:gd name="connsiteX2-41" fmla="*/ 8744856 w 10704285"/>
              <a:gd name="connsiteY2-42" fmla="*/ 322540 h 2407154"/>
              <a:gd name="connsiteX3-43" fmla="*/ 10704285 w 10704285"/>
              <a:gd name="connsiteY3-44" fmla="*/ 32254 h 2407154"/>
              <a:gd name="connsiteX0-45" fmla="*/ 0 w 10704285"/>
              <a:gd name="connsiteY0-46" fmla="*/ 2407154 h 2407154"/>
              <a:gd name="connsiteX1-47" fmla="*/ 3548742 w 10704285"/>
              <a:gd name="connsiteY1-48" fmla="*/ 1948139 h 2407154"/>
              <a:gd name="connsiteX2-49" fmla="*/ 8744856 w 10704285"/>
              <a:gd name="connsiteY2-50" fmla="*/ 322540 h 2407154"/>
              <a:gd name="connsiteX3-51" fmla="*/ 10704285 w 10704285"/>
              <a:gd name="connsiteY3-52" fmla="*/ 32254 h 2407154"/>
              <a:gd name="connsiteX0-53" fmla="*/ 0 w 10704285"/>
              <a:gd name="connsiteY0-54" fmla="*/ 2379466 h 2379466"/>
              <a:gd name="connsiteX1-55" fmla="*/ 3548742 w 10704285"/>
              <a:gd name="connsiteY1-56" fmla="*/ 1920451 h 2379466"/>
              <a:gd name="connsiteX2-57" fmla="*/ 6712856 w 10704285"/>
              <a:gd name="connsiteY2-58" fmla="*/ 686738 h 2379466"/>
              <a:gd name="connsiteX3-59" fmla="*/ 10704285 w 10704285"/>
              <a:gd name="connsiteY3-60" fmla="*/ 4566 h 2379466"/>
              <a:gd name="connsiteX0-61" fmla="*/ 0 w 10341428"/>
              <a:gd name="connsiteY0-62" fmla="*/ 1744904 h 1744904"/>
              <a:gd name="connsiteX1-63" fmla="*/ 3548742 w 10341428"/>
              <a:gd name="connsiteY1-64" fmla="*/ 1285889 h 1744904"/>
              <a:gd name="connsiteX2-65" fmla="*/ 6712856 w 10341428"/>
              <a:gd name="connsiteY2-66" fmla="*/ 52176 h 1744904"/>
              <a:gd name="connsiteX3-67" fmla="*/ 10341428 w 10341428"/>
              <a:gd name="connsiteY3-68" fmla="*/ 1605204 h 1744904"/>
              <a:gd name="connsiteX0-69" fmla="*/ 0 w 10341428"/>
              <a:gd name="connsiteY0-70" fmla="*/ 1744904 h 1744904"/>
              <a:gd name="connsiteX1-71" fmla="*/ 3548742 w 10341428"/>
              <a:gd name="connsiteY1-72" fmla="*/ 1285889 h 1744904"/>
              <a:gd name="connsiteX2-73" fmla="*/ 6712856 w 10341428"/>
              <a:gd name="connsiteY2-74" fmla="*/ 52176 h 1744904"/>
              <a:gd name="connsiteX3-75" fmla="*/ 10341428 w 10341428"/>
              <a:gd name="connsiteY3-76" fmla="*/ 1605204 h 1744904"/>
              <a:gd name="connsiteX0-77" fmla="*/ 0 w 10341428"/>
              <a:gd name="connsiteY0-78" fmla="*/ 1693014 h 1693014"/>
              <a:gd name="connsiteX1-79" fmla="*/ 3548742 w 10341428"/>
              <a:gd name="connsiteY1-80" fmla="*/ 1233999 h 1693014"/>
              <a:gd name="connsiteX2-81" fmla="*/ 6712856 w 10341428"/>
              <a:gd name="connsiteY2-82" fmla="*/ 286 h 1693014"/>
              <a:gd name="connsiteX3-83" fmla="*/ 10341428 w 10341428"/>
              <a:gd name="connsiteY3-84" fmla="*/ 1553314 h 1693014"/>
              <a:gd name="connsiteX0-85" fmla="*/ 0 w 10326914"/>
              <a:gd name="connsiteY0-86" fmla="*/ 1695327 h 1695327"/>
              <a:gd name="connsiteX1-87" fmla="*/ 3548742 w 10326914"/>
              <a:gd name="connsiteY1-88" fmla="*/ 1236312 h 1695327"/>
              <a:gd name="connsiteX2-89" fmla="*/ 6712856 w 10326914"/>
              <a:gd name="connsiteY2-90" fmla="*/ 2599 h 1695327"/>
              <a:gd name="connsiteX3-91" fmla="*/ 10326914 w 10326914"/>
              <a:gd name="connsiteY3-92" fmla="*/ 1599170 h 1695327"/>
              <a:gd name="connsiteX0-93" fmla="*/ 0 w 10326914"/>
              <a:gd name="connsiteY0-94" fmla="*/ 1695327 h 1695327"/>
              <a:gd name="connsiteX1-95" fmla="*/ 3548742 w 10326914"/>
              <a:gd name="connsiteY1-96" fmla="*/ 1236312 h 1695327"/>
              <a:gd name="connsiteX2-97" fmla="*/ 6712856 w 10326914"/>
              <a:gd name="connsiteY2-98" fmla="*/ 2599 h 1695327"/>
              <a:gd name="connsiteX3-99" fmla="*/ 10326914 w 10326914"/>
              <a:gd name="connsiteY3-100" fmla="*/ 1599170 h 1695327"/>
              <a:gd name="connsiteX0-101" fmla="*/ 0 w 10326914"/>
              <a:gd name="connsiteY0-102" fmla="*/ 1695567 h 1695567"/>
              <a:gd name="connsiteX1-103" fmla="*/ 3592285 w 10326914"/>
              <a:gd name="connsiteY1-104" fmla="*/ 1222038 h 1695567"/>
              <a:gd name="connsiteX2-105" fmla="*/ 6712856 w 10326914"/>
              <a:gd name="connsiteY2-106" fmla="*/ 2839 h 1695567"/>
              <a:gd name="connsiteX3-107" fmla="*/ 10326914 w 10326914"/>
              <a:gd name="connsiteY3-108" fmla="*/ 1599410 h 1695567"/>
              <a:gd name="connsiteX0-109" fmla="*/ 0 w 10326914"/>
              <a:gd name="connsiteY0-110" fmla="*/ 1695688 h 1695688"/>
              <a:gd name="connsiteX1-111" fmla="*/ 3592285 w 10326914"/>
              <a:gd name="connsiteY1-112" fmla="*/ 1222159 h 1695688"/>
              <a:gd name="connsiteX2-113" fmla="*/ 6712856 w 10326914"/>
              <a:gd name="connsiteY2-114" fmla="*/ 2960 h 1695688"/>
              <a:gd name="connsiteX3-115" fmla="*/ 10326914 w 10326914"/>
              <a:gd name="connsiteY3-116" fmla="*/ 1599531 h 1695688"/>
              <a:gd name="connsiteX0-117" fmla="*/ 0 w 10326914"/>
              <a:gd name="connsiteY0-118" fmla="*/ 1970827 h 1970827"/>
              <a:gd name="connsiteX1-119" fmla="*/ 3592285 w 10326914"/>
              <a:gd name="connsiteY1-120" fmla="*/ 1497298 h 1970827"/>
              <a:gd name="connsiteX2-121" fmla="*/ 6654799 w 10326914"/>
              <a:gd name="connsiteY2-122" fmla="*/ 2327 h 1970827"/>
              <a:gd name="connsiteX3-123" fmla="*/ 10326914 w 10326914"/>
              <a:gd name="connsiteY3-124" fmla="*/ 1874670 h 1970827"/>
              <a:gd name="connsiteX0-125" fmla="*/ 0 w 10326914"/>
              <a:gd name="connsiteY0-126" fmla="*/ 1968515 h 1968515"/>
              <a:gd name="connsiteX1-127" fmla="*/ 3592285 w 10326914"/>
              <a:gd name="connsiteY1-128" fmla="*/ 1494986 h 1968515"/>
              <a:gd name="connsiteX2-129" fmla="*/ 6654799 w 10326914"/>
              <a:gd name="connsiteY2-130" fmla="*/ 15 h 1968515"/>
              <a:gd name="connsiteX3-131" fmla="*/ 10326914 w 10326914"/>
              <a:gd name="connsiteY3-132" fmla="*/ 1872358 h 1968515"/>
              <a:gd name="connsiteX0-133" fmla="*/ 0 w 10326914"/>
              <a:gd name="connsiteY0-134" fmla="*/ 1968500 h 1968500"/>
              <a:gd name="connsiteX1-135" fmla="*/ 6654799 w 10326914"/>
              <a:gd name="connsiteY1-136" fmla="*/ 0 h 1968500"/>
              <a:gd name="connsiteX2-137" fmla="*/ 10326914 w 10326914"/>
              <a:gd name="connsiteY2-138" fmla="*/ 1872343 h 1968500"/>
              <a:gd name="connsiteX0-139" fmla="*/ 0 w 10326914"/>
              <a:gd name="connsiteY0-140" fmla="*/ 1968500 h 1968500"/>
              <a:gd name="connsiteX1-141" fmla="*/ 6654799 w 10326914"/>
              <a:gd name="connsiteY1-142" fmla="*/ 0 h 1968500"/>
              <a:gd name="connsiteX2-143" fmla="*/ 10326914 w 10326914"/>
              <a:gd name="connsiteY2-144" fmla="*/ 1872343 h 1968500"/>
              <a:gd name="connsiteX0-145" fmla="*/ 0 w 10326914"/>
              <a:gd name="connsiteY0-146" fmla="*/ 1968500 h 1968500"/>
              <a:gd name="connsiteX1-147" fmla="*/ 6654799 w 10326914"/>
              <a:gd name="connsiteY1-148" fmla="*/ 0 h 1968500"/>
              <a:gd name="connsiteX2-149" fmla="*/ 10326914 w 10326914"/>
              <a:gd name="connsiteY2-150" fmla="*/ 1872343 h 1968500"/>
              <a:gd name="connsiteX0-151" fmla="*/ 0 w 10326914"/>
              <a:gd name="connsiteY0-152" fmla="*/ 1968500 h 1968500"/>
              <a:gd name="connsiteX1-153" fmla="*/ 6582227 w 10326914"/>
              <a:gd name="connsiteY1-154" fmla="*/ 0 h 1968500"/>
              <a:gd name="connsiteX2-155" fmla="*/ 10326914 w 10326914"/>
              <a:gd name="connsiteY2-156" fmla="*/ 1872343 h 1968500"/>
              <a:gd name="connsiteX0-157" fmla="*/ 0 w 10326914"/>
              <a:gd name="connsiteY0-158" fmla="*/ 1968500 h 1968500"/>
              <a:gd name="connsiteX1-159" fmla="*/ 6582227 w 10326914"/>
              <a:gd name="connsiteY1-160" fmla="*/ 0 h 1968500"/>
              <a:gd name="connsiteX2-161" fmla="*/ 10326914 w 10326914"/>
              <a:gd name="connsiteY2-162" fmla="*/ 1872343 h 1968500"/>
              <a:gd name="connsiteX0-163" fmla="*/ 0 w 10326914"/>
              <a:gd name="connsiteY0-164" fmla="*/ 1968500 h 1968500"/>
              <a:gd name="connsiteX1-165" fmla="*/ 6582227 w 10326914"/>
              <a:gd name="connsiteY1-166" fmla="*/ 0 h 1968500"/>
              <a:gd name="connsiteX2-167" fmla="*/ 10326914 w 10326914"/>
              <a:gd name="connsiteY2-168" fmla="*/ 1872343 h 1968500"/>
              <a:gd name="connsiteX0-169" fmla="*/ 0 w 10326914"/>
              <a:gd name="connsiteY0-170" fmla="*/ 1953986 h 1953986"/>
              <a:gd name="connsiteX1-171" fmla="*/ 6538684 w 10326914"/>
              <a:gd name="connsiteY1-172" fmla="*/ 0 h 1953986"/>
              <a:gd name="connsiteX2-173" fmla="*/ 10326914 w 10326914"/>
              <a:gd name="connsiteY2-174" fmla="*/ 1857829 h 1953986"/>
              <a:gd name="connsiteX0-175" fmla="*/ 0 w 10399485"/>
              <a:gd name="connsiteY0-176" fmla="*/ 1953988 h 1953988"/>
              <a:gd name="connsiteX1-177" fmla="*/ 6538684 w 10399485"/>
              <a:gd name="connsiteY1-178" fmla="*/ 2 h 1953988"/>
              <a:gd name="connsiteX2-179" fmla="*/ 10399485 w 10399485"/>
              <a:gd name="connsiteY2-180" fmla="*/ 1938848 h 1953988"/>
              <a:gd name="connsiteX0-181" fmla="*/ 0 w 10443028"/>
              <a:gd name="connsiteY0-182" fmla="*/ 1953987 h 1955050"/>
              <a:gd name="connsiteX1-183" fmla="*/ 6538684 w 10443028"/>
              <a:gd name="connsiteY1-184" fmla="*/ 1 h 1955050"/>
              <a:gd name="connsiteX2-185" fmla="*/ 10443028 w 10443028"/>
              <a:gd name="connsiteY2-186" fmla="*/ 1955050 h 1955050"/>
              <a:gd name="connsiteX0-187" fmla="*/ 0 w 10443028"/>
              <a:gd name="connsiteY0-188" fmla="*/ 1953987 h 1955050"/>
              <a:gd name="connsiteX1-189" fmla="*/ 6538684 w 10443028"/>
              <a:gd name="connsiteY1-190" fmla="*/ 1 h 1955050"/>
              <a:gd name="connsiteX2-191" fmla="*/ 10443028 w 10443028"/>
              <a:gd name="connsiteY2-192" fmla="*/ 1955050 h 1955050"/>
              <a:gd name="connsiteX0-1-1" fmla="*/ 0 w 10443028"/>
              <a:gd name="connsiteY0-2-2" fmla="*/ 1954314 h 1955377"/>
              <a:gd name="connsiteX1-3-3" fmla="*/ 6538684 w 10443028"/>
              <a:gd name="connsiteY1-4-4" fmla="*/ 328 h 1955377"/>
              <a:gd name="connsiteX2-5-5" fmla="*/ 10443028 w 10443028"/>
              <a:gd name="connsiteY2-6-6" fmla="*/ 1955377 h 1955377"/>
              <a:gd name="connsiteX0-7" fmla="*/ 0 w 10443028"/>
              <a:gd name="connsiteY0-8" fmla="*/ 1954348 h 1955411"/>
              <a:gd name="connsiteX1-9" fmla="*/ 6538684 w 10443028"/>
              <a:gd name="connsiteY1-10" fmla="*/ 362 h 1955411"/>
              <a:gd name="connsiteX2-11" fmla="*/ 10443028 w 10443028"/>
              <a:gd name="connsiteY2-12" fmla="*/ 1955411 h 1955411"/>
              <a:gd name="connsiteX0-13" fmla="*/ 0 w 10443028"/>
              <a:gd name="connsiteY0-14" fmla="*/ 1954300 h 1955363"/>
              <a:gd name="connsiteX1-15" fmla="*/ 6538684 w 10443028"/>
              <a:gd name="connsiteY1-16" fmla="*/ 314 h 1955363"/>
              <a:gd name="connsiteX2-17" fmla="*/ 10443028 w 10443028"/>
              <a:gd name="connsiteY2-18" fmla="*/ 1955363 h 1955363"/>
              <a:gd name="connsiteX0-1-1-1" fmla="*/ 0 w 10443028"/>
              <a:gd name="connsiteY0-2-2-2" fmla="*/ 1954583 h 1955646"/>
              <a:gd name="connsiteX1-3-3-3" fmla="*/ 6538684 w 10443028"/>
              <a:gd name="connsiteY1-4-4-4" fmla="*/ 597 h 1955646"/>
              <a:gd name="connsiteX2-5-5-5" fmla="*/ 10443028 w 10443028"/>
              <a:gd name="connsiteY2-6-6-6" fmla="*/ 1955646 h 1955646"/>
              <a:gd name="connsiteX0-7-7" fmla="*/ 0 w 10443028"/>
              <a:gd name="connsiteY0-8-8" fmla="*/ 1954583 h 1955646"/>
              <a:gd name="connsiteX1-9-9" fmla="*/ 6538684 w 10443028"/>
              <a:gd name="connsiteY1-10-10" fmla="*/ 597 h 1955646"/>
              <a:gd name="connsiteX2-11-11" fmla="*/ 10443028 w 10443028"/>
              <a:gd name="connsiteY2-12-12" fmla="*/ 1955646 h 1955646"/>
              <a:gd name="connsiteX0-13-13" fmla="*/ 0 w 10443028"/>
              <a:gd name="connsiteY0-14-14" fmla="*/ 2018977 h 2020040"/>
              <a:gd name="connsiteX1-15-15" fmla="*/ 4425382 w 10443028"/>
              <a:gd name="connsiteY1-16-16" fmla="*/ 562 h 2020040"/>
              <a:gd name="connsiteX2-17-17" fmla="*/ 10443028 w 10443028"/>
              <a:gd name="connsiteY2-18-18" fmla="*/ 2020040 h 2020040"/>
              <a:gd name="connsiteX0-19" fmla="*/ 0 w 10443028"/>
              <a:gd name="connsiteY0-20" fmla="*/ 2020085 h 2021148"/>
              <a:gd name="connsiteX1-21" fmla="*/ 4425382 w 10443028"/>
              <a:gd name="connsiteY1-22" fmla="*/ 1670 h 2021148"/>
              <a:gd name="connsiteX2-23" fmla="*/ 10443028 w 10443028"/>
              <a:gd name="connsiteY2-24" fmla="*/ 2021148 h 2021148"/>
              <a:gd name="connsiteX0-25" fmla="*/ 0 w 10443028"/>
              <a:gd name="connsiteY0-26" fmla="*/ 2019159 h 2020222"/>
              <a:gd name="connsiteX1-27" fmla="*/ 4425382 w 10443028"/>
              <a:gd name="connsiteY1-28" fmla="*/ 744 h 2020222"/>
              <a:gd name="connsiteX2-29" fmla="*/ 10443028 w 10443028"/>
              <a:gd name="connsiteY2-30" fmla="*/ 2020222 h 2020222"/>
              <a:gd name="connsiteX0-31" fmla="*/ 0 w 10443028"/>
              <a:gd name="connsiteY0-32" fmla="*/ 1374589 h 1375652"/>
              <a:gd name="connsiteX1-33" fmla="*/ 4468554 w 10443028"/>
              <a:gd name="connsiteY1-34" fmla="*/ 21946 h 1375652"/>
              <a:gd name="connsiteX2-35" fmla="*/ 10443028 w 10443028"/>
              <a:gd name="connsiteY2-36" fmla="*/ 1375652 h 1375652"/>
              <a:gd name="connsiteX0-37-19" fmla="*/ 0 w 10443028"/>
              <a:gd name="connsiteY0-38-20" fmla="*/ 1719583 h 1720646"/>
              <a:gd name="connsiteX1-39-21" fmla="*/ 4080000 w 10443028"/>
              <a:gd name="connsiteY1-40-22" fmla="*/ 1840 h 1720646"/>
              <a:gd name="connsiteX2-41-23" fmla="*/ 10443028 w 10443028"/>
              <a:gd name="connsiteY2-42-24" fmla="*/ 1720646 h 1720646"/>
              <a:gd name="connsiteX0-43" fmla="*/ 0 w 10522174"/>
              <a:gd name="connsiteY0-44" fmla="*/ 1717744 h 1718808"/>
              <a:gd name="connsiteX1-45" fmla="*/ 4159146 w 10522174"/>
              <a:gd name="connsiteY1-46" fmla="*/ 2 h 1718808"/>
              <a:gd name="connsiteX2-47" fmla="*/ 10522174 w 10522174"/>
              <a:gd name="connsiteY2-48" fmla="*/ 1718808 h 1718808"/>
              <a:gd name="connsiteX0-49" fmla="*/ 0 w 10522174"/>
              <a:gd name="connsiteY0-50" fmla="*/ 1717742 h 1718806"/>
              <a:gd name="connsiteX1-51" fmla="*/ 4159146 w 10522174"/>
              <a:gd name="connsiteY1-52" fmla="*/ 0 h 1718806"/>
              <a:gd name="connsiteX2-53" fmla="*/ 10522174 w 10522174"/>
              <a:gd name="connsiteY2-54" fmla="*/ 1718806 h 1718806"/>
              <a:gd name="connsiteX0-55" fmla="*/ 0 w 10522174"/>
              <a:gd name="connsiteY0-56" fmla="*/ 1717742 h 1718806"/>
              <a:gd name="connsiteX1-57" fmla="*/ 4159146 w 10522174"/>
              <a:gd name="connsiteY1-58" fmla="*/ 0 h 1718806"/>
              <a:gd name="connsiteX2-59" fmla="*/ 10522174 w 10522174"/>
              <a:gd name="connsiteY2-60" fmla="*/ 1718806 h 1718806"/>
              <a:gd name="connsiteX0-61-25" fmla="*/ 0 w 10522174"/>
              <a:gd name="connsiteY0-62-26" fmla="*/ 1722021 h 1723085"/>
              <a:gd name="connsiteX1-63-27" fmla="*/ 4159146 w 10522174"/>
              <a:gd name="connsiteY1-64-28" fmla="*/ 4279 h 1723085"/>
              <a:gd name="connsiteX2-65-29" fmla="*/ 10522174 w 10522174"/>
              <a:gd name="connsiteY2-66-30" fmla="*/ 1723085 h 1723085"/>
              <a:gd name="connsiteX0-67" fmla="*/ 0 w 10522174"/>
              <a:gd name="connsiteY0-68" fmla="*/ 1719753 h 1720817"/>
              <a:gd name="connsiteX1-69" fmla="*/ 4159146 w 10522174"/>
              <a:gd name="connsiteY1-70" fmla="*/ 2011 h 1720817"/>
              <a:gd name="connsiteX2-71" fmla="*/ 10522174 w 10522174"/>
              <a:gd name="connsiteY2-72" fmla="*/ 1720817 h 1720817"/>
              <a:gd name="connsiteX0-73" fmla="*/ 0 w 10522174"/>
              <a:gd name="connsiteY0-74" fmla="*/ 1717742 h 1718806"/>
              <a:gd name="connsiteX1-75" fmla="*/ 4159146 w 10522174"/>
              <a:gd name="connsiteY1-76" fmla="*/ 0 h 1718806"/>
              <a:gd name="connsiteX2-77" fmla="*/ 10522174 w 10522174"/>
              <a:gd name="connsiteY2-78" fmla="*/ 1718806 h 1718806"/>
              <a:gd name="connsiteX0-79" fmla="*/ 0 w 10522174"/>
              <a:gd name="connsiteY0-80" fmla="*/ 1718026 h 1719090"/>
              <a:gd name="connsiteX1-81" fmla="*/ 4159146 w 10522174"/>
              <a:gd name="connsiteY1-82" fmla="*/ 284 h 1719090"/>
              <a:gd name="connsiteX2-83" fmla="*/ 10522174 w 10522174"/>
              <a:gd name="connsiteY2-84" fmla="*/ 1719090 h 1719090"/>
              <a:gd name="connsiteX0-85-31" fmla="*/ 0 w 10522174"/>
              <a:gd name="connsiteY0-86-32" fmla="*/ 1719752 h 1720816"/>
              <a:gd name="connsiteX1-87-33" fmla="*/ 4159146 w 10522174"/>
              <a:gd name="connsiteY1-88-34" fmla="*/ 2010 h 1720816"/>
              <a:gd name="connsiteX2-89-35" fmla="*/ 10522174 w 10522174"/>
              <a:gd name="connsiteY2-90-36" fmla="*/ 1720816 h 1720816"/>
              <a:gd name="connsiteX0-91" fmla="*/ 0 w 10522174"/>
              <a:gd name="connsiteY0-92" fmla="*/ 1718819 h 1719883"/>
              <a:gd name="connsiteX1-93" fmla="*/ 4159146 w 10522174"/>
              <a:gd name="connsiteY1-94" fmla="*/ 1077 h 1719883"/>
              <a:gd name="connsiteX2-95" fmla="*/ 10522174 w 10522174"/>
              <a:gd name="connsiteY2-96" fmla="*/ 1719883 h 1719883"/>
              <a:gd name="connsiteX0-97" fmla="*/ 0 w 10522174"/>
              <a:gd name="connsiteY0-98" fmla="*/ 1717760 h 1718824"/>
              <a:gd name="connsiteX1-99" fmla="*/ 4159146 w 10522174"/>
              <a:gd name="connsiteY1-100" fmla="*/ 18 h 1718824"/>
              <a:gd name="connsiteX2-101" fmla="*/ 10522174 w 10522174"/>
              <a:gd name="connsiteY2-102" fmla="*/ 1718824 h 1718824"/>
              <a:gd name="connsiteX0-103" fmla="*/ 0 w 10522174"/>
              <a:gd name="connsiteY0-104" fmla="*/ 1734705 h 1735769"/>
              <a:gd name="connsiteX1-105" fmla="*/ 3932188 w 10522174"/>
              <a:gd name="connsiteY1-106" fmla="*/ 16 h 1735769"/>
              <a:gd name="connsiteX2-107" fmla="*/ 10522174 w 10522174"/>
              <a:gd name="connsiteY2-108" fmla="*/ 1735769 h 1735769"/>
              <a:gd name="connsiteX0-109-37" fmla="*/ 0 w 10522174"/>
              <a:gd name="connsiteY0-110-38" fmla="*/ 1734705 h 1735769"/>
              <a:gd name="connsiteX1-111-39" fmla="*/ 3932188 w 10522174"/>
              <a:gd name="connsiteY1-112-40" fmla="*/ 16 h 1735769"/>
              <a:gd name="connsiteX2-113-41" fmla="*/ 10522174 w 10522174"/>
              <a:gd name="connsiteY2-114-42" fmla="*/ 1735769 h 1735769"/>
              <a:gd name="connsiteX0-115" fmla="*/ 0 w 10522174"/>
              <a:gd name="connsiteY0-116" fmla="*/ 1734763 h 1735827"/>
              <a:gd name="connsiteX1-117" fmla="*/ 3932188 w 10522174"/>
              <a:gd name="connsiteY1-118" fmla="*/ 74 h 1735827"/>
              <a:gd name="connsiteX2-119" fmla="*/ 10522174 w 10522174"/>
              <a:gd name="connsiteY2-120" fmla="*/ 1735827 h 1735827"/>
              <a:gd name="connsiteX0-121" fmla="*/ 0 w 10522174"/>
              <a:gd name="connsiteY0-122" fmla="*/ 1734763 h 1735827"/>
              <a:gd name="connsiteX1-123" fmla="*/ 3932188 w 10522174"/>
              <a:gd name="connsiteY1-124" fmla="*/ 74 h 1735827"/>
              <a:gd name="connsiteX2-125" fmla="*/ 10522174 w 10522174"/>
              <a:gd name="connsiteY2-126" fmla="*/ 1735827 h 1735827"/>
              <a:gd name="connsiteX0-127" fmla="*/ 0 w 10522174"/>
              <a:gd name="connsiteY0-128" fmla="*/ 1735132 h 1736196"/>
              <a:gd name="connsiteX1-129" fmla="*/ 3932188 w 10522174"/>
              <a:gd name="connsiteY1-130" fmla="*/ 443 h 1736196"/>
              <a:gd name="connsiteX2-131" fmla="*/ 10522174 w 10522174"/>
              <a:gd name="connsiteY2-132" fmla="*/ 1736196 h 1736196"/>
            </a:gdLst>
            <a:ahLst/>
            <a:cxnLst>
              <a:cxn ang="0">
                <a:pos x="connsiteX0-1-1-1" y="connsiteY0-2-2-2"/>
              </a:cxn>
              <a:cxn ang="0">
                <a:pos x="connsiteX1-3-3-3" y="connsiteY1-4-4-4"/>
              </a:cxn>
              <a:cxn ang="0">
                <a:pos x="connsiteX2-5-5-5" y="connsiteY2-6-6-6"/>
              </a:cxn>
            </a:cxnLst>
            <a:rect l="l" t="t" r="r" b="b"/>
            <a:pathLst>
              <a:path w="10522174" h="1736196">
                <a:moveTo>
                  <a:pt x="0" y="1735132"/>
                </a:moveTo>
                <a:cubicBezTo>
                  <a:pt x="284086" y="1232346"/>
                  <a:pt x="1283312" y="-27074"/>
                  <a:pt x="3932188" y="443"/>
                </a:cubicBezTo>
                <a:cubicBezTo>
                  <a:pt x="6581064" y="27960"/>
                  <a:pt x="9411659" y="1250504"/>
                  <a:pt x="10522174" y="1736196"/>
                </a:cubicBezTo>
              </a:path>
            </a:pathLst>
          </a:cu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5" name="熊大的PPT宝库6"/>
          <p:cNvCxnSpPr/>
          <p:nvPr/>
        </p:nvCxnSpPr>
        <p:spPr>
          <a:xfrm>
            <a:off x="1049079" y="4908553"/>
            <a:ext cx="10622968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lg" len="med"/>
            <a:tailEnd type="triangle" w="med" len="med"/>
          </a:ln>
          <a:effectLst/>
        </p:spPr>
      </p:cxnSp>
      <p:cxnSp>
        <p:nvCxnSpPr>
          <p:cNvPr id="36" name="熊大的PPT宝库7"/>
          <p:cNvCxnSpPr/>
          <p:nvPr/>
        </p:nvCxnSpPr>
        <p:spPr>
          <a:xfrm>
            <a:off x="1414423" y="1183695"/>
            <a:ext cx="8328" cy="5076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none" w="lg" len="lg"/>
          </a:ln>
          <a:effectLst/>
        </p:spPr>
      </p:cxnSp>
      <p:sp>
        <p:nvSpPr>
          <p:cNvPr id="38" name="熊大的PPT宝库8"/>
          <p:cNvSpPr/>
          <p:nvPr/>
        </p:nvSpPr>
        <p:spPr>
          <a:xfrm>
            <a:off x="661448" y="1347247"/>
            <a:ext cx="457048" cy="1664261"/>
          </a:xfrm>
          <a:prstGeom prst="rect">
            <a:avLst/>
          </a:prstGeom>
          <a:noFill/>
        </p:spPr>
        <p:txBody>
          <a:bodyPr vert="eaVert" wrap="square" tIns="72000" bIns="108000" rtlCol="0" anchor="t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产品业绩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40" name="熊大的PPT宝库9"/>
          <p:cNvCxnSpPr/>
          <p:nvPr/>
        </p:nvCxnSpPr>
        <p:spPr>
          <a:xfrm>
            <a:off x="4549263" y="1183695"/>
            <a:ext cx="8328" cy="5074229"/>
          </a:xfrm>
          <a:prstGeom prst="straightConnector1">
            <a:avLst/>
          </a:prstGeom>
          <a:noFill/>
          <a:ln w="12700" cap="flat" cmpd="sng" algn="ctr">
            <a:solidFill>
              <a:schemeClr val="accent6"/>
            </a:solidFill>
            <a:prstDash val="sysDot"/>
            <a:miter lim="800000"/>
            <a:headEnd type="none" w="lg" len="lg"/>
            <a:tailEnd type="none" w="lg" len="lg"/>
          </a:ln>
          <a:effectLst/>
        </p:spPr>
      </p:cxnSp>
      <p:cxnSp>
        <p:nvCxnSpPr>
          <p:cNvPr id="41" name="熊大的PPT宝库10"/>
          <p:cNvCxnSpPr/>
          <p:nvPr/>
        </p:nvCxnSpPr>
        <p:spPr>
          <a:xfrm flipH="1">
            <a:off x="6338996" y="1145043"/>
            <a:ext cx="10247" cy="5112881"/>
          </a:xfrm>
          <a:prstGeom prst="straightConnector1">
            <a:avLst/>
          </a:prstGeom>
          <a:noFill/>
          <a:ln w="12700" cap="flat" cmpd="sng" algn="ctr">
            <a:solidFill>
              <a:schemeClr val="accent6"/>
            </a:solidFill>
            <a:prstDash val="sysDot"/>
            <a:miter lim="800000"/>
            <a:headEnd type="none" w="lg" len="lg"/>
            <a:tailEnd type="none" w="lg" len="lg"/>
          </a:ln>
          <a:effectLst/>
        </p:spPr>
      </p:cxnSp>
      <p:cxnSp>
        <p:nvCxnSpPr>
          <p:cNvPr id="42" name="熊大的PPT宝库11"/>
          <p:cNvCxnSpPr/>
          <p:nvPr/>
        </p:nvCxnSpPr>
        <p:spPr>
          <a:xfrm>
            <a:off x="10838248" y="1087726"/>
            <a:ext cx="4314" cy="5170198"/>
          </a:xfrm>
          <a:prstGeom prst="straightConnector1">
            <a:avLst/>
          </a:prstGeom>
          <a:noFill/>
          <a:ln w="12700" cap="flat" cmpd="sng" algn="ctr">
            <a:solidFill>
              <a:schemeClr val="accent6"/>
            </a:solidFill>
            <a:prstDash val="sysDot"/>
            <a:miter lim="800000"/>
            <a:headEnd type="none" w="lg" len="lg"/>
            <a:tailEnd type="none" w="lg" len="lg"/>
          </a:ln>
          <a:effectLst/>
        </p:spPr>
      </p:cxnSp>
      <p:cxnSp>
        <p:nvCxnSpPr>
          <p:cNvPr id="43" name="熊大的PPT宝库12"/>
          <p:cNvCxnSpPr/>
          <p:nvPr/>
        </p:nvCxnSpPr>
        <p:spPr>
          <a:xfrm>
            <a:off x="9084111" y="1087726"/>
            <a:ext cx="4314" cy="5170198"/>
          </a:xfrm>
          <a:prstGeom prst="straightConnector1">
            <a:avLst/>
          </a:prstGeom>
          <a:noFill/>
          <a:ln w="12700" cap="flat" cmpd="sng" algn="ctr">
            <a:solidFill>
              <a:schemeClr val="accent6"/>
            </a:solidFill>
            <a:prstDash val="sysDot"/>
            <a:miter lim="800000"/>
            <a:headEnd type="none" w="lg" len="lg"/>
            <a:tailEnd type="none" w="lg" len="lg"/>
          </a:ln>
          <a:effectLst/>
        </p:spPr>
      </p:cxnSp>
      <p:sp>
        <p:nvSpPr>
          <p:cNvPr id="44" name="熊大的PPT宝库13"/>
          <p:cNvSpPr/>
          <p:nvPr/>
        </p:nvSpPr>
        <p:spPr>
          <a:xfrm>
            <a:off x="2133510" y="1087725"/>
            <a:ext cx="17587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介绍阶段</a:t>
            </a:r>
          </a:p>
        </p:txBody>
      </p:sp>
      <p:sp>
        <p:nvSpPr>
          <p:cNvPr id="45" name="熊大的PPT宝库14"/>
          <p:cNvSpPr/>
          <p:nvPr/>
        </p:nvSpPr>
        <p:spPr>
          <a:xfrm>
            <a:off x="4858049" y="1087725"/>
            <a:ext cx="11489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成长阶段</a:t>
            </a:r>
          </a:p>
        </p:txBody>
      </p:sp>
      <p:sp>
        <p:nvSpPr>
          <p:cNvPr id="46" name="熊大的PPT宝库15"/>
          <p:cNvSpPr/>
          <p:nvPr/>
        </p:nvSpPr>
        <p:spPr>
          <a:xfrm>
            <a:off x="7121459" y="1087725"/>
            <a:ext cx="11489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成熟阶段</a:t>
            </a:r>
          </a:p>
        </p:txBody>
      </p:sp>
      <p:sp>
        <p:nvSpPr>
          <p:cNvPr id="47" name="熊大的PPT宝库16"/>
          <p:cNvSpPr/>
          <p:nvPr/>
        </p:nvSpPr>
        <p:spPr>
          <a:xfrm>
            <a:off x="9388883" y="1087725"/>
            <a:ext cx="11489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衰退阶段</a:t>
            </a:r>
          </a:p>
        </p:txBody>
      </p:sp>
      <p:sp>
        <p:nvSpPr>
          <p:cNvPr id="50" name="熊大的PPT宝库17"/>
          <p:cNvSpPr txBox="1"/>
          <p:nvPr/>
        </p:nvSpPr>
        <p:spPr>
          <a:xfrm>
            <a:off x="1841709" y="1468178"/>
            <a:ext cx="2535510" cy="12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182753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60" normalizeH="0" baseline="0" noProof="0" dirty="0">
                <a:ln>
                  <a:noFill/>
                </a:ln>
                <a:solidFill>
                  <a:srgbClr val="10101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企业需要投入大量的资金和时间来研究和开发新产品，同时通过广告和市场推广活动来吸引消费者。这个阶段的特点是产品价格较高，销售量较低，利润率也较低</a:t>
            </a:r>
          </a:p>
        </p:txBody>
      </p:sp>
      <p:sp>
        <p:nvSpPr>
          <p:cNvPr id="51" name="熊大的PPT宝库18"/>
          <p:cNvSpPr/>
          <p:nvPr/>
        </p:nvSpPr>
        <p:spPr>
          <a:xfrm>
            <a:off x="10788496" y="4960734"/>
            <a:ext cx="1106184" cy="514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时期</a:t>
            </a:r>
            <a:endParaRPr kumimoji="0" lang="en-US" altLang="x-none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熊大的PPT宝库19"/>
          <p:cNvSpPr txBox="1"/>
          <p:nvPr/>
        </p:nvSpPr>
        <p:spPr>
          <a:xfrm>
            <a:off x="4557591" y="1468178"/>
            <a:ext cx="1749823" cy="1002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182753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60" normalizeH="0" baseline="0" noProof="0" dirty="0">
                <a:ln>
                  <a:noFill/>
                </a:ln>
                <a:solidFill>
                  <a:srgbClr val="10101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销售量逐渐增加，市场份额不断扩大。企业开始实现盈利，并且需要扩大生产满足市场需求</a:t>
            </a:r>
          </a:p>
        </p:txBody>
      </p:sp>
      <p:sp>
        <p:nvSpPr>
          <p:cNvPr id="53" name="熊大的PPT宝库20"/>
          <p:cNvSpPr txBox="1"/>
          <p:nvPr/>
        </p:nvSpPr>
        <p:spPr>
          <a:xfrm>
            <a:off x="6398995" y="1468178"/>
            <a:ext cx="2640687" cy="1002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182753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60" normalizeH="0" baseline="0" noProof="0" dirty="0">
                <a:ln>
                  <a:noFill/>
                </a:ln>
                <a:solidFill>
                  <a:srgbClr val="10101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随着市场竞争的加剧，产品销售量达到顶峰并开始缓慢下降。企业的生产和销售成本可能会上升，而利润率可能会下降</a:t>
            </a:r>
          </a:p>
        </p:txBody>
      </p:sp>
      <p:sp>
        <p:nvSpPr>
          <p:cNvPr id="54" name="熊大的PPT宝库21"/>
          <p:cNvSpPr txBox="1"/>
          <p:nvPr/>
        </p:nvSpPr>
        <p:spPr>
          <a:xfrm>
            <a:off x="9081511" y="1468178"/>
            <a:ext cx="1749823" cy="12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182753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60" normalizeH="0" baseline="0" noProof="0" dirty="0">
                <a:ln>
                  <a:noFill/>
                </a:ln>
                <a:solidFill>
                  <a:srgbClr val="10101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随着新技术和产品的发展，原有产品逐渐被市场淘汰。在这个阶段，销售量持续下降，企业可能会面临亏损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212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3" name="熊大的PPT宝库4"/>
          <p:cNvSpPr/>
          <p:nvPr/>
        </p:nvSpPr>
        <p:spPr>
          <a:xfrm>
            <a:off x="451814" y="1168806"/>
            <a:ext cx="11282474" cy="388036"/>
          </a:xfrm>
          <a:prstGeom prst="roundRect">
            <a:avLst>
              <a:gd name="adj" fmla="val 24590"/>
            </a:avLst>
          </a:prstGeom>
          <a:solidFill>
            <a:schemeClr val="bg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4" name="熊大的PPT宝库5"/>
          <p:cNvSpPr txBox="1"/>
          <p:nvPr/>
        </p:nvSpPr>
        <p:spPr>
          <a:xfrm>
            <a:off x="3158009" y="1253006"/>
            <a:ext cx="872034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5" name="熊大的PPT宝库6"/>
          <p:cNvSpPr txBox="1"/>
          <p:nvPr/>
        </p:nvSpPr>
        <p:spPr>
          <a:xfrm>
            <a:off x="5550082" y="1253006"/>
            <a:ext cx="872034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第二季度</a:t>
            </a:r>
          </a:p>
        </p:txBody>
      </p:sp>
      <p:sp>
        <p:nvSpPr>
          <p:cNvPr id="216" name="熊大的PPT宝库7"/>
          <p:cNvSpPr txBox="1"/>
          <p:nvPr/>
        </p:nvSpPr>
        <p:spPr>
          <a:xfrm>
            <a:off x="7876070" y="1253006"/>
            <a:ext cx="872034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第三季度</a:t>
            </a:r>
          </a:p>
        </p:txBody>
      </p:sp>
      <p:sp>
        <p:nvSpPr>
          <p:cNvPr id="217" name="熊大的PPT宝库8"/>
          <p:cNvSpPr txBox="1"/>
          <p:nvPr/>
        </p:nvSpPr>
        <p:spPr>
          <a:xfrm>
            <a:off x="10140762" y="1253006"/>
            <a:ext cx="872034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第四季度</a:t>
            </a:r>
          </a:p>
        </p:txBody>
      </p:sp>
      <p:sp>
        <p:nvSpPr>
          <p:cNvPr id="218" name="熊大的PPT宝库9"/>
          <p:cNvSpPr/>
          <p:nvPr/>
        </p:nvSpPr>
        <p:spPr>
          <a:xfrm>
            <a:off x="1006163" y="1853185"/>
            <a:ext cx="10656126" cy="385630"/>
          </a:xfrm>
          <a:prstGeom prst="roundRect">
            <a:avLst>
              <a:gd name="adj" fmla="val 24700"/>
            </a:avLst>
          </a:prstGeom>
          <a:solidFill>
            <a:schemeClr val="accent1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9" name="熊大的PPT宝库10"/>
          <p:cNvSpPr/>
          <p:nvPr/>
        </p:nvSpPr>
        <p:spPr>
          <a:xfrm>
            <a:off x="1006163" y="2301788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1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0" name="熊大的PPT宝库11"/>
          <p:cNvSpPr/>
          <p:nvPr/>
        </p:nvSpPr>
        <p:spPr>
          <a:xfrm>
            <a:off x="1006163" y="2750392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1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1" name="熊大的PPT宝库12"/>
          <p:cNvSpPr/>
          <p:nvPr/>
        </p:nvSpPr>
        <p:spPr>
          <a:xfrm>
            <a:off x="451814" y="1786854"/>
            <a:ext cx="11282474" cy="1412425"/>
          </a:xfrm>
          <a:prstGeom prst="roundRect">
            <a:avLst>
              <a:gd name="adj" fmla="val 8207"/>
            </a:avLst>
          </a:prstGeom>
          <a:noFill/>
          <a:ln w="19050" cap="flat">
            <a:solidFill>
              <a:schemeClr val="bg2"/>
            </a:solidFill>
            <a:prstDash val="solid"/>
            <a:round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9" name="熊大的PPT宝库13"/>
          <p:cNvSpPr/>
          <p:nvPr/>
        </p:nvSpPr>
        <p:spPr>
          <a:xfrm>
            <a:off x="1009112" y="3495622"/>
            <a:ext cx="10656126" cy="385630"/>
          </a:xfrm>
          <a:prstGeom prst="roundRect">
            <a:avLst>
              <a:gd name="adj" fmla="val 24700"/>
            </a:avLst>
          </a:prstGeom>
          <a:solidFill>
            <a:schemeClr val="accent2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0" name="熊大的PPT宝库14"/>
          <p:cNvSpPr/>
          <p:nvPr/>
        </p:nvSpPr>
        <p:spPr>
          <a:xfrm>
            <a:off x="1009112" y="3944225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2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1" name="熊大的PPT宝库15"/>
          <p:cNvSpPr/>
          <p:nvPr/>
        </p:nvSpPr>
        <p:spPr>
          <a:xfrm>
            <a:off x="1009112" y="4392829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2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2" name="熊大的PPT宝库16"/>
          <p:cNvSpPr/>
          <p:nvPr/>
        </p:nvSpPr>
        <p:spPr>
          <a:xfrm>
            <a:off x="454763" y="3429291"/>
            <a:ext cx="11282474" cy="1412425"/>
          </a:xfrm>
          <a:prstGeom prst="roundRect">
            <a:avLst>
              <a:gd name="adj" fmla="val 8207"/>
            </a:avLst>
          </a:prstGeom>
          <a:noFill/>
          <a:ln w="19050" cap="flat">
            <a:solidFill>
              <a:schemeClr val="bg2"/>
            </a:solidFill>
            <a:prstDash val="solid"/>
            <a:round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0" name="熊大的PPT宝库17"/>
          <p:cNvSpPr/>
          <p:nvPr/>
        </p:nvSpPr>
        <p:spPr>
          <a:xfrm>
            <a:off x="1009112" y="5138059"/>
            <a:ext cx="10656126" cy="385630"/>
          </a:xfrm>
          <a:prstGeom prst="roundRect">
            <a:avLst>
              <a:gd name="adj" fmla="val 24700"/>
            </a:avLst>
          </a:prstGeom>
          <a:solidFill>
            <a:schemeClr val="accent3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1" name="熊大的PPT宝库18"/>
          <p:cNvSpPr/>
          <p:nvPr/>
        </p:nvSpPr>
        <p:spPr>
          <a:xfrm>
            <a:off x="1009112" y="5586662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3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2" name="熊大的PPT宝库19"/>
          <p:cNvSpPr/>
          <p:nvPr/>
        </p:nvSpPr>
        <p:spPr>
          <a:xfrm>
            <a:off x="1009112" y="6035266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3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3" name="熊大的PPT宝库20"/>
          <p:cNvSpPr/>
          <p:nvPr/>
        </p:nvSpPr>
        <p:spPr>
          <a:xfrm>
            <a:off x="454763" y="5071728"/>
            <a:ext cx="11282474" cy="1412425"/>
          </a:xfrm>
          <a:prstGeom prst="roundRect">
            <a:avLst>
              <a:gd name="adj" fmla="val 8207"/>
            </a:avLst>
          </a:prstGeom>
          <a:noFill/>
          <a:ln w="19050" cap="flat">
            <a:solidFill>
              <a:schemeClr val="bg2"/>
            </a:solidFill>
            <a:prstDash val="solid"/>
            <a:round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2" name="熊大的PPT宝库21"/>
          <p:cNvSpPr/>
          <p:nvPr/>
        </p:nvSpPr>
        <p:spPr>
          <a:xfrm>
            <a:off x="434974" y="1853128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3" name="熊大的PPT宝库22"/>
          <p:cNvSpPr/>
          <p:nvPr/>
        </p:nvSpPr>
        <p:spPr>
          <a:xfrm>
            <a:off x="434974" y="2301655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4" name="熊大的PPT宝库23"/>
          <p:cNvSpPr/>
          <p:nvPr/>
        </p:nvSpPr>
        <p:spPr>
          <a:xfrm>
            <a:off x="434974" y="2750392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5" name="熊大的PPT宝库24"/>
          <p:cNvSpPr txBox="1"/>
          <p:nvPr/>
        </p:nvSpPr>
        <p:spPr>
          <a:xfrm>
            <a:off x="590804" y="1910028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项目发文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6" name="熊大的PPT宝库25"/>
          <p:cNvSpPr txBox="1"/>
          <p:nvPr/>
        </p:nvSpPr>
        <p:spPr>
          <a:xfrm>
            <a:off x="590804" y="2356767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区域招商人员确定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7" name="熊大的PPT宝库26"/>
          <p:cNvSpPr txBox="1"/>
          <p:nvPr/>
        </p:nvSpPr>
        <p:spPr>
          <a:xfrm>
            <a:off x="590804" y="2803506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项目人员确定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3" name="熊大的PPT宝库27"/>
          <p:cNvSpPr/>
          <p:nvPr/>
        </p:nvSpPr>
        <p:spPr>
          <a:xfrm>
            <a:off x="438933" y="3495565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4" name="熊大的PPT宝库28"/>
          <p:cNvSpPr/>
          <p:nvPr/>
        </p:nvSpPr>
        <p:spPr>
          <a:xfrm>
            <a:off x="438933" y="3944092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5" name="熊大的PPT宝库29"/>
          <p:cNvSpPr/>
          <p:nvPr/>
        </p:nvSpPr>
        <p:spPr>
          <a:xfrm>
            <a:off x="438933" y="4392829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6" name="熊大的PPT宝库30"/>
          <p:cNvSpPr txBox="1"/>
          <p:nvPr/>
        </p:nvSpPr>
        <p:spPr>
          <a:xfrm>
            <a:off x="594763" y="3552465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服务产品确定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7" name="熊大的PPT宝库31"/>
          <p:cNvSpPr txBox="1"/>
          <p:nvPr/>
        </p:nvSpPr>
        <p:spPr>
          <a:xfrm>
            <a:off x="594763" y="3999204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系统开发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8" name="熊大的PPT宝库32"/>
          <p:cNvSpPr txBox="1"/>
          <p:nvPr/>
        </p:nvSpPr>
        <p:spPr>
          <a:xfrm>
            <a:off x="594763" y="4445943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产品销售培训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4" name="熊大的PPT宝库33"/>
          <p:cNvSpPr/>
          <p:nvPr/>
        </p:nvSpPr>
        <p:spPr>
          <a:xfrm>
            <a:off x="438933" y="5138002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5" name="熊大的PPT宝库34"/>
          <p:cNvSpPr/>
          <p:nvPr/>
        </p:nvSpPr>
        <p:spPr>
          <a:xfrm>
            <a:off x="438933" y="5586529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6" name="熊大的PPT宝库35"/>
          <p:cNvSpPr/>
          <p:nvPr/>
        </p:nvSpPr>
        <p:spPr>
          <a:xfrm>
            <a:off x="438933" y="6035266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7" name="熊大的PPT宝库36"/>
          <p:cNvSpPr txBox="1"/>
          <p:nvPr/>
        </p:nvSpPr>
        <p:spPr>
          <a:xfrm>
            <a:off x="594763" y="5194902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项日启动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8" name="熊大的PPT宝库37"/>
          <p:cNvSpPr txBox="1"/>
          <p:nvPr/>
        </p:nvSpPr>
        <p:spPr>
          <a:xfrm>
            <a:off x="594763" y="5641641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各服务指标确定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9" name="熊大的PPT宝库38"/>
          <p:cNvSpPr txBox="1"/>
          <p:nvPr/>
        </p:nvSpPr>
        <p:spPr>
          <a:xfrm>
            <a:off x="594763" y="6088380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项目培训与追踪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51" name="熊大的PPT宝库39"/>
          <p:cNvCxnSpPr/>
          <p:nvPr/>
        </p:nvCxnSpPr>
        <p:spPr>
          <a:xfrm>
            <a:off x="2441448" y="1168806"/>
            <a:ext cx="0" cy="5315347"/>
          </a:xfrm>
          <a:prstGeom prst="line">
            <a:avLst/>
          </a:prstGeom>
          <a:ln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熊大的PPT宝库40"/>
          <p:cNvCxnSpPr/>
          <p:nvPr/>
        </p:nvCxnSpPr>
        <p:spPr>
          <a:xfrm>
            <a:off x="4773168" y="1168806"/>
            <a:ext cx="0" cy="5315347"/>
          </a:xfrm>
          <a:prstGeom prst="line">
            <a:avLst/>
          </a:prstGeom>
          <a:ln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熊大的PPT宝库41"/>
          <p:cNvCxnSpPr/>
          <p:nvPr/>
        </p:nvCxnSpPr>
        <p:spPr>
          <a:xfrm>
            <a:off x="7104888" y="1168806"/>
            <a:ext cx="0" cy="5315347"/>
          </a:xfrm>
          <a:prstGeom prst="line">
            <a:avLst/>
          </a:prstGeom>
          <a:ln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熊大的PPT宝库42"/>
          <p:cNvCxnSpPr/>
          <p:nvPr/>
        </p:nvCxnSpPr>
        <p:spPr>
          <a:xfrm>
            <a:off x="9436608" y="1168806"/>
            <a:ext cx="0" cy="5315347"/>
          </a:xfrm>
          <a:prstGeom prst="line">
            <a:avLst/>
          </a:prstGeom>
          <a:ln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熊大的PPT宝库43"/>
          <p:cNvSpPr/>
          <p:nvPr/>
        </p:nvSpPr>
        <p:spPr>
          <a:xfrm>
            <a:off x="2584458" y="1911339"/>
            <a:ext cx="4441114" cy="266701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7" name="熊大的PPT宝库44"/>
          <p:cNvSpPr txBox="1"/>
          <p:nvPr/>
        </p:nvSpPr>
        <p:spPr>
          <a:xfrm>
            <a:off x="3832309" y="1940401"/>
            <a:ext cx="1945413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播写文稿 宣传推广</a:t>
            </a:r>
          </a:p>
        </p:txBody>
      </p:sp>
      <p:sp>
        <p:nvSpPr>
          <p:cNvPr id="262" name="熊大的PPT宝库45"/>
          <p:cNvSpPr/>
          <p:nvPr/>
        </p:nvSpPr>
        <p:spPr>
          <a:xfrm>
            <a:off x="3541264" y="2359987"/>
            <a:ext cx="2087156" cy="266701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8" name="熊大的PPT宝库46"/>
          <p:cNvSpPr/>
          <p:nvPr/>
        </p:nvSpPr>
        <p:spPr>
          <a:xfrm>
            <a:off x="4078736" y="2807550"/>
            <a:ext cx="1740841" cy="266701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9" name="熊大的PPT宝库47"/>
          <p:cNvSpPr txBox="1"/>
          <p:nvPr/>
        </p:nvSpPr>
        <p:spPr>
          <a:xfrm>
            <a:off x="4206698" y="2836612"/>
            <a:ext cx="1352062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培训及绩优选拔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3" name="熊大的PPT宝库48"/>
          <p:cNvSpPr/>
          <p:nvPr/>
        </p:nvSpPr>
        <p:spPr>
          <a:xfrm>
            <a:off x="4498282" y="3553776"/>
            <a:ext cx="1384076" cy="266701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4" name="熊大的PPT宝库49"/>
          <p:cNvSpPr txBox="1"/>
          <p:nvPr/>
        </p:nvSpPr>
        <p:spPr>
          <a:xfrm>
            <a:off x="4689553" y="3582838"/>
            <a:ext cx="1001534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筛选优质产品</a:t>
            </a:r>
          </a:p>
        </p:txBody>
      </p:sp>
      <p:sp>
        <p:nvSpPr>
          <p:cNvPr id="280" name="熊大的PPT宝库50"/>
          <p:cNvSpPr/>
          <p:nvPr/>
        </p:nvSpPr>
        <p:spPr>
          <a:xfrm>
            <a:off x="4678129" y="4002424"/>
            <a:ext cx="2922820" cy="266701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1" name="熊大的PPT宝库51"/>
          <p:cNvSpPr/>
          <p:nvPr/>
        </p:nvSpPr>
        <p:spPr>
          <a:xfrm>
            <a:off x="5087969" y="4031486"/>
            <a:ext cx="2103140" cy="20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non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儒求分析、设计、熔码、测试、部署</a:t>
            </a:r>
          </a:p>
        </p:txBody>
      </p:sp>
      <p:sp>
        <p:nvSpPr>
          <p:cNvPr id="285" name="熊大的PPT宝库52"/>
          <p:cNvSpPr/>
          <p:nvPr/>
        </p:nvSpPr>
        <p:spPr>
          <a:xfrm>
            <a:off x="3548799" y="4449987"/>
            <a:ext cx="3571920" cy="266701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6" name="熊大的PPT宝库53"/>
          <p:cNvSpPr txBox="1"/>
          <p:nvPr/>
        </p:nvSpPr>
        <p:spPr>
          <a:xfrm>
            <a:off x="3947653" y="4479049"/>
            <a:ext cx="2774209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产品培训，通关演练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0" name="熊大的PPT宝库54"/>
          <p:cNvSpPr/>
          <p:nvPr/>
        </p:nvSpPr>
        <p:spPr>
          <a:xfrm>
            <a:off x="2544273" y="5196213"/>
            <a:ext cx="2228896" cy="266701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1" name="熊大的PPT宝库55"/>
          <p:cNvSpPr txBox="1"/>
          <p:nvPr/>
        </p:nvSpPr>
        <p:spPr>
          <a:xfrm>
            <a:off x="2638435" y="5225275"/>
            <a:ext cx="1945413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项目启动</a:t>
            </a:r>
          </a:p>
        </p:txBody>
      </p:sp>
      <p:sp>
        <p:nvSpPr>
          <p:cNvPr id="293" name="熊大的PPT宝库56"/>
          <p:cNvSpPr/>
          <p:nvPr/>
        </p:nvSpPr>
        <p:spPr>
          <a:xfrm>
            <a:off x="7342053" y="5196213"/>
            <a:ext cx="1740841" cy="266701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4" name="熊大的PPT宝库57"/>
          <p:cNvSpPr txBox="1"/>
          <p:nvPr/>
        </p:nvSpPr>
        <p:spPr>
          <a:xfrm>
            <a:off x="7536442" y="5225275"/>
            <a:ext cx="1352062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项目二次启动</a:t>
            </a:r>
          </a:p>
        </p:txBody>
      </p:sp>
      <p:sp>
        <p:nvSpPr>
          <p:cNvPr id="300" name="熊大的PPT宝库58"/>
          <p:cNvSpPr/>
          <p:nvPr/>
        </p:nvSpPr>
        <p:spPr>
          <a:xfrm>
            <a:off x="9478989" y="6092424"/>
            <a:ext cx="1740841" cy="266701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1" name="熊大的PPT宝库59"/>
          <p:cNvSpPr txBox="1"/>
          <p:nvPr/>
        </p:nvSpPr>
        <p:spPr>
          <a:xfrm>
            <a:off x="9673378" y="6121486"/>
            <a:ext cx="1352062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其他重点工作任务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5" name="熊大的PPT宝库60"/>
          <p:cNvSpPr txBox="1"/>
          <p:nvPr/>
        </p:nvSpPr>
        <p:spPr>
          <a:xfrm>
            <a:off x="3908811" y="2386833"/>
            <a:ext cx="1352062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报名，远拔，培训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2" name="熊大的PPT宝库61"/>
          <p:cNvSpPr/>
          <p:nvPr/>
        </p:nvSpPr>
        <p:spPr>
          <a:xfrm>
            <a:off x="3663447" y="6092424"/>
            <a:ext cx="4509001" cy="266701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6" name="熊大的PPT宝库62"/>
          <p:cNvSpPr txBox="1"/>
          <p:nvPr/>
        </p:nvSpPr>
        <p:spPr>
          <a:xfrm>
            <a:off x="3837399" y="6121486"/>
            <a:ext cx="4161097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项目流程讲解，日常进度追踪，销售数据追踪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5" name="熊大的PPT宝库63"/>
          <p:cNvSpPr/>
          <p:nvPr/>
        </p:nvSpPr>
        <p:spPr>
          <a:xfrm>
            <a:off x="7680265" y="4002424"/>
            <a:ext cx="3844985" cy="266701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6" name="熊大的PPT宝库64"/>
          <p:cNvSpPr/>
          <p:nvPr/>
        </p:nvSpPr>
        <p:spPr>
          <a:xfrm>
            <a:off x="7853732" y="4031486"/>
            <a:ext cx="3413244" cy="20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运维阶段、维护阶段</a:t>
            </a:r>
          </a:p>
        </p:txBody>
      </p:sp>
      <p:sp>
        <p:nvSpPr>
          <p:cNvPr id="409" name="熊大的PPT宝库65"/>
          <p:cNvSpPr/>
          <p:nvPr/>
        </p:nvSpPr>
        <p:spPr>
          <a:xfrm>
            <a:off x="6011818" y="5641641"/>
            <a:ext cx="3424790" cy="266701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0" name="熊大的PPT宝库66"/>
          <p:cNvSpPr txBox="1"/>
          <p:nvPr/>
        </p:nvSpPr>
        <p:spPr>
          <a:xfrm>
            <a:off x="6143942" y="5670703"/>
            <a:ext cx="3160542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定义、收集、分析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0" name="熊大的PPT宝库4"/>
          <p:cNvGraphicFramePr/>
          <p:nvPr/>
        </p:nvGraphicFramePr>
        <p:xfrm>
          <a:off x="1556795" y="2352540"/>
          <a:ext cx="4101707" cy="2676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熊大的PPT宝库5"/>
          <p:cNvSpPr txBox="1"/>
          <p:nvPr/>
        </p:nvSpPr>
        <p:spPr>
          <a:xfrm rot="15170604">
            <a:off x="2292258" y="3738242"/>
            <a:ext cx="1004649" cy="378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线速分析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熊大的PPT宝库6"/>
          <p:cNvSpPr txBox="1"/>
          <p:nvPr/>
        </p:nvSpPr>
        <p:spPr>
          <a:xfrm rot="19239285">
            <a:off x="2645203" y="2844854"/>
            <a:ext cx="843332" cy="283822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行为分析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熊大的PPT宝库7"/>
          <p:cNvSpPr txBox="1"/>
          <p:nvPr/>
        </p:nvSpPr>
        <p:spPr>
          <a:xfrm rot="2260163">
            <a:off x="3692761" y="2841166"/>
            <a:ext cx="905657" cy="278078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增强分析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熊大的PPT宝库8"/>
          <p:cNvSpPr txBox="1"/>
          <p:nvPr/>
        </p:nvSpPr>
        <p:spPr>
          <a:xfrm>
            <a:off x="3135536" y="4334978"/>
            <a:ext cx="989734" cy="348380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Down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会话分析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熊大的PPT宝库9"/>
          <p:cNvSpPr txBox="1"/>
          <p:nvPr/>
        </p:nvSpPr>
        <p:spPr>
          <a:xfrm rot="17359577">
            <a:off x="3943657" y="3789476"/>
            <a:ext cx="957173" cy="306431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Down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画像分析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10"/>
          <p:cNvSpPr/>
          <p:nvPr/>
        </p:nvSpPr>
        <p:spPr>
          <a:xfrm>
            <a:off x="2743648" y="2826802"/>
            <a:ext cx="1728000" cy="172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7" name="熊大的PPT宝库11"/>
          <p:cNvGraphicFramePr/>
          <p:nvPr/>
        </p:nvGraphicFramePr>
        <p:xfrm>
          <a:off x="6546023" y="2327140"/>
          <a:ext cx="4101707" cy="2676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熊大的PPT宝库12"/>
          <p:cNvSpPr txBox="1"/>
          <p:nvPr/>
        </p:nvSpPr>
        <p:spPr>
          <a:xfrm rot="15170604">
            <a:off x="7281486" y="3712842"/>
            <a:ext cx="1004649" cy="378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社群营销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13"/>
          <p:cNvSpPr txBox="1"/>
          <p:nvPr/>
        </p:nvSpPr>
        <p:spPr>
          <a:xfrm rot="19239285">
            <a:off x="7654751" y="2799134"/>
            <a:ext cx="843332" cy="283822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营销自动化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熊大的PPT宝库14"/>
          <p:cNvSpPr txBox="1"/>
          <p:nvPr/>
        </p:nvSpPr>
        <p:spPr>
          <a:xfrm rot="2260163">
            <a:off x="8681989" y="2815766"/>
            <a:ext cx="905657" cy="278078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会员管理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熊大的PPT宝库15"/>
          <p:cNvSpPr txBox="1"/>
          <p:nvPr/>
        </p:nvSpPr>
        <p:spPr>
          <a:xfrm>
            <a:off x="8114604" y="4309578"/>
            <a:ext cx="989734" cy="348380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Down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智能推荐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熊大的PPT宝库16"/>
          <p:cNvSpPr txBox="1"/>
          <p:nvPr/>
        </p:nvSpPr>
        <p:spPr>
          <a:xfrm rot="17359577">
            <a:off x="8922725" y="3774236"/>
            <a:ext cx="957173" cy="306431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Down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互动营销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熊大的PPT宝库17"/>
          <p:cNvSpPr/>
          <p:nvPr/>
        </p:nvSpPr>
        <p:spPr>
          <a:xfrm>
            <a:off x="7732876" y="2801402"/>
            <a:ext cx="1728000" cy="172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熊大的PPT宝库18"/>
          <p:cNvSpPr txBox="1"/>
          <p:nvPr/>
        </p:nvSpPr>
        <p:spPr>
          <a:xfrm>
            <a:off x="7889696" y="3263434"/>
            <a:ext cx="1414360" cy="8039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5M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营销应用</a:t>
            </a:r>
          </a:p>
        </p:txBody>
      </p:sp>
      <p:sp>
        <p:nvSpPr>
          <p:cNvPr id="25" name="熊大的PPT宝库19"/>
          <p:cNvSpPr txBox="1"/>
          <p:nvPr/>
        </p:nvSpPr>
        <p:spPr>
          <a:xfrm>
            <a:off x="2900468" y="3288834"/>
            <a:ext cx="1414360" cy="8039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敏捷分析</a:t>
            </a:r>
          </a:p>
        </p:txBody>
      </p:sp>
      <p:sp>
        <p:nvSpPr>
          <p:cNvPr id="26" name="熊大的PPT宝库20"/>
          <p:cNvSpPr/>
          <p:nvPr/>
        </p:nvSpPr>
        <p:spPr>
          <a:xfrm>
            <a:off x="458105" y="3278620"/>
            <a:ext cx="1312753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用户分析与业务分析一体化</a:t>
            </a:r>
          </a:p>
        </p:txBody>
      </p:sp>
      <p:sp>
        <p:nvSpPr>
          <p:cNvPr id="27" name="熊大的PPT宝库21"/>
          <p:cNvSpPr/>
          <p:nvPr/>
        </p:nvSpPr>
        <p:spPr>
          <a:xfrm>
            <a:off x="10429500" y="3278620"/>
            <a:ext cx="1312753" cy="86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公域拉新与私域运营一体化</a:t>
            </a:r>
          </a:p>
        </p:txBody>
      </p:sp>
      <p:sp>
        <p:nvSpPr>
          <p:cNvPr id="28" name="熊大的PPT宝库22"/>
          <p:cNvSpPr/>
          <p:nvPr/>
        </p:nvSpPr>
        <p:spPr>
          <a:xfrm>
            <a:off x="1507954" y="1444548"/>
            <a:ext cx="1008000" cy="100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分流对比实验</a:t>
            </a:r>
          </a:p>
        </p:txBody>
      </p:sp>
      <p:sp>
        <p:nvSpPr>
          <p:cNvPr id="29" name="熊大的PPT宝库23"/>
          <p:cNvSpPr/>
          <p:nvPr/>
        </p:nvSpPr>
        <p:spPr>
          <a:xfrm>
            <a:off x="9612371" y="1444548"/>
            <a:ext cx="1008000" cy="100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科学实验最佳策略</a:t>
            </a:r>
          </a:p>
        </p:txBody>
      </p:sp>
      <p:sp>
        <p:nvSpPr>
          <p:cNvPr id="30" name="熊大的PPT宝库24"/>
          <p:cNvSpPr/>
          <p:nvPr/>
        </p:nvSpPr>
        <p:spPr>
          <a:xfrm>
            <a:off x="2599245" y="5351146"/>
            <a:ext cx="1959269" cy="4854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数据接入与敏捷分析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一体化</a:t>
            </a:r>
          </a:p>
        </p:txBody>
      </p:sp>
      <p:sp>
        <p:nvSpPr>
          <p:cNvPr id="31" name="熊大的PPT宝库25"/>
          <p:cNvSpPr/>
          <p:nvPr/>
        </p:nvSpPr>
        <p:spPr>
          <a:xfrm>
            <a:off x="7629836" y="5351146"/>
            <a:ext cx="1959269" cy="48540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标签生产与营销应用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一体化</a:t>
            </a:r>
          </a:p>
        </p:txBody>
      </p:sp>
      <p:sp>
        <p:nvSpPr>
          <p:cNvPr id="32" name="熊大的PPT宝库26"/>
          <p:cNvSpPr/>
          <p:nvPr/>
        </p:nvSpPr>
        <p:spPr>
          <a:xfrm>
            <a:off x="5142473" y="3288834"/>
            <a:ext cx="1919580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分析洞察与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营销应用一体化</a:t>
            </a:r>
          </a:p>
        </p:txBody>
      </p:sp>
      <p:sp>
        <p:nvSpPr>
          <p:cNvPr id="33" name="熊大的PPT宝库27"/>
          <p:cNvSpPr/>
          <p:nvPr/>
        </p:nvSpPr>
        <p:spPr>
          <a:xfrm>
            <a:off x="2000374" y="2171700"/>
            <a:ext cx="8197726" cy="30099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7" name="熊大的PPT宝库28"/>
          <p:cNvGrpSpPr/>
          <p:nvPr/>
        </p:nvGrpSpPr>
        <p:grpSpPr>
          <a:xfrm>
            <a:off x="5808163" y="2057982"/>
            <a:ext cx="588198" cy="227436"/>
            <a:chOff x="6219002" y="-453202"/>
            <a:chExt cx="802562" cy="310323"/>
          </a:xfrm>
        </p:grpSpPr>
        <p:sp>
          <p:nvSpPr>
            <p:cNvPr id="34" name="熊大的PPT宝库28-1"/>
            <p:cNvSpPr/>
            <p:nvPr/>
          </p:nvSpPr>
          <p:spPr>
            <a:xfrm rot="5400000">
              <a:off x="6197600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5" name="熊大的PPT宝库28-2"/>
            <p:cNvSpPr/>
            <p:nvPr/>
          </p:nvSpPr>
          <p:spPr>
            <a:xfrm rot="5400000">
              <a:off x="6465121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" name="熊大的PPT宝库28-3"/>
            <p:cNvSpPr/>
            <p:nvPr/>
          </p:nvSpPr>
          <p:spPr>
            <a:xfrm rot="5400000">
              <a:off x="6732642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8" name="熊大的PPT宝库29"/>
          <p:cNvGrpSpPr/>
          <p:nvPr/>
        </p:nvGrpSpPr>
        <p:grpSpPr>
          <a:xfrm flipH="1">
            <a:off x="5808163" y="5067882"/>
            <a:ext cx="588198" cy="227436"/>
            <a:chOff x="6219002" y="-453202"/>
            <a:chExt cx="802562" cy="310323"/>
          </a:xfrm>
        </p:grpSpPr>
        <p:sp>
          <p:nvSpPr>
            <p:cNvPr id="39" name="熊大的PPT宝库29-1"/>
            <p:cNvSpPr/>
            <p:nvPr/>
          </p:nvSpPr>
          <p:spPr>
            <a:xfrm rot="5400000">
              <a:off x="6197600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0" name="熊大的PPT宝库29-2"/>
            <p:cNvSpPr/>
            <p:nvPr/>
          </p:nvSpPr>
          <p:spPr>
            <a:xfrm rot="5400000">
              <a:off x="6465121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1" name="熊大的PPT宝库29-3"/>
            <p:cNvSpPr/>
            <p:nvPr/>
          </p:nvSpPr>
          <p:spPr>
            <a:xfrm rot="5400000">
              <a:off x="6732642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42" name="熊大的PPT宝库30"/>
          <p:cNvSpPr/>
          <p:nvPr/>
        </p:nvSpPr>
        <p:spPr>
          <a:xfrm>
            <a:off x="4222984" y="1383762"/>
            <a:ext cx="3746033" cy="3689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营销活动、数据分析与策略实验一体化</a:t>
            </a:r>
          </a:p>
        </p:txBody>
      </p:sp>
      <p:sp>
        <p:nvSpPr>
          <p:cNvPr id="43" name="熊大的PPT宝库31"/>
          <p:cNvSpPr txBox="1"/>
          <p:nvPr/>
        </p:nvSpPr>
        <p:spPr>
          <a:xfrm>
            <a:off x="1040400" y="6013511"/>
            <a:ext cx="121058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公域流量</a:t>
            </a:r>
          </a:p>
        </p:txBody>
      </p:sp>
      <p:sp>
        <p:nvSpPr>
          <p:cNvPr id="44" name="熊大的PPT宝库32"/>
          <p:cNvSpPr txBox="1"/>
          <p:nvPr/>
        </p:nvSpPr>
        <p:spPr>
          <a:xfrm>
            <a:off x="10121148" y="6013511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私域流量</a:t>
            </a:r>
          </a:p>
        </p:txBody>
      </p:sp>
      <p:cxnSp>
        <p:nvCxnSpPr>
          <p:cNvPr id="46" name="熊大的PPT宝库33"/>
          <p:cNvCxnSpPr/>
          <p:nvPr/>
        </p:nvCxnSpPr>
        <p:spPr>
          <a:xfrm>
            <a:off x="2483615" y="6250669"/>
            <a:ext cx="7224771" cy="0"/>
          </a:xfrm>
          <a:prstGeom prst="straightConnector1">
            <a:avLst/>
          </a:prstGeom>
          <a:ln w="349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熊大的PPT宝库34"/>
          <p:cNvSpPr txBox="1"/>
          <p:nvPr/>
        </p:nvSpPr>
        <p:spPr>
          <a:xfrm>
            <a:off x="3849231" y="5939959"/>
            <a:ext cx="44935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7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传递品牌价值、快速获取意向用户，家里私域流量营销</a:t>
            </a:r>
          </a:p>
        </p:txBody>
      </p:sp>
      <p:grpSp>
        <p:nvGrpSpPr>
          <p:cNvPr id="48" name="熊大的PPT宝库35"/>
          <p:cNvGrpSpPr/>
          <p:nvPr/>
        </p:nvGrpSpPr>
        <p:grpSpPr>
          <a:xfrm>
            <a:off x="903473" y="4358406"/>
            <a:ext cx="588198" cy="227436"/>
            <a:chOff x="6219002" y="-453202"/>
            <a:chExt cx="802562" cy="310323"/>
          </a:xfrm>
        </p:grpSpPr>
        <p:sp>
          <p:nvSpPr>
            <p:cNvPr id="49" name="熊大的PPT宝库35-1"/>
            <p:cNvSpPr/>
            <p:nvPr/>
          </p:nvSpPr>
          <p:spPr>
            <a:xfrm rot="5400000">
              <a:off x="6197600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0" name="熊大的PPT宝库35-2"/>
            <p:cNvSpPr/>
            <p:nvPr/>
          </p:nvSpPr>
          <p:spPr>
            <a:xfrm rot="5400000">
              <a:off x="6465121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1" name="熊大的PPT宝库35-3"/>
            <p:cNvSpPr/>
            <p:nvPr/>
          </p:nvSpPr>
          <p:spPr>
            <a:xfrm rot="5400000">
              <a:off x="6732642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52" name="熊大的PPT宝库36"/>
          <p:cNvGrpSpPr/>
          <p:nvPr/>
        </p:nvGrpSpPr>
        <p:grpSpPr>
          <a:xfrm flipH="1">
            <a:off x="10896395" y="4358407"/>
            <a:ext cx="588198" cy="227436"/>
            <a:chOff x="6219002" y="-453202"/>
            <a:chExt cx="802562" cy="310323"/>
          </a:xfrm>
        </p:grpSpPr>
        <p:sp>
          <p:nvSpPr>
            <p:cNvPr id="53" name="熊大的PPT宝库36-1"/>
            <p:cNvSpPr/>
            <p:nvPr/>
          </p:nvSpPr>
          <p:spPr>
            <a:xfrm rot="5400000">
              <a:off x="6197600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4" name="熊大的PPT宝库36-2"/>
            <p:cNvSpPr/>
            <p:nvPr/>
          </p:nvSpPr>
          <p:spPr>
            <a:xfrm rot="5400000">
              <a:off x="6465121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5" name="熊大的PPT宝库36-3"/>
            <p:cNvSpPr/>
            <p:nvPr/>
          </p:nvSpPr>
          <p:spPr>
            <a:xfrm rot="5400000">
              <a:off x="6732642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56" name="熊大的PPT宝库37"/>
          <p:cNvSpPr txBox="1"/>
          <p:nvPr/>
        </p:nvSpPr>
        <p:spPr>
          <a:xfrm>
            <a:off x="1437636" y="4355952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公域流量</a:t>
            </a:r>
          </a:p>
        </p:txBody>
      </p:sp>
      <p:sp>
        <p:nvSpPr>
          <p:cNvPr id="57" name="熊大的PPT宝库38"/>
          <p:cNvSpPr txBox="1"/>
          <p:nvPr/>
        </p:nvSpPr>
        <p:spPr>
          <a:xfrm>
            <a:off x="10046720" y="4370543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私域流量</a:t>
            </a:r>
          </a:p>
        </p:txBody>
      </p:sp>
      <p:sp>
        <p:nvSpPr>
          <p:cNvPr id="58" name="熊大的PPT宝库39"/>
          <p:cNvSpPr txBox="1"/>
          <p:nvPr/>
        </p:nvSpPr>
        <p:spPr>
          <a:xfrm>
            <a:off x="5766422" y="4794357"/>
            <a:ext cx="65915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数据流</a:t>
            </a:r>
          </a:p>
        </p:txBody>
      </p:sp>
      <p:sp>
        <p:nvSpPr>
          <p:cNvPr id="59" name="熊大的PPT宝库40"/>
          <p:cNvSpPr txBox="1"/>
          <p:nvPr/>
        </p:nvSpPr>
        <p:spPr>
          <a:xfrm>
            <a:off x="5772835" y="2431826"/>
            <a:ext cx="6463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业务流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4"/>
          <p:cNvSpPr/>
          <p:nvPr/>
        </p:nvSpPr>
        <p:spPr>
          <a:xfrm rot="5400000">
            <a:off x="434974" y="1406694"/>
            <a:ext cx="4588606" cy="4588606"/>
          </a:xfrm>
          <a:prstGeom prst="ellipse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 w="12700" cap="flat">
            <a:solidFill>
              <a:schemeClr val="accent1">
                <a:alpha val="50000"/>
              </a:schemeClr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5"/>
          <p:cNvSpPr/>
          <p:nvPr/>
        </p:nvSpPr>
        <p:spPr>
          <a:xfrm rot="5400000">
            <a:off x="998057" y="1412987"/>
            <a:ext cx="3464171" cy="3464171"/>
          </a:xfrm>
          <a:prstGeom prst="ellipse">
            <a:avLst/>
          </a:prstGeom>
          <a:solidFill>
            <a:schemeClr val="accent1">
              <a:alpha val="12560"/>
            </a:schemeClr>
          </a:solidFill>
          <a:ln w="12700" cap="flat">
            <a:solidFill>
              <a:schemeClr val="accent1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6"/>
          <p:cNvSpPr txBox="1"/>
          <p:nvPr/>
        </p:nvSpPr>
        <p:spPr>
          <a:xfrm>
            <a:off x="2071981" y="3867961"/>
            <a:ext cx="1379818" cy="60431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运动服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运动鞋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7"/>
          <p:cNvSpPr txBox="1"/>
          <p:nvPr/>
        </p:nvSpPr>
        <p:spPr>
          <a:xfrm>
            <a:off x="2047813" y="5108383"/>
            <a:ext cx="1379818" cy="56670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瑜伽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球迷用品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熊大的PPT宝库8"/>
          <p:cNvSpPr/>
          <p:nvPr/>
        </p:nvSpPr>
        <p:spPr>
          <a:xfrm rot="5400000">
            <a:off x="1673678" y="1409930"/>
            <a:ext cx="2111198" cy="2111198"/>
          </a:xfrm>
          <a:prstGeom prst="ellipse">
            <a:avLst/>
          </a:prstGeom>
          <a:solidFill>
            <a:schemeClr val="bg1">
              <a:lumMod val="75000"/>
              <a:alpha val="80000"/>
            </a:schemeClr>
          </a:solidFill>
          <a:ln w="12700" cap="flat">
            <a:solidFill>
              <a:schemeClr val="accent1">
                <a:alpha val="50000"/>
              </a:schemeClr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熊大的PPT宝库9"/>
          <p:cNvSpPr/>
          <p:nvPr/>
        </p:nvSpPr>
        <p:spPr>
          <a:xfrm>
            <a:off x="2039370" y="1402843"/>
            <a:ext cx="1379818" cy="1379818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熊大的PPT宝库10"/>
          <p:cNvSpPr txBox="1"/>
          <p:nvPr/>
        </p:nvSpPr>
        <p:spPr>
          <a:xfrm>
            <a:off x="2039370" y="1674730"/>
            <a:ext cx="1379818" cy="88476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 anchorCtr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自行车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骑行装备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零配件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熊大的PPT宝库11"/>
          <p:cNvSpPr txBox="1"/>
          <p:nvPr/>
        </p:nvSpPr>
        <p:spPr>
          <a:xfrm>
            <a:off x="2053825" y="2906326"/>
            <a:ext cx="1379818" cy="50804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户外登山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露营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12"/>
          <p:cNvSpPr txBox="1"/>
          <p:nvPr/>
        </p:nvSpPr>
        <p:spPr>
          <a:xfrm>
            <a:off x="979351" y="1055035"/>
            <a:ext cx="356507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2024年电商商城户外运动流盘结构</a:t>
            </a:r>
          </a:p>
        </p:txBody>
      </p:sp>
      <p:sp>
        <p:nvSpPr>
          <p:cNvPr id="20" name="熊大的PPT宝库13"/>
          <p:cNvSpPr txBox="1"/>
          <p:nvPr/>
        </p:nvSpPr>
        <p:spPr>
          <a:xfrm>
            <a:off x="605590" y="4472275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羽毛球拍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熊大的PPT宝库14"/>
          <p:cNvSpPr txBox="1"/>
          <p:nvPr/>
        </p:nvSpPr>
        <p:spPr>
          <a:xfrm>
            <a:off x="979351" y="5089391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足球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熊大的PPT宝库15"/>
          <p:cNvSpPr txBox="1"/>
          <p:nvPr/>
        </p:nvSpPr>
        <p:spPr>
          <a:xfrm>
            <a:off x="3728981" y="4472275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网球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熊大的PPT宝库16"/>
          <p:cNvSpPr txBox="1"/>
          <p:nvPr/>
        </p:nvSpPr>
        <p:spPr>
          <a:xfrm>
            <a:off x="3433973" y="4879033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篮球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熊大的PPT宝库17"/>
          <p:cNvSpPr txBox="1"/>
          <p:nvPr/>
        </p:nvSpPr>
        <p:spPr>
          <a:xfrm>
            <a:off x="3365418" y="3458870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登山鞋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18"/>
          <p:cNvSpPr txBox="1"/>
          <p:nvPr/>
        </p:nvSpPr>
        <p:spPr>
          <a:xfrm>
            <a:off x="1058612" y="3298762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运动鞋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19"/>
          <p:cNvSpPr txBox="1"/>
          <p:nvPr/>
        </p:nvSpPr>
        <p:spPr>
          <a:xfrm>
            <a:off x="1209792" y="3848973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骑行服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熊大的PPT宝库20"/>
          <p:cNvSpPr txBox="1"/>
          <p:nvPr/>
        </p:nvSpPr>
        <p:spPr>
          <a:xfrm>
            <a:off x="831278" y="6092762"/>
            <a:ext cx="3795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2024年户外运动品类正在迅速崛起</a:t>
            </a:r>
          </a:p>
        </p:txBody>
      </p:sp>
      <p:sp>
        <p:nvSpPr>
          <p:cNvPr id="29" name="熊大的PPT宝库21"/>
          <p:cNvSpPr/>
          <p:nvPr/>
        </p:nvSpPr>
        <p:spPr>
          <a:xfrm>
            <a:off x="5760904" y="2235569"/>
            <a:ext cx="1156771" cy="11567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登山</a:t>
            </a:r>
          </a:p>
        </p:txBody>
      </p:sp>
      <p:sp>
        <p:nvSpPr>
          <p:cNvPr id="30" name="熊大的PPT宝库22"/>
          <p:cNvSpPr/>
          <p:nvPr/>
        </p:nvSpPr>
        <p:spPr>
          <a:xfrm>
            <a:off x="5760904" y="3229469"/>
            <a:ext cx="1156771" cy="11567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骑行</a:t>
            </a:r>
          </a:p>
        </p:txBody>
      </p:sp>
      <p:sp>
        <p:nvSpPr>
          <p:cNvPr id="31" name="熊大的PPT宝库23"/>
          <p:cNvSpPr/>
          <p:nvPr/>
        </p:nvSpPr>
        <p:spPr>
          <a:xfrm>
            <a:off x="5760904" y="4257772"/>
            <a:ext cx="1156771" cy="115677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体育</a:t>
            </a:r>
          </a:p>
        </p:txBody>
      </p:sp>
      <p:sp>
        <p:nvSpPr>
          <p:cNvPr id="32" name="熊大的PPT宝库24"/>
          <p:cNvSpPr/>
          <p:nvPr/>
        </p:nvSpPr>
        <p:spPr>
          <a:xfrm>
            <a:off x="7729774" y="1114388"/>
            <a:ext cx="4027252" cy="5202770"/>
          </a:xfrm>
          <a:prstGeom prst="roundRect">
            <a:avLst>
              <a:gd name="adj" fmla="val 2253"/>
            </a:avLst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25"/>
          <p:cNvSpPr/>
          <p:nvPr/>
        </p:nvSpPr>
        <p:spPr>
          <a:xfrm>
            <a:off x="8042265" y="1203140"/>
            <a:ext cx="3450983" cy="1138659"/>
          </a:xfrm>
          <a:prstGeom prst="roundRect">
            <a:avLst>
              <a:gd name="adj" fmla="val 713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4" name="熊大的PPT宝库26"/>
          <p:cNvGrpSpPr/>
          <p:nvPr/>
        </p:nvGrpSpPr>
        <p:grpSpPr>
          <a:xfrm>
            <a:off x="8140964" y="1315269"/>
            <a:ext cx="3234642" cy="914400"/>
            <a:chOff x="8309812" y="1363986"/>
            <a:chExt cx="3234642" cy="914400"/>
          </a:xfrm>
        </p:grpSpPr>
        <p:sp>
          <p:nvSpPr>
            <p:cNvPr id="35" name="熊大的PPT宝库26-1"/>
            <p:cNvSpPr/>
            <p:nvPr/>
          </p:nvSpPr>
          <p:spPr>
            <a:xfrm>
              <a:off x="8309812" y="1363986"/>
              <a:ext cx="3234642" cy="914400"/>
            </a:xfrm>
            <a:prstGeom prst="roundRect">
              <a:avLst>
                <a:gd name="adj" fmla="val 833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" name="熊大的PPT宝库26-2"/>
            <p:cNvSpPr/>
            <p:nvPr/>
          </p:nvSpPr>
          <p:spPr>
            <a:xfrm>
              <a:off x="8391045" y="1363986"/>
              <a:ext cx="3153409" cy="914400"/>
            </a:xfrm>
            <a:prstGeom prst="roundRect">
              <a:avLst>
                <a:gd name="adj" fmla="val 1041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7" name="熊大的PPT宝库27"/>
          <p:cNvSpPr txBox="1"/>
          <p:nvPr/>
        </p:nvSpPr>
        <p:spPr>
          <a:xfrm>
            <a:off x="8425139" y="1436275"/>
            <a:ext cx="10419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20XX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</a:p>
        </p:txBody>
      </p:sp>
      <p:sp>
        <p:nvSpPr>
          <p:cNvPr id="38" name="熊大的PPT宝库28"/>
          <p:cNvSpPr txBox="1"/>
          <p:nvPr/>
        </p:nvSpPr>
        <p:spPr>
          <a:xfrm>
            <a:off x="8427543" y="1849923"/>
            <a:ext cx="276998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户外运动品类销售数据表现</a:t>
            </a:r>
          </a:p>
        </p:txBody>
      </p:sp>
      <p:grpSp>
        <p:nvGrpSpPr>
          <p:cNvPr id="63" name="熊大的PPT宝库29"/>
          <p:cNvGrpSpPr/>
          <p:nvPr/>
        </p:nvGrpSpPr>
        <p:grpSpPr>
          <a:xfrm>
            <a:off x="8042265" y="2396778"/>
            <a:ext cx="3450983" cy="1138659"/>
            <a:chOff x="7338930" y="2511078"/>
            <a:chExt cx="3450983" cy="1138659"/>
          </a:xfrm>
        </p:grpSpPr>
        <p:sp>
          <p:nvSpPr>
            <p:cNvPr id="39" name="熊大的PPT宝库29-1"/>
            <p:cNvSpPr/>
            <p:nvPr/>
          </p:nvSpPr>
          <p:spPr>
            <a:xfrm>
              <a:off x="7338930" y="2511078"/>
              <a:ext cx="3450983" cy="1138659"/>
            </a:xfrm>
            <a:prstGeom prst="roundRect">
              <a:avLst>
                <a:gd name="adj" fmla="val 788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0" name="熊大的PPT宝库29-2"/>
            <p:cNvSpPr txBox="1"/>
            <p:nvPr/>
          </p:nvSpPr>
          <p:spPr>
            <a:xfrm>
              <a:off x="7407521" y="2830686"/>
              <a:ext cx="193604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20XX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年整体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销售预计提升</a:t>
              </a:r>
            </a:p>
          </p:txBody>
        </p:sp>
        <p:sp>
          <p:nvSpPr>
            <p:cNvPr id="41" name="熊大的PPT宝库29-3"/>
            <p:cNvSpPr txBox="1"/>
            <p:nvPr/>
          </p:nvSpPr>
          <p:spPr>
            <a:xfrm>
              <a:off x="9293679" y="2772630"/>
              <a:ext cx="1046761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98%</a:t>
              </a: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cxnSp>
        <p:nvCxnSpPr>
          <p:cNvPr id="54" name="熊大的PPT宝库30"/>
          <p:cNvCxnSpPr/>
          <p:nvPr/>
        </p:nvCxnSpPr>
        <p:spPr>
          <a:xfrm flipV="1">
            <a:off x="4392976" y="1674730"/>
            <a:ext cx="3062801" cy="1880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熊大的PPT宝库31"/>
          <p:cNvCxnSpPr/>
          <p:nvPr/>
        </p:nvCxnSpPr>
        <p:spPr>
          <a:xfrm>
            <a:off x="4392976" y="5519315"/>
            <a:ext cx="3062801" cy="1880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熊大的PPT宝库32"/>
          <p:cNvSpPr/>
          <p:nvPr/>
        </p:nvSpPr>
        <p:spPr>
          <a:xfrm rot="2736243">
            <a:off x="6045597" y="2679002"/>
            <a:ext cx="1165755" cy="1165755"/>
          </a:xfrm>
          <a:prstGeom prst="arc">
            <a:avLst>
              <a:gd name="adj1" fmla="val 15453955"/>
              <a:gd name="adj2" fmla="val 598292"/>
            </a:avLst>
          </a:prstGeom>
          <a:ln w="12700">
            <a:solidFill>
              <a:schemeClr val="tx1"/>
            </a:solidFill>
            <a:prstDash val="dash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熊大的PPT宝库33"/>
          <p:cNvSpPr/>
          <p:nvPr/>
        </p:nvSpPr>
        <p:spPr>
          <a:xfrm rot="2736243">
            <a:off x="6045597" y="3803363"/>
            <a:ext cx="1165755" cy="1165755"/>
          </a:xfrm>
          <a:prstGeom prst="arc">
            <a:avLst>
              <a:gd name="adj1" fmla="val 15453955"/>
              <a:gd name="adj2" fmla="val 598292"/>
            </a:avLst>
          </a:prstGeom>
          <a:ln w="12700">
            <a:solidFill>
              <a:schemeClr val="tx1"/>
            </a:solidFill>
            <a:prstDash val="dash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熊大的PPT宝库34"/>
          <p:cNvSpPr txBox="1"/>
          <p:nvPr/>
        </p:nvSpPr>
        <p:spPr>
          <a:xfrm rot="21368230">
            <a:off x="5211486" y="1481880"/>
            <a:ext cx="16653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户外运功需求催生销量</a:t>
            </a:r>
          </a:p>
        </p:txBody>
      </p:sp>
      <p:sp>
        <p:nvSpPr>
          <p:cNvPr id="60" name="熊大的PPT宝库35"/>
          <p:cNvSpPr txBox="1"/>
          <p:nvPr/>
        </p:nvSpPr>
        <p:spPr>
          <a:xfrm rot="21368230">
            <a:off x="5009502" y="1803922"/>
            <a:ext cx="22041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销量提升对户外运动起到推动作用</a:t>
            </a:r>
          </a:p>
        </p:txBody>
      </p:sp>
      <p:sp>
        <p:nvSpPr>
          <p:cNvPr id="61" name="熊大的PPT宝库36"/>
          <p:cNvSpPr txBox="1"/>
          <p:nvPr/>
        </p:nvSpPr>
        <p:spPr>
          <a:xfrm rot="192815">
            <a:off x="5344198" y="5388511"/>
            <a:ext cx="16653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户外运功需求催生销量</a:t>
            </a:r>
          </a:p>
        </p:txBody>
      </p:sp>
      <p:sp>
        <p:nvSpPr>
          <p:cNvPr id="62" name="熊大的PPT宝库37"/>
          <p:cNvSpPr txBox="1"/>
          <p:nvPr/>
        </p:nvSpPr>
        <p:spPr>
          <a:xfrm rot="192815">
            <a:off x="5142214" y="5710553"/>
            <a:ext cx="22041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销量提升对户外运动起到推动作用</a:t>
            </a:r>
          </a:p>
        </p:txBody>
      </p:sp>
      <p:grpSp>
        <p:nvGrpSpPr>
          <p:cNvPr id="64" name="熊大的PPT宝库38"/>
          <p:cNvGrpSpPr/>
          <p:nvPr/>
        </p:nvGrpSpPr>
        <p:grpSpPr>
          <a:xfrm>
            <a:off x="8042265" y="3575795"/>
            <a:ext cx="3450983" cy="1138659"/>
            <a:chOff x="7338930" y="2511078"/>
            <a:chExt cx="3450983" cy="1138659"/>
          </a:xfrm>
        </p:grpSpPr>
        <p:sp>
          <p:nvSpPr>
            <p:cNvPr id="65" name="熊大的PPT宝库38-1"/>
            <p:cNvSpPr/>
            <p:nvPr/>
          </p:nvSpPr>
          <p:spPr>
            <a:xfrm>
              <a:off x="7338930" y="2511078"/>
              <a:ext cx="3450983" cy="1138659"/>
            </a:xfrm>
            <a:prstGeom prst="roundRect">
              <a:avLst>
                <a:gd name="adj" fmla="val 788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6" name="熊大的PPT宝库38-2"/>
            <p:cNvSpPr txBox="1"/>
            <p:nvPr/>
          </p:nvSpPr>
          <p:spPr>
            <a:xfrm>
              <a:off x="7436549" y="2816172"/>
              <a:ext cx="177137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露营装备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(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帐篷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等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)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提升是著</a:t>
              </a:r>
            </a:p>
          </p:txBody>
        </p:sp>
        <p:sp>
          <p:nvSpPr>
            <p:cNvPr id="67" name="熊大的PPT宝库38-3"/>
            <p:cNvSpPr txBox="1"/>
            <p:nvPr/>
          </p:nvSpPr>
          <p:spPr>
            <a:xfrm>
              <a:off x="9293679" y="2772630"/>
              <a:ext cx="1046761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88%</a:t>
              </a: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8" name="熊大的PPT宝库39"/>
          <p:cNvGrpSpPr/>
          <p:nvPr/>
        </p:nvGrpSpPr>
        <p:grpSpPr>
          <a:xfrm>
            <a:off x="8042265" y="4738707"/>
            <a:ext cx="3450983" cy="1138659"/>
            <a:chOff x="7338930" y="2511078"/>
            <a:chExt cx="3450983" cy="1138659"/>
          </a:xfrm>
        </p:grpSpPr>
        <p:sp>
          <p:nvSpPr>
            <p:cNvPr id="69" name="熊大的PPT宝库39-1"/>
            <p:cNvSpPr/>
            <p:nvPr/>
          </p:nvSpPr>
          <p:spPr>
            <a:xfrm>
              <a:off x="7338930" y="2511078"/>
              <a:ext cx="3450983" cy="1138659"/>
            </a:xfrm>
            <a:prstGeom prst="roundRect">
              <a:avLst>
                <a:gd name="adj" fmla="val 788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0" name="熊大的PPT宝库39-2"/>
            <p:cNvSpPr txBox="1"/>
            <p:nvPr/>
          </p:nvSpPr>
          <p:spPr>
            <a:xfrm>
              <a:off x="7407521" y="2816172"/>
              <a:ext cx="193604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运动装备等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增量相对较缓</a:t>
              </a:r>
            </a:p>
          </p:txBody>
        </p:sp>
        <p:sp>
          <p:nvSpPr>
            <p:cNvPr id="71" name="熊大的PPT宝库39-3"/>
            <p:cNvSpPr txBox="1"/>
            <p:nvPr/>
          </p:nvSpPr>
          <p:spPr>
            <a:xfrm>
              <a:off x="9293679" y="2772630"/>
              <a:ext cx="1046761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60%</a:t>
              </a: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72" name="熊大的PPT宝库40"/>
          <p:cNvSpPr/>
          <p:nvPr/>
        </p:nvSpPr>
        <p:spPr>
          <a:xfrm>
            <a:off x="8042265" y="5901619"/>
            <a:ext cx="3450983" cy="375710"/>
          </a:xfrm>
          <a:prstGeom prst="roundRect">
            <a:avLst/>
          </a:prstGeom>
          <a:solidFill>
            <a:schemeClr val="bg1">
              <a:lumMod val="85000"/>
              <a:alpha val="79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7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总体呈现显著上升趋势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熊大的PPT宝库1"/>
          <p:cNvCxnSpPr/>
          <p:nvPr/>
        </p:nvCxnSpPr>
        <p:spPr>
          <a:xfrm flipH="1">
            <a:off x="1562969" y="2898217"/>
            <a:ext cx="684000" cy="0"/>
          </a:xfrm>
          <a:prstGeom prst="straightConnector1">
            <a:avLst/>
          </a:prstGeom>
          <a:ln w="19050">
            <a:solidFill>
              <a:schemeClr val="accent6"/>
            </a:solidFill>
            <a:custDash>
              <a:ds d="200000" sp="200000"/>
            </a:custDash>
            <a:miter lim="400000"/>
            <a:tailEnd type="triangle"/>
          </a:ln>
        </p:spPr>
      </p:cxnSp>
      <p:sp>
        <p:nvSpPr>
          <p:cNvPr id="2" name="熊大的PPT宝库2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4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5"/>
          <p:cNvSpPr/>
          <p:nvPr/>
        </p:nvSpPr>
        <p:spPr>
          <a:xfrm>
            <a:off x="2533852" y="5075877"/>
            <a:ext cx="4440735" cy="14670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6"/>
          <p:cNvSpPr/>
          <p:nvPr/>
        </p:nvSpPr>
        <p:spPr>
          <a:xfrm>
            <a:off x="2533851" y="5075877"/>
            <a:ext cx="4440735" cy="55248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7"/>
          <p:cNvSpPr/>
          <p:nvPr/>
        </p:nvSpPr>
        <p:spPr>
          <a:xfrm>
            <a:off x="451053" y="5075877"/>
            <a:ext cx="1903463" cy="14670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8"/>
          <p:cNvSpPr/>
          <p:nvPr/>
        </p:nvSpPr>
        <p:spPr>
          <a:xfrm>
            <a:off x="451053" y="5075877"/>
            <a:ext cx="1903463" cy="55248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熊大的PPT宝库9"/>
          <p:cNvSpPr/>
          <p:nvPr/>
        </p:nvSpPr>
        <p:spPr>
          <a:xfrm flipH="1" flipV="1">
            <a:off x="1549928" y="1678107"/>
            <a:ext cx="813630" cy="578381"/>
          </a:xfrm>
          <a:prstGeom prst="line">
            <a:avLst/>
          </a:prstGeom>
          <a:ln w="19050">
            <a:solidFill>
              <a:schemeClr val="accent6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熊大的PPT宝库10"/>
          <p:cNvSpPr/>
          <p:nvPr/>
        </p:nvSpPr>
        <p:spPr>
          <a:xfrm flipH="1">
            <a:off x="1549928" y="3619368"/>
            <a:ext cx="813630" cy="578381"/>
          </a:xfrm>
          <a:prstGeom prst="line">
            <a:avLst/>
          </a:prstGeom>
          <a:ln w="19050">
            <a:solidFill>
              <a:schemeClr val="accent6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3" name="熊大的PPT宝库11"/>
          <p:cNvGrpSpPr/>
          <p:nvPr/>
        </p:nvGrpSpPr>
        <p:grpSpPr>
          <a:xfrm>
            <a:off x="2354516" y="2051286"/>
            <a:ext cx="6969396" cy="1911399"/>
            <a:chOff x="2188557" y="2035152"/>
            <a:chExt cx="6969396" cy="1911399"/>
          </a:xfrm>
        </p:grpSpPr>
        <p:sp>
          <p:nvSpPr>
            <p:cNvPr id="14" name="熊大的PPT宝库11-1"/>
            <p:cNvSpPr/>
            <p:nvPr/>
          </p:nvSpPr>
          <p:spPr>
            <a:xfrm>
              <a:off x="2188557" y="2035152"/>
              <a:ext cx="6969396" cy="920481"/>
            </a:xfrm>
            <a:prstGeom prst="rightArrow">
              <a:avLst>
                <a:gd name="adj1" fmla="val 66490"/>
                <a:gd name="adj2" fmla="val 63054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68000">
                  <a:schemeClr val="accent1"/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熊大的PPT宝库11-2"/>
            <p:cNvSpPr/>
            <p:nvPr/>
          </p:nvSpPr>
          <p:spPr>
            <a:xfrm>
              <a:off x="2188557" y="3026070"/>
              <a:ext cx="6969396" cy="920481"/>
            </a:xfrm>
            <a:prstGeom prst="rightArrow">
              <a:avLst>
                <a:gd name="adj1" fmla="val 66490"/>
                <a:gd name="adj2" fmla="val 63054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68000">
                  <a:schemeClr val="accent1"/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6" name="熊大的PPT宝库12"/>
          <p:cNvGrpSpPr/>
          <p:nvPr/>
        </p:nvGrpSpPr>
        <p:grpSpPr>
          <a:xfrm>
            <a:off x="6693778" y="1847493"/>
            <a:ext cx="1614297" cy="2325084"/>
            <a:chOff x="6693778" y="1847493"/>
            <a:chExt cx="1614297" cy="2325084"/>
          </a:xfrm>
        </p:grpSpPr>
        <p:grpSp>
          <p:nvGrpSpPr>
            <p:cNvPr id="17" name="组合 16"/>
            <p:cNvGrpSpPr/>
            <p:nvPr/>
          </p:nvGrpSpPr>
          <p:grpSpPr>
            <a:xfrm>
              <a:off x="6743029" y="1847493"/>
              <a:ext cx="1565046" cy="2325084"/>
              <a:chOff x="1349877" y="1788771"/>
              <a:chExt cx="1863884" cy="2485150"/>
            </a:xfrm>
          </p:grpSpPr>
          <p:sp>
            <p:nvSpPr>
              <p:cNvPr id="20" name="熊大的PPT宝库12-1"/>
              <p:cNvSpPr/>
              <p:nvPr/>
            </p:nvSpPr>
            <p:spPr>
              <a:xfrm rot="16200000" flipH="1">
                <a:off x="124891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>
                  <a:alpha val="19062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1" name="熊大的PPT宝库12-2"/>
              <p:cNvSpPr/>
              <p:nvPr/>
            </p:nvSpPr>
            <p:spPr>
              <a:xfrm rot="5400000">
                <a:off x="82957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1302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18" name="熊大的PPT宝库12-3"/>
            <p:cNvSpPr txBox="1"/>
            <p:nvPr/>
          </p:nvSpPr>
          <p:spPr>
            <a:xfrm>
              <a:off x="6693778" y="2709155"/>
              <a:ext cx="89657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调整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反馈</a:t>
              </a:r>
            </a:p>
          </p:txBody>
        </p:sp>
      </p:grpSp>
      <p:sp>
        <p:nvSpPr>
          <p:cNvPr id="22" name="熊大的PPT宝库13"/>
          <p:cNvSpPr txBox="1"/>
          <p:nvPr/>
        </p:nvSpPr>
        <p:spPr>
          <a:xfrm>
            <a:off x="692124" y="5787723"/>
            <a:ext cx="1509597" cy="5196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在营业额方面，新产品的市场表现十分强劲，首月销售额较预期高出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6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熊大的PPT宝库14"/>
          <p:cNvSpPr/>
          <p:nvPr/>
        </p:nvSpPr>
        <p:spPr>
          <a:xfrm rot="10800000">
            <a:off x="8931314" y="2482326"/>
            <a:ext cx="2815930" cy="1070170"/>
          </a:xfrm>
          <a:prstGeom prst="homePlate">
            <a:avLst>
              <a:gd name="adj" fmla="val 5984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熊大的PPT宝库15"/>
          <p:cNvSpPr txBox="1"/>
          <p:nvPr/>
        </p:nvSpPr>
        <p:spPr>
          <a:xfrm>
            <a:off x="9686904" y="2662504"/>
            <a:ext cx="1936526" cy="7296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u="none" strike="noStrike" cap="none" spc="0" normalizeH="0" baseline="0">
                <a:ln>
                  <a:noFill/>
                </a:ln>
                <a:solidFill>
                  <a:schemeClr val="bg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用户对新产品的认知和接受度提高，通过市场推广的效果和用户调查数据，了解新产品在目标用户中的认知和接受度提高情况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16"/>
          <p:cNvSpPr/>
          <p:nvPr/>
        </p:nvSpPr>
        <p:spPr>
          <a:xfrm rot="10800000">
            <a:off x="8931313" y="3684319"/>
            <a:ext cx="2815931" cy="1070170"/>
          </a:xfrm>
          <a:prstGeom prst="homePlate">
            <a:avLst>
              <a:gd name="adj" fmla="val 5984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17"/>
          <p:cNvSpPr txBox="1"/>
          <p:nvPr/>
        </p:nvSpPr>
        <p:spPr>
          <a:xfrm>
            <a:off x="9686904" y="3922672"/>
            <a:ext cx="1936526" cy="5450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u="none" strike="noStrike" cap="none" spc="0" normalizeH="0" baseline="0">
                <a:ln>
                  <a:noFill/>
                </a:ln>
                <a:solidFill>
                  <a:schemeClr val="bg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销售额增长，通过销售数据的监测，评估新产品上市后销售额增长情况，销售额增长，通过销售数据的监测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熊大的PPT宝库18"/>
          <p:cNvSpPr/>
          <p:nvPr/>
        </p:nvSpPr>
        <p:spPr>
          <a:xfrm rot="10800000">
            <a:off x="8931313" y="1280332"/>
            <a:ext cx="2815931" cy="1070170"/>
          </a:xfrm>
          <a:prstGeom prst="homePlate">
            <a:avLst>
              <a:gd name="adj" fmla="val 5984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熊大的PPT宝库19"/>
          <p:cNvSpPr txBox="1"/>
          <p:nvPr/>
        </p:nvSpPr>
        <p:spPr>
          <a:xfrm>
            <a:off x="9721043" y="1467885"/>
            <a:ext cx="1902387" cy="7296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u="none" strike="noStrike" cap="none" spc="0" normalizeH="0" baseline="0">
                <a:ln>
                  <a:noFill/>
                </a:ln>
                <a:solidFill>
                  <a:schemeClr val="bg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新产品市场份额提升，通过市场调研和销售数据的分析，评估新产品在市场中的份额提升情况，保证新产品市场份额提升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熊大的PPT宝库20"/>
          <p:cNvSpPr txBox="1"/>
          <p:nvPr/>
        </p:nvSpPr>
        <p:spPr>
          <a:xfrm>
            <a:off x="4094958" y="1315439"/>
            <a:ext cx="1166982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u="none" strike="noStrike" cap="none" spc="0" normalizeH="0" baseline="0">
                <a:ln>
                  <a:noFill/>
                </a:ln>
                <a:solidFill>
                  <a:schemeClr val="bg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研发符合用户需求的产品，并进行生产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熊大的PPT宝库21"/>
          <p:cNvSpPr txBox="1"/>
          <p:nvPr/>
        </p:nvSpPr>
        <p:spPr>
          <a:xfrm>
            <a:off x="7156813" y="1315439"/>
            <a:ext cx="1166982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利用反馈数据，持续优化和调整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1" name="熊大的PPT宝库22"/>
          <p:cNvGrpSpPr/>
          <p:nvPr/>
        </p:nvGrpSpPr>
        <p:grpSpPr>
          <a:xfrm>
            <a:off x="2223378" y="1847493"/>
            <a:ext cx="1614297" cy="2325084"/>
            <a:chOff x="6693778" y="1847493"/>
            <a:chExt cx="1614297" cy="2325084"/>
          </a:xfrm>
        </p:grpSpPr>
        <p:grpSp>
          <p:nvGrpSpPr>
            <p:cNvPr id="32" name="组合 31"/>
            <p:cNvGrpSpPr/>
            <p:nvPr/>
          </p:nvGrpSpPr>
          <p:grpSpPr>
            <a:xfrm>
              <a:off x="6743029" y="1847493"/>
              <a:ext cx="1565046" cy="2325084"/>
              <a:chOff x="1349877" y="1788771"/>
              <a:chExt cx="1863884" cy="2485150"/>
            </a:xfrm>
          </p:grpSpPr>
          <p:sp>
            <p:nvSpPr>
              <p:cNvPr id="35" name="熊大的PPT宝库22-1"/>
              <p:cNvSpPr/>
              <p:nvPr/>
            </p:nvSpPr>
            <p:spPr>
              <a:xfrm rot="16200000" flipH="1">
                <a:off x="124891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>
                  <a:alpha val="19062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6" name="熊大的PPT宝库22-2"/>
              <p:cNvSpPr/>
              <p:nvPr/>
            </p:nvSpPr>
            <p:spPr>
              <a:xfrm rot="5400000">
                <a:off x="82957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1302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33" name="熊大的PPT宝库22-3"/>
            <p:cNvSpPr txBox="1"/>
            <p:nvPr/>
          </p:nvSpPr>
          <p:spPr>
            <a:xfrm>
              <a:off x="6693778" y="2709155"/>
              <a:ext cx="89657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市场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定位</a:t>
              </a:r>
            </a:p>
          </p:txBody>
        </p:sp>
      </p:grpSp>
      <p:grpSp>
        <p:nvGrpSpPr>
          <p:cNvPr id="37" name="熊大的PPT宝库23"/>
          <p:cNvGrpSpPr/>
          <p:nvPr/>
        </p:nvGrpSpPr>
        <p:grpSpPr>
          <a:xfrm>
            <a:off x="3713511" y="1847493"/>
            <a:ext cx="1614297" cy="2325084"/>
            <a:chOff x="6693778" y="1847493"/>
            <a:chExt cx="1614297" cy="2325084"/>
          </a:xfrm>
        </p:grpSpPr>
        <p:grpSp>
          <p:nvGrpSpPr>
            <p:cNvPr id="38" name="组合 37"/>
            <p:cNvGrpSpPr/>
            <p:nvPr/>
          </p:nvGrpSpPr>
          <p:grpSpPr>
            <a:xfrm>
              <a:off x="6743029" y="1847493"/>
              <a:ext cx="1565046" cy="2325084"/>
              <a:chOff x="1349877" y="1788771"/>
              <a:chExt cx="1863884" cy="2485150"/>
            </a:xfrm>
          </p:grpSpPr>
          <p:sp>
            <p:nvSpPr>
              <p:cNvPr id="41" name="熊大的PPT宝库23-1"/>
              <p:cNvSpPr/>
              <p:nvPr/>
            </p:nvSpPr>
            <p:spPr>
              <a:xfrm rot="16200000" flipH="1">
                <a:off x="124891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>
                  <a:alpha val="19062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2" name="熊大的PPT宝库23-2"/>
              <p:cNvSpPr/>
              <p:nvPr/>
            </p:nvSpPr>
            <p:spPr>
              <a:xfrm rot="5400000">
                <a:off x="82957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1302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39" name="熊大的PPT宝库23-3"/>
            <p:cNvSpPr txBox="1"/>
            <p:nvPr/>
          </p:nvSpPr>
          <p:spPr>
            <a:xfrm>
              <a:off x="6693778" y="2709155"/>
              <a:ext cx="89657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产品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研发</a:t>
              </a:r>
            </a:p>
          </p:txBody>
        </p:sp>
      </p:grpSp>
      <p:grpSp>
        <p:nvGrpSpPr>
          <p:cNvPr id="43" name="熊大的PPT宝库24"/>
          <p:cNvGrpSpPr/>
          <p:nvPr/>
        </p:nvGrpSpPr>
        <p:grpSpPr>
          <a:xfrm>
            <a:off x="5203644" y="1847493"/>
            <a:ext cx="1614297" cy="2325084"/>
            <a:chOff x="6693778" y="1847493"/>
            <a:chExt cx="1614297" cy="2325084"/>
          </a:xfrm>
        </p:grpSpPr>
        <p:grpSp>
          <p:nvGrpSpPr>
            <p:cNvPr id="44" name="组合 43"/>
            <p:cNvGrpSpPr/>
            <p:nvPr/>
          </p:nvGrpSpPr>
          <p:grpSpPr>
            <a:xfrm>
              <a:off x="6743029" y="1847493"/>
              <a:ext cx="1565046" cy="2325084"/>
              <a:chOff x="1349877" y="1788771"/>
              <a:chExt cx="1863884" cy="2485150"/>
            </a:xfrm>
          </p:grpSpPr>
          <p:sp>
            <p:nvSpPr>
              <p:cNvPr id="47" name="熊大的PPT宝库24-1"/>
              <p:cNvSpPr/>
              <p:nvPr/>
            </p:nvSpPr>
            <p:spPr>
              <a:xfrm rot="16200000" flipH="1">
                <a:off x="124891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>
                  <a:alpha val="19062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8" name="熊大的PPT宝库24-2"/>
              <p:cNvSpPr/>
              <p:nvPr/>
            </p:nvSpPr>
            <p:spPr>
              <a:xfrm rot="5400000">
                <a:off x="82957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1302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45" name="熊大的PPT宝库24-3"/>
            <p:cNvSpPr txBox="1"/>
            <p:nvPr/>
          </p:nvSpPr>
          <p:spPr>
            <a:xfrm>
              <a:off x="6693778" y="2709155"/>
              <a:ext cx="89657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推广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宣传</a:t>
              </a:r>
            </a:p>
          </p:txBody>
        </p:sp>
      </p:grpSp>
      <p:sp>
        <p:nvSpPr>
          <p:cNvPr id="49" name="熊大的PPT宝库25"/>
          <p:cNvSpPr txBox="1"/>
          <p:nvPr/>
        </p:nvSpPr>
        <p:spPr>
          <a:xfrm>
            <a:off x="552029" y="5194397"/>
            <a:ext cx="1997551" cy="359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360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营业额涨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20%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熊大的PPT宝库26"/>
          <p:cNvSpPr txBox="1"/>
          <p:nvPr/>
        </p:nvSpPr>
        <p:spPr>
          <a:xfrm>
            <a:off x="2810804" y="5787723"/>
            <a:ext cx="3939149" cy="5196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用户满意度数据也呈现出积极的趋势。通过定期的用户调查和反馈机制，我们发现超过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的用户对新产品表示满意，并认为产品性能、设计和用户体验均超过预期</a:t>
            </a:r>
          </a:p>
        </p:txBody>
      </p:sp>
      <p:sp>
        <p:nvSpPr>
          <p:cNvPr id="51" name="熊大的PPT宝库27"/>
          <p:cNvSpPr txBox="1"/>
          <p:nvPr/>
        </p:nvSpPr>
        <p:spPr>
          <a:xfrm>
            <a:off x="2752598" y="5194397"/>
            <a:ext cx="2731855" cy="359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360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用户满意度超过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80%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熊大的PPT宝库28"/>
          <p:cNvSpPr txBox="1"/>
          <p:nvPr/>
        </p:nvSpPr>
        <p:spPr>
          <a:xfrm>
            <a:off x="2513754" y="4343451"/>
            <a:ext cx="1166982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u="none" strike="noStrike" cap="none" spc="0" normalizeH="0" baseline="0">
                <a:ln>
                  <a:noFill/>
                </a:ln>
                <a:solidFill>
                  <a:schemeClr val="bg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确定新产品的市场定位和目标用户细分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熊大的PPT宝库29"/>
          <p:cNvSpPr txBox="1"/>
          <p:nvPr/>
        </p:nvSpPr>
        <p:spPr>
          <a:xfrm>
            <a:off x="5576047" y="4343451"/>
            <a:ext cx="1166982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制定市场推广计划，将新品推向市场</a:t>
            </a:r>
          </a:p>
        </p:txBody>
      </p:sp>
      <p:sp>
        <p:nvSpPr>
          <p:cNvPr id="55" name="熊大的PPT宝库30"/>
          <p:cNvSpPr/>
          <p:nvPr/>
        </p:nvSpPr>
        <p:spPr>
          <a:xfrm>
            <a:off x="447671" y="1087778"/>
            <a:ext cx="1126156" cy="1126156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熊大的PPT宝库31"/>
          <p:cNvSpPr txBox="1"/>
          <p:nvPr/>
        </p:nvSpPr>
        <p:spPr>
          <a:xfrm>
            <a:off x="514797" y="1506856"/>
            <a:ext cx="972000" cy="328295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>
            <a:spAutoFit/>
          </a:bodyPr>
          <a:lstStyle>
            <a:lvl1pPr>
              <a:defRPr sz="2200">
                <a:solidFill>
                  <a:srgbClr val="F7F5F6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调研部门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熊大的PPT宝库32"/>
          <p:cNvSpPr/>
          <p:nvPr/>
        </p:nvSpPr>
        <p:spPr>
          <a:xfrm>
            <a:off x="447671" y="2339457"/>
            <a:ext cx="1126156" cy="1126156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熊大的PPT宝库33"/>
          <p:cNvSpPr txBox="1"/>
          <p:nvPr/>
        </p:nvSpPr>
        <p:spPr>
          <a:xfrm>
            <a:off x="514797" y="2758535"/>
            <a:ext cx="972000" cy="328295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>
            <a:spAutoFit/>
          </a:bodyPr>
          <a:lstStyle>
            <a:lvl1pPr>
              <a:defRPr sz="2200">
                <a:solidFill>
                  <a:srgbClr val="F7F5F6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研发中心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熊大的PPT宝库34"/>
          <p:cNvSpPr/>
          <p:nvPr/>
        </p:nvSpPr>
        <p:spPr>
          <a:xfrm>
            <a:off x="447671" y="3591135"/>
            <a:ext cx="1126156" cy="1126156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熊大的PPT宝库35"/>
          <p:cNvSpPr txBox="1"/>
          <p:nvPr/>
        </p:nvSpPr>
        <p:spPr>
          <a:xfrm>
            <a:off x="514797" y="4010213"/>
            <a:ext cx="972000" cy="328295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>
            <a:spAutoFit/>
          </a:bodyPr>
          <a:lstStyle>
            <a:lvl1pPr>
              <a:defRPr sz="2200">
                <a:solidFill>
                  <a:srgbClr val="F7F5F6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营销团队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熊大的PPT宝库36"/>
          <p:cNvSpPr/>
          <p:nvPr/>
        </p:nvSpPr>
        <p:spPr>
          <a:xfrm>
            <a:off x="7153924" y="5075877"/>
            <a:ext cx="4595166" cy="14670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37"/>
          <p:cNvSpPr/>
          <p:nvPr/>
        </p:nvSpPr>
        <p:spPr>
          <a:xfrm>
            <a:off x="7153923" y="5075877"/>
            <a:ext cx="4595166" cy="55248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38"/>
          <p:cNvSpPr txBox="1"/>
          <p:nvPr/>
        </p:nvSpPr>
        <p:spPr>
          <a:xfrm>
            <a:off x="7430875" y="5787723"/>
            <a:ext cx="3939149" cy="5196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市场份额的提升也是一个令人振奋的数据点。新产品在同类竞品中的市场份额逐步攀升，已占据领先地位。这表明产品成功吸引了目标受众，有效抢占了竞争激烈的市场份额</a:t>
            </a:r>
          </a:p>
        </p:txBody>
      </p:sp>
      <p:sp>
        <p:nvSpPr>
          <p:cNvPr id="69" name="熊大的PPT宝库39"/>
          <p:cNvSpPr txBox="1"/>
          <p:nvPr/>
        </p:nvSpPr>
        <p:spPr>
          <a:xfrm>
            <a:off x="7372669" y="5194397"/>
            <a:ext cx="3064554" cy="359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360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市场份额超过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36%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4"/>
          <p:cNvSpPr/>
          <p:nvPr/>
        </p:nvSpPr>
        <p:spPr>
          <a:xfrm>
            <a:off x="442913" y="998198"/>
            <a:ext cx="11306175" cy="29962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全域覆盖：微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生态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三方平台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线下场景</a:t>
            </a:r>
          </a:p>
        </p:txBody>
      </p:sp>
      <p:sp>
        <p:nvSpPr>
          <p:cNvPr id="7" name="熊大的PPT宝库5"/>
          <p:cNvSpPr/>
          <p:nvPr/>
        </p:nvSpPr>
        <p:spPr>
          <a:xfrm>
            <a:off x="442911" y="1386519"/>
            <a:ext cx="5580000" cy="596517"/>
          </a:xfrm>
          <a:prstGeom prst="roundRect">
            <a:avLst>
              <a:gd name="adj" fmla="val 18875"/>
            </a:avLst>
          </a:prstGeom>
          <a:noFill/>
          <a:ln w="12700">
            <a:solidFill>
              <a:schemeClr val="tx1"/>
            </a:solidFill>
            <a:prstDash val="lgDash"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6"/>
          <p:cNvSpPr/>
          <p:nvPr/>
        </p:nvSpPr>
        <p:spPr>
          <a:xfrm>
            <a:off x="6159546" y="1386519"/>
            <a:ext cx="5580000" cy="596517"/>
          </a:xfrm>
          <a:prstGeom prst="roundRect">
            <a:avLst>
              <a:gd name="adj" fmla="val 18875"/>
            </a:avLst>
          </a:prstGeom>
          <a:noFill/>
          <a:ln w="12700">
            <a:solidFill>
              <a:schemeClr val="tx1"/>
            </a:solidFill>
            <a:prstDash val="lgDash"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7"/>
          <p:cNvSpPr txBox="1"/>
          <p:nvPr/>
        </p:nvSpPr>
        <p:spPr>
          <a:xfrm>
            <a:off x="666281" y="1563519"/>
            <a:ext cx="6463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全通路</a:t>
            </a:r>
          </a:p>
        </p:txBody>
      </p:sp>
      <p:sp>
        <p:nvSpPr>
          <p:cNvPr id="10" name="熊大的PPT宝库8"/>
          <p:cNvSpPr txBox="1"/>
          <p:nvPr/>
        </p:nvSpPr>
        <p:spPr>
          <a:xfrm>
            <a:off x="10956333" y="1563519"/>
            <a:ext cx="6463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全触点</a:t>
            </a:r>
          </a:p>
        </p:txBody>
      </p:sp>
      <p:sp>
        <p:nvSpPr>
          <p:cNvPr id="11" name="熊大的PPT宝库9"/>
          <p:cNvSpPr txBox="1"/>
          <p:nvPr/>
        </p:nvSpPr>
        <p:spPr>
          <a:xfrm>
            <a:off x="1428028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搜索</a:t>
            </a:r>
          </a:p>
        </p:txBody>
      </p:sp>
      <p:sp>
        <p:nvSpPr>
          <p:cNvPr id="12" name="熊大的PPT宝库10"/>
          <p:cNvSpPr txBox="1"/>
          <p:nvPr/>
        </p:nvSpPr>
        <p:spPr>
          <a:xfrm>
            <a:off x="2123076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广告</a:t>
            </a:r>
          </a:p>
        </p:txBody>
      </p:sp>
      <p:sp>
        <p:nvSpPr>
          <p:cNvPr id="13" name="熊大的PPT宝库11"/>
          <p:cNvSpPr txBox="1"/>
          <p:nvPr/>
        </p:nvSpPr>
        <p:spPr>
          <a:xfrm>
            <a:off x="2818124" y="1660090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视频网站</a:t>
            </a:r>
          </a:p>
        </p:txBody>
      </p:sp>
      <p:sp>
        <p:nvSpPr>
          <p:cNvPr id="14" name="熊大的PPT宝库12"/>
          <p:cNvSpPr txBox="1"/>
          <p:nvPr/>
        </p:nvSpPr>
        <p:spPr>
          <a:xfrm>
            <a:off x="3744005" y="1660090"/>
            <a:ext cx="7617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信息流媒体</a:t>
            </a:r>
          </a:p>
        </p:txBody>
      </p:sp>
      <p:sp>
        <p:nvSpPr>
          <p:cNvPr id="15" name="熊大的PPT宝库13"/>
          <p:cNvSpPr txBox="1"/>
          <p:nvPr/>
        </p:nvSpPr>
        <p:spPr>
          <a:xfrm>
            <a:off x="4785302" y="1660090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购物平台</a:t>
            </a:r>
          </a:p>
        </p:txBody>
      </p:sp>
      <p:sp>
        <p:nvSpPr>
          <p:cNvPr id="16" name="熊大的PPT宝库14"/>
          <p:cNvSpPr txBox="1"/>
          <p:nvPr/>
        </p:nvSpPr>
        <p:spPr>
          <a:xfrm>
            <a:off x="6842105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微信</a:t>
            </a:r>
          </a:p>
        </p:txBody>
      </p:sp>
      <p:sp>
        <p:nvSpPr>
          <p:cNvPr id="17" name="熊大的PPT宝库15"/>
          <p:cNvSpPr txBox="1"/>
          <p:nvPr/>
        </p:nvSpPr>
        <p:spPr>
          <a:xfrm>
            <a:off x="7352788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企微</a:t>
            </a:r>
          </a:p>
        </p:txBody>
      </p:sp>
      <p:sp>
        <p:nvSpPr>
          <p:cNvPr id="18" name="熊大的PPT宝库16"/>
          <p:cNvSpPr txBox="1"/>
          <p:nvPr/>
        </p:nvSpPr>
        <p:spPr>
          <a:xfrm>
            <a:off x="7873089" y="1660090"/>
            <a:ext cx="34176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QQ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17"/>
          <p:cNvSpPr txBox="1"/>
          <p:nvPr/>
        </p:nvSpPr>
        <p:spPr>
          <a:xfrm>
            <a:off x="8319652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官网</a:t>
            </a:r>
          </a:p>
        </p:txBody>
      </p:sp>
      <p:sp>
        <p:nvSpPr>
          <p:cNvPr id="20" name="熊大的PPT宝库18"/>
          <p:cNvSpPr txBox="1"/>
          <p:nvPr/>
        </p:nvSpPr>
        <p:spPr>
          <a:xfrm>
            <a:off x="8827930" y="1660090"/>
            <a:ext cx="4074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APP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熊大的PPT宝库19"/>
          <p:cNvSpPr txBox="1"/>
          <p:nvPr/>
        </p:nvSpPr>
        <p:spPr>
          <a:xfrm>
            <a:off x="9328194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电话</a:t>
            </a:r>
          </a:p>
        </p:txBody>
      </p:sp>
      <p:sp>
        <p:nvSpPr>
          <p:cNvPr id="22" name="熊大的PPT宝库20"/>
          <p:cNvSpPr txBox="1"/>
          <p:nvPr/>
        </p:nvSpPr>
        <p:spPr>
          <a:xfrm>
            <a:off x="9838877" y="1660090"/>
            <a:ext cx="53091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小程序</a:t>
            </a:r>
          </a:p>
        </p:txBody>
      </p:sp>
      <p:sp>
        <p:nvSpPr>
          <p:cNvPr id="23" name="熊大的PPT宝库21"/>
          <p:cNvSpPr txBox="1"/>
          <p:nvPr/>
        </p:nvSpPr>
        <p:spPr>
          <a:xfrm>
            <a:off x="10464980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门店</a:t>
            </a:r>
          </a:p>
        </p:txBody>
      </p:sp>
      <p:sp>
        <p:nvSpPr>
          <p:cNvPr id="24" name="熊大的PPT宝库22"/>
          <p:cNvSpPr/>
          <p:nvPr/>
        </p:nvSpPr>
        <p:spPr>
          <a:xfrm>
            <a:off x="1508605" y="1487960"/>
            <a:ext cx="167114" cy="166843"/>
          </a:xfrm>
          <a:custGeom>
            <a:avLst/>
            <a:gdLst>
              <a:gd name="T0" fmla="*/ 6445 w 6557"/>
              <a:gd name="T1" fmla="*/ 6058 h 6556"/>
              <a:gd name="T2" fmla="*/ 4828 w 6557"/>
              <a:gd name="T3" fmla="*/ 4440 h 6556"/>
              <a:gd name="T4" fmla="*/ 5441 w 6557"/>
              <a:gd name="T5" fmla="*/ 2721 h 6556"/>
              <a:gd name="T6" fmla="*/ 2720 w 6557"/>
              <a:gd name="T7" fmla="*/ 0 h 6556"/>
              <a:gd name="T8" fmla="*/ 0 w 6557"/>
              <a:gd name="T9" fmla="*/ 2721 h 6556"/>
              <a:gd name="T10" fmla="*/ 2721 w 6557"/>
              <a:gd name="T11" fmla="*/ 5441 h 6556"/>
              <a:gd name="T12" fmla="*/ 4440 w 6557"/>
              <a:gd name="T13" fmla="*/ 4828 h 6556"/>
              <a:gd name="T14" fmla="*/ 6057 w 6557"/>
              <a:gd name="T15" fmla="*/ 6445 h 6556"/>
              <a:gd name="T16" fmla="*/ 6447 w 6557"/>
              <a:gd name="T17" fmla="*/ 6445 h 6556"/>
              <a:gd name="T18" fmla="*/ 6445 w 6557"/>
              <a:gd name="T19" fmla="*/ 6058 h 6556"/>
              <a:gd name="T20" fmla="*/ 543 w 6557"/>
              <a:gd name="T21" fmla="*/ 2721 h 6556"/>
              <a:gd name="T22" fmla="*/ 2720 w 6557"/>
              <a:gd name="T23" fmla="*/ 544 h 6556"/>
              <a:gd name="T24" fmla="*/ 4899 w 6557"/>
              <a:gd name="T25" fmla="*/ 2722 h 6556"/>
              <a:gd name="T26" fmla="*/ 2720 w 6557"/>
              <a:gd name="T27" fmla="*/ 4901 h 6556"/>
              <a:gd name="T28" fmla="*/ 543 w 6557"/>
              <a:gd name="T29" fmla="*/ 2721 h 6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557" h="6556">
                <a:moveTo>
                  <a:pt x="6445" y="6058"/>
                </a:moveTo>
                <a:lnTo>
                  <a:pt x="4828" y="4440"/>
                </a:lnTo>
                <a:cubicBezTo>
                  <a:pt x="5211" y="3970"/>
                  <a:pt x="5441" y="3373"/>
                  <a:pt x="5441" y="2721"/>
                </a:cubicBezTo>
                <a:cubicBezTo>
                  <a:pt x="5441" y="1221"/>
                  <a:pt x="4221" y="0"/>
                  <a:pt x="2720" y="0"/>
                </a:cubicBezTo>
                <a:cubicBezTo>
                  <a:pt x="1219" y="0"/>
                  <a:pt x="0" y="1221"/>
                  <a:pt x="0" y="2721"/>
                </a:cubicBezTo>
                <a:cubicBezTo>
                  <a:pt x="0" y="4221"/>
                  <a:pt x="1220" y="5441"/>
                  <a:pt x="2721" y="5441"/>
                </a:cubicBezTo>
                <a:cubicBezTo>
                  <a:pt x="3372" y="5441"/>
                  <a:pt x="3971" y="5210"/>
                  <a:pt x="4440" y="4828"/>
                </a:cubicBezTo>
                <a:lnTo>
                  <a:pt x="6057" y="6445"/>
                </a:lnTo>
                <a:cubicBezTo>
                  <a:pt x="6168" y="6556"/>
                  <a:pt x="6336" y="6556"/>
                  <a:pt x="6447" y="6445"/>
                </a:cubicBezTo>
                <a:cubicBezTo>
                  <a:pt x="6557" y="6334"/>
                  <a:pt x="6557" y="6169"/>
                  <a:pt x="6445" y="6058"/>
                </a:cubicBezTo>
                <a:close/>
                <a:moveTo>
                  <a:pt x="543" y="2721"/>
                </a:moveTo>
                <a:cubicBezTo>
                  <a:pt x="543" y="1520"/>
                  <a:pt x="1519" y="544"/>
                  <a:pt x="2720" y="544"/>
                </a:cubicBezTo>
                <a:cubicBezTo>
                  <a:pt x="3921" y="544"/>
                  <a:pt x="4899" y="1521"/>
                  <a:pt x="4899" y="2722"/>
                </a:cubicBezTo>
                <a:cubicBezTo>
                  <a:pt x="4899" y="3924"/>
                  <a:pt x="3921" y="4901"/>
                  <a:pt x="2720" y="4901"/>
                </a:cubicBezTo>
                <a:cubicBezTo>
                  <a:pt x="1519" y="4901"/>
                  <a:pt x="543" y="3922"/>
                  <a:pt x="543" y="272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23"/>
          <p:cNvSpPr/>
          <p:nvPr/>
        </p:nvSpPr>
        <p:spPr>
          <a:xfrm>
            <a:off x="2226846" y="1487960"/>
            <a:ext cx="167115" cy="166863"/>
          </a:xfrm>
          <a:custGeom>
            <a:avLst/>
            <a:gdLst>
              <a:gd name="connsiteX0" fmla="*/ 536702 w 607639"/>
              <a:gd name="connsiteY0" fmla="*/ 546032 h 606722"/>
              <a:gd name="connsiteX1" fmla="*/ 517032 w 607639"/>
              <a:gd name="connsiteY1" fmla="*/ 561671 h 606722"/>
              <a:gd name="connsiteX2" fmla="*/ 510980 w 607639"/>
              <a:gd name="connsiteY2" fmla="*/ 568780 h 606722"/>
              <a:gd name="connsiteX3" fmla="*/ 501723 w 607639"/>
              <a:gd name="connsiteY3" fmla="*/ 567891 h 606722"/>
              <a:gd name="connsiteX4" fmla="*/ 496205 w 607639"/>
              <a:gd name="connsiteY4" fmla="*/ 566292 h 606722"/>
              <a:gd name="connsiteX5" fmla="*/ 486058 w 607639"/>
              <a:gd name="connsiteY5" fmla="*/ 576333 h 606722"/>
              <a:gd name="connsiteX6" fmla="*/ 496205 w 607639"/>
              <a:gd name="connsiteY6" fmla="*/ 586463 h 606722"/>
              <a:gd name="connsiteX7" fmla="*/ 577199 w 607639"/>
              <a:gd name="connsiteY7" fmla="*/ 586463 h 606722"/>
              <a:gd name="connsiteX8" fmla="*/ 587346 w 607639"/>
              <a:gd name="connsiteY8" fmla="*/ 576333 h 606722"/>
              <a:gd name="connsiteX9" fmla="*/ 571770 w 607639"/>
              <a:gd name="connsiteY9" fmla="*/ 567891 h 606722"/>
              <a:gd name="connsiteX10" fmla="*/ 562425 w 607639"/>
              <a:gd name="connsiteY10" fmla="*/ 568780 h 606722"/>
              <a:gd name="connsiteX11" fmla="*/ 556372 w 607639"/>
              <a:gd name="connsiteY11" fmla="*/ 561671 h 606722"/>
              <a:gd name="connsiteX12" fmla="*/ 536702 w 607639"/>
              <a:gd name="connsiteY12" fmla="*/ 546032 h 606722"/>
              <a:gd name="connsiteX13" fmla="*/ 50649 w 607639"/>
              <a:gd name="connsiteY13" fmla="*/ 444915 h 606722"/>
              <a:gd name="connsiteX14" fmla="*/ 60793 w 607639"/>
              <a:gd name="connsiteY14" fmla="*/ 455030 h 606722"/>
              <a:gd name="connsiteX15" fmla="*/ 70848 w 607639"/>
              <a:gd name="connsiteY15" fmla="*/ 465144 h 606722"/>
              <a:gd name="connsiteX16" fmla="*/ 60793 w 607639"/>
              <a:gd name="connsiteY16" fmla="*/ 475258 h 606722"/>
              <a:gd name="connsiteX17" fmla="*/ 40505 w 607639"/>
              <a:gd name="connsiteY17" fmla="*/ 455030 h 606722"/>
              <a:gd name="connsiteX18" fmla="*/ 50649 w 607639"/>
              <a:gd name="connsiteY18" fmla="*/ 444915 h 606722"/>
              <a:gd name="connsiteX19" fmla="*/ 80986 w 607639"/>
              <a:gd name="connsiteY19" fmla="*/ 424734 h 606722"/>
              <a:gd name="connsiteX20" fmla="*/ 101262 w 607639"/>
              <a:gd name="connsiteY20" fmla="*/ 444887 h 606722"/>
              <a:gd name="connsiteX21" fmla="*/ 91124 w 607639"/>
              <a:gd name="connsiteY21" fmla="*/ 455007 h 606722"/>
              <a:gd name="connsiteX22" fmla="*/ 80986 w 607639"/>
              <a:gd name="connsiteY22" fmla="*/ 444887 h 606722"/>
              <a:gd name="connsiteX23" fmla="*/ 70848 w 607639"/>
              <a:gd name="connsiteY23" fmla="*/ 434766 h 606722"/>
              <a:gd name="connsiteX24" fmla="*/ 80986 w 607639"/>
              <a:gd name="connsiteY24" fmla="*/ 424734 h 606722"/>
              <a:gd name="connsiteX25" fmla="*/ 70865 w 607639"/>
              <a:gd name="connsiteY25" fmla="*/ 374138 h 606722"/>
              <a:gd name="connsiteX26" fmla="*/ 81009 w 607639"/>
              <a:gd name="connsiteY26" fmla="*/ 384282 h 606722"/>
              <a:gd name="connsiteX27" fmla="*/ 70865 w 607639"/>
              <a:gd name="connsiteY27" fmla="*/ 394337 h 606722"/>
              <a:gd name="connsiteX28" fmla="*/ 60810 w 607639"/>
              <a:gd name="connsiteY28" fmla="*/ 404481 h 606722"/>
              <a:gd name="connsiteX29" fmla="*/ 50666 w 607639"/>
              <a:gd name="connsiteY29" fmla="*/ 394337 h 606722"/>
              <a:gd name="connsiteX30" fmla="*/ 70865 w 607639"/>
              <a:gd name="connsiteY30" fmla="*/ 374138 h 606722"/>
              <a:gd name="connsiteX31" fmla="*/ 70848 w 607639"/>
              <a:gd name="connsiteY31" fmla="*/ 323621 h 606722"/>
              <a:gd name="connsiteX32" fmla="*/ 20293 w 607639"/>
              <a:gd name="connsiteY32" fmla="*/ 455042 h 606722"/>
              <a:gd name="connsiteX33" fmla="*/ 70848 w 607639"/>
              <a:gd name="connsiteY33" fmla="*/ 505602 h 606722"/>
              <a:gd name="connsiteX34" fmla="*/ 121492 w 607639"/>
              <a:gd name="connsiteY34" fmla="*/ 455042 h 606722"/>
              <a:gd name="connsiteX35" fmla="*/ 70848 w 607639"/>
              <a:gd name="connsiteY35" fmla="*/ 323621 h 606722"/>
              <a:gd name="connsiteX36" fmla="*/ 70848 w 607639"/>
              <a:gd name="connsiteY36" fmla="*/ 303361 h 606722"/>
              <a:gd name="connsiteX37" fmla="*/ 141785 w 607639"/>
              <a:gd name="connsiteY37" fmla="*/ 455042 h 606722"/>
              <a:gd name="connsiteX38" fmla="*/ 80995 w 607639"/>
              <a:gd name="connsiteY38" fmla="*/ 525151 h 606722"/>
              <a:gd name="connsiteX39" fmla="*/ 80995 w 607639"/>
              <a:gd name="connsiteY39" fmla="*/ 586463 h 606722"/>
              <a:gd name="connsiteX40" fmla="*/ 121492 w 607639"/>
              <a:gd name="connsiteY40" fmla="*/ 586463 h 606722"/>
              <a:gd name="connsiteX41" fmla="*/ 121492 w 607639"/>
              <a:gd name="connsiteY41" fmla="*/ 546032 h 606722"/>
              <a:gd name="connsiteX42" fmla="*/ 131639 w 607639"/>
              <a:gd name="connsiteY42" fmla="*/ 535902 h 606722"/>
              <a:gd name="connsiteX43" fmla="*/ 141785 w 607639"/>
              <a:gd name="connsiteY43" fmla="*/ 546032 h 606722"/>
              <a:gd name="connsiteX44" fmla="*/ 141785 w 607639"/>
              <a:gd name="connsiteY44" fmla="*/ 586463 h 606722"/>
              <a:gd name="connsiteX45" fmla="*/ 161990 w 607639"/>
              <a:gd name="connsiteY45" fmla="*/ 586463 h 606722"/>
              <a:gd name="connsiteX46" fmla="*/ 161990 w 607639"/>
              <a:gd name="connsiteY46" fmla="*/ 434782 h 606722"/>
              <a:gd name="connsiteX47" fmla="*/ 172136 w 607639"/>
              <a:gd name="connsiteY47" fmla="*/ 424741 h 606722"/>
              <a:gd name="connsiteX48" fmla="*/ 182283 w 607639"/>
              <a:gd name="connsiteY48" fmla="*/ 434782 h 606722"/>
              <a:gd name="connsiteX49" fmla="*/ 182283 w 607639"/>
              <a:gd name="connsiteY49" fmla="*/ 586463 h 606722"/>
              <a:gd name="connsiteX50" fmla="*/ 425356 w 607639"/>
              <a:gd name="connsiteY50" fmla="*/ 586463 h 606722"/>
              <a:gd name="connsiteX51" fmla="*/ 425356 w 607639"/>
              <a:gd name="connsiteY51" fmla="*/ 434782 h 606722"/>
              <a:gd name="connsiteX52" fmla="*/ 435414 w 607639"/>
              <a:gd name="connsiteY52" fmla="*/ 424741 h 606722"/>
              <a:gd name="connsiteX53" fmla="*/ 445561 w 607639"/>
              <a:gd name="connsiteY53" fmla="*/ 434782 h 606722"/>
              <a:gd name="connsiteX54" fmla="*/ 445561 w 607639"/>
              <a:gd name="connsiteY54" fmla="*/ 586463 h 606722"/>
              <a:gd name="connsiteX55" fmla="*/ 465854 w 607639"/>
              <a:gd name="connsiteY55" fmla="*/ 586463 h 606722"/>
              <a:gd name="connsiteX56" fmla="*/ 465854 w 607639"/>
              <a:gd name="connsiteY56" fmla="*/ 434782 h 606722"/>
              <a:gd name="connsiteX57" fmla="*/ 476000 w 607639"/>
              <a:gd name="connsiteY57" fmla="*/ 424741 h 606722"/>
              <a:gd name="connsiteX58" fmla="*/ 486058 w 607639"/>
              <a:gd name="connsiteY58" fmla="*/ 434782 h 606722"/>
              <a:gd name="connsiteX59" fmla="*/ 486058 w 607639"/>
              <a:gd name="connsiteY59" fmla="*/ 547898 h 606722"/>
              <a:gd name="connsiteX60" fmla="*/ 496205 w 607639"/>
              <a:gd name="connsiteY60" fmla="*/ 546032 h 606722"/>
              <a:gd name="connsiteX61" fmla="*/ 501456 w 607639"/>
              <a:gd name="connsiteY61" fmla="*/ 546477 h 606722"/>
              <a:gd name="connsiteX62" fmla="*/ 536702 w 607639"/>
              <a:gd name="connsiteY62" fmla="*/ 525773 h 606722"/>
              <a:gd name="connsiteX63" fmla="*/ 572037 w 607639"/>
              <a:gd name="connsiteY63" fmla="*/ 546477 h 606722"/>
              <a:gd name="connsiteX64" fmla="*/ 577199 w 607639"/>
              <a:gd name="connsiteY64" fmla="*/ 546032 h 606722"/>
              <a:gd name="connsiteX65" fmla="*/ 607639 w 607639"/>
              <a:gd name="connsiteY65" fmla="*/ 576333 h 606722"/>
              <a:gd name="connsiteX66" fmla="*/ 577199 w 607639"/>
              <a:gd name="connsiteY66" fmla="*/ 606722 h 606722"/>
              <a:gd name="connsiteX67" fmla="*/ 496205 w 607639"/>
              <a:gd name="connsiteY67" fmla="*/ 606722 h 606722"/>
              <a:gd name="connsiteX68" fmla="*/ 10146 w 607639"/>
              <a:gd name="connsiteY68" fmla="*/ 606722 h 606722"/>
              <a:gd name="connsiteX69" fmla="*/ 0 w 607639"/>
              <a:gd name="connsiteY69" fmla="*/ 596592 h 606722"/>
              <a:gd name="connsiteX70" fmla="*/ 10146 w 607639"/>
              <a:gd name="connsiteY70" fmla="*/ 586463 h 606722"/>
              <a:gd name="connsiteX71" fmla="*/ 60790 w 607639"/>
              <a:gd name="connsiteY71" fmla="*/ 586463 h 606722"/>
              <a:gd name="connsiteX72" fmla="*/ 60790 w 607639"/>
              <a:gd name="connsiteY72" fmla="*/ 525062 h 606722"/>
              <a:gd name="connsiteX73" fmla="*/ 0 w 607639"/>
              <a:gd name="connsiteY73" fmla="*/ 455042 h 606722"/>
              <a:gd name="connsiteX74" fmla="*/ 70848 w 607639"/>
              <a:gd name="connsiteY74" fmla="*/ 303361 h 606722"/>
              <a:gd name="connsiteX75" fmla="*/ 490595 w 607639"/>
              <a:gd name="connsiteY75" fmla="*/ 253842 h 606722"/>
              <a:gd name="connsiteX76" fmla="*/ 495135 w 607639"/>
              <a:gd name="connsiteY76" fmla="*/ 267437 h 606722"/>
              <a:gd name="connsiteX77" fmla="*/ 415200 w 607639"/>
              <a:gd name="connsiteY77" fmla="*/ 303335 h 606722"/>
              <a:gd name="connsiteX78" fmla="*/ 379505 w 607639"/>
              <a:gd name="connsiteY78" fmla="*/ 317996 h 606722"/>
              <a:gd name="connsiteX79" fmla="*/ 359655 w 607639"/>
              <a:gd name="connsiteY79" fmla="*/ 332213 h 606722"/>
              <a:gd name="connsiteX80" fmla="*/ 260760 w 607639"/>
              <a:gd name="connsiteY80" fmla="*/ 350428 h 606722"/>
              <a:gd name="connsiteX81" fmla="*/ 170589 w 607639"/>
              <a:gd name="connsiteY81" fmla="*/ 343675 h 606722"/>
              <a:gd name="connsiteX82" fmla="*/ 162132 w 607639"/>
              <a:gd name="connsiteY82" fmla="*/ 332124 h 606722"/>
              <a:gd name="connsiteX83" fmla="*/ 173704 w 607639"/>
              <a:gd name="connsiteY83" fmla="*/ 323683 h 606722"/>
              <a:gd name="connsiteX84" fmla="*/ 349240 w 607639"/>
              <a:gd name="connsiteY84" fmla="*/ 314886 h 606722"/>
              <a:gd name="connsiteX85" fmla="*/ 366865 w 607639"/>
              <a:gd name="connsiteY85" fmla="*/ 302180 h 606722"/>
              <a:gd name="connsiteX86" fmla="*/ 415200 w 607639"/>
              <a:gd name="connsiteY86" fmla="*/ 283165 h 606722"/>
              <a:gd name="connsiteX87" fmla="*/ 477065 w 607639"/>
              <a:gd name="connsiteY87" fmla="*/ 258374 h 606722"/>
              <a:gd name="connsiteX88" fmla="*/ 490595 w 607639"/>
              <a:gd name="connsiteY88" fmla="*/ 253842 h 606722"/>
              <a:gd name="connsiteX89" fmla="*/ 111412 w 607639"/>
              <a:gd name="connsiteY89" fmla="*/ 202241 h 606722"/>
              <a:gd name="connsiteX90" fmla="*/ 192442 w 607639"/>
              <a:gd name="connsiteY90" fmla="*/ 202241 h 606722"/>
              <a:gd name="connsiteX91" fmla="*/ 202593 w 607639"/>
              <a:gd name="connsiteY91" fmla="*/ 212288 h 606722"/>
              <a:gd name="connsiteX92" fmla="*/ 192442 w 607639"/>
              <a:gd name="connsiteY92" fmla="*/ 222423 h 606722"/>
              <a:gd name="connsiteX93" fmla="*/ 111412 w 607639"/>
              <a:gd name="connsiteY93" fmla="*/ 222423 h 606722"/>
              <a:gd name="connsiteX94" fmla="*/ 101261 w 607639"/>
              <a:gd name="connsiteY94" fmla="*/ 212288 h 606722"/>
              <a:gd name="connsiteX95" fmla="*/ 111412 w 607639"/>
              <a:gd name="connsiteY95" fmla="*/ 202241 h 606722"/>
              <a:gd name="connsiteX96" fmla="*/ 400507 w 607639"/>
              <a:gd name="connsiteY96" fmla="*/ 193226 h 606722"/>
              <a:gd name="connsiteX97" fmla="*/ 414126 w 607639"/>
              <a:gd name="connsiteY97" fmla="*/ 197756 h 606722"/>
              <a:gd name="connsiteX98" fmla="*/ 409586 w 607639"/>
              <a:gd name="connsiteY98" fmla="*/ 211259 h 606722"/>
              <a:gd name="connsiteX99" fmla="*/ 400507 w 607639"/>
              <a:gd name="connsiteY99" fmla="*/ 228137 h 606722"/>
              <a:gd name="connsiteX100" fmla="*/ 391962 w 607639"/>
              <a:gd name="connsiteY100" fmla="*/ 249813 h 606722"/>
              <a:gd name="connsiteX101" fmla="*/ 320843 w 607639"/>
              <a:gd name="connsiteY101" fmla="*/ 252300 h 606722"/>
              <a:gd name="connsiteX102" fmla="*/ 176647 w 607639"/>
              <a:gd name="connsiteY102" fmla="*/ 302224 h 606722"/>
              <a:gd name="connsiteX103" fmla="*/ 172108 w 607639"/>
              <a:gd name="connsiteY103" fmla="*/ 303290 h 606722"/>
              <a:gd name="connsiteX104" fmla="*/ 163029 w 607639"/>
              <a:gd name="connsiteY104" fmla="*/ 297694 h 606722"/>
              <a:gd name="connsiteX105" fmla="*/ 167568 w 607639"/>
              <a:gd name="connsiteY105" fmla="*/ 284191 h 606722"/>
              <a:gd name="connsiteX106" fmla="*/ 327252 w 607639"/>
              <a:gd name="connsiteY106" fmla="*/ 233112 h 606722"/>
              <a:gd name="connsiteX107" fmla="*/ 377632 w 607639"/>
              <a:gd name="connsiteY107" fmla="*/ 235510 h 606722"/>
              <a:gd name="connsiteX108" fmla="*/ 380480 w 607639"/>
              <a:gd name="connsiteY108" fmla="*/ 225383 h 606722"/>
              <a:gd name="connsiteX109" fmla="*/ 400507 w 607639"/>
              <a:gd name="connsiteY109" fmla="*/ 193226 h 606722"/>
              <a:gd name="connsiteX110" fmla="*/ 253153 w 607639"/>
              <a:gd name="connsiteY110" fmla="*/ 161736 h 606722"/>
              <a:gd name="connsiteX111" fmla="*/ 293729 w 607639"/>
              <a:gd name="connsiteY111" fmla="*/ 161736 h 606722"/>
              <a:gd name="connsiteX112" fmla="*/ 303784 w 607639"/>
              <a:gd name="connsiteY112" fmla="*/ 171862 h 606722"/>
              <a:gd name="connsiteX113" fmla="*/ 293729 w 607639"/>
              <a:gd name="connsiteY113" fmla="*/ 181988 h 606722"/>
              <a:gd name="connsiteX114" fmla="*/ 253153 w 607639"/>
              <a:gd name="connsiteY114" fmla="*/ 181988 h 606722"/>
              <a:gd name="connsiteX115" fmla="*/ 243098 w 607639"/>
              <a:gd name="connsiteY115" fmla="*/ 171862 h 606722"/>
              <a:gd name="connsiteX116" fmla="*/ 253153 w 607639"/>
              <a:gd name="connsiteY116" fmla="*/ 161736 h 606722"/>
              <a:gd name="connsiteX117" fmla="*/ 111409 w 607639"/>
              <a:gd name="connsiteY117" fmla="*/ 161736 h 606722"/>
              <a:gd name="connsiteX118" fmla="*/ 212627 w 607639"/>
              <a:gd name="connsiteY118" fmla="*/ 161736 h 606722"/>
              <a:gd name="connsiteX119" fmla="*/ 222775 w 607639"/>
              <a:gd name="connsiteY119" fmla="*/ 171862 h 606722"/>
              <a:gd name="connsiteX120" fmla="*/ 212627 w 607639"/>
              <a:gd name="connsiteY120" fmla="*/ 181988 h 606722"/>
              <a:gd name="connsiteX121" fmla="*/ 111409 w 607639"/>
              <a:gd name="connsiteY121" fmla="*/ 181988 h 606722"/>
              <a:gd name="connsiteX122" fmla="*/ 101261 w 607639"/>
              <a:gd name="connsiteY122" fmla="*/ 171862 h 606722"/>
              <a:gd name="connsiteX123" fmla="*/ 111409 w 607639"/>
              <a:gd name="connsiteY123" fmla="*/ 161736 h 606722"/>
              <a:gd name="connsiteX124" fmla="*/ 476013 w 607639"/>
              <a:gd name="connsiteY124" fmla="*/ 141554 h 606722"/>
              <a:gd name="connsiteX125" fmla="*/ 521852 w 607639"/>
              <a:gd name="connsiteY125" fmla="*/ 166623 h 606722"/>
              <a:gd name="connsiteX126" fmla="*/ 536182 w 607639"/>
              <a:gd name="connsiteY126" fmla="*/ 286368 h 606722"/>
              <a:gd name="connsiteX127" fmla="*/ 543926 w 607639"/>
              <a:gd name="connsiteY127" fmla="*/ 326549 h 606722"/>
              <a:gd name="connsiteX128" fmla="*/ 543926 w 607639"/>
              <a:gd name="connsiteY128" fmla="*/ 340862 h 606722"/>
              <a:gd name="connsiteX129" fmla="*/ 536716 w 607639"/>
              <a:gd name="connsiteY129" fmla="*/ 343795 h 606722"/>
              <a:gd name="connsiteX130" fmla="*/ 529596 w 607639"/>
              <a:gd name="connsiteY130" fmla="*/ 340862 h 606722"/>
              <a:gd name="connsiteX131" fmla="*/ 517046 w 607639"/>
              <a:gd name="connsiteY131" fmla="*/ 279967 h 606722"/>
              <a:gd name="connsiteX132" fmla="*/ 505386 w 607639"/>
              <a:gd name="connsiteY132" fmla="*/ 178535 h 606722"/>
              <a:gd name="connsiteX133" fmla="*/ 476013 w 607639"/>
              <a:gd name="connsiteY133" fmla="*/ 161733 h 606722"/>
              <a:gd name="connsiteX134" fmla="*/ 445573 w 607639"/>
              <a:gd name="connsiteY134" fmla="*/ 182002 h 606722"/>
              <a:gd name="connsiteX135" fmla="*/ 465867 w 607639"/>
              <a:gd name="connsiteY135" fmla="*/ 212316 h 606722"/>
              <a:gd name="connsiteX136" fmla="*/ 478951 w 607639"/>
              <a:gd name="connsiteY136" fmla="*/ 205205 h 606722"/>
              <a:gd name="connsiteX137" fmla="*/ 493281 w 607639"/>
              <a:gd name="connsiteY137" fmla="*/ 205205 h 606722"/>
              <a:gd name="connsiteX138" fmla="*/ 493281 w 607639"/>
              <a:gd name="connsiteY138" fmla="*/ 219517 h 606722"/>
              <a:gd name="connsiteX139" fmla="*/ 465867 w 607639"/>
              <a:gd name="connsiteY139" fmla="*/ 232585 h 606722"/>
              <a:gd name="connsiteX140" fmla="*/ 425368 w 607639"/>
              <a:gd name="connsiteY140" fmla="*/ 182002 h 606722"/>
              <a:gd name="connsiteX141" fmla="*/ 476013 w 607639"/>
              <a:gd name="connsiteY141" fmla="*/ 141554 h 606722"/>
              <a:gd name="connsiteX142" fmla="*/ 111409 w 607639"/>
              <a:gd name="connsiteY142" fmla="*/ 121302 h 606722"/>
              <a:gd name="connsiteX143" fmla="*/ 253131 w 607639"/>
              <a:gd name="connsiteY143" fmla="*/ 121302 h 606722"/>
              <a:gd name="connsiteX144" fmla="*/ 263279 w 607639"/>
              <a:gd name="connsiteY144" fmla="*/ 131428 h 606722"/>
              <a:gd name="connsiteX145" fmla="*/ 253131 w 607639"/>
              <a:gd name="connsiteY145" fmla="*/ 141554 h 606722"/>
              <a:gd name="connsiteX146" fmla="*/ 111409 w 607639"/>
              <a:gd name="connsiteY146" fmla="*/ 141554 h 606722"/>
              <a:gd name="connsiteX147" fmla="*/ 101261 w 607639"/>
              <a:gd name="connsiteY147" fmla="*/ 131428 h 606722"/>
              <a:gd name="connsiteX148" fmla="*/ 111409 w 607639"/>
              <a:gd name="connsiteY148" fmla="*/ 121302 h 606722"/>
              <a:gd name="connsiteX149" fmla="*/ 50644 w 607639"/>
              <a:gd name="connsiteY149" fmla="*/ 0 h 606722"/>
              <a:gd name="connsiteX150" fmla="*/ 556995 w 607639"/>
              <a:gd name="connsiteY150" fmla="*/ 0 h 606722"/>
              <a:gd name="connsiteX151" fmla="*/ 607639 w 607639"/>
              <a:gd name="connsiteY151" fmla="*/ 50571 h 606722"/>
              <a:gd name="connsiteX152" fmla="*/ 607639 w 607639"/>
              <a:gd name="connsiteY152" fmla="*/ 353910 h 606722"/>
              <a:gd name="connsiteX153" fmla="*/ 556995 w 607639"/>
              <a:gd name="connsiteY153" fmla="*/ 404481 h 606722"/>
              <a:gd name="connsiteX154" fmla="*/ 161990 w 607639"/>
              <a:gd name="connsiteY154" fmla="*/ 404481 h 606722"/>
              <a:gd name="connsiteX155" fmla="*/ 151932 w 607639"/>
              <a:gd name="connsiteY155" fmla="*/ 394349 h 606722"/>
              <a:gd name="connsiteX156" fmla="*/ 161990 w 607639"/>
              <a:gd name="connsiteY156" fmla="*/ 384306 h 606722"/>
              <a:gd name="connsiteX157" fmla="*/ 556995 w 607639"/>
              <a:gd name="connsiteY157" fmla="*/ 384306 h 606722"/>
              <a:gd name="connsiteX158" fmla="*/ 587346 w 607639"/>
              <a:gd name="connsiteY158" fmla="*/ 353910 h 606722"/>
              <a:gd name="connsiteX159" fmla="*/ 587346 w 607639"/>
              <a:gd name="connsiteY159" fmla="*/ 50571 h 606722"/>
              <a:gd name="connsiteX160" fmla="*/ 556995 w 607639"/>
              <a:gd name="connsiteY160" fmla="*/ 20264 h 606722"/>
              <a:gd name="connsiteX161" fmla="*/ 465854 w 607639"/>
              <a:gd name="connsiteY161" fmla="*/ 20264 h 606722"/>
              <a:gd name="connsiteX162" fmla="*/ 465854 w 607639"/>
              <a:gd name="connsiteY162" fmla="*/ 40439 h 606722"/>
              <a:gd name="connsiteX163" fmla="*/ 496205 w 607639"/>
              <a:gd name="connsiteY163" fmla="*/ 40439 h 606722"/>
              <a:gd name="connsiteX164" fmla="*/ 506351 w 607639"/>
              <a:gd name="connsiteY164" fmla="*/ 50571 h 606722"/>
              <a:gd name="connsiteX165" fmla="*/ 496205 w 607639"/>
              <a:gd name="connsiteY165" fmla="*/ 60703 h 606722"/>
              <a:gd name="connsiteX166" fmla="*/ 415210 w 607639"/>
              <a:gd name="connsiteY166" fmla="*/ 60703 h 606722"/>
              <a:gd name="connsiteX167" fmla="*/ 405063 w 607639"/>
              <a:gd name="connsiteY167" fmla="*/ 50571 h 606722"/>
              <a:gd name="connsiteX168" fmla="*/ 415210 w 607639"/>
              <a:gd name="connsiteY168" fmla="*/ 40439 h 606722"/>
              <a:gd name="connsiteX169" fmla="*/ 445561 w 607639"/>
              <a:gd name="connsiteY169" fmla="*/ 40439 h 606722"/>
              <a:gd name="connsiteX170" fmla="*/ 445561 w 607639"/>
              <a:gd name="connsiteY170" fmla="*/ 20264 h 606722"/>
              <a:gd name="connsiteX171" fmla="*/ 161990 w 607639"/>
              <a:gd name="connsiteY171" fmla="*/ 20264 h 606722"/>
              <a:gd name="connsiteX172" fmla="*/ 161990 w 607639"/>
              <a:gd name="connsiteY172" fmla="*/ 40439 h 606722"/>
              <a:gd name="connsiteX173" fmla="*/ 192430 w 607639"/>
              <a:gd name="connsiteY173" fmla="*/ 40439 h 606722"/>
              <a:gd name="connsiteX174" fmla="*/ 202576 w 607639"/>
              <a:gd name="connsiteY174" fmla="*/ 50571 h 606722"/>
              <a:gd name="connsiteX175" fmla="*/ 192430 w 607639"/>
              <a:gd name="connsiteY175" fmla="*/ 60703 h 606722"/>
              <a:gd name="connsiteX176" fmla="*/ 111434 w 607639"/>
              <a:gd name="connsiteY176" fmla="*/ 60703 h 606722"/>
              <a:gd name="connsiteX177" fmla="*/ 101288 w 607639"/>
              <a:gd name="connsiteY177" fmla="*/ 50571 h 606722"/>
              <a:gd name="connsiteX178" fmla="*/ 111434 w 607639"/>
              <a:gd name="connsiteY178" fmla="*/ 40439 h 606722"/>
              <a:gd name="connsiteX179" fmla="*/ 141785 w 607639"/>
              <a:gd name="connsiteY179" fmla="*/ 40439 h 606722"/>
              <a:gd name="connsiteX180" fmla="*/ 141785 w 607639"/>
              <a:gd name="connsiteY180" fmla="*/ 20264 h 606722"/>
              <a:gd name="connsiteX181" fmla="*/ 50644 w 607639"/>
              <a:gd name="connsiteY181" fmla="*/ 20264 h 606722"/>
              <a:gd name="connsiteX182" fmla="*/ 20293 w 607639"/>
              <a:gd name="connsiteY182" fmla="*/ 50571 h 606722"/>
              <a:gd name="connsiteX183" fmla="*/ 20293 w 607639"/>
              <a:gd name="connsiteY183" fmla="*/ 313471 h 606722"/>
              <a:gd name="connsiteX184" fmla="*/ 10146 w 607639"/>
              <a:gd name="connsiteY184" fmla="*/ 323603 h 606722"/>
              <a:gd name="connsiteX185" fmla="*/ 0 w 607639"/>
              <a:gd name="connsiteY185" fmla="*/ 313471 h 606722"/>
              <a:gd name="connsiteX186" fmla="*/ 0 w 607639"/>
              <a:gd name="connsiteY186" fmla="*/ 50571 h 606722"/>
              <a:gd name="connsiteX187" fmla="*/ 50644 w 607639"/>
              <a:gd name="connsiteY18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607639" h="606722">
                <a:moveTo>
                  <a:pt x="536702" y="546032"/>
                </a:moveTo>
                <a:cubicBezTo>
                  <a:pt x="527267" y="546032"/>
                  <a:pt x="519168" y="552430"/>
                  <a:pt x="517032" y="561671"/>
                </a:cubicBezTo>
                <a:cubicBezTo>
                  <a:pt x="516320" y="564870"/>
                  <a:pt x="514095" y="567536"/>
                  <a:pt x="510980" y="568780"/>
                </a:cubicBezTo>
                <a:cubicBezTo>
                  <a:pt x="507953" y="570024"/>
                  <a:pt x="504482" y="569668"/>
                  <a:pt x="501723" y="567891"/>
                </a:cubicBezTo>
                <a:cubicBezTo>
                  <a:pt x="500032" y="566825"/>
                  <a:pt x="498163" y="566292"/>
                  <a:pt x="496205" y="566292"/>
                </a:cubicBezTo>
                <a:cubicBezTo>
                  <a:pt x="490597" y="566292"/>
                  <a:pt x="486058" y="570824"/>
                  <a:pt x="486058" y="576333"/>
                </a:cubicBezTo>
                <a:cubicBezTo>
                  <a:pt x="486058" y="581931"/>
                  <a:pt x="490597" y="586463"/>
                  <a:pt x="496205" y="586463"/>
                </a:cubicBezTo>
                <a:lnTo>
                  <a:pt x="577199" y="586463"/>
                </a:lnTo>
                <a:cubicBezTo>
                  <a:pt x="582807" y="586463"/>
                  <a:pt x="587346" y="581931"/>
                  <a:pt x="587346" y="576333"/>
                </a:cubicBezTo>
                <a:cubicBezTo>
                  <a:pt x="587346" y="568869"/>
                  <a:pt x="578356" y="563626"/>
                  <a:pt x="571770" y="567891"/>
                </a:cubicBezTo>
                <a:cubicBezTo>
                  <a:pt x="568922" y="569668"/>
                  <a:pt x="565540" y="570024"/>
                  <a:pt x="562425" y="568780"/>
                </a:cubicBezTo>
                <a:cubicBezTo>
                  <a:pt x="559398" y="567536"/>
                  <a:pt x="557173" y="564870"/>
                  <a:pt x="556372" y="561671"/>
                </a:cubicBezTo>
                <a:cubicBezTo>
                  <a:pt x="554236" y="552430"/>
                  <a:pt x="546137" y="546032"/>
                  <a:pt x="536702" y="546032"/>
                </a:cubicBezTo>
                <a:close/>
                <a:moveTo>
                  <a:pt x="50649" y="444915"/>
                </a:moveTo>
                <a:cubicBezTo>
                  <a:pt x="56255" y="444915"/>
                  <a:pt x="60793" y="449440"/>
                  <a:pt x="60793" y="455030"/>
                </a:cubicBezTo>
                <a:cubicBezTo>
                  <a:pt x="66399" y="455030"/>
                  <a:pt x="70848" y="459554"/>
                  <a:pt x="70848" y="465144"/>
                </a:cubicBezTo>
                <a:cubicBezTo>
                  <a:pt x="70848" y="470733"/>
                  <a:pt x="66399" y="475258"/>
                  <a:pt x="60793" y="475258"/>
                </a:cubicBezTo>
                <a:cubicBezTo>
                  <a:pt x="49581" y="475258"/>
                  <a:pt x="40505" y="466120"/>
                  <a:pt x="40505" y="455030"/>
                </a:cubicBezTo>
                <a:cubicBezTo>
                  <a:pt x="40505" y="449440"/>
                  <a:pt x="45043" y="444915"/>
                  <a:pt x="50649" y="444915"/>
                </a:cubicBezTo>
                <a:close/>
                <a:moveTo>
                  <a:pt x="80986" y="424734"/>
                </a:moveTo>
                <a:cubicBezTo>
                  <a:pt x="92191" y="424734"/>
                  <a:pt x="101262" y="433790"/>
                  <a:pt x="101262" y="444887"/>
                </a:cubicBezTo>
                <a:cubicBezTo>
                  <a:pt x="101262" y="450480"/>
                  <a:pt x="96726" y="455007"/>
                  <a:pt x="91124" y="455007"/>
                </a:cubicBezTo>
                <a:cubicBezTo>
                  <a:pt x="85521" y="455007"/>
                  <a:pt x="80986" y="450480"/>
                  <a:pt x="80986" y="444887"/>
                </a:cubicBezTo>
                <a:cubicBezTo>
                  <a:pt x="75383" y="444887"/>
                  <a:pt x="70848" y="440359"/>
                  <a:pt x="70848" y="434766"/>
                </a:cubicBezTo>
                <a:cubicBezTo>
                  <a:pt x="70848" y="429262"/>
                  <a:pt x="75383" y="424734"/>
                  <a:pt x="80986" y="424734"/>
                </a:cubicBezTo>
                <a:close/>
                <a:moveTo>
                  <a:pt x="70865" y="374138"/>
                </a:moveTo>
                <a:cubicBezTo>
                  <a:pt x="76471" y="374138"/>
                  <a:pt x="81009" y="378676"/>
                  <a:pt x="81009" y="384282"/>
                </a:cubicBezTo>
                <a:cubicBezTo>
                  <a:pt x="81009" y="389799"/>
                  <a:pt x="76471" y="394337"/>
                  <a:pt x="70865" y="394337"/>
                </a:cubicBezTo>
                <a:cubicBezTo>
                  <a:pt x="70865" y="399943"/>
                  <a:pt x="66327" y="404481"/>
                  <a:pt x="60810" y="404481"/>
                </a:cubicBezTo>
                <a:cubicBezTo>
                  <a:pt x="55204" y="404481"/>
                  <a:pt x="50666" y="399943"/>
                  <a:pt x="50666" y="394337"/>
                </a:cubicBezTo>
                <a:cubicBezTo>
                  <a:pt x="50666" y="383214"/>
                  <a:pt x="59742" y="374138"/>
                  <a:pt x="70865" y="374138"/>
                </a:cubicBezTo>
                <a:close/>
                <a:moveTo>
                  <a:pt x="70848" y="323621"/>
                </a:moveTo>
                <a:cubicBezTo>
                  <a:pt x="50911" y="323621"/>
                  <a:pt x="20293" y="394085"/>
                  <a:pt x="20293" y="455042"/>
                </a:cubicBezTo>
                <a:cubicBezTo>
                  <a:pt x="20293" y="483832"/>
                  <a:pt x="42010" y="505602"/>
                  <a:pt x="70848" y="505602"/>
                </a:cubicBezTo>
                <a:cubicBezTo>
                  <a:pt x="100665" y="505602"/>
                  <a:pt x="121492" y="484809"/>
                  <a:pt x="121492" y="455042"/>
                </a:cubicBezTo>
                <a:cubicBezTo>
                  <a:pt x="121492" y="394085"/>
                  <a:pt x="90874" y="323621"/>
                  <a:pt x="70848" y="323621"/>
                </a:cubicBezTo>
                <a:close/>
                <a:moveTo>
                  <a:pt x="70848" y="303361"/>
                </a:moveTo>
                <a:cubicBezTo>
                  <a:pt x="111345" y="303361"/>
                  <a:pt x="141785" y="395418"/>
                  <a:pt x="141785" y="455042"/>
                </a:cubicBezTo>
                <a:cubicBezTo>
                  <a:pt x="141785" y="492540"/>
                  <a:pt x="116775" y="520619"/>
                  <a:pt x="80995" y="525151"/>
                </a:cubicBezTo>
                <a:lnTo>
                  <a:pt x="80995" y="586463"/>
                </a:lnTo>
                <a:lnTo>
                  <a:pt x="121492" y="586463"/>
                </a:lnTo>
                <a:lnTo>
                  <a:pt x="121492" y="546032"/>
                </a:lnTo>
                <a:cubicBezTo>
                  <a:pt x="121492" y="540434"/>
                  <a:pt x="126031" y="535902"/>
                  <a:pt x="131639" y="535902"/>
                </a:cubicBezTo>
                <a:cubicBezTo>
                  <a:pt x="137246" y="535902"/>
                  <a:pt x="141785" y="540434"/>
                  <a:pt x="141785" y="546032"/>
                </a:cubicBezTo>
                <a:lnTo>
                  <a:pt x="141785" y="586463"/>
                </a:lnTo>
                <a:lnTo>
                  <a:pt x="161990" y="586463"/>
                </a:lnTo>
                <a:lnTo>
                  <a:pt x="161990" y="434782"/>
                </a:lnTo>
                <a:cubicBezTo>
                  <a:pt x="161990" y="429273"/>
                  <a:pt x="166529" y="424741"/>
                  <a:pt x="172136" y="424741"/>
                </a:cubicBezTo>
                <a:cubicBezTo>
                  <a:pt x="177744" y="424741"/>
                  <a:pt x="182283" y="429273"/>
                  <a:pt x="182283" y="434782"/>
                </a:cubicBezTo>
                <a:lnTo>
                  <a:pt x="182283" y="586463"/>
                </a:lnTo>
                <a:lnTo>
                  <a:pt x="425356" y="586463"/>
                </a:lnTo>
                <a:lnTo>
                  <a:pt x="425356" y="434782"/>
                </a:lnTo>
                <a:cubicBezTo>
                  <a:pt x="425356" y="429273"/>
                  <a:pt x="429896" y="424741"/>
                  <a:pt x="435414" y="424741"/>
                </a:cubicBezTo>
                <a:cubicBezTo>
                  <a:pt x="441021" y="424741"/>
                  <a:pt x="445561" y="429273"/>
                  <a:pt x="445561" y="434782"/>
                </a:cubicBezTo>
                <a:lnTo>
                  <a:pt x="445561" y="586463"/>
                </a:lnTo>
                <a:lnTo>
                  <a:pt x="465854" y="586463"/>
                </a:lnTo>
                <a:lnTo>
                  <a:pt x="465854" y="434782"/>
                </a:lnTo>
                <a:cubicBezTo>
                  <a:pt x="465854" y="429273"/>
                  <a:pt x="470393" y="424741"/>
                  <a:pt x="476000" y="424741"/>
                </a:cubicBezTo>
                <a:cubicBezTo>
                  <a:pt x="481519" y="424741"/>
                  <a:pt x="486058" y="429273"/>
                  <a:pt x="486058" y="434782"/>
                </a:cubicBezTo>
                <a:lnTo>
                  <a:pt x="486058" y="547898"/>
                </a:lnTo>
                <a:cubicBezTo>
                  <a:pt x="489262" y="546743"/>
                  <a:pt x="492644" y="546032"/>
                  <a:pt x="496205" y="546032"/>
                </a:cubicBezTo>
                <a:cubicBezTo>
                  <a:pt x="497985" y="546032"/>
                  <a:pt x="499676" y="546210"/>
                  <a:pt x="501456" y="546477"/>
                </a:cubicBezTo>
                <a:cubicBezTo>
                  <a:pt x="508398" y="533948"/>
                  <a:pt x="521749" y="525773"/>
                  <a:pt x="536702" y="525773"/>
                </a:cubicBezTo>
                <a:cubicBezTo>
                  <a:pt x="551744" y="525773"/>
                  <a:pt x="565006" y="533948"/>
                  <a:pt x="572037" y="546477"/>
                </a:cubicBezTo>
                <a:cubicBezTo>
                  <a:pt x="573728" y="546210"/>
                  <a:pt x="575508" y="546032"/>
                  <a:pt x="577199" y="546032"/>
                </a:cubicBezTo>
                <a:cubicBezTo>
                  <a:pt x="594021" y="546032"/>
                  <a:pt x="607639" y="559628"/>
                  <a:pt x="607639" y="576333"/>
                </a:cubicBezTo>
                <a:cubicBezTo>
                  <a:pt x="607639" y="593127"/>
                  <a:pt x="594021" y="606722"/>
                  <a:pt x="577199" y="606722"/>
                </a:cubicBezTo>
                <a:lnTo>
                  <a:pt x="496205" y="606722"/>
                </a:lnTo>
                <a:lnTo>
                  <a:pt x="10146" y="606722"/>
                </a:lnTo>
                <a:cubicBezTo>
                  <a:pt x="4539" y="606722"/>
                  <a:pt x="0" y="602190"/>
                  <a:pt x="0" y="596592"/>
                </a:cubicBezTo>
                <a:cubicBezTo>
                  <a:pt x="0" y="590994"/>
                  <a:pt x="4539" y="586463"/>
                  <a:pt x="10146" y="586463"/>
                </a:cubicBezTo>
                <a:lnTo>
                  <a:pt x="60790" y="586463"/>
                </a:lnTo>
                <a:lnTo>
                  <a:pt x="60790" y="525062"/>
                </a:lnTo>
                <a:cubicBezTo>
                  <a:pt x="25989" y="520263"/>
                  <a:pt x="0" y="491296"/>
                  <a:pt x="0" y="455042"/>
                </a:cubicBezTo>
                <a:cubicBezTo>
                  <a:pt x="0" y="395418"/>
                  <a:pt x="30440" y="303361"/>
                  <a:pt x="70848" y="303361"/>
                </a:cubicBezTo>
                <a:close/>
                <a:moveTo>
                  <a:pt x="490595" y="253842"/>
                </a:moveTo>
                <a:cubicBezTo>
                  <a:pt x="495580" y="256419"/>
                  <a:pt x="497627" y="262461"/>
                  <a:pt x="495135" y="267437"/>
                </a:cubicBezTo>
                <a:cubicBezTo>
                  <a:pt x="481872" y="293916"/>
                  <a:pt x="445109" y="303335"/>
                  <a:pt x="415200" y="303335"/>
                </a:cubicBezTo>
                <a:cubicBezTo>
                  <a:pt x="397842" y="303335"/>
                  <a:pt x="390899" y="308844"/>
                  <a:pt x="379505" y="317996"/>
                </a:cubicBezTo>
                <a:cubicBezTo>
                  <a:pt x="374075" y="322350"/>
                  <a:pt x="367844" y="327326"/>
                  <a:pt x="359655" y="332213"/>
                </a:cubicBezTo>
                <a:cubicBezTo>
                  <a:pt x="335977" y="346430"/>
                  <a:pt x="297078" y="350428"/>
                  <a:pt x="260760" y="350428"/>
                </a:cubicBezTo>
                <a:cubicBezTo>
                  <a:pt x="215274" y="350428"/>
                  <a:pt x="173615" y="344119"/>
                  <a:pt x="170589" y="343675"/>
                </a:cubicBezTo>
                <a:cubicBezTo>
                  <a:pt x="165070" y="342876"/>
                  <a:pt x="161242" y="337633"/>
                  <a:pt x="162132" y="332124"/>
                </a:cubicBezTo>
                <a:cubicBezTo>
                  <a:pt x="162934" y="326615"/>
                  <a:pt x="168185" y="322883"/>
                  <a:pt x="173704" y="323683"/>
                </a:cubicBezTo>
                <a:cubicBezTo>
                  <a:pt x="174950" y="323860"/>
                  <a:pt x="302330" y="342964"/>
                  <a:pt x="349240" y="314886"/>
                </a:cubicBezTo>
                <a:cubicBezTo>
                  <a:pt x="356273" y="310710"/>
                  <a:pt x="361613" y="306356"/>
                  <a:pt x="366865" y="302180"/>
                </a:cubicBezTo>
                <a:cubicBezTo>
                  <a:pt x="379149" y="292406"/>
                  <a:pt x="390721" y="283165"/>
                  <a:pt x="415200" y="283165"/>
                </a:cubicBezTo>
                <a:cubicBezTo>
                  <a:pt x="444753" y="283165"/>
                  <a:pt x="469588" y="273213"/>
                  <a:pt x="477065" y="258374"/>
                </a:cubicBezTo>
                <a:cubicBezTo>
                  <a:pt x="479557" y="253398"/>
                  <a:pt x="485610" y="251354"/>
                  <a:pt x="490595" y="253842"/>
                </a:cubicBezTo>
                <a:close/>
                <a:moveTo>
                  <a:pt x="111412" y="202241"/>
                </a:moveTo>
                <a:lnTo>
                  <a:pt x="192442" y="202241"/>
                </a:lnTo>
                <a:cubicBezTo>
                  <a:pt x="198052" y="202241"/>
                  <a:pt x="202593" y="206776"/>
                  <a:pt x="202593" y="212288"/>
                </a:cubicBezTo>
                <a:cubicBezTo>
                  <a:pt x="202593" y="217889"/>
                  <a:pt x="198052" y="222423"/>
                  <a:pt x="192442" y="222423"/>
                </a:cubicBezTo>
                <a:lnTo>
                  <a:pt x="111412" y="222423"/>
                </a:lnTo>
                <a:cubicBezTo>
                  <a:pt x="105802" y="222423"/>
                  <a:pt x="101261" y="217889"/>
                  <a:pt x="101261" y="212288"/>
                </a:cubicBezTo>
                <a:cubicBezTo>
                  <a:pt x="101261" y="206776"/>
                  <a:pt x="105802" y="202241"/>
                  <a:pt x="111412" y="202241"/>
                </a:cubicBezTo>
                <a:close/>
                <a:moveTo>
                  <a:pt x="400507" y="193226"/>
                </a:moveTo>
                <a:cubicBezTo>
                  <a:pt x="405492" y="190738"/>
                  <a:pt x="411634" y="192693"/>
                  <a:pt x="414126" y="197756"/>
                </a:cubicBezTo>
                <a:cubicBezTo>
                  <a:pt x="416618" y="202731"/>
                  <a:pt x="414571" y="208771"/>
                  <a:pt x="409586" y="211259"/>
                </a:cubicBezTo>
                <a:cubicBezTo>
                  <a:pt x="402644" y="214723"/>
                  <a:pt x="401754" y="219165"/>
                  <a:pt x="400507" y="228137"/>
                </a:cubicBezTo>
                <a:cubicBezTo>
                  <a:pt x="399617" y="234888"/>
                  <a:pt x="398460" y="243328"/>
                  <a:pt x="391962" y="249813"/>
                </a:cubicBezTo>
                <a:cubicBezTo>
                  <a:pt x="378789" y="262960"/>
                  <a:pt x="355468" y="263759"/>
                  <a:pt x="320843" y="252300"/>
                </a:cubicBezTo>
                <a:cubicBezTo>
                  <a:pt x="302596" y="246170"/>
                  <a:pt x="225514" y="277884"/>
                  <a:pt x="176647" y="302224"/>
                </a:cubicBezTo>
                <a:cubicBezTo>
                  <a:pt x="175223" y="302935"/>
                  <a:pt x="173621" y="303290"/>
                  <a:pt x="172108" y="303290"/>
                </a:cubicBezTo>
                <a:cubicBezTo>
                  <a:pt x="168458" y="303290"/>
                  <a:pt x="164809" y="301247"/>
                  <a:pt x="163029" y="297694"/>
                </a:cubicBezTo>
                <a:cubicBezTo>
                  <a:pt x="160536" y="292719"/>
                  <a:pt x="162583" y="286678"/>
                  <a:pt x="167568" y="284191"/>
                </a:cubicBezTo>
                <a:cubicBezTo>
                  <a:pt x="188485" y="273709"/>
                  <a:pt x="294496" y="222274"/>
                  <a:pt x="327252" y="233112"/>
                </a:cubicBezTo>
                <a:cubicBezTo>
                  <a:pt x="352798" y="241551"/>
                  <a:pt x="370689" y="242439"/>
                  <a:pt x="377632" y="235510"/>
                </a:cubicBezTo>
                <a:cubicBezTo>
                  <a:pt x="379323" y="233822"/>
                  <a:pt x="379857" y="229914"/>
                  <a:pt x="380480" y="225383"/>
                </a:cubicBezTo>
                <a:cubicBezTo>
                  <a:pt x="381726" y="215967"/>
                  <a:pt x="383685" y="201576"/>
                  <a:pt x="400507" y="193226"/>
                </a:cubicBezTo>
                <a:close/>
                <a:moveTo>
                  <a:pt x="253153" y="161736"/>
                </a:moveTo>
                <a:lnTo>
                  <a:pt x="293729" y="161736"/>
                </a:lnTo>
                <a:cubicBezTo>
                  <a:pt x="299246" y="161736"/>
                  <a:pt x="303784" y="166266"/>
                  <a:pt x="303784" y="171862"/>
                </a:cubicBezTo>
                <a:cubicBezTo>
                  <a:pt x="303784" y="177458"/>
                  <a:pt x="299246" y="181988"/>
                  <a:pt x="293729" y="181988"/>
                </a:cubicBezTo>
                <a:lnTo>
                  <a:pt x="253153" y="181988"/>
                </a:lnTo>
                <a:cubicBezTo>
                  <a:pt x="247636" y="181988"/>
                  <a:pt x="243098" y="177458"/>
                  <a:pt x="243098" y="171862"/>
                </a:cubicBezTo>
                <a:cubicBezTo>
                  <a:pt x="243098" y="166266"/>
                  <a:pt x="247636" y="161736"/>
                  <a:pt x="253153" y="161736"/>
                </a:cubicBezTo>
                <a:close/>
                <a:moveTo>
                  <a:pt x="111409" y="161736"/>
                </a:moveTo>
                <a:lnTo>
                  <a:pt x="212627" y="161736"/>
                </a:lnTo>
                <a:cubicBezTo>
                  <a:pt x="218235" y="161736"/>
                  <a:pt x="222775" y="166266"/>
                  <a:pt x="222775" y="171862"/>
                </a:cubicBezTo>
                <a:cubicBezTo>
                  <a:pt x="222775" y="177458"/>
                  <a:pt x="218235" y="181988"/>
                  <a:pt x="212627" y="181988"/>
                </a:cubicBezTo>
                <a:lnTo>
                  <a:pt x="111409" y="181988"/>
                </a:lnTo>
                <a:cubicBezTo>
                  <a:pt x="105801" y="181988"/>
                  <a:pt x="101261" y="177458"/>
                  <a:pt x="101261" y="171862"/>
                </a:cubicBezTo>
                <a:cubicBezTo>
                  <a:pt x="101261" y="166266"/>
                  <a:pt x="105801" y="161736"/>
                  <a:pt x="111409" y="161736"/>
                </a:cubicBezTo>
                <a:close/>
                <a:moveTo>
                  <a:pt x="476013" y="141554"/>
                </a:moveTo>
                <a:cubicBezTo>
                  <a:pt x="494171" y="141554"/>
                  <a:pt x="510014" y="150266"/>
                  <a:pt x="521852" y="166623"/>
                </a:cubicBezTo>
                <a:cubicBezTo>
                  <a:pt x="542680" y="195515"/>
                  <a:pt x="548999" y="248053"/>
                  <a:pt x="536182" y="286368"/>
                </a:cubicBezTo>
                <a:cubicBezTo>
                  <a:pt x="528172" y="310459"/>
                  <a:pt x="543748" y="326371"/>
                  <a:pt x="543926" y="326549"/>
                </a:cubicBezTo>
                <a:cubicBezTo>
                  <a:pt x="547842" y="330550"/>
                  <a:pt x="547842" y="336950"/>
                  <a:pt x="543926" y="340862"/>
                </a:cubicBezTo>
                <a:cubicBezTo>
                  <a:pt x="541879" y="342817"/>
                  <a:pt x="539297" y="343795"/>
                  <a:pt x="536716" y="343795"/>
                </a:cubicBezTo>
                <a:cubicBezTo>
                  <a:pt x="534135" y="343795"/>
                  <a:pt x="531554" y="342817"/>
                  <a:pt x="529596" y="340862"/>
                </a:cubicBezTo>
                <a:cubicBezTo>
                  <a:pt x="528528" y="339884"/>
                  <a:pt x="505030" y="315793"/>
                  <a:pt x="517046" y="279967"/>
                </a:cubicBezTo>
                <a:cubicBezTo>
                  <a:pt x="527727" y="247786"/>
                  <a:pt x="522564" y="202271"/>
                  <a:pt x="505386" y="178535"/>
                </a:cubicBezTo>
                <a:cubicBezTo>
                  <a:pt x="497464" y="167423"/>
                  <a:pt x="487495" y="161733"/>
                  <a:pt x="476013" y="161733"/>
                </a:cubicBezTo>
                <a:cubicBezTo>
                  <a:pt x="450735" y="161733"/>
                  <a:pt x="445573" y="177735"/>
                  <a:pt x="445573" y="182002"/>
                </a:cubicBezTo>
                <a:cubicBezTo>
                  <a:pt x="445573" y="203516"/>
                  <a:pt x="451447" y="212316"/>
                  <a:pt x="465867" y="212316"/>
                </a:cubicBezTo>
                <a:cubicBezTo>
                  <a:pt x="469783" y="212316"/>
                  <a:pt x="476013" y="208049"/>
                  <a:pt x="478951" y="205205"/>
                </a:cubicBezTo>
                <a:cubicBezTo>
                  <a:pt x="482956" y="201293"/>
                  <a:pt x="489364" y="201293"/>
                  <a:pt x="493281" y="205205"/>
                </a:cubicBezTo>
                <a:cubicBezTo>
                  <a:pt x="497197" y="209205"/>
                  <a:pt x="497197" y="215606"/>
                  <a:pt x="493281" y="219517"/>
                </a:cubicBezTo>
                <a:cubicBezTo>
                  <a:pt x="491946" y="220850"/>
                  <a:pt x="479752" y="232585"/>
                  <a:pt x="465867" y="232585"/>
                </a:cubicBezTo>
                <a:cubicBezTo>
                  <a:pt x="450735" y="232585"/>
                  <a:pt x="425368" y="226007"/>
                  <a:pt x="425368" y="182002"/>
                </a:cubicBezTo>
                <a:cubicBezTo>
                  <a:pt x="425368" y="165200"/>
                  <a:pt x="441034" y="141554"/>
                  <a:pt x="476013" y="141554"/>
                </a:cubicBezTo>
                <a:close/>
                <a:moveTo>
                  <a:pt x="111409" y="121302"/>
                </a:moveTo>
                <a:lnTo>
                  <a:pt x="253131" y="121302"/>
                </a:lnTo>
                <a:cubicBezTo>
                  <a:pt x="258739" y="121302"/>
                  <a:pt x="263279" y="125832"/>
                  <a:pt x="263279" y="131428"/>
                </a:cubicBezTo>
                <a:cubicBezTo>
                  <a:pt x="263279" y="137024"/>
                  <a:pt x="258739" y="141554"/>
                  <a:pt x="253131" y="141554"/>
                </a:cubicBezTo>
                <a:lnTo>
                  <a:pt x="111409" y="141554"/>
                </a:lnTo>
                <a:cubicBezTo>
                  <a:pt x="105801" y="141554"/>
                  <a:pt x="101261" y="137024"/>
                  <a:pt x="101261" y="131428"/>
                </a:cubicBezTo>
                <a:cubicBezTo>
                  <a:pt x="101261" y="125832"/>
                  <a:pt x="105801" y="121302"/>
                  <a:pt x="111409" y="121302"/>
                </a:cubicBezTo>
                <a:close/>
                <a:moveTo>
                  <a:pt x="50644" y="0"/>
                </a:moveTo>
                <a:lnTo>
                  <a:pt x="556995" y="0"/>
                </a:lnTo>
                <a:cubicBezTo>
                  <a:pt x="584854" y="0"/>
                  <a:pt x="607639" y="22663"/>
                  <a:pt x="607639" y="50571"/>
                </a:cubicBezTo>
                <a:lnTo>
                  <a:pt x="607639" y="353910"/>
                </a:lnTo>
                <a:cubicBezTo>
                  <a:pt x="607639" y="381818"/>
                  <a:pt x="584854" y="404481"/>
                  <a:pt x="556995" y="404481"/>
                </a:cubicBezTo>
                <a:lnTo>
                  <a:pt x="161990" y="404481"/>
                </a:lnTo>
                <a:cubicBezTo>
                  <a:pt x="156471" y="404481"/>
                  <a:pt x="151932" y="399948"/>
                  <a:pt x="151932" y="394349"/>
                </a:cubicBezTo>
                <a:cubicBezTo>
                  <a:pt x="151932" y="388839"/>
                  <a:pt x="156471" y="384306"/>
                  <a:pt x="161990" y="384306"/>
                </a:cubicBezTo>
                <a:lnTo>
                  <a:pt x="556995" y="384306"/>
                </a:lnTo>
                <a:cubicBezTo>
                  <a:pt x="573728" y="384306"/>
                  <a:pt x="587346" y="370619"/>
                  <a:pt x="587346" y="353910"/>
                </a:cubicBezTo>
                <a:lnTo>
                  <a:pt x="587346" y="50571"/>
                </a:lnTo>
                <a:cubicBezTo>
                  <a:pt x="587346" y="33862"/>
                  <a:pt x="573728" y="20264"/>
                  <a:pt x="556995" y="20264"/>
                </a:cubicBezTo>
                <a:lnTo>
                  <a:pt x="465854" y="20264"/>
                </a:lnTo>
                <a:lnTo>
                  <a:pt x="465854" y="40439"/>
                </a:lnTo>
                <a:lnTo>
                  <a:pt x="496205" y="40439"/>
                </a:lnTo>
                <a:cubicBezTo>
                  <a:pt x="501812" y="40439"/>
                  <a:pt x="506351" y="44972"/>
                  <a:pt x="506351" y="50571"/>
                </a:cubicBezTo>
                <a:cubicBezTo>
                  <a:pt x="506351" y="56170"/>
                  <a:pt x="501812" y="60703"/>
                  <a:pt x="496205" y="60703"/>
                </a:cubicBezTo>
                <a:lnTo>
                  <a:pt x="415210" y="60703"/>
                </a:lnTo>
                <a:cubicBezTo>
                  <a:pt x="409603" y="60703"/>
                  <a:pt x="405063" y="56170"/>
                  <a:pt x="405063" y="50571"/>
                </a:cubicBezTo>
                <a:cubicBezTo>
                  <a:pt x="405063" y="44972"/>
                  <a:pt x="409603" y="40439"/>
                  <a:pt x="415210" y="40439"/>
                </a:cubicBezTo>
                <a:lnTo>
                  <a:pt x="445561" y="40439"/>
                </a:lnTo>
                <a:lnTo>
                  <a:pt x="445561" y="20264"/>
                </a:lnTo>
                <a:lnTo>
                  <a:pt x="161990" y="20264"/>
                </a:lnTo>
                <a:lnTo>
                  <a:pt x="161990" y="40439"/>
                </a:lnTo>
                <a:lnTo>
                  <a:pt x="192430" y="40439"/>
                </a:lnTo>
                <a:cubicBezTo>
                  <a:pt x="198037" y="40439"/>
                  <a:pt x="202576" y="44972"/>
                  <a:pt x="202576" y="50571"/>
                </a:cubicBezTo>
                <a:cubicBezTo>
                  <a:pt x="202576" y="56170"/>
                  <a:pt x="198037" y="60703"/>
                  <a:pt x="192430" y="60703"/>
                </a:cubicBezTo>
                <a:lnTo>
                  <a:pt x="111434" y="60703"/>
                </a:lnTo>
                <a:cubicBezTo>
                  <a:pt x="105827" y="60703"/>
                  <a:pt x="101288" y="56170"/>
                  <a:pt x="101288" y="50571"/>
                </a:cubicBezTo>
                <a:cubicBezTo>
                  <a:pt x="101288" y="44972"/>
                  <a:pt x="105827" y="40439"/>
                  <a:pt x="111434" y="40439"/>
                </a:cubicBezTo>
                <a:lnTo>
                  <a:pt x="141785" y="40439"/>
                </a:lnTo>
                <a:lnTo>
                  <a:pt x="141785" y="20264"/>
                </a:lnTo>
                <a:lnTo>
                  <a:pt x="50644" y="20264"/>
                </a:lnTo>
                <a:cubicBezTo>
                  <a:pt x="33911" y="20264"/>
                  <a:pt x="20293" y="33862"/>
                  <a:pt x="20293" y="50571"/>
                </a:cubicBezTo>
                <a:lnTo>
                  <a:pt x="20293" y="313471"/>
                </a:lnTo>
                <a:cubicBezTo>
                  <a:pt x="20293" y="319070"/>
                  <a:pt x="15754" y="323603"/>
                  <a:pt x="10146" y="323603"/>
                </a:cubicBezTo>
                <a:cubicBezTo>
                  <a:pt x="4539" y="323603"/>
                  <a:pt x="0" y="319070"/>
                  <a:pt x="0" y="313471"/>
                </a:cubicBezTo>
                <a:lnTo>
                  <a:pt x="0" y="50571"/>
                </a:lnTo>
                <a:cubicBezTo>
                  <a:pt x="0" y="22663"/>
                  <a:pt x="22696" y="0"/>
                  <a:pt x="506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24"/>
          <p:cNvSpPr/>
          <p:nvPr/>
        </p:nvSpPr>
        <p:spPr>
          <a:xfrm>
            <a:off x="3051939" y="1487960"/>
            <a:ext cx="185714" cy="166217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06580" h="542899">
                <a:moveTo>
                  <a:pt x="81521" y="384008"/>
                </a:moveTo>
                <a:cubicBezTo>
                  <a:pt x="123860" y="467069"/>
                  <a:pt x="209002" y="519816"/>
                  <a:pt x="303336" y="519816"/>
                </a:cubicBezTo>
                <a:cubicBezTo>
                  <a:pt x="397578" y="519816"/>
                  <a:pt x="482813" y="467069"/>
                  <a:pt x="525059" y="384008"/>
                </a:cubicBezTo>
                <a:close/>
                <a:moveTo>
                  <a:pt x="389662" y="227189"/>
                </a:moveTo>
                <a:lnTo>
                  <a:pt x="418536" y="227189"/>
                </a:lnTo>
                <a:lnTo>
                  <a:pt x="438126" y="287610"/>
                </a:lnTo>
                <a:lnTo>
                  <a:pt x="457716" y="227189"/>
                </a:lnTo>
                <a:lnTo>
                  <a:pt x="484733" y="227189"/>
                </a:lnTo>
                <a:lnTo>
                  <a:pt x="504230" y="287610"/>
                </a:lnTo>
                <a:lnTo>
                  <a:pt x="523820" y="227189"/>
                </a:lnTo>
                <a:lnTo>
                  <a:pt x="552880" y="227189"/>
                </a:lnTo>
                <a:lnTo>
                  <a:pt x="518807" y="327180"/>
                </a:lnTo>
                <a:lnTo>
                  <a:pt x="489747" y="327180"/>
                </a:lnTo>
                <a:lnTo>
                  <a:pt x="471271" y="272690"/>
                </a:lnTo>
                <a:lnTo>
                  <a:pt x="452610" y="327180"/>
                </a:lnTo>
                <a:lnTo>
                  <a:pt x="423828" y="327180"/>
                </a:lnTo>
                <a:close/>
                <a:moveTo>
                  <a:pt x="221716" y="227189"/>
                </a:moveTo>
                <a:lnTo>
                  <a:pt x="250594" y="227189"/>
                </a:lnTo>
                <a:lnTo>
                  <a:pt x="270186" y="287610"/>
                </a:lnTo>
                <a:lnTo>
                  <a:pt x="289686" y="227189"/>
                </a:lnTo>
                <a:lnTo>
                  <a:pt x="316707" y="227189"/>
                </a:lnTo>
                <a:lnTo>
                  <a:pt x="336299" y="287610"/>
                </a:lnTo>
                <a:lnTo>
                  <a:pt x="355799" y="227189"/>
                </a:lnTo>
                <a:lnTo>
                  <a:pt x="384863" y="227189"/>
                </a:lnTo>
                <a:lnTo>
                  <a:pt x="350785" y="327180"/>
                </a:lnTo>
                <a:lnTo>
                  <a:pt x="321721" y="327180"/>
                </a:lnTo>
                <a:lnTo>
                  <a:pt x="303336" y="272690"/>
                </a:lnTo>
                <a:lnTo>
                  <a:pt x="284672" y="327180"/>
                </a:lnTo>
                <a:lnTo>
                  <a:pt x="255794" y="327180"/>
                </a:lnTo>
                <a:close/>
                <a:moveTo>
                  <a:pt x="53771" y="227189"/>
                </a:moveTo>
                <a:lnTo>
                  <a:pt x="82649" y="227189"/>
                </a:lnTo>
                <a:lnTo>
                  <a:pt x="102149" y="287610"/>
                </a:lnTo>
                <a:lnTo>
                  <a:pt x="121741" y="227189"/>
                </a:lnTo>
                <a:lnTo>
                  <a:pt x="148762" y="227189"/>
                </a:lnTo>
                <a:lnTo>
                  <a:pt x="168262" y="287610"/>
                </a:lnTo>
                <a:lnTo>
                  <a:pt x="187854" y="227189"/>
                </a:lnTo>
                <a:lnTo>
                  <a:pt x="216918" y="227189"/>
                </a:lnTo>
                <a:lnTo>
                  <a:pt x="182840" y="327180"/>
                </a:lnTo>
                <a:lnTo>
                  <a:pt x="153776" y="327180"/>
                </a:lnTo>
                <a:lnTo>
                  <a:pt x="135298" y="272690"/>
                </a:lnTo>
                <a:lnTo>
                  <a:pt x="116727" y="327180"/>
                </a:lnTo>
                <a:lnTo>
                  <a:pt x="87849" y="327180"/>
                </a:lnTo>
                <a:close/>
                <a:moveTo>
                  <a:pt x="64158" y="181917"/>
                </a:moveTo>
                <a:cubicBezTo>
                  <a:pt x="41503" y="181917"/>
                  <a:pt x="23119" y="200272"/>
                  <a:pt x="23119" y="222799"/>
                </a:cubicBezTo>
                <a:lnTo>
                  <a:pt x="23119" y="320044"/>
                </a:lnTo>
                <a:cubicBezTo>
                  <a:pt x="23119" y="342570"/>
                  <a:pt x="41503" y="360925"/>
                  <a:pt x="64158" y="360925"/>
                </a:cubicBezTo>
                <a:lnTo>
                  <a:pt x="542515" y="360925"/>
                </a:lnTo>
                <a:cubicBezTo>
                  <a:pt x="565077" y="360925"/>
                  <a:pt x="583461" y="342570"/>
                  <a:pt x="583461" y="320044"/>
                </a:cubicBezTo>
                <a:lnTo>
                  <a:pt x="583461" y="222799"/>
                </a:lnTo>
                <a:cubicBezTo>
                  <a:pt x="583461" y="200272"/>
                  <a:pt x="565077" y="181917"/>
                  <a:pt x="542515" y="181917"/>
                </a:cubicBezTo>
                <a:close/>
                <a:moveTo>
                  <a:pt x="307422" y="23119"/>
                </a:moveTo>
                <a:cubicBezTo>
                  <a:pt x="211788" y="21543"/>
                  <a:pt x="124510" y="74383"/>
                  <a:pt x="81521" y="158835"/>
                </a:cubicBezTo>
                <a:lnTo>
                  <a:pt x="525059" y="158835"/>
                </a:lnTo>
                <a:cubicBezTo>
                  <a:pt x="483463" y="77442"/>
                  <a:pt x="399435" y="24695"/>
                  <a:pt x="307422" y="23119"/>
                </a:cubicBezTo>
                <a:close/>
                <a:moveTo>
                  <a:pt x="307793" y="36"/>
                </a:moveTo>
                <a:cubicBezTo>
                  <a:pt x="412527" y="1797"/>
                  <a:pt x="507696" y="64279"/>
                  <a:pt x="550964" y="159391"/>
                </a:cubicBezTo>
                <a:cubicBezTo>
                  <a:pt x="582347" y="163562"/>
                  <a:pt x="606580" y="190446"/>
                  <a:pt x="606580" y="222799"/>
                </a:cubicBezTo>
                <a:lnTo>
                  <a:pt x="606580" y="320044"/>
                </a:lnTo>
                <a:cubicBezTo>
                  <a:pt x="606580" y="352489"/>
                  <a:pt x="582347" y="379280"/>
                  <a:pt x="550964" y="383452"/>
                </a:cubicBezTo>
                <a:cubicBezTo>
                  <a:pt x="506954" y="480511"/>
                  <a:pt x="410484" y="542899"/>
                  <a:pt x="303336" y="542899"/>
                </a:cubicBezTo>
                <a:cubicBezTo>
                  <a:pt x="196189" y="542899"/>
                  <a:pt x="99719" y="480511"/>
                  <a:pt x="55616" y="383452"/>
                </a:cubicBezTo>
                <a:cubicBezTo>
                  <a:pt x="24233" y="379280"/>
                  <a:pt x="0" y="352489"/>
                  <a:pt x="0" y="320044"/>
                </a:cubicBezTo>
                <a:lnTo>
                  <a:pt x="0" y="222799"/>
                </a:lnTo>
                <a:cubicBezTo>
                  <a:pt x="0" y="190446"/>
                  <a:pt x="24233" y="163562"/>
                  <a:pt x="55616" y="159391"/>
                </a:cubicBezTo>
                <a:cubicBezTo>
                  <a:pt x="100462" y="60756"/>
                  <a:pt x="199160" y="-1725"/>
                  <a:pt x="307793" y="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熊大的PPT宝库25"/>
          <p:cNvSpPr/>
          <p:nvPr/>
        </p:nvSpPr>
        <p:spPr>
          <a:xfrm>
            <a:off x="4037001" y="1487960"/>
            <a:ext cx="185714" cy="166843"/>
          </a:xfrm>
          <a:custGeom>
            <a:avLst/>
            <a:gdLst>
              <a:gd name="connsiteX0" fmla="*/ 490063 w 607639"/>
              <a:gd name="connsiteY0" fmla="*/ 469826 h 545894"/>
              <a:gd name="connsiteX1" fmla="*/ 470482 w 607639"/>
              <a:gd name="connsiteY1" fmla="*/ 493375 h 545894"/>
              <a:gd name="connsiteX2" fmla="*/ 456241 w 607639"/>
              <a:gd name="connsiteY2" fmla="*/ 500396 h 545894"/>
              <a:gd name="connsiteX3" fmla="*/ 455351 w 607639"/>
              <a:gd name="connsiteY3" fmla="*/ 500484 h 545894"/>
              <a:gd name="connsiteX4" fmla="*/ 441466 w 607639"/>
              <a:gd name="connsiteY4" fmla="*/ 494708 h 545894"/>
              <a:gd name="connsiteX5" fmla="*/ 424911 w 607639"/>
              <a:gd name="connsiteY5" fmla="*/ 478268 h 545894"/>
              <a:gd name="connsiteX6" fmla="*/ 424911 w 607639"/>
              <a:gd name="connsiteY6" fmla="*/ 526877 h 545894"/>
              <a:gd name="connsiteX7" fmla="*/ 478670 w 607639"/>
              <a:gd name="connsiteY7" fmla="*/ 526877 h 545894"/>
              <a:gd name="connsiteX8" fmla="*/ 340801 w 607639"/>
              <a:gd name="connsiteY8" fmla="*/ 469826 h 545894"/>
              <a:gd name="connsiteX9" fmla="*/ 352194 w 607639"/>
              <a:gd name="connsiteY9" fmla="*/ 526877 h 545894"/>
              <a:gd name="connsiteX10" fmla="*/ 405953 w 607639"/>
              <a:gd name="connsiteY10" fmla="*/ 526877 h 545894"/>
              <a:gd name="connsiteX11" fmla="*/ 405953 w 607639"/>
              <a:gd name="connsiteY11" fmla="*/ 478268 h 545894"/>
              <a:gd name="connsiteX12" fmla="*/ 389398 w 607639"/>
              <a:gd name="connsiteY12" fmla="*/ 494708 h 545894"/>
              <a:gd name="connsiteX13" fmla="*/ 375513 w 607639"/>
              <a:gd name="connsiteY13" fmla="*/ 500484 h 545894"/>
              <a:gd name="connsiteX14" fmla="*/ 374623 w 607639"/>
              <a:gd name="connsiteY14" fmla="*/ 500396 h 545894"/>
              <a:gd name="connsiteX15" fmla="*/ 360382 w 607639"/>
              <a:gd name="connsiteY15" fmla="*/ 493375 h 545894"/>
              <a:gd name="connsiteX16" fmla="*/ 514184 w 607639"/>
              <a:gd name="connsiteY16" fmla="*/ 446455 h 545894"/>
              <a:gd name="connsiteX17" fmla="*/ 498074 w 607639"/>
              <a:gd name="connsiteY17" fmla="*/ 526877 h 545894"/>
              <a:gd name="connsiteX18" fmla="*/ 577822 w 607639"/>
              <a:gd name="connsiteY18" fmla="*/ 526877 h 545894"/>
              <a:gd name="connsiteX19" fmla="*/ 588592 w 607639"/>
              <a:gd name="connsiteY19" fmla="*/ 516125 h 545894"/>
              <a:gd name="connsiteX20" fmla="*/ 588592 w 607639"/>
              <a:gd name="connsiteY20" fmla="*/ 479690 h 545894"/>
              <a:gd name="connsiteX21" fmla="*/ 572215 w 607639"/>
              <a:gd name="connsiteY21" fmla="*/ 459251 h 545894"/>
              <a:gd name="connsiteX22" fmla="*/ 316681 w 607639"/>
              <a:gd name="connsiteY22" fmla="*/ 446455 h 545894"/>
              <a:gd name="connsiteX23" fmla="*/ 258649 w 607639"/>
              <a:gd name="connsiteY23" fmla="*/ 459251 h 545894"/>
              <a:gd name="connsiteX24" fmla="*/ 242272 w 607639"/>
              <a:gd name="connsiteY24" fmla="*/ 479690 h 545894"/>
              <a:gd name="connsiteX25" fmla="*/ 242272 w 607639"/>
              <a:gd name="connsiteY25" fmla="*/ 516125 h 545894"/>
              <a:gd name="connsiteX26" fmla="*/ 253042 w 607639"/>
              <a:gd name="connsiteY26" fmla="*/ 526877 h 545894"/>
              <a:gd name="connsiteX27" fmla="*/ 332791 w 607639"/>
              <a:gd name="connsiteY27" fmla="*/ 526877 h 545894"/>
              <a:gd name="connsiteX28" fmla="*/ 483922 w 607639"/>
              <a:gd name="connsiteY28" fmla="*/ 418374 h 545894"/>
              <a:gd name="connsiteX29" fmla="*/ 483477 w 607639"/>
              <a:gd name="connsiteY29" fmla="*/ 418463 h 545894"/>
              <a:gd name="connsiteX30" fmla="*/ 430074 w 607639"/>
              <a:gd name="connsiteY30" fmla="*/ 456496 h 545894"/>
              <a:gd name="connsiteX31" fmla="*/ 454906 w 607639"/>
              <a:gd name="connsiteY31" fmla="*/ 481290 h 545894"/>
              <a:gd name="connsiteX32" fmla="*/ 455351 w 607639"/>
              <a:gd name="connsiteY32" fmla="*/ 481467 h 545894"/>
              <a:gd name="connsiteX33" fmla="*/ 455796 w 607639"/>
              <a:gd name="connsiteY33" fmla="*/ 481201 h 545894"/>
              <a:gd name="connsiteX34" fmla="*/ 494869 w 607639"/>
              <a:gd name="connsiteY34" fmla="*/ 434369 h 545894"/>
              <a:gd name="connsiteX35" fmla="*/ 484367 w 607639"/>
              <a:gd name="connsiteY35" fmla="*/ 418640 h 545894"/>
              <a:gd name="connsiteX36" fmla="*/ 483922 w 607639"/>
              <a:gd name="connsiteY36" fmla="*/ 418374 h 545894"/>
              <a:gd name="connsiteX37" fmla="*/ 346943 w 607639"/>
              <a:gd name="connsiteY37" fmla="*/ 418374 h 545894"/>
              <a:gd name="connsiteX38" fmla="*/ 346498 w 607639"/>
              <a:gd name="connsiteY38" fmla="*/ 418640 h 545894"/>
              <a:gd name="connsiteX39" fmla="*/ 335995 w 607639"/>
              <a:gd name="connsiteY39" fmla="*/ 434369 h 545894"/>
              <a:gd name="connsiteX40" fmla="*/ 375068 w 607639"/>
              <a:gd name="connsiteY40" fmla="*/ 481201 h 545894"/>
              <a:gd name="connsiteX41" fmla="*/ 375513 w 607639"/>
              <a:gd name="connsiteY41" fmla="*/ 481467 h 545894"/>
              <a:gd name="connsiteX42" fmla="*/ 375958 w 607639"/>
              <a:gd name="connsiteY42" fmla="*/ 481290 h 545894"/>
              <a:gd name="connsiteX43" fmla="*/ 400791 w 607639"/>
              <a:gd name="connsiteY43" fmla="*/ 456496 h 545894"/>
              <a:gd name="connsiteX44" fmla="*/ 347388 w 607639"/>
              <a:gd name="connsiteY44" fmla="*/ 418463 h 545894"/>
              <a:gd name="connsiteX45" fmla="*/ 346943 w 607639"/>
              <a:gd name="connsiteY45" fmla="*/ 418374 h 545894"/>
              <a:gd name="connsiteX46" fmla="*/ 364032 w 607639"/>
              <a:gd name="connsiteY46" fmla="*/ 391181 h 545894"/>
              <a:gd name="connsiteX47" fmla="*/ 364032 w 607639"/>
              <a:gd name="connsiteY47" fmla="*/ 406999 h 545894"/>
              <a:gd name="connsiteX48" fmla="*/ 415388 w 607639"/>
              <a:gd name="connsiteY48" fmla="*/ 443611 h 545894"/>
              <a:gd name="connsiteX49" fmla="*/ 466833 w 607639"/>
              <a:gd name="connsiteY49" fmla="*/ 406999 h 545894"/>
              <a:gd name="connsiteX50" fmla="*/ 466833 w 607639"/>
              <a:gd name="connsiteY50" fmla="*/ 391181 h 545894"/>
              <a:gd name="connsiteX51" fmla="*/ 450278 w 607639"/>
              <a:gd name="connsiteY51" fmla="*/ 404866 h 545894"/>
              <a:gd name="connsiteX52" fmla="*/ 424733 w 607639"/>
              <a:gd name="connsiteY52" fmla="*/ 414108 h 545894"/>
              <a:gd name="connsiteX53" fmla="*/ 406131 w 607639"/>
              <a:gd name="connsiteY53" fmla="*/ 414108 h 545894"/>
              <a:gd name="connsiteX54" fmla="*/ 380587 w 607639"/>
              <a:gd name="connsiteY54" fmla="*/ 404866 h 545894"/>
              <a:gd name="connsiteX55" fmla="*/ 456032 w 607639"/>
              <a:gd name="connsiteY55" fmla="*/ 282444 h 545894"/>
              <a:gd name="connsiteX56" fmla="*/ 445176 w 607639"/>
              <a:gd name="connsiteY56" fmla="*/ 293200 h 545894"/>
              <a:gd name="connsiteX57" fmla="*/ 456032 w 607639"/>
              <a:gd name="connsiteY57" fmla="*/ 304044 h 545894"/>
              <a:gd name="connsiteX58" fmla="*/ 466800 w 607639"/>
              <a:gd name="connsiteY58" fmla="*/ 293200 h 545894"/>
              <a:gd name="connsiteX59" fmla="*/ 456032 w 607639"/>
              <a:gd name="connsiteY59" fmla="*/ 282444 h 545894"/>
              <a:gd name="connsiteX60" fmla="*/ 374787 w 607639"/>
              <a:gd name="connsiteY60" fmla="*/ 282444 h 545894"/>
              <a:gd name="connsiteX61" fmla="*/ 364019 w 607639"/>
              <a:gd name="connsiteY61" fmla="*/ 293200 h 545894"/>
              <a:gd name="connsiteX62" fmla="*/ 374787 w 607639"/>
              <a:gd name="connsiteY62" fmla="*/ 304044 h 545894"/>
              <a:gd name="connsiteX63" fmla="*/ 385643 w 607639"/>
              <a:gd name="connsiteY63" fmla="*/ 293200 h 545894"/>
              <a:gd name="connsiteX64" fmla="*/ 374787 w 607639"/>
              <a:gd name="connsiteY64" fmla="*/ 282444 h 545894"/>
              <a:gd name="connsiteX65" fmla="*/ 374787 w 607639"/>
              <a:gd name="connsiteY65" fmla="*/ 263421 h 545894"/>
              <a:gd name="connsiteX66" fmla="*/ 399881 w 607639"/>
              <a:gd name="connsiteY66" fmla="*/ 277110 h 545894"/>
              <a:gd name="connsiteX67" fmla="*/ 415454 w 607639"/>
              <a:gd name="connsiteY67" fmla="*/ 273555 h 545894"/>
              <a:gd name="connsiteX68" fmla="*/ 430938 w 607639"/>
              <a:gd name="connsiteY68" fmla="*/ 277110 h 545894"/>
              <a:gd name="connsiteX69" fmla="*/ 456032 w 607639"/>
              <a:gd name="connsiteY69" fmla="*/ 263421 h 545894"/>
              <a:gd name="connsiteX70" fmla="*/ 485843 w 607639"/>
              <a:gd name="connsiteY70" fmla="*/ 293200 h 545894"/>
              <a:gd name="connsiteX71" fmla="*/ 456032 w 607639"/>
              <a:gd name="connsiteY71" fmla="*/ 322978 h 545894"/>
              <a:gd name="connsiteX72" fmla="*/ 426400 w 607639"/>
              <a:gd name="connsiteY72" fmla="*/ 296844 h 545894"/>
              <a:gd name="connsiteX73" fmla="*/ 415454 w 607639"/>
              <a:gd name="connsiteY73" fmla="*/ 292577 h 545894"/>
              <a:gd name="connsiteX74" fmla="*/ 404420 w 607639"/>
              <a:gd name="connsiteY74" fmla="*/ 296844 h 545894"/>
              <a:gd name="connsiteX75" fmla="*/ 374787 w 607639"/>
              <a:gd name="connsiteY75" fmla="*/ 322978 h 545894"/>
              <a:gd name="connsiteX76" fmla="*/ 345065 w 607639"/>
              <a:gd name="connsiteY76" fmla="*/ 293200 h 545894"/>
              <a:gd name="connsiteX77" fmla="*/ 374787 w 607639"/>
              <a:gd name="connsiteY77" fmla="*/ 263421 h 545894"/>
              <a:gd name="connsiteX78" fmla="*/ 121136 w 607639"/>
              <a:gd name="connsiteY78" fmla="*/ 262150 h 545894"/>
              <a:gd name="connsiteX79" fmla="*/ 110366 w 607639"/>
              <a:gd name="connsiteY79" fmla="*/ 272903 h 545894"/>
              <a:gd name="connsiteX80" fmla="*/ 121136 w 607639"/>
              <a:gd name="connsiteY80" fmla="*/ 283655 h 545894"/>
              <a:gd name="connsiteX81" fmla="*/ 131906 w 607639"/>
              <a:gd name="connsiteY81" fmla="*/ 272992 h 545894"/>
              <a:gd name="connsiteX82" fmla="*/ 131906 w 607639"/>
              <a:gd name="connsiteY82" fmla="*/ 272903 h 545894"/>
              <a:gd name="connsiteX83" fmla="*/ 121136 w 607639"/>
              <a:gd name="connsiteY83" fmla="*/ 262150 h 545894"/>
              <a:gd name="connsiteX84" fmla="*/ 502969 w 607639"/>
              <a:gd name="connsiteY84" fmla="*/ 217984 h 545894"/>
              <a:gd name="connsiteX85" fmla="*/ 427403 w 607639"/>
              <a:gd name="connsiteY85" fmla="*/ 251842 h 545894"/>
              <a:gd name="connsiteX86" fmla="*/ 425623 w 607639"/>
              <a:gd name="connsiteY86" fmla="*/ 252020 h 545894"/>
              <a:gd name="connsiteX87" fmla="*/ 419571 w 607639"/>
              <a:gd name="connsiteY87" fmla="*/ 249887 h 545894"/>
              <a:gd name="connsiteX88" fmla="*/ 416100 w 607639"/>
              <a:gd name="connsiteY88" fmla="*/ 242511 h 545894"/>
              <a:gd name="connsiteX89" fmla="*/ 416100 w 607639"/>
              <a:gd name="connsiteY89" fmla="*/ 234602 h 545894"/>
              <a:gd name="connsiteX90" fmla="*/ 327094 w 607639"/>
              <a:gd name="connsiteY90" fmla="*/ 241889 h 545894"/>
              <a:gd name="connsiteX91" fmla="*/ 327183 w 607639"/>
              <a:gd name="connsiteY91" fmla="*/ 243044 h 545894"/>
              <a:gd name="connsiteX92" fmla="*/ 341335 w 607639"/>
              <a:gd name="connsiteY92" fmla="*/ 337329 h 545894"/>
              <a:gd name="connsiteX93" fmla="*/ 352194 w 607639"/>
              <a:gd name="connsiteY93" fmla="*/ 356524 h 545894"/>
              <a:gd name="connsiteX94" fmla="*/ 392780 w 607639"/>
              <a:gd name="connsiteY94" fmla="*/ 390293 h 545894"/>
              <a:gd name="connsiteX95" fmla="*/ 406131 w 607639"/>
              <a:gd name="connsiteY95" fmla="*/ 395180 h 545894"/>
              <a:gd name="connsiteX96" fmla="*/ 424733 w 607639"/>
              <a:gd name="connsiteY96" fmla="*/ 395180 h 545894"/>
              <a:gd name="connsiteX97" fmla="*/ 438084 w 607639"/>
              <a:gd name="connsiteY97" fmla="*/ 390293 h 545894"/>
              <a:gd name="connsiteX98" fmla="*/ 478670 w 607639"/>
              <a:gd name="connsiteY98" fmla="*/ 356524 h 545894"/>
              <a:gd name="connsiteX99" fmla="*/ 489529 w 607639"/>
              <a:gd name="connsiteY99" fmla="*/ 337329 h 545894"/>
              <a:gd name="connsiteX100" fmla="*/ 503681 w 607639"/>
              <a:gd name="connsiteY100" fmla="*/ 243044 h 545894"/>
              <a:gd name="connsiteX101" fmla="*/ 502969 w 607639"/>
              <a:gd name="connsiteY101" fmla="*/ 217984 h 545894"/>
              <a:gd name="connsiteX102" fmla="*/ 398032 w 607639"/>
              <a:gd name="connsiteY102" fmla="*/ 160845 h 545894"/>
              <a:gd name="connsiteX103" fmla="*/ 343738 w 607639"/>
              <a:gd name="connsiteY103" fmla="*/ 185727 h 545894"/>
              <a:gd name="connsiteX104" fmla="*/ 327094 w 607639"/>
              <a:gd name="connsiteY104" fmla="*/ 222872 h 545894"/>
              <a:gd name="connsiteX105" fmla="*/ 422597 w 607639"/>
              <a:gd name="connsiteY105" fmla="*/ 213275 h 545894"/>
              <a:gd name="connsiteX106" fmla="*/ 431142 w 607639"/>
              <a:gd name="connsiteY106" fmla="*/ 214608 h 545894"/>
              <a:gd name="connsiteX107" fmla="*/ 435058 w 607639"/>
              <a:gd name="connsiteY107" fmla="*/ 222250 h 545894"/>
              <a:gd name="connsiteX108" fmla="*/ 435058 w 607639"/>
              <a:gd name="connsiteY108" fmla="*/ 230248 h 545894"/>
              <a:gd name="connsiteX109" fmla="*/ 496115 w 607639"/>
              <a:gd name="connsiteY109" fmla="*/ 198967 h 545894"/>
              <a:gd name="connsiteX110" fmla="*/ 487126 w 607639"/>
              <a:gd name="connsiteY110" fmla="*/ 185727 h 545894"/>
              <a:gd name="connsiteX111" fmla="*/ 432833 w 607639"/>
              <a:gd name="connsiteY111" fmla="*/ 160845 h 545894"/>
              <a:gd name="connsiteX112" fmla="*/ 202303 w 607639"/>
              <a:gd name="connsiteY112" fmla="*/ 116394 h 545894"/>
              <a:gd name="connsiteX113" fmla="*/ 201947 w 607639"/>
              <a:gd name="connsiteY113" fmla="*/ 116572 h 545894"/>
              <a:gd name="connsiteX114" fmla="*/ 201679 w 607639"/>
              <a:gd name="connsiteY114" fmla="*/ 117105 h 545894"/>
              <a:gd name="connsiteX115" fmla="*/ 201679 w 607639"/>
              <a:gd name="connsiteY115" fmla="*/ 165376 h 545894"/>
              <a:gd name="connsiteX116" fmla="*/ 201947 w 607639"/>
              <a:gd name="connsiteY116" fmla="*/ 165909 h 545894"/>
              <a:gd name="connsiteX117" fmla="*/ 202570 w 607639"/>
              <a:gd name="connsiteY117" fmla="*/ 165909 h 545894"/>
              <a:gd name="connsiteX118" fmla="*/ 251012 w 607639"/>
              <a:gd name="connsiteY118" fmla="*/ 141818 h 545894"/>
              <a:gd name="connsiteX119" fmla="*/ 251280 w 607639"/>
              <a:gd name="connsiteY119" fmla="*/ 141196 h 545894"/>
              <a:gd name="connsiteX120" fmla="*/ 251012 w 607639"/>
              <a:gd name="connsiteY120" fmla="*/ 140663 h 545894"/>
              <a:gd name="connsiteX121" fmla="*/ 202570 w 607639"/>
              <a:gd name="connsiteY121" fmla="*/ 116483 h 545894"/>
              <a:gd name="connsiteX122" fmla="*/ 202303 w 607639"/>
              <a:gd name="connsiteY122" fmla="*/ 116394 h 545894"/>
              <a:gd name="connsiteX123" fmla="*/ 211119 w 607639"/>
              <a:gd name="connsiteY123" fmla="*/ 99503 h 545894"/>
              <a:gd name="connsiteX124" fmla="*/ 259472 w 607639"/>
              <a:gd name="connsiteY124" fmla="*/ 123683 h 545894"/>
              <a:gd name="connsiteX125" fmla="*/ 270336 w 607639"/>
              <a:gd name="connsiteY125" fmla="*/ 141196 h 545894"/>
              <a:gd name="connsiteX126" fmla="*/ 259472 w 607639"/>
              <a:gd name="connsiteY126" fmla="*/ 158798 h 545894"/>
              <a:gd name="connsiteX127" fmla="*/ 211119 w 607639"/>
              <a:gd name="connsiteY127" fmla="*/ 182889 h 545894"/>
              <a:gd name="connsiteX128" fmla="*/ 202303 w 607639"/>
              <a:gd name="connsiteY128" fmla="*/ 185022 h 545894"/>
              <a:gd name="connsiteX129" fmla="*/ 191973 w 607639"/>
              <a:gd name="connsiteY129" fmla="*/ 182088 h 545894"/>
              <a:gd name="connsiteX130" fmla="*/ 182623 w 607639"/>
              <a:gd name="connsiteY130" fmla="*/ 165376 h 545894"/>
              <a:gd name="connsiteX131" fmla="*/ 182623 w 607639"/>
              <a:gd name="connsiteY131" fmla="*/ 117105 h 545894"/>
              <a:gd name="connsiteX132" fmla="*/ 191973 w 607639"/>
              <a:gd name="connsiteY132" fmla="*/ 100392 h 545894"/>
              <a:gd name="connsiteX133" fmla="*/ 211119 w 607639"/>
              <a:gd name="connsiteY133" fmla="*/ 99503 h 545894"/>
              <a:gd name="connsiteX134" fmla="*/ 161723 w 607639"/>
              <a:gd name="connsiteY134" fmla="*/ 69670 h 545894"/>
              <a:gd name="connsiteX135" fmla="*/ 130660 w 607639"/>
              <a:gd name="connsiteY135" fmla="*/ 100683 h 545894"/>
              <a:gd name="connsiteX136" fmla="*/ 130660 w 607639"/>
              <a:gd name="connsiteY136" fmla="*/ 181728 h 545894"/>
              <a:gd name="connsiteX137" fmla="*/ 161723 w 607639"/>
              <a:gd name="connsiteY137" fmla="*/ 212741 h 545894"/>
              <a:gd name="connsiteX138" fmla="*/ 283482 w 607639"/>
              <a:gd name="connsiteY138" fmla="*/ 212741 h 545894"/>
              <a:gd name="connsiteX139" fmla="*/ 314545 w 607639"/>
              <a:gd name="connsiteY139" fmla="*/ 181728 h 545894"/>
              <a:gd name="connsiteX140" fmla="*/ 314545 w 607639"/>
              <a:gd name="connsiteY140" fmla="*/ 100683 h 545894"/>
              <a:gd name="connsiteX141" fmla="*/ 283482 w 607639"/>
              <a:gd name="connsiteY141" fmla="*/ 69670 h 545894"/>
              <a:gd name="connsiteX142" fmla="*/ 39963 w 607639"/>
              <a:gd name="connsiteY142" fmla="*/ 19017 h 545894"/>
              <a:gd name="connsiteX143" fmla="*/ 19047 w 607639"/>
              <a:gd name="connsiteY143" fmla="*/ 39900 h 545894"/>
              <a:gd name="connsiteX144" fmla="*/ 19047 w 607639"/>
              <a:gd name="connsiteY144" fmla="*/ 293164 h 545894"/>
              <a:gd name="connsiteX145" fmla="*/ 39963 w 607639"/>
              <a:gd name="connsiteY145" fmla="*/ 314136 h 545894"/>
              <a:gd name="connsiteX146" fmla="*/ 318639 w 607639"/>
              <a:gd name="connsiteY146" fmla="*/ 314136 h 545894"/>
              <a:gd name="connsiteX147" fmla="*/ 313922 w 607639"/>
              <a:gd name="connsiteY147" fmla="*/ 282411 h 545894"/>
              <a:gd name="connsiteX148" fmla="*/ 149351 w 607639"/>
              <a:gd name="connsiteY148" fmla="*/ 282411 h 545894"/>
              <a:gd name="connsiteX149" fmla="*/ 121136 w 607639"/>
              <a:gd name="connsiteY149" fmla="*/ 302672 h 545894"/>
              <a:gd name="connsiteX150" fmla="*/ 92921 w 607639"/>
              <a:gd name="connsiteY150" fmla="*/ 282411 h 545894"/>
              <a:gd name="connsiteX151" fmla="*/ 50110 w 607639"/>
              <a:gd name="connsiteY151" fmla="*/ 282411 h 545894"/>
              <a:gd name="connsiteX152" fmla="*/ 40586 w 607639"/>
              <a:gd name="connsiteY152" fmla="*/ 272903 h 545894"/>
              <a:gd name="connsiteX153" fmla="*/ 50110 w 607639"/>
              <a:gd name="connsiteY153" fmla="*/ 263394 h 545894"/>
              <a:gd name="connsiteX154" fmla="*/ 92921 w 607639"/>
              <a:gd name="connsiteY154" fmla="*/ 263394 h 545894"/>
              <a:gd name="connsiteX155" fmla="*/ 121136 w 607639"/>
              <a:gd name="connsiteY155" fmla="*/ 243133 h 545894"/>
              <a:gd name="connsiteX156" fmla="*/ 149351 w 607639"/>
              <a:gd name="connsiteY156" fmla="*/ 263394 h 545894"/>
              <a:gd name="connsiteX157" fmla="*/ 310985 w 607639"/>
              <a:gd name="connsiteY157" fmla="*/ 263394 h 545894"/>
              <a:gd name="connsiteX158" fmla="*/ 308403 w 607639"/>
              <a:gd name="connsiteY158" fmla="*/ 245799 h 545894"/>
              <a:gd name="connsiteX159" fmla="*/ 307691 w 607639"/>
              <a:gd name="connsiteY159" fmla="*/ 225538 h 545894"/>
              <a:gd name="connsiteX160" fmla="*/ 283482 w 607639"/>
              <a:gd name="connsiteY160" fmla="*/ 231758 h 545894"/>
              <a:gd name="connsiteX161" fmla="*/ 161723 w 607639"/>
              <a:gd name="connsiteY161" fmla="*/ 231758 h 545894"/>
              <a:gd name="connsiteX162" fmla="*/ 111613 w 607639"/>
              <a:gd name="connsiteY162" fmla="*/ 181728 h 545894"/>
              <a:gd name="connsiteX163" fmla="*/ 111613 w 607639"/>
              <a:gd name="connsiteY163" fmla="*/ 100683 h 545894"/>
              <a:gd name="connsiteX164" fmla="*/ 161723 w 607639"/>
              <a:gd name="connsiteY164" fmla="*/ 50653 h 545894"/>
              <a:gd name="connsiteX165" fmla="*/ 283482 w 607639"/>
              <a:gd name="connsiteY165" fmla="*/ 50653 h 545894"/>
              <a:gd name="connsiteX166" fmla="*/ 333592 w 607639"/>
              <a:gd name="connsiteY166" fmla="*/ 100683 h 545894"/>
              <a:gd name="connsiteX167" fmla="*/ 333592 w 607639"/>
              <a:gd name="connsiteY167" fmla="*/ 168754 h 545894"/>
              <a:gd name="connsiteX168" fmla="*/ 398032 w 607639"/>
              <a:gd name="connsiteY168" fmla="*/ 141828 h 545894"/>
              <a:gd name="connsiteX169" fmla="*/ 426246 w 607639"/>
              <a:gd name="connsiteY169" fmla="*/ 141828 h 545894"/>
              <a:gd name="connsiteX170" fmla="*/ 426246 w 607639"/>
              <a:gd name="connsiteY170" fmla="*/ 39900 h 545894"/>
              <a:gd name="connsiteX171" fmla="*/ 405241 w 607639"/>
              <a:gd name="connsiteY171" fmla="*/ 19017 h 545894"/>
              <a:gd name="connsiteX172" fmla="*/ 39963 w 607639"/>
              <a:gd name="connsiteY172" fmla="*/ 0 h 545894"/>
              <a:gd name="connsiteX173" fmla="*/ 405241 w 607639"/>
              <a:gd name="connsiteY173" fmla="*/ 0 h 545894"/>
              <a:gd name="connsiteX174" fmla="*/ 445204 w 607639"/>
              <a:gd name="connsiteY174" fmla="*/ 39900 h 545894"/>
              <a:gd name="connsiteX175" fmla="*/ 445204 w 607639"/>
              <a:gd name="connsiteY175" fmla="*/ 142716 h 545894"/>
              <a:gd name="connsiteX176" fmla="*/ 501545 w 607639"/>
              <a:gd name="connsiteY176" fmla="*/ 173286 h 545894"/>
              <a:gd name="connsiteX177" fmla="*/ 522461 w 607639"/>
              <a:gd name="connsiteY177" fmla="*/ 245799 h 545894"/>
              <a:gd name="connsiteX178" fmla="*/ 508309 w 607639"/>
              <a:gd name="connsiteY178" fmla="*/ 340173 h 545894"/>
              <a:gd name="connsiteX179" fmla="*/ 490864 w 607639"/>
              <a:gd name="connsiteY179" fmla="*/ 371187 h 545894"/>
              <a:gd name="connsiteX180" fmla="*/ 485791 w 607639"/>
              <a:gd name="connsiteY180" fmla="*/ 375363 h 545894"/>
              <a:gd name="connsiteX181" fmla="*/ 485791 w 607639"/>
              <a:gd name="connsiteY181" fmla="*/ 399446 h 545894"/>
              <a:gd name="connsiteX182" fmla="*/ 487393 w 607639"/>
              <a:gd name="connsiteY182" fmla="*/ 399623 h 545894"/>
              <a:gd name="connsiteX183" fmla="*/ 500210 w 607639"/>
              <a:gd name="connsiteY183" fmla="*/ 408065 h 545894"/>
              <a:gd name="connsiteX184" fmla="*/ 512581 w 607639"/>
              <a:gd name="connsiteY184" fmla="*/ 426638 h 545894"/>
              <a:gd name="connsiteX185" fmla="*/ 576309 w 607639"/>
              <a:gd name="connsiteY185" fmla="*/ 440767 h 545894"/>
              <a:gd name="connsiteX186" fmla="*/ 607639 w 607639"/>
              <a:gd name="connsiteY186" fmla="*/ 479690 h 545894"/>
              <a:gd name="connsiteX187" fmla="*/ 607639 w 607639"/>
              <a:gd name="connsiteY187" fmla="*/ 516125 h 545894"/>
              <a:gd name="connsiteX188" fmla="*/ 577822 w 607639"/>
              <a:gd name="connsiteY188" fmla="*/ 545894 h 545894"/>
              <a:gd name="connsiteX189" fmla="*/ 253042 w 607639"/>
              <a:gd name="connsiteY189" fmla="*/ 545894 h 545894"/>
              <a:gd name="connsiteX190" fmla="*/ 223225 w 607639"/>
              <a:gd name="connsiteY190" fmla="*/ 516125 h 545894"/>
              <a:gd name="connsiteX191" fmla="*/ 223225 w 607639"/>
              <a:gd name="connsiteY191" fmla="*/ 479690 h 545894"/>
              <a:gd name="connsiteX192" fmla="*/ 254555 w 607639"/>
              <a:gd name="connsiteY192" fmla="*/ 440767 h 545894"/>
              <a:gd name="connsiteX193" fmla="*/ 318283 w 607639"/>
              <a:gd name="connsiteY193" fmla="*/ 426638 h 545894"/>
              <a:gd name="connsiteX194" fmla="*/ 330655 w 607639"/>
              <a:gd name="connsiteY194" fmla="*/ 408065 h 545894"/>
              <a:gd name="connsiteX195" fmla="*/ 343471 w 607639"/>
              <a:gd name="connsiteY195" fmla="*/ 399623 h 545894"/>
              <a:gd name="connsiteX196" fmla="*/ 345074 w 607639"/>
              <a:gd name="connsiteY196" fmla="*/ 399446 h 545894"/>
              <a:gd name="connsiteX197" fmla="*/ 345074 w 607639"/>
              <a:gd name="connsiteY197" fmla="*/ 375363 h 545894"/>
              <a:gd name="connsiteX198" fmla="*/ 340000 w 607639"/>
              <a:gd name="connsiteY198" fmla="*/ 371187 h 545894"/>
              <a:gd name="connsiteX199" fmla="*/ 322555 w 607639"/>
              <a:gd name="connsiteY199" fmla="*/ 340173 h 545894"/>
              <a:gd name="connsiteX200" fmla="*/ 321487 w 607639"/>
              <a:gd name="connsiteY200" fmla="*/ 333064 h 545894"/>
              <a:gd name="connsiteX201" fmla="*/ 39963 w 607639"/>
              <a:gd name="connsiteY201" fmla="*/ 333064 h 545894"/>
              <a:gd name="connsiteX202" fmla="*/ 0 w 607639"/>
              <a:gd name="connsiteY202" fmla="*/ 293164 h 545894"/>
              <a:gd name="connsiteX203" fmla="*/ 0 w 607639"/>
              <a:gd name="connsiteY203" fmla="*/ 39900 h 545894"/>
              <a:gd name="connsiteX204" fmla="*/ 39963 w 607639"/>
              <a:gd name="connsiteY204" fmla="*/ 0 h 54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607639" h="545894">
                <a:moveTo>
                  <a:pt x="490063" y="469826"/>
                </a:moveTo>
                <a:lnTo>
                  <a:pt x="470482" y="493375"/>
                </a:lnTo>
                <a:cubicBezTo>
                  <a:pt x="466922" y="497641"/>
                  <a:pt x="461759" y="500218"/>
                  <a:pt x="456241" y="500396"/>
                </a:cubicBezTo>
                <a:cubicBezTo>
                  <a:pt x="455974" y="500484"/>
                  <a:pt x="455618" y="500484"/>
                  <a:pt x="455351" y="500484"/>
                </a:cubicBezTo>
                <a:cubicBezTo>
                  <a:pt x="450189" y="500484"/>
                  <a:pt x="445115" y="498352"/>
                  <a:pt x="441466" y="494708"/>
                </a:cubicBezTo>
                <a:lnTo>
                  <a:pt x="424911" y="478268"/>
                </a:lnTo>
                <a:lnTo>
                  <a:pt x="424911" y="526877"/>
                </a:lnTo>
                <a:lnTo>
                  <a:pt x="478670" y="526877"/>
                </a:lnTo>
                <a:close/>
                <a:moveTo>
                  <a:pt x="340801" y="469826"/>
                </a:moveTo>
                <a:lnTo>
                  <a:pt x="352194" y="526877"/>
                </a:lnTo>
                <a:lnTo>
                  <a:pt x="405953" y="526877"/>
                </a:lnTo>
                <a:lnTo>
                  <a:pt x="405953" y="478268"/>
                </a:lnTo>
                <a:lnTo>
                  <a:pt x="389398" y="494708"/>
                </a:lnTo>
                <a:cubicBezTo>
                  <a:pt x="385749" y="498352"/>
                  <a:pt x="380676" y="500484"/>
                  <a:pt x="375513" y="500484"/>
                </a:cubicBezTo>
                <a:cubicBezTo>
                  <a:pt x="375246" y="500484"/>
                  <a:pt x="374890" y="500484"/>
                  <a:pt x="374623" y="500396"/>
                </a:cubicBezTo>
                <a:cubicBezTo>
                  <a:pt x="369105" y="500218"/>
                  <a:pt x="363943" y="497641"/>
                  <a:pt x="360382" y="493375"/>
                </a:cubicBezTo>
                <a:close/>
                <a:moveTo>
                  <a:pt x="514184" y="446455"/>
                </a:moveTo>
                <a:lnTo>
                  <a:pt x="498074" y="526877"/>
                </a:lnTo>
                <a:lnTo>
                  <a:pt x="577822" y="526877"/>
                </a:lnTo>
                <a:cubicBezTo>
                  <a:pt x="583786" y="526877"/>
                  <a:pt x="588592" y="522078"/>
                  <a:pt x="588592" y="516125"/>
                </a:cubicBezTo>
                <a:lnTo>
                  <a:pt x="588592" y="479690"/>
                </a:lnTo>
                <a:cubicBezTo>
                  <a:pt x="588592" y="469826"/>
                  <a:pt x="581828" y="461473"/>
                  <a:pt x="572215" y="459251"/>
                </a:cubicBezTo>
                <a:close/>
                <a:moveTo>
                  <a:pt x="316681" y="446455"/>
                </a:moveTo>
                <a:lnTo>
                  <a:pt x="258649" y="459251"/>
                </a:lnTo>
                <a:cubicBezTo>
                  <a:pt x="249037" y="461473"/>
                  <a:pt x="242272" y="469826"/>
                  <a:pt x="242272" y="479690"/>
                </a:cubicBezTo>
                <a:lnTo>
                  <a:pt x="242272" y="516125"/>
                </a:lnTo>
                <a:cubicBezTo>
                  <a:pt x="242272" y="521990"/>
                  <a:pt x="247079" y="526877"/>
                  <a:pt x="253042" y="526877"/>
                </a:cubicBezTo>
                <a:lnTo>
                  <a:pt x="332791" y="526877"/>
                </a:lnTo>
                <a:close/>
                <a:moveTo>
                  <a:pt x="483922" y="418374"/>
                </a:moveTo>
                <a:cubicBezTo>
                  <a:pt x="483655" y="418285"/>
                  <a:pt x="483566" y="418463"/>
                  <a:pt x="483477" y="418463"/>
                </a:cubicBezTo>
                <a:lnTo>
                  <a:pt x="430074" y="456496"/>
                </a:lnTo>
                <a:lnTo>
                  <a:pt x="454906" y="481290"/>
                </a:lnTo>
                <a:cubicBezTo>
                  <a:pt x="454906" y="481290"/>
                  <a:pt x="455084" y="481467"/>
                  <a:pt x="455351" y="481467"/>
                </a:cubicBezTo>
                <a:cubicBezTo>
                  <a:pt x="455618" y="481467"/>
                  <a:pt x="455796" y="481290"/>
                  <a:pt x="455796" y="481201"/>
                </a:cubicBezTo>
                <a:lnTo>
                  <a:pt x="494869" y="434369"/>
                </a:lnTo>
                <a:lnTo>
                  <a:pt x="484367" y="418640"/>
                </a:lnTo>
                <a:cubicBezTo>
                  <a:pt x="484367" y="418551"/>
                  <a:pt x="484189" y="418374"/>
                  <a:pt x="483922" y="418374"/>
                </a:cubicBezTo>
                <a:close/>
                <a:moveTo>
                  <a:pt x="346943" y="418374"/>
                </a:moveTo>
                <a:cubicBezTo>
                  <a:pt x="346676" y="418374"/>
                  <a:pt x="346498" y="418551"/>
                  <a:pt x="346498" y="418640"/>
                </a:cubicBezTo>
                <a:lnTo>
                  <a:pt x="335995" y="434369"/>
                </a:lnTo>
                <a:lnTo>
                  <a:pt x="375068" y="481201"/>
                </a:lnTo>
                <a:cubicBezTo>
                  <a:pt x="375068" y="481290"/>
                  <a:pt x="375246" y="481467"/>
                  <a:pt x="375513" y="481467"/>
                </a:cubicBezTo>
                <a:cubicBezTo>
                  <a:pt x="375780" y="481467"/>
                  <a:pt x="375958" y="481290"/>
                  <a:pt x="375958" y="481290"/>
                </a:cubicBezTo>
                <a:lnTo>
                  <a:pt x="400791" y="456496"/>
                </a:lnTo>
                <a:lnTo>
                  <a:pt x="347388" y="418463"/>
                </a:lnTo>
                <a:cubicBezTo>
                  <a:pt x="347299" y="418463"/>
                  <a:pt x="347210" y="418285"/>
                  <a:pt x="346943" y="418374"/>
                </a:cubicBezTo>
                <a:close/>
                <a:moveTo>
                  <a:pt x="364032" y="391181"/>
                </a:moveTo>
                <a:lnTo>
                  <a:pt x="364032" y="406999"/>
                </a:lnTo>
                <a:lnTo>
                  <a:pt x="415388" y="443611"/>
                </a:lnTo>
                <a:lnTo>
                  <a:pt x="466833" y="406999"/>
                </a:lnTo>
                <a:lnTo>
                  <a:pt x="466833" y="391181"/>
                </a:lnTo>
                <a:lnTo>
                  <a:pt x="450278" y="404866"/>
                </a:lnTo>
                <a:cubicBezTo>
                  <a:pt x="443157" y="410820"/>
                  <a:pt x="433990" y="414108"/>
                  <a:pt x="424733" y="414108"/>
                </a:cubicBezTo>
                <a:lnTo>
                  <a:pt x="406131" y="414108"/>
                </a:lnTo>
                <a:cubicBezTo>
                  <a:pt x="396786" y="414108"/>
                  <a:pt x="387707" y="410820"/>
                  <a:pt x="380587" y="404866"/>
                </a:cubicBezTo>
                <a:close/>
                <a:moveTo>
                  <a:pt x="456032" y="282444"/>
                </a:moveTo>
                <a:cubicBezTo>
                  <a:pt x="450070" y="282444"/>
                  <a:pt x="445176" y="287333"/>
                  <a:pt x="445176" y="293200"/>
                </a:cubicBezTo>
                <a:cubicBezTo>
                  <a:pt x="445176" y="299155"/>
                  <a:pt x="450070" y="304044"/>
                  <a:pt x="456032" y="304044"/>
                </a:cubicBezTo>
                <a:cubicBezTo>
                  <a:pt x="461905" y="304044"/>
                  <a:pt x="466800" y="299155"/>
                  <a:pt x="466800" y="293200"/>
                </a:cubicBezTo>
                <a:cubicBezTo>
                  <a:pt x="466800" y="287333"/>
                  <a:pt x="461905" y="282444"/>
                  <a:pt x="456032" y="282444"/>
                </a:cubicBezTo>
                <a:close/>
                <a:moveTo>
                  <a:pt x="374787" y="282444"/>
                </a:moveTo>
                <a:cubicBezTo>
                  <a:pt x="368914" y="282444"/>
                  <a:pt x="364019" y="287333"/>
                  <a:pt x="364019" y="293200"/>
                </a:cubicBezTo>
                <a:cubicBezTo>
                  <a:pt x="364019" y="299155"/>
                  <a:pt x="368914" y="304044"/>
                  <a:pt x="374787" y="304044"/>
                </a:cubicBezTo>
                <a:cubicBezTo>
                  <a:pt x="380749" y="304044"/>
                  <a:pt x="385643" y="299155"/>
                  <a:pt x="385643" y="293200"/>
                </a:cubicBezTo>
                <a:cubicBezTo>
                  <a:pt x="385643" y="287333"/>
                  <a:pt x="380749" y="282444"/>
                  <a:pt x="374787" y="282444"/>
                </a:cubicBezTo>
                <a:close/>
                <a:moveTo>
                  <a:pt x="374787" y="263421"/>
                </a:moveTo>
                <a:cubicBezTo>
                  <a:pt x="385287" y="263421"/>
                  <a:pt x="394542" y="268932"/>
                  <a:pt x="399881" y="277110"/>
                </a:cubicBezTo>
                <a:cubicBezTo>
                  <a:pt x="404509" y="274799"/>
                  <a:pt x="409848" y="273555"/>
                  <a:pt x="415454" y="273555"/>
                </a:cubicBezTo>
                <a:cubicBezTo>
                  <a:pt x="420971" y="273555"/>
                  <a:pt x="426311" y="274799"/>
                  <a:pt x="430938" y="277110"/>
                </a:cubicBezTo>
                <a:cubicBezTo>
                  <a:pt x="436277" y="268932"/>
                  <a:pt x="445532" y="263421"/>
                  <a:pt x="456032" y="263421"/>
                </a:cubicBezTo>
                <a:cubicBezTo>
                  <a:pt x="472406" y="263421"/>
                  <a:pt x="485754" y="276844"/>
                  <a:pt x="485843" y="293200"/>
                </a:cubicBezTo>
                <a:cubicBezTo>
                  <a:pt x="485843" y="309644"/>
                  <a:pt x="472406" y="322978"/>
                  <a:pt x="456032" y="322978"/>
                </a:cubicBezTo>
                <a:cubicBezTo>
                  <a:pt x="440815" y="322978"/>
                  <a:pt x="428179" y="311600"/>
                  <a:pt x="426400" y="296844"/>
                </a:cubicBezTo>
                <a:cubicBezTo>
                  <a:pt x="423819" y="294177"/>
                  <a:pt x="419814" y="292577"/>
                  <a:pt x="415454" y="292577"/>
                </a:cubicBezTo>
                <a:cubicBezTo>
                  <a:pt x="411094" y="292577"/>
                  <a:pt x="407000" y="294177"/>
                  <a:pt x="404420" y="296844"/>
                </a:cubicBezTo>
                <a:cubicBezTo>
                  <a:pt x="402640" y="311600"/>
                  <a:pt x="390004" y="322978"/>
                  <a:pt x="374787" y="322978"/>
                </a:cubicBezTo>
                <a:cubicBezTo>
                  <a:pt x="358413" y="322978"/>
                  <a:pt x="345065" y="309644"/>
                  <a:pt x="345065" y="293200"/>
                </a:cubicBezTo>
                <a:cubicBezTo>
                  <a:pt x="345065" y="276844"/>
                  <a:pt x="358413" y="263421"/>
                  <a:pt x="374787" y="263421"/>
                </a:cubicBezTo>
                <a:close/>
                <a:moveTo>
                  <a:pt x="121136" y="262150"/>
                </a:moveTo>
                <a:cubicBezTo>
                  <a:pt x="115173" y="262150"/>
                  <a:pt x="110366" y="267038"/>
                  <a:pt x="110366" y="272903"/>
                </a:cubicBezTo>
                <a:cubicBezTo>
                  <a:pt x="110366" y="278857"/>
                  <a:pt x="115173" y="283655"/>
                  <a:pt x="121136" y="283655"/>
                </a:cubicBezTo>
                <a:cubicBezTo>
                  <a:pt x="127099" y="283655"/>
                  <a:pt x="131906" y="278857"/>
                  <a:pt x="131906" y="272992"/>
                </a:cubicBezTo>
                <a:cubicBezTo>
                  <a:pt x="131906" y="272903"/>
                  <a:pt x="131906" y="272903"/>
                  <a:pt x="131906" y="272903"/>
                </a:cubicBezTo>
                <a:cubicBezTo>
                  <a:pt x="131906" y="266949"/>
                  <a:pt x="127099" y="262150"/>
                  <a:pt x="121136" y="262150"/>
                </a:cubicBezTo>
                <a:close/>
                <a:moveTo>
                  <a:pt x="502969" y="217984"/>
                </a:moveTo>
                <a:cubicBezTo>
                  <a:pt x="471194" y="242866"/>
                  <a:pt x="429362" y="251486"/>
                  <a:pt x="427403" y="251842"/>
                </a:cubicBezTo>
                <a:cubicBezTo>
                  <a:pt x="426869" y="251931"/>
                  <a:pt x="426157" y="252020"/>
                  <a:pt x="425623" y="252020"/>
                </a:cubicBezTo>
                <a:cubicBezTo>
                  <a:pt x="423398" y="252020"/>
                  <a:pt x="421262" y="251309"/>
                  <a:pt x="419571" y="249887"/>
                </a:cubicBezTo>
                <a:cubicBezTo>
                  <a:pt x="417346" y="248109"/>
                  <a:pt x="416100" y="245355"/>
                  <a:pt x="416100" y="242511"/>
                </a:cubicBezTo>
                <a:lnTo>
                  <a:pt x="416100" y="234602"/>
                </a:lnTo>
                <a:cubicBezTo>
                  <a:pt x="385571" y="241000"/>
                  <a:pt x="339288" y="241800"/>
                  <a:pt x="327094" y="241889"/>
                </a:cubicBezTo>
                <a:cubicBezTo>
                  <a:pt x="327094" y="242244"/>
                  <a:pt x="327183" y="242600"/>
                  <a:pt x="327183" y="243044"/>
                </a:cubicBezTo>
                <a:lnTo>
                  <a:pt x="341335" y="337329"/>
                </a:lnTo>
                <a:cubicBezTo>
                  <a:pt x="342492" y="344883"/>
                  <a:pt x="346320" y="351725"/>
                  <a:pt x="352194" y="356524"/>
                </a:cubicBezTo>
                <a:lnTo>
                  <a:pt x="392780" y="390293"/>
                </a:lnTo>
                <a:cubicBezTo>
                  <a:pt x="396519" y="393403"/>
                  <a:pt x="401236" y="395180"/>
                  <a:pt x="406131" y="395180"/>
                </a:cubicBezTo>
                <a:lnTo>
                  <a:pt x="424733" y="395180"/>
                </a:lnTo>
                <a:cubicBezTo>
                  <a:pt x="429629" y="395180"/>
                  <a:pt x="434346" y="393403"/>
                  <a:pt x="438084" y="390293"/>
                </a:cubicBezTo>
                <a:lnTo>
                  <a:pt x="478670" y="356524"/>
                </a:lnTo>
                <a:cubicBezTo>
                  <a:pt x="484545" y="351725"/>
                  <a:pt x="488372" y="344883"/>
                  <a:pt x="489529" y="337329"/>
                </a:cubicBezTo>
                <a:lnTo>
                  <a:pt x="503681" y="243044"/>
                </a:lnTo>
                <a:cubicBezTo>
                  <a:pt x="504927" y="234602"/>
                  <a:pt x="504660" y="226160"/>
                  <a:pt x="502969" y="217984"/>
                </a:cubicBezTo>
                <a:close/>
                <a:moveTo>
                  <a:pt x="398032" y="160845"/>
                </a:moveTo>
                <a:cubicBezTo>
                  <a:pt x="377204" y="160845"/>
                  <a:pt x="357356" y="169909"/>
                  <a:pt x="343738" y="185727"/>
                </a:cubicBezTo>
                <a:cubicBezTo>
                  <a:pt x="334571" y="196302"/>
                  <a:pt x="328875" y="209276"/>
                  <a:pt x="327094" y="222872"/>
                </a:cubicBezTo>
                <a:cubicBezTo>
                  <a:pt x="340623" y="222783"/>
                  <a:pt x="397320" y="221628"/>
                  <a:pt x="422597" y="213275"/>
                </a:cubicBezTo>
                <a:cubicBezTo>
                  <a:pt x="425445" y="212297"/>
                  <a:pt x="428649" y="212741"/>
                  <a:pt x="431142" y="214608"/>
                </a:cubicBezTo>
                <a:cubicBezTo>
                  <a:pt x="433634" y="216385"/>
                  <a:pt x="435058" y="219229"/>
                  <a:pt x="435058" y="222250"/>
                </a:cubicBezTo>
                <a:lnTo>
                  <a:pt x="435058" y="230248"/>
                </a:lnTo>
                <a:cubicBezTo>
                  <a:pt x="450100" y="225893"/>
                  <a:pt x="476712" y="216207"/>
                  <a:pt x="496115" y="198967"/>
                </a:cubicBezTo>
                <a:cubicBezTo>
                  <a:pt x="493623" y="194258"/>
                  <a:pt x="490597" y="189814"/>
                  <a:pt x="487126" y="185727"/>
                </a:cubicBezTo>
                <a:cubicBezTo>
                  <a:pt x="473508" y="169909"/>
                  <a:pt x="453660" y="160845"/>
                  <a:pt x="432833" y="160845"/>
                </a:cubicBezTo>
                <a:close/>
                <a:moveTo>
                  <a:pt x="202303" y="116394"/>
                </a:moveTo>
                <a:cubicBezTo>
                  <a:pt x="202214" y="116394"/>
                  <a:pt x="202125" y="116483"/>
                  <a:pt x="201947" y="116572"/>
                </a:cubicBezTo>
                <a:cubicBezTo>
                  <a:pt x="201679" y="116749"/>
                  <a:pt x="201679" y="116927"/>
                  <a:pt x="201679" y="117105"/>
                </a:cubicBezTo>
                <a:lnTo>
                  <a:pt x="201679" y="165376"/>
                </a:lnTo>
                <a:cubicBezTo>
                  <a:pt x="201679" y="165465"/>
                  <a:pt x="201679" y="165731"/>
                  <a:pt x="201947" y="165909"/>
                </a:cubicBezTo>
                <a:cubicBezTo>
                  <a:pt x="202303" y="166087"/>
                  <a:pt x="202481" y="165998"/>
                  <a:pt x="202570" y="165909"/>
                </a:cubicBezTo>
                <a:lnTo>
                  <a:pt x="251012" y="141818"/>
                </a:lnTo>
                <a:cubicBezTo>
                  <a:pt x="251102" y="141729"/>
                  <a:pt x="251280" y="141640"/>
                  <a:pt x="251280" y="141196"/>
                </a:cubicBezTo>
                <a:cubicBezTo>
                  <a:pt x="251280" y="140840"/>
                  <a:pt x="251102" y="140752"/>
                  <a:pt x="251012" y="140663"/>
                </a:cubicBezTo>
                <a:lnTo>
                  <a:pt x="202570" y="116483"/>
                </a:lnTo>
                <a:cubicBezTo>
                  <a:pt x="202570" y="116483"/>
                  <a:pt x="202481" y="116394"/>
                  <a:pt x="202303" y="116394"/>
                </a:cubicBezTo>
                <a:close/>
                <a:moveTo>
                  <a:pt x="211119" y="99503"/>
                </a:moveTo>
                <a:lnTo>
                  <a:pt x="259472" y="123683"/>
                </a:lnTo>
                <a:cubicBezTo>
                  <a:pt x="266151" y="126973"/>
                  <a:pt x="270336" y="133729"/>
                  <a:pt x="270336" y="141196"/>
                </a:cubicBezTo>
                <a:cubicBezTo>
                  <a:pt x="270336" y="148663"/>
                  <a:pt x="266151" y="155419"/>
                  <a:pt x="259472" y="158798"/>
                </a:cubicBezTo>
                <a:lnTo>
                  <a:pt x="211119" y="182889"/>
                </a:lnTo>
                <a:cubicBezTo>
                  <a:pt x="208358" y="184311"/>
                  <a:pt x="205330" y="185022"/>
                  <a:pt x="202303" y="185022"/>
                </a:cubicBezTo>
                <a:cubicBezTo>
                  <a:pt x="198741" y="185022"/>
                  <a:pt x="195179" y="184044"/>
                  <a:pt x="191973" y="182088"/>
                </a:cubicBezTo>
                <a:cubicBezTo>
                  <a:pt x="186096" y="178444"/>
                  <a:pt x="182623" y="172221"/>
                  <a:pt x="182623" y="165376"/>
                </a:cubicBezTo>
                <a:lnTo>
                  <a:pt x="182623" y="117105"/>
                </a:lnTo>
                <a:cubicBezTo>
                  <a:pt x="182623" y="110171"/>
                  <a:pt x="186096" y="103948"/>
                  <a:pt x="191973" y="100392"/>
                </a:cubicBezTo>
                <a:cubicBezTo>
                  <a:pt x="197850" y="96748"/>
                  <a:pt x="204974" y="96392"/>
                  <a:pt x="211119" y="99503"/>
                </a:cubicBezTo>
                <a:close/>
                <a:moveTo>
                  <a:pt x="161723" y="69670"/>
                </a:moveTo>
                <a:cubicBezTo>
                  <a:pt x="144633" y="69670"/>
                  <a:pt x="130660" y="83621"/>
                  <a:pt x="130660" y="100683"/>
                </a:cubicBezTo>
                <a:lnTo>
                  <a:pt x="130660" y="181728"/>
                </a:lnTo>
                <a:cubicBezTo>
                  <a:pt x="130660" y="198879"/>
                  <a:pt x="144633" y="212741"/>
                  <a:pt x="161723" y="212741"/>
                </a:cubicBezTo>
                <a:lnTo>
                  <a:pt x="283482" y="212741"/>
                </a:lnTo>
                <a:cubicBezTo>
                  <a:pt x="300660" y="212741"/>
                  <a:pt x="314545" y="198879"/>
                  <a:pt x="314545" y="181728"/>
                </a:cubicBezTo>
                <a:lnTo>
                  <a:pt x="314545" y="100683"/>
                </a:lnTo>
                <a:cubicBezTo>
                  <a:pt x="314545" y="83621"/>
                  <a:pt x="300660" y="69670"/>
                  <a:pt x="283482" y="69670"/>
                </a:cubicBezTo>
                <a:close/>
                <a:moveTo>
                  <a:pt x="39963" y="19017"/>
                </a:moveTo>
                <a:cubicBezTo>
                  <a:pt x="28393" y="19017"/>
                  <a:pt x="19047" y="28348"/>
                  <a:pt x="19047" y="39900"/>
                </a:cubicBezTo>
                <a:lnTo>
                  <a:pt x="19047" y="293164"/>
                </a:lnTo>
                <a:cubicBezTo>
                  <a:pt x="19047" y="304716"/>
                  <a:pt x="28393" y="314136"/>
                  <a:pt x="39963" y="314136"/>
                </a:cubicBezTo>
                <a:lnTo>
                  <a:pt x="318639" y="314136"/>
                </a:lnTo>
                <a:lnTo>
                  <a:pt x="313922" y="282411"/>
                </a:lnTo>
                <a:lnTo>
                  <a:pt x="149351" y="282411"/>
                </a:lnTo>
                <a:cubicBezTo>
                  <a:pt x="145435" y="294230"/>
                  <a:pt x="134220" y="302672"/>
                  <a:pt x="121136" y="302672"/>
                </a:cubicBezTo>
                <a:cubicBezTo>
                  <a:pt x="108052" y="302672"/>
                  <a:pt x="96838" y="294230"/>
                  <a:pt x="92921" y="282411"/>
                </a:cubicBezTo>
                <a:lnTo>
                  <a:pt x="50110" y="282411"/>
                </a:lnTo>
                <a:cubicBezTo>
                  <a:pt x="44859" y="282411"/>
                  <a:pt x="40586" y="278146"/>
                  <a:pt x="40586" y="272903"/>
                </a:cubicBezTo>
                <a:cubicBezTo>
                  <a:pt x="40586" y="267660"/>
                  <a:pt x="44859" y="263394"/>
                  <a:pt x="50110" y="263394"/>
                </a:cubicBezTo>
                <a:lnTo>
                  <a:pt x="92921" y="263394"/>
                </a:lnTo>
                <a:cubicBezTo>
                  <a:pt x="96838" y="251664"/>
                  <a:pt x="108052" y="243133"/>
                  <a:pt x="121136" y="243133"/>
                </a:cubicBezTo>
                <a:cubicBezTo>
                  <a:pt x="134220" y="243133"/>
                  <a:pt x="145435" y="251664"/>
                  <a:pt x="149351" y="263394"/>
                </a:cubicBezTo>
                <a:lnTo>
                  <a:pt x="310985" y="263394"/>
                </a:lnTo>
                <a:lnTo>
                  <a:pt x="308403" y="245799"/>
                </a:lnTo>
                <a:cubicBezTo>
                  <a:pt x="307335" y="239045"/>
                  <a:pt x="307157" y="232292"/>
                  <a:pt x="307691" y="225538"/>
                </a:cubicBezTo>
                <a:cubicBezTo>
                  <a:pt x="300482" y="229537"/>
                  <a:pt x="292293" y="231758"/>
                  <a:pt x="283482" y="231758"/>
                </a:cubicBezTo>
                <a:lnTo>
                  <a:pt x="161723" y="231758"/>
                </a:lnTo>
                <a:cubicBezTo>
                  <a:pt x="134131" y="231758"/>
                  <a:pt x="111613" y="209365"/>
                  <a:pt x="111613" y="181728"/>
                </a:cubicBezTo>
                <a:lnTo>
                  <a:pt x="111613" y="100683"/>
                </a:lnTo>
                <a:cubicBezTo>
                  <a:pt x="111613" y="73135"/>
                  <a:pt x="134131" y="50653"/>
                  <a:pt x="161723" y="50653"/>
                </a:cubicBezTo>
                <a:lnTo>
                  <a:pt x="283482" y="50653"/>
                </a:lnTo>
                <a:cubicBezTo>
                  <a:pt x="311163" y="50653"/>
                  <a:pt x="333592" y="73135"/>
                  <a:pt x="333592" y="100683"/>
                </a:cubicBezTo>
                <a:lnTo>
                  <a:pt x="333592" y="168754"/>
                </a:lnTo>
                <a:cubicBezTo>
                  <a:pt x="350592" y="151603"/>
                  <a:pt x="373733" y="141828"/>
                  <a:pt x="398032" y="141828"/>
                </a:cubicBezTo>
                <a:lnTo>
                  <a:pt x="426246" y="141828"/>
                </a:lnTo>
                <a:lnTo>
                  <a:pt x="426246" y="39900"/>
                </a:lnTo>
                <a:cubicBezTo>
                  <a:pt x="426246" y="28348"/>
                  <a:pt x="416812" y="19017"/>
                  <a:pt x="405241" y="19017"/>
                </a:cubicBezTo>
                <a:close/>
                <a:moveTo>
                  <a:pt x="39963" y="0"/>
                </a:moveTo>
                <a:lnTo>
                  <a:pt x="405241" y="0"/>
                </a:lnTo>
                <a:cubicBezTo>
                  <a:pt x="427314" y="0"/>
                  <a:pt x="445204" y="17862"/>
                  <a:pt x="445204" y="39900"/>
                </a:cubicBezTo>
                <a:lnTo>
                  <a:pt x="445204" y="142716"/>
                </a:lnTo>
                <a:cubicBezTo>
                  <a:pt x="467011" y="145738"/>
                  <a:pt x="487037" y="156490"/>
                  <a:pt x="501545" y="173286"/>
                </a:cubicBezTo>
                <a:cubicBezTo>
                  <a:pt x="518723" y="193280"/>
                  <a:pt x="526377" y="219762"/>
                  <a:pt x="522461" y="245799"/>
                </a:cubicBezTo>
                <a:lnTo>
                  <a:pt x="508309" y="340173"/>
                </a:lnTo>
                <a:cubicBezTo>
                  <a:pt x="506529" y="352259"/>
                  <a:pt x="500299" y="363278"/>
                  <a:pt x="490864" y="371187"/>
                </a:cubicBezTo>
                <a:lnTo>
                  <a:pt x="485791" y="375363"/>
                </a:lnTo>
                <a:lnTo>
                  <a:pt x="485791" y="399446"/>
                </a:lnTo>
                <a:cubicBezTo>
                  <a:pt x="486325" y="399534"/>
                  <a:pt x="486859" y="399534"/>
                  <a:pt x="487393" y="399623"/>
                </a:cubicBezTo>
                <a:cubicBezTo>
                  <a:pt x="492644" y="400601"/>
                  <a:pt x="497184" y="403622"/>
                  <a:pt x="500210" y="408065"/>
                </a:cubicBezTo>
                <a:lnTo>
                  <a:pt x="512581" y="426638"/>
                </a:lnTo>
                <a:lnTo>
                  <a:pt x="576309" y="440767"/>
                </a:lnTo>
                <a:cubicBezTo>
                  <a:pt x="594733" y="444855"/>
                  <a:pt x="607639" y="460851"/>
                  <a:pt x="607639" y="479690"/>
                </a:cubicBezTo>
                <a:lnTo>
                  <a:pt x="607639" y="516125"/>
                </a:lnTo>
                <a:cubicBezTo>
                  <a:pt x="607639" y="532476"/>
                  <a:pt x="594199" y="545894"/>
                  <a:pt x="577822" y="545894"/>
                </a:cubicBezTo>
                <a:lnTo>
                  <a:pt x="253042" y="545894"/>
                </a:lnTo>
                <a:cubicBezTo>
                  <a:pt x="236665" y="545894"/>
                  <a:pt x="223225" y="532476"/>
                  <a:pt x="223225" y="516125"/>
                </a:cubicBezTo>
                <a:lnTo>
                  <a:pt x="223225" y="479690"/>
                </a:lnTo>
                <a:cubicBezTo>
                  <a:pt x="223225" y="460851"/>
                  <a:pt x="236131" y="444855"/>
                  <a:pt x="254555" y="440767"/>
                </a:cubicBezTo>
                <a:lnTo>
                  <a:pt x="318283" y="426638"/>
                </a:lnTo>
                <a:lnTo>
                  <a:pt x="330655" y="408065"/>
                </a:lnTo>
                <a:cubicBezTo>
                  <a:pt x="333681" y="403622"/>
                  <a:pt x="338220" y="400601"/>
                  <a:pt x="343471" y="399623"/>
                </a:cubicBezTo>
                <a:cubicBezTo>
                  <a:pt x="344005" y="399534"/>
                  <a:pt x="344539" y="399534"/>
                  <a:pt x="345074" y="399446"/>
                </a:cubicBezTo>
                <a:lnTo>
                  <a:pt x="345074" y="375363"/>
                </a:lnTo>
                <a:lnTo>
                  <a:pt x="340000" y="371187"/>
                </a:lnTo>
                <a:cubicBezTo>
                  <a:pt x="330566" y="363278"/>
                  <a:pt x="324335" y="352259"/>
                  <a:pt x="322555" y="340173"/>
                </a:cubicBezTo>
                <a:lnTo>
                  <a:pt x="321487" y="333064"/>
                </a:lnTo>
                <a:lnTo>
                  <a:pt x="39963" y="333064"/>
                </a:lnTo>
                <a:cubicBezTo>
                  <a:pt x="17890" y="333064"/>
                  <a:pt x="0" y="315202"/>
                  <a:pt x="0" y="293164"/>
                </a:cubicBezTo>
                <a:lnTo>
                  <a:pt x="0" y="39900"/>
                </a:lnTo>
                <a:cubicBezTo>
                  <a:pt x="0" y="17862"/>
                  <a:pt x="17890" y="0"/>
                  <a:pt x="399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熊大的PPT宝库26"/>
          <p:cNvSpPr/>
          <p:nvPr/>
        </p:nvSpPr>
        <p:spPr>
          <a:xfrm>
            <a:off x="4976671" y="1487960"/>
            <a:ext cx="203254" cy="203515"/>
          </a:xfrm>
          <a:custGeom>
            <a:avLst/>
            <a:gdLst>
              <a:gd name="connsiteX0" fmla="*/ 454946 w 604816"/>
              <a:gd name="connsiteY0" fmla="*/ 497806 h 605592"/>
              <a:gd name="connsiteX1" fmla="*/ 418928 w 604816"/>
              <a:gd name="connsiteY1" fmla="*/ 532839 h 605592"/>
              <a:gd name="connsiteX2" fmla="*/ 454946 w 604816"/>
              <a:gd name="connsiteY2" fmla="*/ 567872 h 605592"/>
              <a:gd name="connsiteX3" fmla="*/ 490964 w 604816"/>
              <a:gd name="connsiteY3" fmla="*/ 532839 h 605592"/>
              <a:gd name="connsiteX4" fmla="*/ 454946 w 604816"/>
              <a:gd name="connsiteY4" fmla="*/ 497806 h 605592"/>
              <a:gd name="connsiteX5" fmla="*/ 206121 w 604816"/>
              <a:gd name="connsiteY5" fmla="*/ 497806 h 605592"/>
              <a:gd name="connsiteX6" fmla="*/ 170098 w 604816"/>
              <a:gd name="connsiteY6" fmla="*/ 532839 h 605592"/>
              <a:gd name="connsiteX7" fmla="*/ 206121 w 604816"/>
              <a:gd name="connsiteY7" fmla="*/ 567872 h 605592"/>
              <a:gd name="connsiteX8" fmla="*/ 242145 w 604816"/>
              <a:gd name="connsiteY8" fmla="*/ 532839 h 605592"/>
              <a:gd name="connsiteX9" fmla="*/ 206121 w 604816"/>
              <a:gd name="connsiteY9" fmla="*/ 497806 h 605592"/>
              <a:gd name="connsiteX10" fmla="*/ 454946 w 604816"/>
              <a:gd name="connsiteY10" fmla="*/ 460086 h 605592"/>
              <a:gd name="connsiteX11" fmla="*/ 528746 w 604816"/>
              <a:gd name="connsiteY11" fmla="*/ 532839 h 605592"/>
              <a:gd name="connsiteX12" fmla="*/ 454946 w 604816"/>
              <a:gd name="connsiteY12" fmla="*/ 605592 h 605592"/>
              <a:gd name="connsiteX13" fmla="*/ 381053 w 604816"/>
              <a:gd name="connsiteY13" fmla="*/ 532839 h 605592"/>
              <a:gd name="connsiteX14" fmla="*/ 454946 w 604816"/>
              <a:gd name="connsiteY14" fmla="*/ 460086 h 605592"/>
              <a:gd name="connsiteX15" fmla="*/ 206121 w 604816"/>
              <a:gd name="connsiteY15" fmla="*/ 460086 h 605592"/>
              <a:gd name="connsiteX16" fmla="*/ 279933 w 604816"/>
              <a:gd name="connsiteY16" fmla="*/ 532839 h 605592"/>
              <a:gd name="connsiteX17" fmla="*/ 206121 w 604816"/>
              <a:gd name="connsiteY17" fmla="*/ 605592 h 605592"/>
              <a:gd name="connsiteX18" fmla="*/ 132310 w 604816"/>
              <a:gd name="connsiteY18" fmla="*/ 532839 h 605592"/>
              <a:gd name="connsiteX19" fmla="*/ 206121 w 604816"/>
              <a:gd name="connsiteY19" fmla="*/ 460086 h 605592"/>
              <a:gd name="connsiteX20" fmla="*/ 321519 w 604816"/>
              <a:gd name="connsiteY20" fmla="*/ 204216 h 605592"/>
              <a:gd name="connsiteX21" fmla="*/ 340454 w 604816"/>
              <a:gd name="connsiteY21" fmla="*/ 204216 h 605592"/>
              <a:gd name="connsiteX22" fmla="*/ 340454 w 604816"/>
              <a:gd name="connsiteY22" fmla="*/ 287285 h 605592"/>
              <a:gd name="connsiteX23" fmla="*/ 378230 w 604816"/>
              <a:gd name="connsiteY23" fmla="*/ 287285 h 605592"/>
              <a:gd name="connsiteX24" fmla="*/ 330987 w 604816"/>
              <a:gd name="connsiteY24" fmla="*/ 369057 h 605592"/>
              <a:gd name="connsiteX25" fmla="*/ 283743 w 604816"/>
              <a:gd name="connsiteY25" fmla="*/ 287285 h 605592"/>
              <a:gd name="connsiteX26" fmla="*/ 321519 w 604816"/>
              <a:gd name="connsiteY26" fmla="*/ 287285 h 605592"/>
              <a:gd name="connsiteX27" fmla="*/ 106497 w 604816"/>
              <a:gd name="connsiteY27" fmla="*/ 180937 h 605592"/>
              <a:gd name="connsiteX28" fmla="*/ 162856 w 604816"/>
              <a:gd name="connsiteY28" fmla="*/ 392370 h 605592"/>
              <a:gd name="connsiteX29" fmla="*/ 499247 w 604816"/>
              <a:gd name="connsiteY29" fmla="*/ 392370 h 605592"/>
              <a:gd name="connsiteX30" fmla="*/ 555606 w 604816"/>
              <a:gd name="connsiteY30" fmla="*/ 180937 h 605592"/>
              <a:gd name="connsiteX31" fmla="*/ 0 w 604816"/>
              <a:gd name="connsiteY31" fmla="*/ 0 h 605592"/>
              <a:gd name="connsiteX32" fmla="*/ 124046 w 604816"/>
              <a:gd name="connsiteY32" fmla="*/ 0 h 605592"/>
              <a:gd name="connsiteX33" fmla="*/ 162206 w 604816"/>
              <a:gd name="connsiteY33" fmla="*/ 143118 h 605592"/>
              <a:gd name="connsiteX34" fmla="*/ 604816 w 604816"/>
              <a:gd name="connsiteY34" fmla="*/ 143118 h 605592"/>
              <a:gd name="connsiteX35" fmla="*/ 528309 w 604816"/>
              <a:gd name="connsiteY35" fmla="*/ 430096 h 605592"/>
              <a:gd name="connsiteX36" fmla="*/ 133795 w 604816"/>
              <a:gd name="connsiteY36" fmla="*/ 430096 h 605592"/>
              <a:gd name="connsiteX37" fmla="*/ 57288 w 604816"/>
              <a:gd name="connsiteY37" fmla="*/ 143118 h 605592"/>
              <a:gd name="connsiteX38" fmla="*/ 123117 w 604816"/>
              <a:gd name="connsiteY38" fmla="*/ 143118 h 605592"/>
              <a:gd name="connsiteX39" fmla="*/ 94984 w 604816"/>
              <a:gd name="connsiteY39" fmla="*/ 37726 h 605592"/>
              <a:gd name="connsiteX40" fmla="*/ 0 w 604816"/>
              <a:gd name="connsiteY40" fmla="*/ 37726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04816" h="605592">
                <a:moveTo>
                  <a:pt x="454946" y="497806"/>
                </a:moveTo>
                <a:cubicBezTo>
                  <a:pt x="435080" y="497806"/>
                  <a:pt x="418928" y="513562"/>
                  <a:pt x="418928" y="532839"/>
                </a:cubicBezTo>
                <a:cubicBezTo>
                  <a:pt x="418928" y="552209"/>
                  <a:pt x="435080" y="567872"/>
                  <a:pt x="454946" y="567872"/>
                </a:cubicBezTo>
                <a:cubicBezTo>
                  <a:pt x="474812" y="567872"/>
                  <a:pt x="490964" y="552209"/>
                  <a:pt x="490964" y="532839"/>
                </a:cubicBezTo>
                <a:cubicBezTo>
                  <a:pt x="490964" y="513562"/>
                  <a:pt x="474812" y="497806"/>
                  <a:pt x="454946" y="497806"/>
                </a:cubicBezTo>
                <a:close/>
                <a:moveTo>
                  <a:pt x="206121" y="497806"/>
                </a:moveTo>
                <a:cubicBezTo>
                  <a:pt x="186253" y="497806"/>
                  <a:pt x="170098" y="513562"/>
                  <a:pt x="170098" y="532839"/>
                </a:cubicBezTo>
                <a:cubicBezTo>
                  <a:pt x="170098" y="552209"/>
                  <a:pt x="186253" y="567872"/>
                  <a:pt x="206121" y="567872"/>
                </a:cubicBezTo>
                <a:cubicBezTo>
                  <a:pt x="225990" y="567872"/>
                  <a:pt x="242145" y="552209"/>
                  <a:pt x="242145" y="532839"/>
                </a:cubicBezTo>
                <a:cubicBezTo>
                  <a:pt x="242145" y="513562"/>
                  <a:pt x="225990" y="497806"/>
                  <a:pt x="206121" y="497806"/>
                </a:cubicBezTo>
                <a:close/>
                <a:moveTo>
                  <a:pt x="454946" y="460086"/>
                </a:moveTo>
                <a:cubicBezTo>
                  <a:pt x="495698" y="460086"/>
                  <a:pt x="528746" y="492616"/>
                  <a:pt x="528746" y="532839"/>
                </a:cubicBezTo>
                <a:cubicBezTo>
                  <a:pt x="528746" y="573062"/>
                  <a:pt x="495698" y="605592"/>
                  <a:pt x="454946" y="605592"/>
                </a:cubicBezTo>
                <a:cubicBezTo>
                  <a:pt x="414193" y="605592"/>
                  <a:pt x="381053" y="573062"/>
                  <a:pt x="381053" y="532839"/>
                </a:cubicBezTo>
                <a:cubicBezTo>
                  <a:pt x="381053" y="492616"/>
                  <a:pt x="414193" y="460086"/>
                  <a:pt x="454946" y="460086"/>
                </a:cubicBezTo>
                <a:close/>
                <a:moveTo>
                  <a:pt x="206121" y="460086"/>
                </a:moveTo>
                <a:cubicBezTo>
                  <a:pt x="246973" y="460086"/>
                  <a:pt x="279933" y="492616"/>
                  <a:pt x="279933" y="532839"/>
                </a:cubicBezTo>
                <a:cubicBezTo>
                  <a:pt x="279933" y="573062"/>
                  <a:pt x="246880" y="605592"/>
                  <a:pt x="206121" y="605592"/>
                </a:cubicBezTo>
                <a:cubicBezTo>
                  <a:pt x="165363" y="605592"/>
                  <a:pt x="132310" y="573062"/>
                  <a:pt x="132310" y="532839"/>
                </a:cubicBezTo>
                <a:cubicBezTo>
                  <a:pt x="132310" y="492616"/>
                  <a:pt x="165363" y="460086"/>
                  <a:pt x="206121" y="460086"/>
                </a:cubicBezTo>
                <a:close/>
                <a:moveTo>
                  <a:pt x="321519" y="204216"/>
                </a:moveTo>
                <a:lnTo>
                  <a:pt x="340454" y="204216"/>
                </a:lnTo>
                <a:lnTo>
                  <a:pt x="340454" y="287285"/>
                </a:lnTo>
                <a:lnTo>
                  <a:pt x="378230" y="287285"/>
                </a:lnTo>
                <a:lnTo>
                  <a:pt x="330987" y="369057"/>
                </a:lnTo>
                <a:lnTo>
                  <a:pt x="283743" y="287285"/>
                </a:lnTo>
                <a:lnTo>
                  <a:pt x="321519" y="287285"/>
                </a:lnTo>
                <a:close/>
                <a:moveTo>
                  <a:pt x="106497" y="180937"/>
                </a:moveTo>
                <a:lnTo>
                  <a:pt x="162856" y="392370"/>
                </a:lnTo>
                <a:lnTo>
                  <a:pt x="499247" y="392370"/>
                </a:lnTo>
                <a:lnTo>
                  <a:pt x="555606" y="180937"/>
                </a:lnTo>
                <a:close/>
                <a:moveTo>
                  <a:pt x="0" y="0"/>
                </a:moveTo>
                <a:lnTo>
                  <a:pt x="124046" y="0"/>
                </a:lnTo>
                <a:lnTo>
                  <a:pt x="162206" y="143118"/>
                </a:lnTo>
                <a:lnTo>
                  <a:pt x="604816" y="143118"/>
                </a:lnTo>
                <a:lnTo>
                  <a:pt x="528309" y="430096"/>
                </a:lnTo>
                <a:lnTo>
                  <a:pt x="133795" y="430096"/>
                </a:lnTo>
                <a:lnTo>
                  <a:pt x="57288" y="143118"/>
                </a:lnTo>
                <a:lnTo>
                  <a:pt x="123117" y="143118"/>
                </a:lnTo>
                <a:lnTo>
                  <a:pt x="94984" y="37726"/>
                </a:lnTo>
                <a:lnTo>
                  <a:pt x="0" y="377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熊大的PPT宝库27"/>
          <p:cNvSpPr/>
          <p:nvPr/>
        </p:nvSpPr>
        <p:spPr>
          <a:xfrm>
            <a:off x="5530649" y="1510941"/>
            <a:ext cx="361068" cy="3610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</a:t>
            </a:r>
          </a:p>
        </p:txBody>
      </p:sp>
      <p:sp>
        <p:nvSpPr>
          <p:cNvPr id="30" name="熊大的PPT宝库28"/>
          <p:cNvSpPr/>
          <p:nvPr/>
        </p:nvSpPr>
        <p:spPr>
          <a:xfrm>
            <a:off x="6291972" y="1510941"/>
            <a:ext cx="361068" cy="3610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</a:t>
            </a:r>
          </a:p>
        </p:txBody>
      </p:sp>
      <p:sp>
        <p:nvSpPr>
          <p:cNvPr id="31" name="熊大的PPT宝库29"/>
          <p:cNvSpPr/>
          <p:nvPr/>
        </p:nvSpPr>
        <p:spPr>
          <a:xfrm>
            <a:off x="6941778" y="1476130"/>
            <a:ext cx="217856" cy="189876"/>
          </a:xfrm>
          <a:custGeom>
            <a:avLst/>
            <a:gdLst>
              <a:gd name="T0" fmla="*/ 9855 w 11597"/>
              <a:gd name="T1" fmla="*/ 1881 h 10106"/>
              <a:gd name="T2" fmla="*/ 4578 w 11597"/>
              <a:gd name="T3" fmla="*/ 536 h 10106"/>
              <a:gd name="T4" fmla="*/ 1766 w 11597"/>
              <a:gd name="T5" fmla="*/ 7487 h 10106"/>
              <a:gd name="T6" fmla="*/ 1836 w 11597"/>
              <a:gd name="T7" fmla="*/ 7963 h 10106"/>
              <a:gd name="T8" fmla="*/ 1486 w 11597"/>
              <a:gd name="T9" fmla="*/ 9257 h 10106"/>
              <a:gd name="T10" fmla="*/ 1594 w 11597"/>
              <a:gd name="T11" fmla="*/ 9907 h 10106"/>
              <a:gd name="T12" fmla="*/ 2297 w 11597"/>
              <a:gd name="T13" fmla="*/ 9942 h 10106"/>
              <a:gd name="T14" fmla="*/ 3494 w 11597"/>
              <a:gd name="T15" fmla="*/ 9337 h 10106"/>
              <a:gd name="T16" fmla="*/ 4268 w 11597"/>
              <a:gd name="T17" fmla="*/ 9272 h 10106"/>
              <a:gd name="T18" fmla="*/ 5743 w 11597"/>
              <a:gd name="T19" fmla="*/ 9581 h 10106"/>
              <a:gd name="T20" fmla="*/ 9918 w 11597"/>
              <a:gd name="T21" fmla="*/ 7963 h 10106"/>
              <a:gd name="T22" fmla="*/ 9855 w 11597"/>
              <a:gd name="T23" fmla="*/ 1881 h 10106"/>
              <a:gd name="T24" fmla="*/ 9192 w 11597"/>
              <a:gd name="T25" fmla="*/ 7302 h 10106"/>
              <a:gd name="T26" fmla="*/ 4570 w 11597"/>
              <a:gd name="T27" fmla="*/ 8334 h 10106"/>
              <a:gd name="T28" fmla="*/ 3044 w 11597"/>
              <a:gd name="T29" fmla="*/ 8427 h 10106"/>
              <a:gd name="T30" fmla="*/ 2713 w 11597"/>
              <a:gd name="T31" fmla="*/ 8538 h 10106"/>
              <a:gd name="T32" fmla="*/ 2448 w 11597"/>
              <a:gd name="T33" fmla="*/ 6702 h 10106"/>
              <a:gd name="T34" fmla="*/ 2783 w 11597"/>
              <a:gd name="T35" fmla="*/ 2718 h 10106"/>
              <a:gd name="T36" fmla="*/ 9316 w 11597"/>
              <a:gd name="T37" fmla="*/ 2720 h 10106"/>
              <a:gd name="T38" fmla="*/ 9192 w 11597"/>
              <a:gd name="T39" fmla="*/ 7302 h 10106"/>
              <a:gd name="T40" fmla="*/ 7652 w 11597"/>
              <a:gd name="T41" fmla="*/ 3497 h 10106"/>
              <a:gd name="T42" fmla="*/ 7040 w 11597"/>
              <a:gd name="T43" fmla="*/ 4061 h 10106"/>
              <a:gd name="T44" fmla="*/ 7581 w 11597"/>
              <a:gd name="T45" fmla="*/ 4689 h 10106"/>
              <a:gd name="T46" fmla="*/ 8226 w 11597"/>
              <a:gd name="T47" fmla="*/ 4161 h 10106"/>
              <a:gd name="T48" fmla="*/ 7652 w 11597"/>
              <a:gd name="T49" fmla="*/ 3497 h 10106"/>
              <a:gd name="T50" fmla="*/ 4463 w 11597"/>
              <a:gd name="T51" fmla="*/ 3496 h 10106"/>
              <a:gd name="T52" fmla="*/ 3878 w 11597"/>
              <a:gd name="T53" fmla="*/ 4147 h 10106"/>
              <a:gd name="T54" fmla="*/ 4506 w 11597"/>
              <a:gd name="T55" fmla="*/ 4688 h 10106"/>
              <a:gd name="T56" fmla="*/ 5070 w 11597"/>
              <a:gd name="T57" fmla="*/ 4075 h 10106"/>
              <a:gd name="T58" fmla="*/ 4463 w 11597"/>
              <a:gd name="T59" fmla="*/ 3496 h 10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597" h="10106">
                <a:moveTo>
                  <a:pt x="9855" y="1881"/>
                </a:moveTo>
                <a:cubicBezTo>
                  <a:pt x="8371" y="423"/>
                  <a:pt x="6564" y="0"/>
                  <a:pt x="4578" y="536"/>
                </a:cubicBezTo>
                <a:cubicBezTo>
                  <a:pt x="1082" y="1479"/>
                  <a:pt x="0" y="5116"/>
                  <a:pt x="1766" y="7487"/>
                </a:cubicBezTo>
                <a:cubicBezTo>
                  <a:pt x="1852" y="7602"/>
                  <a:pt x="1868" y="7814"/>
                  <a:pt x="1836" y="7963"/>
                </a:cubicBezTo>
                <a:cubicBezTo>
                  <a:pt x="1741" y="8399"/>
                  <a:pt x="1602" y="8825"/>
                  <a:pt x="1486" y="9257"/>
                </a:cubicBezTo>
                <a:cubicBezTo>
                  <a:pt x="1424" y="9487"/>
                  <a:pt x="1387" y="9722"/>
                  <a:pt x="1594" y="9907"/>
                </a:cubicBezTo>
                <a:cubicBezTo>
                  <a:pt x="1816" y="10106"/>
                  <a:pt x="2054" y="10065"/>
                  <a:pt x="2297" y="9942"/>
                </a:cubicBezTo>
                <a:cubicBezTo>
                  <a:pt x="2695" y="9739"/>
                  <a:pt x="3101" y="9550"/>
                  <a:pt x="3494" y="9337"/>
                </a:cubicBezTo>
                <a:cubicBezTo>
                  <a:pt x="3750" y="9199"/>
                  <a:pt x="3980" y="9192"/>
                  <a:pt x="4268" y="9272"/>
                </a:cubicBezTo>
                <a:cubicBezTo>
                  <a:pt x="4844" y="9432"/>
                  <a:pt x="5440" y="9520"/>
                  <a:pt x="5743" y="9581"/>
                </a:cubicBezTo>
                <a:cubicBezTo>
                  <a:pt x="7547" y="9549"/>
                  <a:pt x="8863" y="9060"/>
                  <a:pt x="9918" y="7963"/>
                </a:cubicBezTo>
                <a:cubicBezTo>
                  <a:pt x="11597" y="6216"/>
                  <a:pt x="11584" y="3580"/>
                  <a:pt x="9855" y="1881"/>
                </a:cubicBezTo>
                <a:close/>
                <a:moveTo>
                  <a:pt x="9192" y="7302"/>
                </a:moveTo>
                <a:cubicBezTo>
                  <a:pt x="7884" y="8601"/>
                  <a:pt x="6292" y="8911"/>
                  <a:pt x="4570" y="8334"/>
                </a:cubicBezTo>
                <a:cubicBezTo>
                  <a:pt x="4003" y="8143"/>
                  <a:pt x="3537" y="8094"/>
                  <a:pt x="3044" y="8427"/>
                </a:cubicBezTo>
                <a:cubicBezTo>
                  <a:pt x="2999" y="8458"/>
                  <a:pt x="2939" y="8464"/>
                  <a:pt x="2713" y="8538"/>
                </a:cubicBezTo>
                <a:cubicBezTo>
                  <a:pt x="3166" y="7752"/>
                  <a:pt x="2830" y="7260"/>
                  <a:pt x="2448" y="6702"/>
                </a:cubicBezTo>
                <a:cubicBezTo>
                  <a:pt x="1599" y="5464"/>
                  <a:pt x="1773" y="3869"/>
                  <a:pt x="2783" y="2718"/>
                </a:cubicBezTo>
                <a:cubicBezTo>
                  <a:pt x="4433" y="837"/>
                  <a:pt x="7665" y="838"/>
                  <a:pt x="9316" y="2720"/>
                </a:cubicBezTo>
                <a:cubicBezTo>
                  <a:pt x="10512" y="4085"/>
                  <a:pt x="10487" y="6017"/>
                  <a:pt x="9192" y="7302"/>
                </a:cubicBezTo>
                <a:close/>
                <a:moveTo>
                  <a:pt x="7652" y="3497"/>
                </a:moveTo>
                <a:cubicBezTo>
                  <a:pt x="7324" y="3485"/>
                  <a:pt x="7059" y="3729"/>
                  <a:pt x="7040" y="4061"/>
                </a:cubicBezTo>
                <a:cubicBezTo>
                  <a:pt x="7021" y="4401"/>
                  <a:pt x="7248" y="4664"/>
                  <a:pt x="7581" y="4689"/>
                </a:cubicBezTo>
                <a:cubicBezTo>
                  <a:pt x="7914" y="4714"/>
                  <a:pt x="8192" y="4486"/>
                  <a:pt x="8226" y="4161"/>
                </a:cubicBezTo>
                <a:cubicBezTo>
                  <a:pt x="8262" y="3818"/>
                  <a:pt x="7995" y="3509"/>
                  <a:pt x="7652" y="3497"/>
                </a:cubicBezTo>
                <a:close/>
                <a:moveTo>
                  <a:pt x="4463" y="3496"/>
                </a:moveTo>
                <a:cubicBezTo>
                  <a:pt x="4116" y="3499"/>
                  <a:pt x="3852" y="3792"/>
                  <a:pt x="3878" y="4147"/>
                </a:cubicBezTo>
                <a:cubicBezTo>
                  <a:pt x="3902" y="4479"/>
                  <a:pt x="4167" y="4708"/>
                  <a:pt x="4506" y="4688"/>
                </a:cubicBezTo>
                <a:cubicBezTo>
                  <a:pt x="4837" y="4669"/>
                  <a:pt x="5083" y="4402"/>
                  <a:pt x="5070" y="4075"/>
                </a:cubicBezTo>
                <a:cubicBezTo>
                  <a:pt x="5058" y="3758"/>
                  <a:pt x="4781" y="3494"/>
                  <a:pt x="4463" y="34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熊大的PPT宝库30"/>
          <p:cNvSpPr/>
          <p:nvPr/>
        </p:nvSpPr>
        <p:spPr>
          <a:xfrm>
            <a:off x="7460460" y="1484971"/>
            <a:ext cx="200154" cy="200154"/>
          </a:xfrm>
          <a:custGeom>
            <a:avLst/>
            <a:gdLst>
              <a:gd name="T0" fmla="*/ 4569 w 9137"/>
              <a:gd name="T1" fmla="*/ 0 h 9137"/>
              <a:gd name="T2" fmla="*/ 0 w 9137"/>
              <a:gd name="T3" fmla="*/ 4569 h 9137"/>
              <a:gd name="T4" fmla="*/ 4569 w 9137"/>
              <a:gd name="T5" fmla="*/ 9137 h 9137"/>
              <a:gd name="T6" fmla="*/ 9137 w 9137"/>
              <a:gd name="T7" fmla="*/ 4569 h 9137"/>
              <a:gd name="T8" fmla="*/ 4569 w 9137"/>
              <a:gd name="T9" fmla="*/ 0 h 9137"/>
              <a:gd name="T10" fmla="*/ 4451 w 9137"/>
              <a:gd name="T11" fmla="*/ 5591 h 9137"/>
              <a:gd name="T12" fmla="*/ 4451 w 9137"/>
              <a:gd name="T13" fmla="*/ 4047 h 9137"/>
              <a:gd name="T14" fmla="*/ 4841 w 9137"/>
              <a:gd name="T15" fmla="*/ 4047 h 9137"/>
              <a:gd name="T16" fmla="*/ 4934 w 9137"/>
              <a:gd name="T17" fmla="*/ 4077 h 9137"/>
              <a:gd name="T18" fmla="*/ 4921 w 9137"/>
              <a:gd name="T19" fmla="*/ 4140 h 9137"/>
              <a:gd name="T20" fmla="*/ 4888 w 9137"/>
              <a:gd name="T21" fmla="*/ 4401 h 9137"/>
              <a:gd name="T22" fmla="*/ 4888 w 9137"/>
              <a:gd name="T23" fmla="*/ 4655 h 9137"/>
              <a:gd name="T24" fmla="*/ 5743 w 9137"/>
              <a:gd name="T25" fmla="*/ 4655 h 9137"/>
              <a:gd name="T26" fmla="*/ 5743 w 9137"/>
              <a:gd name="T27" fmla="*/ 5012 h 9137"/>
              <a:gd name="T28" fmla="*/ 4888 w 9137"/>
              <a:gd name="T29" fmla="*/ 5012 h 9137"/>
              <a:gd name="T30" fmla="*/ 4888 w 9137"/>
              <a:gd name="T31" fmla="*/ 5591 h 9137"/>
              <a:gd name="T32" fmla="*/ 5999 w 9137"/>
              <a:gd name="T33" fmla="*/ 5591 h 9137"/>
              <a:gd name="T34" fmla="*/ 5999 w 9137"/>
              <a:gd name="T35" fmla="*/ 5959 h 9137"/>
              <a:gd name="T36" fmla="*/ 3112 w 9137"/>
              <a:gd name="T37" fmla="*/ 5959 h 9137"/>
              <a:gd name="T38" fmla="*/ 3112 w 9137"/>
              <a:gd name="T39" fmla="*/ 5591 h 9137"/>
              <a:gd name="T40" fmla="*/ 3605 w 9137"/>
              <a:gd name="T41" fmla="*/ 5591 h 9137"/>
              <a:gd name="T42" fmla="*/ 3605 w 9137"/>
              <a:gd name="T43" fmla="*/ 4398 h 9137"/>
              <a:gd name="T44" fmla="*/ 3988 w 9137"/>
              <a:gd name="T45" fmla="*/ 4398 h 9137"/>
              <a:gd name="T46" fmla="*/ 4075 w 9137"/>
              <a:gd name="T47" fmla="*/ 4426 h 9137"/>
              <a:gd name="T48" fmla="*/ 4058 w 9137"/>
              <a:gd name="T49" fmla="*/ 4495 h 9137"/>
              <a:gd name="T50" fmla="*/ 4025 w 9137"/>
              <a:gd name="T51" fmla="*/ 4752 h 9137"/>
              <a:gd name="T52" fmla="*/ 4025 w 9137"/>
              <a:gd name="T53" fmla="*/ 5591 h 9137"/>
              <a:gd name="T54" fmla="*/ 4451 w 9137"/>
              <a:gd name="T55" fmla="*/ 5591 h 9137"/>
              <a:gd name="T56" fmla="*/ 5880 w 9137"/>
              <a:gd name="T57" fmla="*/ 4495 h 9137"/>
              <a:gd name="T58" fmla="*/ 4588 w 9137"/>
              <a:gd name="T59" fmla="*/ 3455 h 9137"/>
              <a:gd name="T60" fmla="*/ 3259 w 9137"/>
              <a:gd name="T61" fmla="*/ 4501 h 9137"/>
              <a:gd name="T62" fmla="*/ 2946 w 9137"/>
              <a:gd name="T63" fmla="*/ 4164 h 9137"/>
              <a:gd name="T64" fmla="*/ 4398 w 9137"/>
              <a:gd name="T65" fmla="*/ 2870 h 9137"/>
              <a:gd name="T66" fmla="*/ 4884 w 9137"/>
              <a:gd name="T67" fmla="*/ 3000 h 9137"/>
              <a:gd name="T68" fmla="*/ 4911 w 9137"/>
              <a:gd name="T69" fmla="*/ 3037 h 9137"/>
              <a:gd name="T70" fmla="*/ 4874 w 9137"/>
              <a:gd name="T71" fmla="*/ 3091 h 9137"/>
              <a:gd name="T72" fmla="*/ 4818 w 9137"/>
              <a:gd name="T73" fmla="*/ 3134 h 9137"/>
              <a:gd name="T74" fmla="*/ 5381 w 9137"/>
              <a:gd name="T75" fmla="*/ 3711 h 9137"/>
              <a:gd name="T76" fmla="*/ 6192 w 9137"/>
              <a:gd name="T77" fmla="*/ 4067 h 9137"/>
              <a:gd name="T78" fmla="*/ 5880 w 9137"/>
              <a:gd name="T79" fmla="*/ 4495 h 9137"/>
              <a:gd name="T80" fmla="*/ 7507 w 9137"/>
              <a:gd name="T81" fmla="*/ 5845 h 9137"/>
              <a:gd name="T82" fmla="*/ 7428 w 9137"/>
              <a:gd name="T83" fmla="*/ 6021 h 9137"/>
              <a:gd name="T84" fmla="*/ 7060 w 9137"/>
              <a:gd name="T85" fmla="*/ 6015 h 9137"/>
              <a:gd name="T86" fmla="*/ 7046 w 9137"/>
              <a:gd name="T87" fmla="*/ 5612 h 9137"/>
              <a:gd name="T88" fmla="*/ 6500 w 9137"/>
              <a:gd name="T89" fmla="*/ 2705 h 9137"/>
              <a:gd name="T90" fmla="*/ 2706 w 9137"/>
              <a:gd name="T91" fmla="*/ 2645 h 9137"/>
              <a:gd name="T92" fmla="*/ 2645 w 9137"/>
              <a:gd name="T93" fmla="*/ 6435 h 9137"/>
              <a:gd name="T94" fmla="*/ 5671 w 9137"/>
              <a:gd name="T95" fmla="*/ 7011 h 9137"/>
              <a:gd name="T96" fmla="*/ 6065 w 9137"/>
              <a:gd name="T97" fmla="*/ 6978 h 9137"/>
              <a:gd name="T98" fmla="*/ 6101 w 9137"/>
              <a:gd name="T99" fmla="*/ 7379 h 9137"/>
              <a:gd name="T100" fmla="*/ 2273 w 9137"/>
              <a:gd name="T101" fmla="*/ 6796 h 9137"/>
              <a:gd name="T102" fmla="*/ 2345 w 9137"/>
              <a:gd name="T103" fmla="*/ 2272 h 9137"/>
              <a:gd name="T104" fmla="*/ 6875 w 9137"/>
              <a:gd name="T105" fmla="*/ 2344 h 9137"/>
              <a:gd name="T106" fmla="*/ 7507 w 9137"/>
              <a:gd name="T107" fmla="*/ 5845 h 9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137" h="9137">
                <a:moveTo>
                  <a:pt x="4569" y="0"/>
                </a:moveTo>
                <a:cubicBezTo>
                  <a:pt x="2045" y="0"/>
                  <a:pt x="0" y="2046"/>
                  <a:pt x="0" y="4569"/>
                </a:cubicBezTo>
                <a:cubicBezTo>
                  <a:pt x="0" y="7092"/>
                  <a:pt x="2045" y="9137"/>
                  <a:pt x="4569" y="9137"/>
                </a:cubicBezTo>
                <a:cubicBezTo>
                  <a:pt x="7092" y="9137"/>
                  <a:pt x="9137" y="7092"/>
                  <a:pt x="9137" y="4569"/>
                </a:cubicBezTo>
                <a:cubicBezTo>
                  <a:pt x="9137" y="2046"/>
                  <a:pt x="7092" y="0"/>
                  <a:pt x="4569" y="0"/>
                </a:cubicBezTo>
                <a:close/>
                <a:moveTo>
                  <a:pt x="4451" y="5591"/>
                </a:moveTo>
                <a:lnTo>
                  <a:pt x="4451" y="4047"/>
                </a:lnTo>
                <a:lnTo>
                  <a:pt x="4841" y="4047"/>
                </a:lnTo>
                <a:cubicBezTo>
                  <a:pt x="4903" y="4047"/>
                  <a:pt x="4934" y="4056"/>
                  <a:pt x="4934" y="4077"/>
                </a:cubicBezTo>
                <a:cubicBezTo>
                  <a:pt x="4934" y="4097"/>
                  <a:pt x="4929" y="4118"/>
                  <a:pt x="4921" y="4140"/>
                </a:cubicBezTo>
                <a:cubicBezTo>
                  <a:pt x="4899" y="4196"/>
                  <a:pt x="4888" y="4283"/>
                  <a:pt x="4888" y="4401"/>
                </a:cubicBezTo>
                <a:lnTo>
                  <a:pt x="4888" y="4655"/>
                </a:lnTo>
                <a:lnTo>
                  <a:pt x="5743" y="4655"/>
                </a:lnTo>
                <a:lnTo>
                  <a:pt x="5743" y="5012"/>
                </a:lnTo>
                <a:lnTo>
                  <a:pt x="4888" y="5012"/>
                </a:lnTo>
                <a:lnTo>
                  <a:pt x="4888" y="5591"/>
                </a:lnTo>
                <a:lnTo>
                  <a:pt x="5999" y="5591"/>
                </a:lnTo>
                <a:lnTo>
                  <a:pt x="5999" y="5959"/>
                </a:lnTo>
                <a:lnTo>
                  <a:pt x="3112" y="5959"/>
                </a:lnTo>
                <a:lnTo>
                  <a:pt x="3112" y="5591"/>
                </a:lnTo>
                <a:lnTo>
                  <a:pt x="3605" y="5591"/>
                </a:lnTo>
                <a:lnTo>
                  <a:pt x="3605" y="4398"/>
                </a:lnTo>
                <a:lnTo>
                  <a:pt x="3988" y="4398"/>
                </a:lnTo>
                <a:cubicBezTo>
                  <a:pt x="4046" y="4398"/>
                  <a:pt x="4075" y="4407"/>
                  <a:pt x="4075" y="4426"/>
                </a:cubicBezTo>
                <a:cubicBezTo>
                  <a:pt x="4075" y="4445"/>
                  <a:pt x="4069" y="4468"/>
                  <a:pt x="4058" y="4495"/>
                </a:cubicBezTo>
                <a:cubicBezTo>
                  <a:pt x="4036" y="4550"/>
                  <a:pt x="4025" y="4636"/>
                  <a:pt x="4025" y="4752"/>
                </a:cubicBezTo>
                <a:lnTo>
                  <a:pt x="4025" y="5591"/>
                </a:lnTo>
                <a:lnTo>
                  <a:pt x="4451" y="5591"/>
                </a:lnTo>
                <a:close/>
                <a:moveTo>
                  <a:pt x="5880" y="4495"/>
                </a:moveTo>
                <a:cubicBezTo>
                  <a:pt x="5307" y="4230"/>
                  <a:pt x="4876" y="3883"/>
                  <a:pt x="4588" y="3455"/>
                </a:cubicBezTo>
                <a:cubicBezTo>
                  <a:pt x="4310" y="3852"/>
                  <a:pt x="3867" y="4200"/>
                  <a:pt x="3259" y="4501"/>
                </a:cubicBezTo>
                <a:cubicBezTo>
                  <a:pt x="3137" y="4348"/>
                  <a:pt x="3033" y="4235"/>
                  <a:pt x="2946" y="4164"/>
                </a:cubicBezTo>
                <a:cubicBezTo>
                  <a:pt x="3681" y="3907"/>
                  <a:pt x="4165" y="3476"/>
                  <a:pt x="4398" y="2870"/>
                </a:cubicBezTo>
                <a:cubicBezTo>
                  <a:pt x="4704" y="2948"/>
                  <a:pt x="4866" y="2992"/>
                  <a:pt x="4884" y="3000"/>
                </a:cubicBezTo>
                <a:cubicBezTo>
                  <a:pt x="4902" y="3009"/>
                  <a:pt x="4911" y="3022"/>
                  <a:pt x="4911" y="3037"/>
                </a:cubicBezTo>
                <a:cubicBezTo>
                  <a:pt x="4911" y="3057"/>
                  <a:pt x="4899" y="3075"/>
                  <a:pt x="4874" y="3091"/>
                </a:cubicBezTo>
                <a:cubicBezTo>
                  <a:pt x="4850" y="3106"/>
                  <a:pt x="4831" y="3121"/>
                  <a:pt x="4818" y="3134"/>
                </a:cubicBezTo>
                <a:cubicBezTo>
                  <a:pt x="4953" y="3355"/>
                  <a:pt x="5140" y="3547"/>
                  <a:pt x="5381" y="3711"/>
                </a:cubicBezTo>
                <a:cubicBezTo>
                  <a:pt x="5621" y="3875"/>
                  <a:pt x="5890" y="3993"/>
                  <a:pt x="6192" y="4067"/>
                </a:cubicBezTo>
                <a:cubicBezTo>
                  <a:pt x="6099" y="4172"/>
                  <a:pt x="5995" y="4314"/>
                  <a:pt x="5880" y="4495"/>
                </a:cubicBezTo>
                <a:close/>
                <a:moveTo>
                  <a:pt x="7507" y="5845"/>
                </a:moveTo>
                <a:cubicBezTo>
                  <a:pt x="7503" y="5908"/>
                  <a:pt x="7478" y="5972"/>
                  <a:pt x="7428" y="6021"/>
                </a:cubicBezTo>
                <a:cubicBezTo>
                  <a:pt x="7323" y="6120"/>
                  <a:pt x="7159" y="6118"/>
                  <a:pt x="7060" y="6015"/>
                </a:cubicBezTo>
                <a:cubicBezTo>
                  <a:pt x="6897" y="5847"/>
                  <a:pt x="7046" y="5612"/>
                  <a:pt x="7046" y="5612"/>
                </a:cubicBezTo>
                <a:cubicBezTo>
                  <a:pt x="7451" y="4651"/>
                  <a:pt x="7272" y="3500"/>
                  <a:pt x="6500" y="2705"/>
                </a:cubicBezTo>
                <a:cubicBezTo>
                  <a:pt x="5470" y="1642"/>
                  <a:pt x="3771" y="1615"/>
                  <a:pt x="2706" y="2645"/>
                </a:cubicBezTo>
                <a:cubicBezTo>
                  <a:pt x="1641" y="3675"/>
                  <a:pt x="1614" y="5372"/>
                  <a:pt x="2645" y="6435"/>
                </a:cubicBezTo>
                <a:cubicBezTo>
                  <a:pt x="3453" y="7267"/>
                  <a:pt x="4668" y="7460"/>
                  <a:pt x="5671" y="7011"/>
                </a:cubicBezTo>
                <a:cubicBezTo>
                  <a:pt x="5876" y="6890"/>
                  <a:pt x="5991" y="6905"/>
                  <a:pt x="6065" y="6978"/>
                </a:cubicBezTo>
                <a:cubicBezTo>
                  <a:pt x="6286" y="7194"/>
                  <a:pt x="6101" y="7379"/>
                  <a:pt x="6101" y="7379"/>
                </a:cubicBezTo>
                <a:cubicBezTo>
                  <a:pt x="4870" y="8048"/>
                  <a:pt x="3296" y="7850"/>
                  <a:pt x="2273" y="6796"/>
                </a:cubicBezTo>
                <a:cubicBezTo>
                  <a:pt x="1042" y="5526"/>
                  <a:pt x="1075" y="3501"/>
                  <a:pt x="2345" y="2272"/>
                </a:cubicBezTo>
                <a:cubicBezTo>
                  <a:pt x="3616" y="1043"/>
                  <a:pt x="5644" y="1075"/>
                  <a:pt x="6875" y="2344"/>
                </a:cubicBezTo>
                <a:cubicBezTo>
                  <a:pt x="7804" y="3302"/>
                  <a:pt x="8007" y="4691"/>
                  <a:pt x="7507" y="58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31"/>
          <p:cNvSpPr/>
          <p:nvPr/>
        </p:nvSpPr>
        <p:spPr>
          <a:xfrm>
            <a:off x="7949960" y="1475098"/>
            <a:ext cx="188019" cy="216377"/>
          </a:xfrm>
          <a:custGeom>
            <a:avLst/>
            <a:gdLst>
              <a:gd name="T0" fmla="*/ 9745 w 10344"/>
              <a:gd name="T1" fmla="*/ 5899 h 11906"/>
              <a:gd name="T2" fmla="*/ 9116 w 10344"/>
              <a:gd name="T3" fmla="*/ 4010 h 11906"/>
              <a:gd name="T4" fmla="*/ 4039 w 10344"/>
              <a:gd name="T5" fmla="*/ 721 h 11906"/>
              <a:gd name="T6" fmla="*/ 1258 w 10344"/>
              <a:gd name="T7" fmla="*/ 3852 h 11906"/>
              <a:gd name="T8" fmla="*/ 547 w 10344"/>
              <a:gd name="T9" fmla="*/ 5975 h 11906"/>
              <a:gd name="T10" fmla="*/ 57 w 10344"/>
              <a:gd name="T11" fmla="*/ 8216 h 11906"/>
              <a:gd name="T12" fmla="*/ 569 w 10344"/>
              <a:gd name="T13" fmla="*/ 9431 h 11906"/>
              <a:gd name="T14" fmla="*/ 767 w 10344"/>
              <a:gd name="T15" fmla="*/ 9836 h 11906"/>
              <a:gd name="T16" fmla="*/ 2107 w 10344"/>
              <a:gd name="T17" fmla="*/ 11594 h 11906"/>
              <a:gd name="T18" fmla="*/ 4805 w 10344"/>
              <a:gd name="T19" fmla="*/ 11520 h 11906"/>
              <a:gd name="T20" fmla="*/ 5493 w 10344"/>
              <a:gd name="T21" fmla="*/ 11505 h 11906"/>
              <a:gd name="T22" fmla="*/ 7777 w 10344"/>
              <a:gd name="T23" fmla="*/ 11723 h 11906"/>
              <a:gd name="T24" fmla="*/ 9557 w 10344"/>
              <a:gd name="T25" fmla="*/ 9603 h 11906"/>
              <a:gd name="T26" fmla="*/ 10242 w 10344"/>
              <a:gd name="T27" fmla="*/ 8440 h 11906"/>
              <a:gd name="T28" fmla="*/ 9745 w 10344"/>
              <a:gd name="T29" fmla="*/ 5899 h 11906"/>
              <a:gd name="T30" fmla="*/ 9245 w 10344"/>
              <a:gd name="T31" fmla="*/ 8002 h 11906"/>
              <a:gd name="T32" fmla="*/ 9057 w 10344"/>
              <a:gd name="T33" fmla="*/ 8836 h 11906"/>
              <a:gd name="T34" fmla="*/ 8373 w 10344"/>
              <a:gd name="T35" fmla="*/ 8257 h 11906"/>
              <a:gd name="T36" fmla="*/ 7716 w 10344"/>
              <a:gd name="T37" fmla="*/ 9263 h 11906"/>
              <a:gd name="T38" fmla="*/ 8125 w 10344"/>
              <a:gd name="T39" fmla="*/ 9496 h 11906"/>
              <a:gd name="T40" fmla="*/ 8502 w 10344"/>
              <a:gd name="T41" fmla="*/ 10005 h 11906"/>
              <a:gd name="T42" fmla="*/ 8079 w 10344"/>
              <a:gd name="T43" fmla="*/ 10539 h 11906"/>
              <a:gd name="T44" fmla="*/ 5885 w 10344"/>
              <a:gd name="T45" fmla="*/ 10545 h 11906"/>
              <a:gd name="T46" fmla="*/ 4455 w 10344"/>
              <a:gd name="T47" fmla="*/ 10539 h 11906"/>
              <a:gd name="T48" fmla="*/ 2370 w 10344"/>
              <a:gd name="T49" fmla="*/ 10601 h 11906"/>
              <a:gd name="T50" fmla="*/ 2150 w 10344"/>
              <a:gd name="T51" fmla="*/ 10492 h 11906"/>
              <a:gd name="T52" fmla="*/ 2125 w 10344"/>
              <a:gd name="T53" fmla="*/ 9535 h 11906"/>
              <a:gd name="T54" fmla="*/ 2610 w 10344"/>
              <a:gd name="T55" fmla="*/ 9272 h 11906"/>
              <a:gd name="T56" fmla="*/ 1961 w 10344"/>
              <a:gd name="T57" fmla="*/ 8246 h 11906"/>
              <a:gd name="T58" fmla="*/ 1392 w 10344"/>
              <a:gd name="T59" fmla="*/ 8732 h 11906"/>
              <a:gd name="T60" fmla="*/ 1075 w 10344"/>
              <a:gd name="T61" fmla="*/ 7807 h 11906"/>
              <a:gd name="T62" fmla="*/ 1749 w 10344"/>
              <a:gd name="T63" fmla="*/ 6003 h 11906"/>
              <a:gd name="T64" fmla="*/ 2012 w 10344"/>
              <a:gd name="T65" fmla="*/ 5348 h 11906"/>
              <a:gd name="T66" fmla="*/ 2355 w 10344"/>
              <a:gd name="T67" fmla="*/ 3680 h 11906"/>
              <a:gd name="T68" fmla="*/ 5323 w 10344"/>
              <a:gd name="T69" fmla="*/ 1576 h 11906"/>
              <a:gd name="T70" fmla="*/ 8043 w 10344"/>
              <a:gd name="T71" fmla="*/ 3925 h 11906"/>
              <a:gd name="T72" fmla="*/ 8354 w 10344"/>
              <a:gd name="T73" fmla="*/ 5597 h 11906"/>
              <a:gd name="T74" fmla="*/ 8629 w 10344"/>
              <a:gd name="T75" fmla="*/ 6055 h 11906"/>
              <a:gd name="T76" fmla="*/ 9245 w 10344"/>
              <a:gd name="T77" fmla="*/ 8002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344" h="11906">
                <a:moveTo>
                  <a:pt x="9745" y="5899"/>
                </a:moveTo>
                <a:cubicBezTo>
                  <a:pt x="9374" y="5312"/>
                  <a:pt x="9213" y="4679"/>
                  <a:pt x="9116" y="4010"/>
                </a:cubicBezTo>
                <a:cubicBezTo>
                  <a:pt x="8765" y="1574"/>
                  <a:pt x="6364" y="0"/>
                  <a:pt x="4039" y="721"/>
                </a:cubicBezTo>
                <a:cubicBezTo>
                  <a:pt x="2504" y="1197"/>
                  <a:pt x="1569" y="2268"/>
                  <a:pt x="1258" y="3852"/>
                </a:cubicBezTo>
                <a:cubicBezTo>
                  <a:pt x="1113" y="4593"/>
                  <a:pt x="974" y="5315"/>
                  <a:pt x="547" y="5975"/>
                </a:cubicBezTo>
                <a:cubicBezTo>
                  <a:pt x="116" y="6641"/>
                  <a:pt x="0" y="7423"/>
                  <a:pt x="57" y="8216"/>
                </a:cubicBezTo>
                <a:cubicBezTo>
                  <a:pt x="89" y="8674"/>
                  <a:pt x="229" y="9092"/>
                  <a:pt x="569" y="9431"/>
                </a:cubicBezTo>
                <a:cubicBezTo>
                  <a:pt x="671" y="9534"/>
                  <a:pt x="773" y="9702"/>
                  <a:pt x="767" y="9836"/>
                </a:cubicBezTo>
                <a:cubicBezTo>
                  <a:pt x="728" y="10802"/>
                  <a:pt x="1299" y="11312"/>
                  <a:pt x="2107" y="11594"/>
                </a:cubicBezTo>
                <a:cubicBezTo>
                  <a:pt x="3003" y="11906"/>
                  <a:pt x="3919" y="11892"/>
                  <a:pt x="4805" y="11520"/>
                </a:cubicBezTo>
                <a:cubicBezTo>
                  <a:pt x="5046" y="11418"/>
                  <a:pt x="5240" y="11382"/>
                  <a:pt x="5493" y="11505"/>
                </a:cubicBezTo>
                <a:cubicBezTo>
                  <a:pt x="6221" y="11858"/>
                  <a:pt x="7004" y="11864"/>
                  <a:pt x="7777" y="11723"/>
                </a:cubicBezTo>
                <a:cubicBezTo>
                  <a:pt x="9011" y="11499"/>
                  <a:pt x="9553" y="10835"/>
                  <a:pt x="9557" y="9603"/>
                </a:cubicBezTo>
                <a:cubicBezTo>
                  <a:pt x="9944" y="9323"/>
                  <a:pt x="10186" y="8931"/>
                  <a:pt x="10242" y="8440"/>
                </a:cubicBezTo>
                <a:cubicBezTo>
                  <a:pt x="10344" y="7542"/>
                  <a:pt x="10233" y="6670"/>
                  <a:pt x="9745" y="5899"/>
                </a:cubicBezTo>
                <a:close/>
                <a:moveTo>
                  <a:pt x="9245" y="8002"/>
                </a:moveTo>
                <a:cubicBezTo>
                  <a:pt x="9238" y="8230"/>
                  <a:pt x="9146" y="8455"/>
                  <a:pt x="9057" y="8836"/>
                </a:cubicBezTo>
                <a:cubicBezTo>
                  <a:pt x="8741" y="8568"/>
                  <a:pt x="8563" y="8418"/>
                  <a:pt x="8373" y="8257"/>
                </a:cubicBezTo>
                <a:cubicBezTo>
                  <a:pt x="8153" y="8594"/>
                  <a:pt x="7944" y="8915"/>
                  <a:pt x="7716" y="9263"/>
                </a:cubicBezTo>
                <a:cubicBezTo>
                  <a:pt x="7854" y="9339"/>
                  <a:pt x="8015" y="9390"/>
                  <a:pt x="8125" y="9496"/>
                </a:cubicBezTo>
                <a:cubicBezTo>
                  <a:pt x="8277" y="9643"/>
                  <a:pt x="8465" y="9816"/>
                  <a:pt x="8502" y="10005"/>
                </a:cubicBezTo>
                <a:cubicBezTo>
                  <a:pt x="8556" y="10278"/>
                  <a:pt x="8308" y="10437"/>
                  <a:pt x="8079" y="10539"/>
                </a:cubicBezTo>
                <a:cubicBezTo>
                  <a:pt x="7350" y="10865"/>
                  <a:pt x="6593" y="10902"/>
                  <a:pt x="5885" y="10545"/>
                </a:cubicBezTo>
                <a:cubicBezTo>
                  <a:pt x="5378" y="10290"/>
                  <a:pt x="4961" y="10273"/>
                  <a:pt x="4455" y="10539"/>
                </a:cubicBezTo>
                <a:cubicBezTo>
                  <a:pt x="3791" y="10889"/>
                  <a:pt x="3073" y="10848"/>
                  <a:pt x="2370" y="10601"/>
                </a:cubicBezTo>
                <a:cubicBezTo>
                  <a:pt x="2293" y="10574"/>
                  <a:pt x="2219" y="10536"/>
                  <a:pt x="2150" y="10492"/>
                </a:cubicBezTo>
                <a:cubicBezTo>
                  <a:pt x="1690" y="10202"/>
                  <a:pt x="1678" y="9833"/>
                  <a:pt x="2125" y="9535"/>
                </a:cubicBezTo>
                <a:cubicBezTo>
                  <a:pt x="2275" y="9435"/>
                  <a:pt x="2442" y="9362"/>
                  <a:pt x="2610" y="9272"/>
                </a:cubicBezTo>
                <a:cubicBezTo>
                  <a:pt x="2389" y="8922"/>
                  <a:pt x="2183" y="8597"/>
                  <a:pt x="1961" y="8246"/>
                </a:cubicBezTo>
                <a:cubicBezTo>
                  <a:pt x="1774" y="8405"/>
                  <a:pt x="1588" y="8565"/>
                  <a:pt x="1392" y="8732"/>
                </a:cubicBezTo>
                <a:cubicBezTo>
                  <a:pt x="1038" y="8460"/>
                  <a:pt x="1056" y="8122"/>
                  <a:pt x="1075" y="7807"/>
                </a:cubicBezTo>
                <a:cubicBezTo>
                  <a:pt x="1116" y="7141"/>
                  <a:pt x="1294" y="6515"/>
                  <a:pt x="1749" y="6003"/>
                </a:cubicBezTo>
                <a:cubicBezTo>
                  <a:pt x="1920" y="5811"/>
                  <a:pt x="1979" y="5606"/>
                  <a:pt x="2012" y="5348"/>
                </a:cubicBezTo>
                <a:cubicBezTo>
                  <a:pt x="2085" y="4786"/>
                  <a:pt x="2197" y="4224"/>
                  <a:pt x="2355" y="3680"/>
                </a:cubicBezTo>
                <a:cubicBezTo>
                  <a:pt x="2739" y="2365"/>
                  <a:pt x="3979" y="1503"/>
                  <a:pt x="5323" y="1576"/>
                </a:cubicBezTo>
                <a:cubicBezTo>
                  <a:pt x="6645" y="1647"/>
                  <a:pt x="7766" y="2608"/>
                  <a:pt x="8043" y="3925"/>
                </a:cubicBezTo>
                <a:cubicBezTo>
                  <a:pt x="8160" y="4480"/>
                  <a:pt x="8231" y="5044"/>
                  <a:pt x="8354" y="5597"/>
                </a:cubicBezTo>
                <a:cubicBezTo>
                  <a:pt x="8391" y="5763"/>
                  <a:pt x="8520" y="5914"/>
                  <a:pt x="8629" y="6055"/>
                </a:cubicBezTo>
                <a:cubicBezTo>
                  <a:pt x="9072" y="6631"/>
                  <a:pt x="9267" y="7287"/>
                  <a:pt x="9245" y="80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熊大的PPT宝库32"/>
          <p:cNvSpPr/>
          <p:nvPr/>
        </p:nvSpPr>
        <p:spPr>
          <a:xfrm>
            <a:off x="8447443" y="1506416"/>
            <a:ext cx="159916" cy="155086"/>
          </a:xfrm>
          <a:custGeom>
            <a:avLst/>
            <a:gdLst>
              <a:gd name="T0" fmla="*/ 7213 w 11173"/>
              <a:gd name="T1" fmla="*/ 10077 h 10833"/>
              <a:gd name="T2" fmla="*/ 7213 w 11173"/>
              <a:gd name="T3" fmla="*/ 8667 h 10833"/>
              <a:gd name="T4" fmla="*/ 3965 w 11173"/>
              <a:gd name="T5" fmla="*/ 8671 h 10833"/>
              <a:gd name="T6" fmla="*/ 3965 w 11173"/>
              <a:gd name="T7" fmla="*/ 10107 h 10833"/>
              <a:gd name="T8" fmla="*/ 3308 w 11173"/>
              <a:gd name="T9" fmla="*/ 10461 h 10833"/>
              <a:gd name="T10" fmla="*/ 3413 w 11173"/>
              <a:gd name="T11" fmla="*/ 10822 h 10833"/>
              <a:gd name="T12" fmla="*/ 7749 w 11173"/>
              <a:gd name="T13" fmla="*/ 10822 h 10833"/>
              <a:gd name="T14" fmla="*/ 7900 w 11173"/>
              <a:gd name="T15" fmla="*/ 10521 h 10833"/>
              <a:gd name="T16" fmla="*/ 7213 w 11173"/>
              <a:gd name="T17" fmla="*/ 10077 h 10833"/>
              <a:gd name="T18" fmla="*/ 10092 w 11173"/>
              <a:gd name="T19" fmla="*/ 0 h 10833"/>
              <a:gd name="T20" fmla="*/ 1082 w 11173"/>
              <a:gd name="T21" fmla="*/ 0 h 10833"/>
              <a:gd name="T22" fmla="*/ 0 w 11173"/>
              <a:gd name="T23" fmla="*/ 1083 h 10833"/>
              <a:gd name="T24" fmla="*/ 0 w 11173"/>
              <a:gd name="T25" fmla="*/ 7220 h 10833"/>
              <a:gd name="T26" fmla="*/ 1082 w 11173"/>
              <a:gd name="T27" fmla="*/ 8291 h 10833"/>
              <a:gd name="T28" fmla="*/ 10092 w 11173"/>
              <a:gd name="T29" fmla="*/ 8291 h 10833"/>
              <a:gd name="T30" fmla="*/ 11173 w 11173"/>
              <a:gd name="T31" fmla="*/ 7220 h 10833"/>
              <a:gd name="T32" fmla="*/ 11173 w 11173"/>
              <a:gd name="T33" fmla="*/ 1083 h 10833"/>
              <a:gd name="T34" fmla="*/ 10092 w 11173"/>
              <a:gd name="T35" fmla="*/ 0 h 10833"/>
              <a:gd name="T36" fmla="*/ 5755 w 11173"/>
              <a:gd name="T37" fmla="*/ 7960 h 10833"/>
              <a:gd name="T38" fmla="*/ 5576 w 11173"/>
              <a:gd name="T39" fmla="*/ 7874 h 10833"/>
              <a:gd name="T40" fmla="*/ 5318 w 11173"/>
              <a:gd name="T41" fmla="*/ 7915 h 10833"/>
              <a:gd name="T42" fmla="*/ 5024 w 11173"/>
              <a:gd name="T43" fmla="*/ 7389 h 10833"/>
              <a:gd name="T44" fmla="*/ 5373 w 11173"/>
              <a:gd name="T45" fmla="*/ 6904 h 10833"/>
              <a:gd name="T46" fmla="*/ 5519 w 11173"/>
              <a:gd name="T47" fmla="*/ 7084 h 10833"/>
              <a:gd name="T48" fmla="*/ 5774 w 11173"/>
              <a:gd name="T49" fmla="*/ 6937 h 10833"/>
              <a:gd name="T50" fmla="*/ 5967 w 11173"/>
              <a:gd name="T51" fmla="*/ 7009 h 10833"/>
              <a:gd name="T52" fmla="*/ 6099 w 11173"/>
              <a:gd name="T53" fmla="*/ 7211 h 10833"/>
              <a:gd name="T54" fmla="*/ 5756 w 11173"/>
              <a:gd name="T55" fmla="*/ 7389 h 10833"/>
              <a:gd name="T56" fmla="*/ 6125 w 11173"/>
              <a:gd name="T57" fmla="*/ 7572 h 10833"/>
              <a:gd name="T58" fmla="*/ 5755 w 11173"/>
              <a:gd name="T59" fmla="*/ 7960 h 10833"/>
              <a:gd name="T60" fmla="*/ 5553 w 11173"/>
              <a:gd name="T61" fmla="*/ 6859 h 10833"/>
              <a:gd name="T62" fmla="*/ 5756 w 11173"/>
              <a:gd name="T63" fmla="*/ 6622 h 10833"/>
              <a:gd name="T64" fmla="*/ 5553 w 11173"/>
              <a:gd name="T65" fmla="*/ 6859 h 10833"/>
              <a:gd name="T66" fmla="*/ 10452 w 11173"/>
              <a:gd name="T67" fmla="*/ 5765 h 10833"/>
              <a:gd name="T68" fmla="*/ 9732 w 11173"/>
              <a:gd name="T69" fmla="*/ 6498 h 10833"/>
              <a:gd name="T70" fmla="*/ 1442 w 11173"/>
              <a:gd name="T71" fmla="*/ 6498 h 10833"/>
              <a:gd name="T72" fmla="*/ 721 w 11173"/>
              <a:gd name="T73" fmla="*/ 5765 h 10833"/>
              <a:gd name="T74" fmla="*/ 721 w 11173"/>
              <a:gd name="T75" fmla="*/ 1444 h 10833"/>
              <a:gd name="T76" fmla="*/ 1442 w 11173"/>
              <a:gd name="T77" fmla="*/ 711 h 10833"/>
              <a:gd name="T78" fmla="*/ 9732 w 11173"/>
              <a:gd name="T79" fmla="*/ 711 h 10833"/>
              <a:gd name="T80" fmla="*/ 10452 w 11173"/>
              <a:gd name="T81" fmla="*/ 1444 h 10833"/>
              <a:gd name="T82" fmla="*/ 10452 w 11173"/>
              <a:gd name="T83" fmla="*/ 5765 h 108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1173" h="10833">
                <a:moveTo>
                  <a:pt x="7213" y="10077"/>
                </a:moveTo>
                <a:lnTo>
                  <a:pt x="7213" y="8667"/>
                </a:lnTo>
                <a:lnTo>
                  <a:pt x="3965" y="8671"/>
                </a:lnTo>
                <a:lnTo>
                  <a:pt x="3965" y="10107"/>
                </a:lnTo>
                <a:lnTo>
                  <a:pt x="3308" y="10461"/>
                </a:lnTo>
                <a:cubicBezTo>
                  <a:pt x="3308" y="10461"/>
                  <a:pt x="3090" y="10833"/>
                  <a:pt x="3413" y="10822"/>
                </a:cubicBezTo>
                <a:lnTo>
                  <a:pt x="7749" y="10822"/>
                </a:lnTo>
                <a:cubicBezTo>
                  <a:pt x="7749" y="10822"/>
                  <a:pt x="8050" y="10671"/>
                  <a:pt x="7900" y="10521"/>
                </a:cubicBezTo>
                <a:cubicBezTo>
                  <a:pt x="7749" y="10370"/>
                  <a:pt x="7213" y="10077"/>
                  <a:pt x="7213" y="10077"/>
                </a:cubicBezTo>
                <a:close/>
                <a:moveTo>
                  <a:pt x="10092" y="0"/>
                </a:moveTo>
                <a:lnTo>
                  <a:pt x="1082" y="0"/>
                </a:lnTo>
                <a:cubicBezTo>
                  <a:pt x="485" y="0"/>
                  <a:pt x="0" y="485"/>
                  <a:pt x="0" y="1083"/>
                </a:cubicBezTo>
                <a:lnTo>
                  <a:pt x="0" y="7220"/>
                </a:lnTo>
                <a:cubicBezTo>
                  <a:pt x="0" y="7818"/>
                  <a:pt x="485" y="8291"/>
                  <a:pt x="1082" y="8291"/>
                </a:cubicBezTo>
                <a:lnTo>
                  <a:pt x="10092" y="8291"/>
                </a:lnTo>
                <a:cubicBezTo>
                  <a:pt x="10689" y="8291"/>
                  <a:pt x="11173" y="7818"/>
                  <a:pt x="11173" y="7220"/>
                </a:cubicBezTo>
                <a:lnTo>
                  <a:pt x="11173" y="1083"/>
                </a:lnTo>
                <a:cubicBezTo>
                  <a:pt x="11173" y="485"/>
                  <a:pt x="10689" y="0"/>
                  <a:pt x="10092" y="0"/>
                </a:cubicBezTo>
                <a:close/>
                <a:moveTo>
                  <a:pt x="5755" y="7960"/>
                </a:moveTo>
                <a:cubicBezTo>
                  <a:pt x="5702" y="7977"/>
                  <a:pt x="5634" y="7874"/>
                  <a:pt x="5576" y="7874"/>
                </a:cubicBezTo>
                <a:cubicBezTo>
                  <a:pt x="5478" y="7874"/>
                  <a:pt x="5398" y="7961"/>
                  <a:pt x="5318" y="7915"/>
                </a:cubicBezTo>
                <a:cubicBezTo>
                  <a:pt x="5156" y="7822"/>
                  <a:pt x="5024" y="7692"/>
                  <a:pt x="5024" y="7389"/>
                </a:cubicBezTo>
                <a:cubicBezTo>
                  <a:pt x="5024" y="7129"/>
                  <a:pt x="5072" y="6843"/>
                  <a:pt x="5373" y="6904"/>
                </a:cubicBezTo>
                <a:cubicBezTo>
                  <a:pt x="5409" y="6896"/>
                  <a:pt x="5481" y="7084"/>
                  <a:pt x="5519" y="7084"/>
                </a:cubicBezTo>
                <a:cubicBezTo>
                  <a:pt x="5585" y="7084"/>
                  <a:pt x="5716" y="6916"/>
                  <a:pt x="5774" y="6937"/>
                </a:cubicBezTo>
                <a:cubicBezTo>
                  <a:pt x="5828" y="6957"/>
                  <a:pt x="5923" y="6974"/>
                  <a:pt x="5967" y="7009"/>
                </a:cubicBezTo>
                <a:cubicBezTo>
                  <a:pt x="6022" y="7053"/>
                  <a:pt x="6150" y="7175"/>
                  <a:pt x="6099" y="7211"/>
                </a:cubicBezTo>
                <a:cubicBezTo>
                  <a:pt x="5944" y="7200"/>
                  <a:pt x="5756" y="7223"/>
                  <a:pt x="5756" y="7389"/>
                </a:cubicBezTo>
                <a:cubicBezTo>
                  <a:pt x="5756" y="7694"/>
                  <a:pt x="6125" y="7572"/>
                  <a:pt x="6125" y="7572"/>
                </a:cubicBezTo>
                <a:cubicBezTo>
                  <a:pt x="6125" y="7572"/>
                  <a:pt x="6101" y="7842"/>
                  <a:pt x="5755" y="7960"/>
                </a:cubicBezTo>
                <a:close/>
                <a:moveTo>
                  <a:pt x="5553" y="6859"/>
                </a:moveTo>
                <a:cubicBezTo>
                  <a:pt x="5553" y="6746"/>
                  <a:pt x="5756" y="6622"/>
                  <a:pt x="5756" y="6622"/>
                </a:cubicBezTo>
                <a:cubicBezTo>
                  <a:pt x="5891" y="6836"/>
                  <a:pt x="5553" y="6859"/>
                  <a:pt x="5553" y="6859"/>
                </a:cubicBezTo>
                <a:close/>
                <a:moveTo>
                  <a:pt x="10452" y="5765"/>
                </a:moveTo>
                <a:cubicBezTo>
                  <a:pt x="10452" y="6163"/>
                  <a:pt x="10130" y="6498"/>
                  <a:pt x="9732" y="6498"/>
                </a:cubicBezTo>
                <a:lnTo>
                  <a:pt x="1442" y="6498"/>
                </a:lnTo>
                <a:cubicBezTo>
                  <a:pt x="1044" y="6498"/>
                  <a:pt x="721" y="6163"/>
                  <a:pt x="721" y="5765"/>
                </a:cubicBezTo>
                <a:lnTo>
                  <a:pt x="721" y="1444"/>
                </a:lnTo>
                <a:cubicBezTo>
                  <a:pt x="721" y="1045"/>
                  <a:pt x="1044" y="711"/>
                  <a:pt x="1442" y="711"/>
                </a:cubicBezTo>
                <a:lnTo>
                  <a:pt x="9732" y="711"/>
                </a:lnTo>
                <a:cubicBezTo>
                  <a:pt x="10130" y="711"/>
                  <a:pt x="10452" y="1045"/>
                  <a:pt x="10452" y="1444"/>
                </a:cubicBezTo>
                <a:lnTo>
                  <a:pt x="10452" y="576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熊大的PPT宝库33"/>
          <p:cNvSpPr/>
          <p:nvPr/>
        </p:nvSpPr>
        <p:spPr>
          <a:xfrm>
            <a:off x="8960755" y="1506416"/>
            <a:ext cx="141835" cy="159916"/>
          </a:xfrm>
          <a:custGeom>
            <a:avLst/>
            <a:gdLst>
              <a:gd name="connsiteX0" fmla="*/ 72469 w 538061"/>
              <a:gd name="connsiteY0" fmla="*/ 461844 h 606651"/>
              <a:gd name="connsiteX1" fmla="*/ 72469 w 538061"/>
              <a:gd name="connsiteY1" fmla="*/ 576418 h 606651"/>
              <a:gd name="connsiteX2" fmla="*/ 465592 w 538061"/>
              <a:gd name="connsiteY2" fmla="*/ 576418 h 606651"/>
              <a:gd name="connsiteX3" fmla="*/ 465592 w 538061"/>
              <a:gd name="connsiteY3" fmla="*/ 461844 h 606651"/>
              <a:gd name="connsiteX4" fmla="*/ 115587 w 538061"/>
              <a:gd name="connsiteY4" fmla="*/ 276828 h 606651"/>
              <a:gd name="connsiteX5" fmla="*/ 116166 w 538061"/>
              <a:gd name="connsiteY5" fmla="*/ 276828 h 606651"/>
              <a:gd name="connsiteX6" fmla="*/ 125350 w 538061"/>
              <a:gd name="connsiteY6" fmla="*/ 311935 h 606651"/>
              <a:gd name="connsiteX7" fmla="*/ 136685 w 538061"/>
              <a:gd name="connsiteY7" fmla="*/ 350428 h 606651"/>
              <a:gd name="connsiteX8" fmla="*/ 96392 w 538061"/>
              <a:gd name="connsiteY8" fmla="*/ 350428 h 606651"/>
              <a:gd name="connsiteX9" fmla="*/ 107230 w 538061"/>
              <a:gd name="connsiteY9" fmla="*/ 311935 h 606651"/>
              <a:gd name="connsiteX10" fmla="*/ 115587 w 538061"/>
              <a:gd name="connsiteY10" fmla="*/ 276828 h 606651"/>
              <a:gd name="connsiteX11" fmla="*/ 439885 w 538061"/>
              <a:gd name="connsiteY11" fmla="*/ 275840 h 606651"/>
              <a:gd name="connsiteX12" fmla="*/ 472012 w 538061"/>
              <a:gd name="connsiteY12" fmla="*/ 302509 h 606651"/>
              <a:gd name="connsiteX13" fmla="*/ 436573 w 538061"/>
              <a:gd name="connsiteY13" fmla="*/ 332151 h 606651"/>
              <a:gd name="connsiteX14" fmla="*/ 422828 w 538061"/>
              <a:gd name="connsiteY14" fmla="*/ 331078 h 606651"/>
              <a:gd name="connsiteX15" fmla="*/ 422828 w 538061"/>
              <a:gd name="connsiteY15" fmla="*/ 277409 h 606651"/>
              <a:gd name="connsiteX16" fmla="*/ 439885 w 538061"/>
              <a:gd name="connsiteY16" fmla="*/ 275840 h 606651"/>
              <a:gd name="connsiteX17" fmla="*/ 282935 w 538061"/>
              <a:gd name="connsiteY17" fmla="*/ 275840 h 606651"/>
              <a:gd name="connsiteX18" fmla="*/ 315145 w 538061"/>
              <a:gd name="connsiteY18" fmla="*/ 302509 h 606651"/>
              <a:gd name="connsiteX19" fmla="*/ 279706 w 538061"/>
              <a:gd name="connsiteY19" fmla="*/ 332151 h 606651"/>
              <a:gd name="connsiteX20" fmla="*/ 265961 w 538061"/>
              <a:gd name="connsiteY20" fmla="*/ 331078 h 606651"/>
              <a:gd name="connsiteX21" fmla="*/ 265961 w 538061"/>
              <a:gd name="connsiteY21" fmla="*/ 277409 h 606651"/>
              <a:gd name="connsiteX22" fmla="*/ 282935 w 538061"/>
              <a:gd name="connsiteY22" fmla="*/ 275840 h 606651"/>
              <a:gd name="connsiteX23" fmla="*/ 90504 w 538061"/>
              <a:gd name="connsiteY23" fmla="*/ 246163 h 606651"/>
              <a:gd name="connsiteX24" fmla="*/ 34828 w 538061"/>
              <a:gd name="connsiteY24" fmla="*/ 427811 h 606651"/>
              <a:gd name="connsiteX25" fmla="*/ 77516 w 538061"/>
              <a:gd name="connsiteY25" fmla="*/ 427811 h 606651"/>
              <a:gd name="connsiteX26" fmla="*/ 90504 w 538061"/>
              <a:gd name="connsiteY26" fmla="*/ 381222 h 606651"/>
              <a:gd name="connsiteX27" fmla="*/ 142622 w 538061"/>
              <a:gd name="connsiteY27" fmla="*/ 381222 h 606651"/>
              <a:gd name="connsiteX28" fmla="*/ 156603 w 538061"/>
              <a:gd name="connsiteY28" fmla="*/ 427811 h 606651"/>
              <a:gd name="connsiteX29" fmla="*/ 200863 w 538061"/>
              <a:gd name="connsiteY29" fmla="*/ 427811 h 606651"/>
              <a:gd name="connsiteX30" fmla="*/ 144442 w 538061"/>
              <a:gd name="connsiteY30" fmla="*/ 246163 h 606651"/>
              <a:gd name="connsiteX31" fmla="*/ 437630 w 538061"/>
              <a:gd name="connsiteY31" fmla="*/ 244759 h 606651"/>
              <a:gd name="connsiteX32" fmla="*/ 382036 w 538061"/>
              <a:gd name="connsiteY32" fmla="*/ 248558 h 606651"/>
              <a:gd name="connsiteX33" fmla="*/ 382036 w 538061"/>
              <a:gd name="connsiteY33" fmla="*/ 427811 h 606651"/>
              <a:gd name="connsiteX34" fmla="*/ 422821 w 538061"/>
              <a:gd name="connsiteY34" fmla="*/ 427811 h 606651"/>
              <a:gd name="connsiteX35" fmla="*/ 422821 w 538061"/>
              <a:gd name="connsiteY35" fmla="*/ 362884 h 606651"/>
              <a:gd name="connsiteX36" fmla="*/ 436885 w 538061"/>
              <a:gd name="connsiteY36" fmla="*/ 363710 h 606651"/>
              <a:gd name="connsiteX37" fmla="*/ 495953 w 538061"/>
              <a:gd name="connsiteY37" fmla="*/ 344545 h 606651"/>
              <a:gd name="connsiteX38" fmla="*/ 512747 w 538061"/>
              <a:gd name="connsiteY38" fmla="*/ 301343 h 606651"/>
              <a:gd name="connsiteX39" fmla="*/ 493306 w 538061"/>
              <a:gd name="connsiteY39" fmla="*/ 259297 h 606651"/>
              <a:gd name="connsiteX40" fmla="*/ 437630 w 538061"/>
              <a:gd name="connsiteY40" fmla="*/ 244759 h 606651"/>
              <a:gd name="connsiteX41" fmla="*/ 280778 w 538061"/>
              <a:gd name="connsiteY41" fmla="*/ 244759 h 606651"/>
              <a:gd name="connsiteX42" fmla="*/ 225185 w 538061"/>
              <a:gd name="connsiteY42" fmla="*/ 248558 h 606651"/>
              <a:gd name="connsiteX43" fmla="*/ 225185 w 538061"/>
              <a:gd name="connsiteY43" fmla="*/ 427811 h 606651"/>
              <a:gd name="connsiteX44" fmla="*/ 265969 w 538061"/>
              <a:gd name="connsiteY44" fmla="*/ 427811 h 606651"/>
              <a:gd name="connsiteX45" fmla="*/ 265969 w 538061"/>
              <a:gd name="connsiteY45" fmla="*/ 362884 h 606651"/>
              <a:gd name="connsiteX46" fmla="*/ 280033 w 538061"/>
              <a:gd name="connsiteY46" fmla="*/ 363710 h 606651"/>
              <a:gd name="connsiteX47" fmla="*/ 339101 w 538061"/>
              <a:gd name="connsiteY47" fmla="*/ 344545 h 606651"/>
              <a:gd name="connsiteX48" fmla="*/ 355894 w 538061"/>
              <a:gd name="connsiteY48" fmla="*/ 301426 h 606651"/>
              <a:gd name="connsiteX49" fmla="*/ 336453 w 538061"/>
              <a:gd name="connsiteY49" fmla="*/ 259297 h 606651"/>
              <a:gd name="connsiteX50" fmla="*/ 280778 w 538061"/>
              <a:gd name="connsiteY50" fmla="*/ 244759 h 606651"/>
              <a:gd name="connsiteX51" fmla="*/ 72469 w 538061"/>
              <a:gd name="connsiteY51" fmla="*/ 23790 h 606651"/>
              <a:gd name="connsiteX52" fmla="*/ 72469 w 538061"/>
              <a:gd name="connsiteY52" fmla="*/ 217003 h 606651"/>
              <a:gd name="connsiteX53" fmla="*/ 465592 w 538061"/>
              <a:gd name="connsiteY53" fmla="*/ 217003 h 606651"/>
              <a:gd name="connsiteX54" fmla="*/ 465592 w 538061"/>
              <a:gd name="connsiteY54" fmla="*/ 157363 h 606651"/>
              <a:gd name="connsiteX55" fmla="*/ 360362 w 538061"/>
              <a:gd name="connsiteY55" fmla="*/ 157363 h 606651"/>
              <a:gd name="connsiteX56" fmla="*/ 348449 w 538061"/>
              <a:gd name="connsiteY56" fmla="*/ 145467 h 606651"/>
              <a:gd name="connsiteX57" fmla="*/ 348449 w 538061"/>
              <a:gd name="connsiteY57" fmla="*/ 23790 h 606651"/>
              <a:gd name="connsiteX58" fmla="*/ 72469 w 538061"/>
              <a:gd name="connsiteY58" fmla="*/ 0 h 606651"/>
              <a:gd name="connsiteX59" fmla="*/ 360362 w 538061"/>
              <a:gd name="connsiteY59" fmla="*/ 0 h 606651"/>
              <a:gd name="connsiteX60" fmla="*/ 363092 w 538061"/>
              <a:gd name="connsiteY60" fmla="*/ 330 h 606651"/>
              <a:gd name="connsiteX61" fmla="*/ 363753 w 538061"/>
              <a:gd name="connsiteY61" fmla="*/ 578 h 606651"/>
              <a:gd name="connsiteX62" fmla="*/ 366070 w 538061"/>
              <a:gd name="connsiteY62" fmla="*/ 1569 h 606651"/>
              <a:gd name="connsiteX63" fmla="*/ 366897 w 538061"/>
              <a:gd name="connsiteY63" fmla="*/ 1983 h 606651"/>
              <a:gd name="connsiteX64" fmla="*/ 369214 w 538061"/>
              <a:gd name="connsiteY64" fmla="*/ 3965 h 606651"/>
              <a:gd name="connsiteX65" fmla="*/ 369296 w 538061"/>
              <a:gd name="connsiteY65" fmla="*/ 4048 h 606651"/>
              <a:gd name="connsiteX66" fmla="*/ 486439 w 538061"/>
              <a:gd name="connsiteY66" fmla="*/ 137703 h 606651"/>
              <a:gd name="connsiteX67" fmla="*/ 489252 w 538061"/>
              <a:gd name="connsiteY67" fmla="*/ 145385 h 606651"/>
              <a:gd name="connsiteX68" fmla="*/ 489417 w 538061"/>
              <a:gd name="connsiteY68" fmla="*/ 146706 h 606651"/>
              <a:gd name="connsiteX69" fmla="*/ 489417 w 538061"/>
              <a:gd name="connsiteY69" fmla="*/ 217003 h 606651"/>
              <a:gd name="connsiteX70" fmla="*/ 503977 w 538061"/>
              <a:gd name="connsiteY70" fmla="*/ 217003 h 606651"/>
              <a:gd name="connsiteX71" fmla="*/ 538061 w 538061"/>
              <a:gd name="connsiteY71" fmla="*/ 250954 h 606651"/>
              <a:gd name="connsiteX72" fmla="*/ 538061 w 538061"/>
              <a:gd name="connsiteY72" fmla="*/ 427811 h 606651"/>
              <a:gd name="connsiteX73" fmla="*/ 503977 w 538061"/>
              <a:gd name="connsiteY73" fmla="*/ 461844 h 606651"/>
              <a:gd name="connsiteX74" fmla="*/ 489417 w 538061"/>
              <a:gd name="connsiteY74" fmla="*/ 461844 h 606651"/>
              <a:gd name="connsiteX75" fmla="*/ 489417 w 538061"/>
              <a:gd name="connsiteY75" fmla="*/ 582861 h 606651"/>
              <a:gd name="connsiteX76" fmla="*/ 465592 w 538061"/>
              <a:gd name="connsiteY76" fmla="*/ 606651 h 606651"/>
              <a:gd name="connsiteX77" fmla="*/ 72469 w 538061"/>
              <a:gd name="connsiteY77" fmla="*/ 606651 h 606651"/>
              <a:gd name="connsiteX78" fmla="*/ 48644 w 538061"/>
              <a:gd name="connsiteY78" fmla="*/ 582861 h 606651"/>
              <a:gd name="connsiteX79" fmla="*/ 48644 w 538061"/>
              <a:gd name="connsiteY79" fmla="*/ 461844 h 606651"/>
              <a:gd name="connsiteX80" fmla="*/ 34084 w 538061"/>
              <a:gd name="connsiteY80" fmla="*/ 461844 h 606651"/>
              <a:gd name="connsiteX81" fmla="*/ 0 w 538061"/>
              <a:gd name="connsiteY81" fmla="*/ 427811 h 606651"/>
              <a:gd name="connsiteX82" fmla="*/ 0 w 538061"/>
              <a:gd name="connsiteY82" fmla="*/ 250954 h 606651"/>
              <a:gd name="connsiteX83" fmla="*/ 34084 w 538061"/>
              <a:gd name="connsiteY83" fmla="*/ 217003 h 606651"/>
              <a:gd name="connsiteX84" fmla="*/ 48644 w 538061"/>
              <a:gd name="connsiteY84" fmla="*/ 217003 h 606651"/>
              <a:gd name="connsiteX85" fmla="*/ 48644 w 538061"/>
              <a:gd name="connsiteY85" fmla="*/ 23790 h 606651"/>
              <a:gd name="connsiteX86" fmla="*/ 72469 w 538061"/>
              <a:gd name="connsiteY86" fmla="*/ 0 h 606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115587" y="276828"/>
                </a:moveTo>
                <a:lnTo>
                  <a:pt x="116166" y="276828"/>
                </a:lnTo>
                <a:cubicBezTo>
                  <a:pt x="118814" y="287649"/>
                  <a:pt x="122040" y="301114"/>
                  <a:pt x="125350" y="311935"/>
                </a:cubicBezTo>
                <a:lnTo>
                  <a:pt x="136685" y="350428"/>
                </a:lnTo>
                <a:lnTo>
                  <a:pt x="96392" y="350428"/>
                </a:lnTo>
                <a:lnTo>
                  <a:pt x="107230" y="311935"/>
                </a:lnTo>
                <a:cubicBezTo>
                  <a:pt x="110209" y="301361"/>
                  <a:pt x="112939" y="287649"/>
                  <a:pt x="115587" y="276828"/>
                </a:cubicBezTo>
                <a:close/>
                <a:moveTo>
                  <a:pt x="439885" y="275840"/>
                </a:moveTo>
                <a:cubicBezTo>
                  <a:pt x="460420" y="275840"/>
                  <a:pt x="472012" y="285748"/>
                  <a:pt x="472012" y="302509"/>
                </a:cubicBezTo>
                <a:cubicBezTo>
                  <a:pt x="472012" y="321087"/>
                  <a:pt x="458516" y="332151"/>
                  <a:pt x="436573" y="332151"/>
                </a:cubicBezTo>
                <a:cubicBezTo>
                  <a:pt x="430694" y="332151"/>
                  <a:pt x="426306" y="331821"/>
                  <a:pt x="422828" y="331078"/>
                </a:cubicBezTo>
                <a:lnTo>
                  <a:pt x="422828" y="277409"/>
                </a:lnTo>
                <a:cubicBezTo>
                  <a:pt x="425809" y="276583"/>
                  <a:pt x="431440" y="275840"/>
                  <a:pt x="439885" y="275840"/>
                </a:cubicBezTo>
                <a:close/>
                <a:moveTo>
                  <a:pt x="282935" y="275840"/>
                </a:moveTo>
                <a:cubicBezTo>
                  <a:pt x="303553" y="275840"/>
                  <a:pt x="315145" y="285748"/>
                  <a:pt x="315145" y="302509"/>
                </a:cubicBezTo>
                <a:cubicBezTo>
                  <a:pt x="315145" y="321087"/>
                  <a:pt x="301648" y="332151"/>
                  <a:pt x="279706" y="332151"/>
                </a:cubicBezTo>
                <a:cubicBezTo>
                  <a:pt x="273827" y="332151"/>
                  <a:pt x="269438" y="331821"/>
                  <a:pt x="265961" y="331078"/>
                </a:cubicBezTo>
                <a:lnTo>
                  <a:pt x="265961" y="277409"/>
                </a:lnTo>
                <a:cubicBezTo>
                  <a:pt x="268942" y="276583"/>
                  <a:pt x="274572" y="275840"/>
                  <a:pt x="282935" y="275840"/>
                </a:cubicBezTo>
                <a:close/>
                <a:moveTo>
                  <a:pt x="90504" y="246163"/>
                </a:moveTo>
                <a:lnTo>
                  <a:pt x="34828" y="427811"/>
                </a:lnTo>
                <a:lnTo>
                  <a:pt x="77516" y="427811"/>
                </a:lnTo>
                <a:lnTo>
                  <a:pt x="90504" y="381222"/>
                </a:lnTo>
                <a:lnTo>
                  <a:pt x="142622" y="381222"/>
                </a:lnTo>
                <a:lnTo>
                  <a:pt x="156603" y="427811"/>
                </a:lnTo>
                <a:lnTo>
                  <a:pt x="200863" y="427811"/>
                </a:lnTo>
                <a:lnTo>
                  <a:pt x="144442" y="246163"/>
                </a:lnTo>
                <a:close/>
                <a:moveTo>
                  <a:pt x="437630" y="244759"/>
                </a:moveTo>
                <a:cubicBezTo>
                  <a:pt x="412563" y="244759"/>
                  <a:pt x="394694" y="246411"/>
                  <a:pt x="382036" y="248558"/>
                </a:cubicBezTo>
                <a:lnTo>
                  <a:pt x="382036" y="427811"/>
                </a:lnTo>
                <a:lnTo>
                  <a:pt x="422821" y="427811"/>
                </a:lnTo>
                <a:lnTo>
                  <a:pt x="422821" y="362884"/>
                </a:lnTo>
                <a:cubicBezTo>
                  <a:pt x="426544" y="363379"/>
                  <a:pt x="431425" y="363710"/>
                  <a:pt x="436885" y="363710"/>
                </a:cubicBezTo>
                <a:cubicBezTo>
                  <a:pt x="461124" y="363710"/>
                  <a:pt x="481972" y="357762"/>
                  <a:pt x="495953" y="344545"/>
                </a:cubicBezTo>
                <a:cubicBezTo>
                  <a:pt x="506790" y="334302"/>
                  <a:pt x="512747" y="319186"/>
                  <a:pt x="512747" y="301343"/>
                </a:cubicBezTo>
                <a:cubicBezTo>
                  <a:pt x="512747" y="283583"/>
                  <a:pt x="504887" y="268466"/>
                  <a:pt x="493306" y="259297"/>
                </a:cubicBezTo>
                <a:cubicBezTo>
                  <a:pt x="481145" y="249632"/>
                  <a:pt x="463027" y="244759"/>
                  <a:pt x="437630" y="244759"/>
                </a:cubicBezTo>
                <a:close/>
                <a:moveTo>
                  <a:pt x="280778" y="244759"/>
                </a:moveTo>
                <a:cubicBezTo>
                  <a:pt x="255711" y="244759"/>
                  <a:pt x="237925" y="246411"/>
                  <a:pt x="225185" y="248558"/>
                </a:cubicBezTo>
                <a:lnTo>
                  <a:pt x="225185" y="427811"/>
                </a:lnTo>
                <a:lnTo>
                  <a:pt x="265969" y="427811"/>
                </a:lnTo>
                <a:lnTo>
                  <a:pt x="265969" y="362884"/>
                </a:lnTo>
                <a:cubicBezTo>
                  <a:pt x="269692" y="363379"/>
                  <a:pt x="274573" y="363710"/>
                  <a:pt x="280033" y="363710"/>
                </a:cubicBezTo>
                <a:cubicBezTo>
                  <a:pt x="304272" y="363710"/>
                  <a:pt x="325120" y="357762"/>
                  <a:pt x="339101" y="344545"/>
                </a:cubicBezTo>
                <a:cubicBezTo>
                  <a:pt x="349938" y="334302"/>
                  <a:pt x="355894" y="319186"/>
                  <a:pt x="355894" y="301426"/>
                </a:cubicBezTo>
                <a:cubicBezTo>
                  <a:pt x="355894" y="283583"/>
                  <a:pt x="348035" y="268466"/>
                  <a:pt x="336453" y="259297"/>
                </a:cubicBezTo>
                <a:cubicBezTo>
                  <a:pt x="324292" y="249632"/>
                  <a:pt x="306175" y="244759"/>
                  <a:pt x="280778" y="24475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363"/>
                </a:lnTo>
                <a:lnTo>
                  <a:pt x="360362" y="157363"/>
                </a:lnTo>
                <a:cubicBezTo>
                  <a:pt x="353743" y="157363"/>
                  <a:pt x="348449" y="152076"/>
                  <a:pt x="348449" y="145467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5" y="496"/>
                  <a:pt x="363753" y="578"/>
                </a:cubicBezTo>
                <a:cubicBezTo>
                  <a:pt x="364581" y="826"/>
                  <a:pt x="365325" y="1156"/>
                  <a:pt x="366070" y="1569"/>
                </a:cubicBezTo>
                <a:cubicBezTo>
                  <a:pt x="366318" y="1652"/>
                  <a:pt x="366566" y="1817"/>
                  <a:pt x="366897" y="1983"/>
                </a:cubicBezTo>
                <a:cubicBezTo>
                  <a:pt x="367724" y="2561"/>
                  <a:pt x="368552" y="3222"/>
                  <a:pt x="369214" y="3965"/>
                </a:cubicBezTo>
                <a:cubicBezTo>
                  <a:pt x="369214" y="4048"/>
                  <a:pt x="369296" y="4048"/>
                  <a:pt x="369296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0954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熊大的PPT宝库34"/>
          <p:cNvSpPr/>
          <p:nvPr/>
        </p:nvSpPr>
        <p:spPr>
          <a:xfrm>
            <a:off x="9455985" y="1506416"/>
            <a:ext cx="159916" cy="158890"/>
          </a:xfrm>
          <a:custGeom>
            <a:avLst/>
            <a:gdLst>
              <a:gd name="T0" fmla="*/ 472622 w 604011"/>
              <a:gd name="T1" fmla="*/ 472622 w 604011"/>
              <a:gd name="T2" fmla="*/ 472622 w 604011"/>
              <a:gd name="T3" fmla="*/ 472622 w 604011"/>
              <a:gd name="T4" fmla="*/ 472622 w 604011"/>
              <a:gd name="T5" fmla="*/ 472622 w 604011"/>
              <a:gd name="T6" fmla="*/ 472622 w 604011"/>
              <a:gd name="T7" fmla="*/ 472622 w 604011"/>
              <a:gd name="T8" fmla="*/ 472622 w 604011"/>
              <a:gd name="T9" fmla="*/ 472622 w 604011"/>
              <a:gd name="T10" fmla="*/ 472622 w 604011"/>
              <a:gd name="T11" fmla="*/ 472622 w 604011"/>
              <a:gd name="T12" fmla="*/ 472622 w 604011"/>
              <a:gd name="T13" fmla="*/ 472622 w 604011"/>
              <a:gd name="T14" fmla="*/ 472622 w 604011"/>
              <a:gd name="T15" fmla="*/ 472622 w 604011"/>
              <a:gd name="T16" fmla="*/ 472622 w 604011"/>
              <a:gd name="T17" fmla="*/ 472622 w 604011"/>
              <a:gd name="T18" fmla="*/ 472622 w 604011"/>
              <a:gd name="T19" fmla="*/ 472622 w 604011"/>
              <a:gd name="T20" fmla="*/ 472622 w 604011"/>
              <a:gd name="T21" fmla="*/ 472622 w 604011"/>
              <a:gd name="T22" fmla="*/ 472622 w 604011"/>
              <a:gd name="T23" fmla="*/ 472622 w 604011"/>
              <a:gd name="T24" fmla="*/ 472622 w 604011"/>
              <a:gd name="T25" fmla="*/ 472622 w 604011"/>
              <a:gd name="T26" fmla="*/ 472622 w 604011"/>
              <a:gd name="T27" fmla="*/ 472622 w 604011"/>
              <a:gd name="T28" fmla="*/ 472622 w 604011"/>
              <a:gd name="T29" fmla="*/ 472622 w 604011"/>
              <a:gd name="T30" fmla="*/ 472622 w 604011"/>
              <a:gd name="T31" fmla="*/ 472622 w 604011"/>
              <a:gd name="T32" fmla="*/ 472622 w 604011"/>
              <a:gd name="T33" fmla="*/ 472622 w 604011"/>
              <a:gd name="T34" fmla="*/ 472622 w 604011"/>
              <a:gd name="T35" fmla="*/ 472622 w 604011"/>
              <a:gd name="T36" fmla="*/ 472622 w 604011"/>
              <a:gd name="T37" fmla="*/ 472622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288" h="6257">
                <a:moveTo>
                  <a:pt x="5744" y="712"/>
                </a:moveTo>
                <a:lnTo>
                  <a:pt x="5744" y="712"/>
                </a:lnTo>
                <a:lnTo>
                  <a:pt x="5744" y="711"/>
                </a:lnTo>
                <a:cubicBezTo>
                  <a:pt x="5744" y="711"/>
                  <a:pt x="5744" y="711"/>
                  <a:pt x="5743" y="711"/>
                </a:cubicBezTo>
                <a:cubicBezTo>
                  <a:pt x="5032" y="0"/>
                  <a:pt x="3874" y="0"/>
                  <a:pt x="3163" y="712"/>
                </a:cubicBezTo>
                <a:lnTo>
                  <a:pt x="1876" y="1999"/>
                </a:lnTo>
                <a:lnTo>
                  <a:pt x="1876" y="1999"/>
                </a:lnTo>
                <a:lnTo>
                  <a:pt x="712" y="3163"/>
                </a:lnTo>
                <a:cubicBezTo>
                  <a:pt x="0" y="3874"/>
                  <a:pt x="0" y="5031"/>
                  <a:pt x="711" y="5743"/>
                </a:cubicBezTo>
                <a:cubicBezTo>
                  <a:pt x="711" y="5743"/>
                  <a:pt x="711" y="5744"/>
                  <a:pt x="711" y="5744"/>
                </a:cubicBezTo>
                <a:lnTo>
                  <a:pt x="712" y="5744"/>
                </a:lnTo>
                <a:lnTo>
                  <a:pt x="712" y="5744"/>
                </a:lnTo>
                <a:cubicBezTo>
                  <a:pt x="712" y="5744"/>
                  <a:pt x="1143" y="6257"/>
                  <a:pt x="1656" y="5744"/>
                </a:cubicBezTo>
                <a:cubicBezTo>
                  <a:pt x="2169" y="5230"/>
                  <a:pt x="2468" y="4931"/>
                  <a:pt x="2468" y="4931"/>
                </a:cubicBezTo>
                <a:lnTo>
                  <a:pt x="2387" y="3458"/>
                </a:lnTo>
                <a:lnTo>
                  <a:pt x="3459" y="2387"/>
                </a:lnTo>
                <a:lnTo>
                  <a:pt x="4735" y="2665"/>
                </a:lnTo>
                <a:cubicBezTo>
                  <a:pt x="4735" y="2665"/>
                  <a:pt x="5200" y="2200"/>
                  <a:pt x="5744" y="1656"/>
                </a:cubicBezTo>
                <a:cubicBezTo>
                  <a:pt x="6288" y="1112"/>
                  <a:pt x="5744" y="712"/>
                  <a:pt x="5744" y="7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熊大的PPT宝库35"/>
          <p:cNvSpPr/>
          <p:nvPr/>
        </p:nvSpPr>
        <p:spPr>
          <a:xfrm>
            <a:off x="10042277" y="1506416"/>
            <a:ext cx="124115" cy="159916"/>
          </a:xfrm>
          <a:custGeom>
            <a:avLst/>
            <a:gdLst>
              <a:gd name="connsiteX0" fmla="*/ 222948 w 432972"/>
              <a:gd name="connsiteY0" fmla="*/ 470798 h 557863"/>
              <a:gd name="connsiteX1" fmla="*/ 192253 w 432972"/>
              <a:gd name="connsiteY1" fmla="*/ 501432 h 557863"/>
              <a:gd name="connsiteX2" fmla="*/ 222948 w 432972"/>
              <a:gd name="connsiteY2" fmla="*/ 533678 h 557863"/>
              <a:gd name="connsiteX3" fmla="*/ 253644 w 432972"/>
              <a:gd name="connsiteY3" fmla="*/ 501432 h 557863"/>
              <a:gd name="connsiteX4" fmla="*/ 222948 w 432972"/>
              <a:gd name="connsiteY4" fmla="*/ 470798 h 557863"/>
              <a:gd name="connsiteX5" fmla="*/ 182413 w 432972"/>
              <a:gd name="connsiteY5" fmla="*/ 237085 h 557863"/>
              <a:gd name="connsiteX6" fmla="*/ 203401 w 432972"/>
              <a:gd name="connsiteY6" fmla="*/ 258073 h 557863"/>
              <a:gd name="connsiteX7" fmla="*/ 182413 w 432972"/>
              <a:gd name="connsiteY7" fmla="*/ 279061 h 557863"/>
              <a:gd name="connsiteX8" fmla="*/ 161425 w 432972"/>
              <a:gd name="connsiteY8" fmla="*/ 258073 h 557863"/>
              <a:gd name="connsiteX9" fmla="*/ 182413 w 432972"/>
              <a:gd name="connsiteY9" fmla="*/ 237085 h 557863"/>
              <a:gd name="connsiteX10" fmla="*/ 114786 w 432972"/>
              <a:gd name="connsiteY10" fmla="*/ 237085 h 557863"/>
              <a:gd name="connsiteX11" fmla="*/ 135774 w 432972"/>
              <a:gd name="connsiteY11" fmla="*/ 258073 h 557863"/>
              <a:gd name="connsiteX12" fmla="*/ 114786 w 432972"/>
              <a:gd name="connsiteY12" fmla="*/ 279061 h 557863"/>
              <a:gd name="connsiteX13" fmla="*/ 93798 w 432972"/>
              <a:gd name="connsiteY13" fmla="*/ 258073 h 557863"/>
              <a:gd name="connsiteX14" fmla="*/ 114786 w 432972"/>
              <a:gd name="connsiteY14" fmla="*/ 237085 h 557863"/>
              <a:gd name="connsiteX15" fmla="*/ 318187 w 432972"/>
              <a:gd name="connsiteY15" fmla="*/ 169199 h 557863"/>
              <a:gd name="connsiteX16" fmla="*/ 339175 w 432972"/>
              <a:gd name="connsiteY16" fmla="*/ 190187 h 557863"/>
              <a:gd name="connsiteX17" fmla="*/ 318187 w 432972"/>
              <a:gd name="connsiteY17" fmla="*/ 211175 h 557863"/>
              <a:gd name="connsiteX18" fmla="*/ 297199 w 432972"/>
              <a:gd name="connsiteY18" fmla="*/ 190187 h 557863"/>
              <a:gd name="connsiteX19" fmla="*/ 318187 w 432972"/>
              <a:gd name="connsiteY19" fmla="*/ 169199 h 557863"/>
              <a:gd name="connsiteX20" fmla="*/ 250300 w 432972"/>
              <a:gd name="connsiteY20" fmla="*/ 169199 h 557863"/>
              <a:gd name="connsiteX21" fmla="*/ 271288 w 432972"/>
              <a:gd name="connsiteY21" fmla="*/ 190187 h 557863"/>
              <a:gd name="connsiteX22" fmla="*/ 250300 w 432972"/>
              <a:gd name="connsiteY22" fmla="*/ 211175 h 557863"/>
              <a:gd name="connsiteX23" fmla="*/ 229312 w 432972"/>
              <a:gd name="connsiteY23" fmla="*/ 190187 h 557863"/>
              <a:gd name="connsiteX24" fmla="*/ 250300 w 432972"/>
              <a:gd name="connsiteY24" fmla="*/ 169199 h 557863"/>
              <a:gd name="connsiteX25" fmla="*/ 182413 w 432972"/>
              <a:gd name="connsiteY25" fmla="*/ 169199 h 557863"/>
              <a:gd name="connsiteX26" fmla="*/ 203401 w 432972"/>
              <a:gd name="connsiteY26" fmla="*/ 190187 h 557863"/>
              <a:gd name="connsiteX27" fmla="*/ 182413 w 432972"/>
              <a:gd name="connsiteY27" fmla="*/ 211175 h 557863"/>
              <a:gd name="connsiteX28" fmla="*/ 161425 w 432972"/>
              <a:gd name="connsiteY28" fmla="*/ 190187 h 557863"/>
              <a:gd name="connsiteX29" fmla="*/ 182413 w 432972"/>
              <a:gd name="connsiteY29" fmla="*/ 169199 h 557863"/>
              <a:gd name="connsiteX30" fmla="*/ 114786 w 432972"/>
              <a:gd name="connsiteY30" fmla="*/ 169199 h 557863"/>
              <a:gd name="connsiteX31" fmla="*/ 135774 w 432972"/>
              <a:gd name="connsiteY31" fmla="*/ 190187 h 557863"/>
              <a:gd name="connsiteX32" fmla="*/ 114786 w 432972"/>
              <a:gd name="connsiteY32" fmla="*/ 211175 h 557863"/>
              <a:gd name="connsiteX33" fmla="*/ 93798 w 432972"/>
              <a:gd name="connsiteY33" fmla="*/ 190187 h 557863"/>
              <a:gd name="connsiteX34" fmla="*/ 114786 w 432972"/>
              <a:gd name="connsiteY34" fmla="*/ 169199 h 557863"/>
              <a:gd name="connsiteX35" fmla="*/ 318187 w 432972"/>
              <a:gd name="connsiteY35" fmla="*/ 101571 h 557863"/>
              <a:gd name="connsiteX36" fmla="*/ 339175 w 432972"/>
              <a:gd name="connsiteY36" fmla="*/ 122559 h 557863"/>
              <a:gd name="connsiteX37" fmla="*/ 318187 w 432972"/>
              <a:gd name="connsiteY37" fmla="*/ 143547 h 557863"/>
              <a:gd name="connsiteX38" fmla="*/ 297199 w 432972"/>
              <a:gd name="connsiteY38" fmla="*/ 122559 h 557863"/>
              <a:gd name="connsiteX39" fmla="*/ 318187 w 432972"/>
              <a:gd name="connsiteY39" fmla="*/ 101571 h 557863"/>
              <a:gd name="connsiteX40" fmla="*/ 250300 w 432972"/>
              <a:gd name="connsiteY40" fmla="*/ 101571 h 557863"/>
              <a:gd name="connsiteX41" fmla="*/ 271288 w 432972"/>
              <a:gd name="connsiteY41" fmla="*/ 122559 h 557863"/>
              <a:gd name="connsiteX42" fmla="*/ 250300 w 432972"/>
              <a:gd name="connsiteY42" fmla="*/ 143547 h 557863"/>
              <a:gd name="connsiteX43" fmla="*/ 229312 w 432972"/>
              <a:gd name="connsiteY43" fmla="*/ 122559 h 557863"/>
              <a:gd name="connsiteX44" fmla="*/ 250300 w 432972"/>
              <a:gd name="connsiteY44" fmla="*/ 101571 h 557863"/>
              <a:gd name="connsiteX45" fmla="*/ 182413 w 432972"/>
              <a:gd name="connsiteY45" fmla="*/ 101571 h 557863"/>
              <a:gd name="connsiteX46" fmla="*/ 203401 w 432972"/>
              <a:gd name="connsiteY46" fmla="*/ 122559 h 557863"/>
              <a:gd name="connsiteX47" fmla="*/ 182413 w 432972"/>
              <a:gd name="connsiteY47" fmla="*/ 143547 h 557863"/>
              <a:gd name="connsiteX48" fmla="*/ 161425 w 432972"/>
              <a:gd name="connsiteY48" fmla="*/ 122559 h 557863"/>
              <a:gd name="connsiteX49" fmla="*/ 182413 w 432972"/>
              <a:gd name="connsiteY49" fmla="*/ 101571 h 557863"/>
              <a:gd name="connsiteX50" fmla="*/ 114786 w 432972"/>
              <a:gd name="connsiteY50" fmla="*/ 101571 h 557863"/>
              <a:gd name="connsiteX51" fmla="*/ 135774 w 432972"/>
              <a:gd name="connsiteY51" fmla="*/ 122559 h 557863"/>
              <a:gd name="connsiteX52" fmla="*/ 114786 w 432972"/>
              <a:gd name="connsiteY52" fmla="*/ 143547 h 557863"/>
              <a:gd name="connsiteX53" fmla="*/ 93798 w 432972"/>
              <a:gd name="connsiteY53" fmla="*/ 122559 h 557863"/>
              <a:gd name="connsiteX54" fmla="*/ 114786 w 432972"/>
              <a:gd name="connsiteY54" fmla="*/ 101571 h 557863"/>
              <a:gd name="connsiteX55" fmla="*/ 77547 w 432972"/>
              <a:gd name="connsiteY55" fmla="*/ 49982 h 557863"/>
              <a:gd name="connsiteX56" fmla="*/ 51698 w 432972"/>
              <a:gd name="connsiteY56" fmla="*/ 75779 h 557863"/>
              <a:gd name="connsiteX57" fmla="*/ 51698 w 432972"/>
              <a:gd name="connsiteY57" fmla="*/ 432102 h 557863"/>
              <a:gd name="connsiteX58" fmla="*/ 77547 w 432972"/>
              <a:gd name="connsiteY58" fmla="*/ 456287 h 557863"/>
              <a:gd name="connsiteX59" fmla="*/ 357040 w 432972"/>
              <a:gd name="connsiteY59" fmla="*/ 456287 h 557863"/>
              <a:gd name="connsiteX60" fmla="*/ 381274 w 432972"/>
              <a:gd name="connsiteY60" fmla="*/ 432102 h 557863"/>
              <a:gd name="connsiteX61" fmla="*/ 381274 w 432972"/>
              <a:gd name="connsiteY61" fmla="*/ 75779 h 557863"/>
              <a:gd name="connsiteX62" fmla="*/ 357040 w 432972"/>
              <a:gd name="connsiteY62" fmla="*/ 49982 h 557863"/>
              <a:gd name="connsiteX63" fmla="*/ 77547 w 432972"/>
              <a:gd name="connsiteY63" fmla="*/ 0 h 557863"/>
              <a:gd name="connsiteX64" fmla="*/ 357040 w 432972"/>
              <a:gd name="connsiteY64" fmla="*/ 0 h 557863"/>
              <a:gd name="connsiteX65" fmla="*/ 432972 w 432972"/>
              <a:gd name="connsiteY65" fmla="*/ 75779 h 557863"/>
              <a:gd name="connsiteX66" fmla="*/ 432972 w 432972"/>
              <a:gd name="connsiteY66" fmla="*/ 482084 h 557863"/>
              <a:gd name="connsiteX67" fmla="*/ 357040 w 432972"/>
              <a:gd name="connsiteY67" fmla="*/ 557863 h 557863"/>
              <a:gd name="connsiteX68" fmla="*/ 77547 w 432972"/>
              <a:gd name="connsiteY68" fmla="*/ 557863 h 557863"/>
              <a:gd name="connsiteX69" fmla="*/ 0 w 432972"/>
              <a:gd name="connsiteY69" fmla="*/ 482084 h 557863"/>
              <a:gd name="connsiteX70" fmla="*/ 0 w 432972"/>
              <a:gd name="connsiteY70" fmla="*/ 75779 h 557863"/>
              <a:gd name="connsiteX71" fmla="*/ 77547 w 432972"/>
              <a:gd name="connsiteY71" fmla="*/ 0 h 5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432972" h="557863">
                <a:moveTo>
                  <a:pt x="222948" y="470798"/>
                </a:moveTo>
                <a:cubicBezTo>
                  <a:pt x="205177" y="470798"/>
                  <a:pt x="192253" y="485309"/>
                  <a:pt x="192253" y="501432"/>
                </a:cubicBezTo>
                <a:cubicBezTo>
                  <a:pt x="192253" y="519168"/>
                  <a:pt x="205177" y="533678"/>
                  <a:pt x="222948" y="533678"/>
                </a:cubicBezTo>
                <a:cubicBezTo>
                  <a:pt x="239104" y="533678"/>
                  <a:pt x="253644" y="519168"/>
                  <a:pt x="253644" y="501432"/>
                </a:cubicBezTo>
                <a:cubicBezTo>
                  <a:pt x="253644" y="485309"/>
                  <a:pt x="239104" y="470798"/>
                  <a:pt x="222948" y="470798"/>
                </a:cubicBezTo>
                <a:close/>
                <a:moveTo>
                  <a:pt x="182413" y="237085"/>
                </a:moveTo>
                <a:cubicBezTo>
                  <a:pt x="194004" y="237085"/>
                  <a:pt x="203401" y="246482"/>
                  <a:pt x="203401" y="258073"/>
                </a:cubicBezTo>
                <a:cubicBezTo>
                  <a:pt x="203401" y="269664"/>
                  <a:pt x="194004" y="279061"/>
                  <a:pt x="182413" y="279061"/>
                </a:cubicBezTo>
                <a:cubicBezTo>
                  <a:pt x="170822" y="279061"/>
                  <a:pt x="161425" y="269664"/>
                  <a:pt x="161425" y="258073"/>
                </a:cubicBezTo>
                <a:cubicBezTo>
                  <a:pt x="161425" y="246482"/>
                  <a:pt x="170822" y="237085"/>
                  <a:pt x="182413" y="237085"/>
                </a:cubicBezTo>
                <a:close/>
                <a:moveTo>
                  <a:pt x="114786" y="237085"/>
                </a:moveTo>
                <a:cubicBezTo>
                  <a:pt x="126377" y="237085"/>
                  <a:pt x="135774" y="246482"/>
                  <a:pt x="135774" y="258073"/>
                </a:cubicBezTo>
                <a:cubicBezTo>
                  <a:pt x="135774" y="269664"/>
                  <a:pt x="126377" y="279061"/>
                  <a:pt x="114786" y="279061"/>
                </a:cubicBezTo>
                <a:cubicBezTo>
                  <a:pt x="103195" y="279061"/>
                  <a:pt x="93798" y="269664"/>
                  <a:pt x="93798" y="258073"/>
                </a:cubicBezTo>
                <a:cubicBezTo>
                  <a:pt x="93798" y="246482"/>
                  <a:pt x="103195" y="237085"/>
                  <a:pt x="114786" y="237085"/>
                </a:cubicBezTo>
                <a:close/>
                <a:moveTo>
                  <a:pt x="318187" y="169199"/>
                </a:moveTo>
                <a:cubicBezTo>
                  <a:pt x="329778" y="169199"/>
                  <a:pt x="339175" y="178596"/>
                  <a:pt x="339175" y="190187"/>
                </a:cubicBezTo>
                <a:cubicBezTo>
                  <a:pt x="339175" y="201778"/>
                  <a:pt x="329778" y="211175"/>
                  <a:pt x="318187" y="211175"/>
                </a:cubicBezTo>
                <a:cubicBezTo>
                  <a:pt x="306596" y="211175"/>
                  <a:pt x="297199" y="201778"/>
                  <a:pt x="297199" y="190187"/>
                </a:cubicBezTo>
                <a:cubicBezTo>
                  <a:pt x="297199" y="178596"/>
                  <a:pt x="306596" y="169199"/>
                  <a:pt x="318187" y="169199"/>
                </a:cubicBezTo>
                <a:close/>
                <a:moveTo>
                  <a:pt x="250300" y="169199"/>
                </a:moveTo>
                <a:cubicBezTo>
                  <a:pt x="261891" y="169199"/>
                  <a:pt x="271288" y="178596"/>
                  <a:pt x="271288" y="190187"/>
                </a:cubicBezTo>
                <a:cubicBezTo>
                  <a:pt x="271288" y="201778"/>
                  <a:pt x="261891" y="211175"/>
                  <a:pt x="250300" y="211175"/>
                </a:cubicBezTo>
                <a:cubicBezTo>
                  <a:pt x="238709" y="211175"/>
                  <a:pt x="229312" y="201778"/>
                  <a:pt x="229312" y="190187"/>
                </a:cubicBezTo>
                <a:cubicBezTo>
                  <a:pt x="229312" y="178596"/>
                  <a:pt x="238709" y="169199"/>
                  <a:pt x="250300" y="169199"/>
                </a:cubicBezTo>
                <a:close/>
                <a:moveTo>
                  <a:pt x="182413" y="169199"/>
                </a:moveTo>
                <a:cubicBezTo>
                  <a:pt x="194004" y="169199"/>
                  <a:pt x="203401" y="178596"/>
                  <a:pt x="203401" y="190187"/>
                </a:cubicBezTo>
                <a:cubicBezTo>
                  <a:pt x="203401" y="201778"/>
                  <a:pt x="194004" y="211175"/>
                  <a:pt x="182413" y="211175"/>
                </a:cubicBezTo>
                <a:cubicBezTo>
                  <a:pt x="170822" y="211175"/>
                  <a:pt x="161425" y="201778"/>
                  <a:pt x="161425" y="190187"/>
                </a:cubicBezTo>
                <a:cubicBezTo>
                  <a:pt x="161425" y="178596"/>
                  <a:pt x="170822" y="169199"/>
                  <a:pt x="182413" y="169199"/>
                </a:cubicBezTo>
                <a:close/>
                <a:moveTo>
                  <a:pt x="114786" y="169199"/>
                </a:moveTo>
                <a:cubicBezTo>
                  <a:pt x="126377" y="169199"/>
                  <a:pt x="135774" y="178596"/>
                  <a:pt x="135774" y="190187"/>
                </a:cubicBezTo>
                <a:cubicBezTo>
                  <a:pt x="135774" y="201778"/>
                  <a:pt x="126377" y="211175"/>
                  <a:pt x="114786" y="211175"/>
                </a:cubicBezTo>
                <a:cubicBezTo>
                  <a:pt x="103195" y="211175"/>
                  <a:pt x="93798" y="201778"/>
                  <a:pt x="93798" y="190187"/>
                </a:cubicBezTo>
                <a:cubicBezTo>
                  <a:pt x="93798" y="178596"/>
                  <a:pt x="103195" y="169199"/>
                  <a:pt x="114786" y="169199"/>
                </a:cubicBezTo>
                <a:close/>
                <a:moveTo>
                  <a:pt x="318187" y="101571"/>
                </a:moveTo>
                <a:cubicBezTo>
                  <a:pt x="329778" y="101571"/>
                  <a:pt x="339175" y="110968"/>
                  <a:pt x="339175" y="122559"/>
                </a:cubicBezTo>
                <a:cubicBezTo>
                  <a:pt x="339175" y="134150"/>
                  <a:pt x="329778" y="143547"/>
                  <a:pt x="318187" y="143547"/>
                </a:cubicBezTo>
                <a:cubicBezTo>
                  <a:pt x="306596" y="143547"/>
                  <a:pt x="297199" y="134150"/>
                  <a:pt x="297199" y="122559"/>
                </a:cubicBezTo>
                <a:cubicBezTo>
                  <a:pt x="297199" y="110968"/>
                  <a:pt x="306596" y="101571"/>
                  <a:pt x="318187" y="101571"/>
                </a:cubicBezTo>
                <a:close/>
                <a:moveTo>
                  <a:pt x="250300" y="101571"/>
                </a:moveTo>
                <a:cubicBezTo>
                  <a:pt x="261891" y="101571"/>
                  <a:pt x="271288" y="110968"/>
                  <a:pt x="271288" y="122559"/>
                </a:cubicBezTo>
                <a:cubicBezTo>
                  <a:pt x="271288" y="134150"/>
                  <a:pt x="261891" y="143547"/>
                  <a:pt x="250300" y="143547"/>
                </a:cubicBezTo>
                <a:cubicBezTo>
                  <a:pt x="238709" y="143547"/>
                  <a:pt x="229312" y="134150"/>
                  <a:pt x="229312" y="122559"/>
                </a:cubicBezTo>
                <a:cubicBezTo>
                  <a:pt x="229312" y="110968"/>
                  <a:pt x="238709" y="101571"/>
                  <a:pt x="250300" y="101571"/>
                </a:cubicBezTo>
                <a:close/>
                <a:moveTo>
                  <a:pt x="182413" y="101571"/>
                </a:moveTo>
                <a:cubicBezTo>
                  <a:pt x="194004" y="101571"/>
                  <a:pt x="203401" y="110968"/>
                  <a:pt x="203401" y="122559"/>
                </a:cubicBezTo>
                <a:cubicBezTo>
                  <a:pt x="203401" y="134150"/>
                  <a:pt x="194004" y="143547"/>
                  <a:pt x="182413" y="143547"/>
                </a:cubicBezTo>
                <a:cubicBezTo>
                  <a:pt x="170822" y="143547"/>
                  <a:pt x="161425" y="134150"/>
                  <a:pt x="161425" y="122559"/>
                </a:cubicBezTo>
                <a:cubicBezTo>
                  <a:pt x="161425" y="110968"/>
                  <a:pt x="170822" y="101571"/>
                  <a:pt x="182413" y="101571"/>
                </a:cubicBezTo>
                <a:close/>
                <a:moveTo>
                  <a:pt x="114786" y="101571"/>
                </a:moveTo>
                <a:cubicBezTo>
                  <a:pt x="126377" y="101571"/>
                  <a:pt x="135774" y="110968"/>
                  <a:pt x="135774" y="122559"/>
                </a:cubicBezTo>
                <a:cubicBezTo>
                  <a:pt x="135774" y="134150"/>
                  <a:pt x="126377" y="143547"/>
                  <a:pt x="114786" y="143547"/>
                </a:cubicBezTo>
                <a:cubicBezTo>
                  <a:pt x="103195" y="143547"/>
                  <a:pt x="93798" y="134150"/>
                  <a:pt x="93798" y="122559"/>
                </a:cubicBezTo>
                <a:cubicBezTo>
                  <a:pt x="93798" y="110968"/>
                  <a:pt x="103195" y="101571"/>
                  <a:pt x="114786" y="101571"/>
                </a:cubicBezTo>
                <a:close/>
                <a:moveTo>
                  <a:pt x="77547" y="49982"/>
                </a:moveTo>
                <a:cubicBezTo>
                  <a:pt x="63007" y="49982"/>
                  <a:pt x="51698" y="62880"/>
                  <a:pt x="51698" y="75779"/>
                </a:cubicBezTo>
                <a:lnTo>
                  <a:pt x="51698" y="432102"/>
                </a:lnTo>
                <a:cubicBezTo>
                  <a:pt x="51698" y="445001"/>
                  <a:pt x="63007" y="456287"/>
                  <a:pt x="77547" y="456287"/>
                </a:cubicBezTo>
                <a:lnTo>
                  <a:pt x="357040" y="456287"/>
                </a:lnTo>
                <a:cubicBezTo>
                  <a:pt x="369965" y="456287"/>
                  <a:pt x="381274" y="445001"/>
                  <a:pt x="381274" y="432102"/>
                </a:cubicBezTo>
                <a:lnTo>
                  <a:pt x="381274" y="75779"/>
                </a:lnTo>
                <a:cubicBezTo>
                  <a:pt x="381274" y="62880"/>
                  <a:pt x="369965" y="49982"/>
                  <a:pt x="357040" y="49982"/>
                </a:cubicBezTo>
                <a:close/>
                <a:moveTo>
                  <a:pt x="77547" y="0"/>
                </a:moveTo>
                <a:lnTo>
                  <a:pt x="357040" y="0"/>
                </a:lnTo>
                <a:cubicBezTo>
                  <a:pt x="399045" y="0"/>
                  <a:pt x="432972" y="33858"/>
                  <a:pt x="432972" y="75779"/>
                </a:cubicBezTo>
                <a:lnTo>
                  <a:pt x="432972" y="482084"/>
                </a:lnTo>
                <a:cubicBezTo>
                  <a:pt x="432972" y="524004"/>
                  <a:pt x="399045" y="557863"/>
                  <a:pt x="357040" y="557863"/>
                </a:cubicBezTo>
                <a:lnTo>
                  <a:pt x="77547" y="557863"/>
                </a:lnTo>
                <a:cubicBezTo>
                  <a:pt x="35542" y="557863"/>
                  <a:pt x="0" y="524004"/>
                  <a:pt x="0" y="482084"/>
                </a:cubicBezTo>
                <a:lnTo>
                  <a:pt x="0" y="75779"/>
                </a:lnTo>
                <a:cubicBezTo>
                  <a:pt x="0" y="33858"/>
                  <a:pt x="35542" y="0"/>
                  <a:pt x="7754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熊大的PPT宝库36"/>
          <p:cNvSpPr/>
          <p:nvPr/>
        </p:nvSpPr>
        <p:spPr>
          <a:xfrm>
            <a:off x="10592771" y="1506416"/>
            <a:ext cx="159916" cy="159590"/>
          </a:xfrm>
          <a:custGeom>
            <a:avLst/>
            <a:gdLst>
              <a:gd name="T0" fmla="*/ 8390 w 11230"/>
              <a:gd name="T1" fmla="*/ 8004 h 11206"/>
              <a:gd name="T2" fmla="*/ 8603 w 11230"/>
              <a:gd name="T3" fmla="*/ 8092 h 11206"/>
              <a:gd name="T4" fmla="*/ 8814 w 11230"/>
              <a:gd name="T5" fmla="*/ 8005 h 11206"/>
              <a:gd name="T6" fmla="*/ 8814 w 11230"/>
              <a:gd name="T7" fmla="*/ 7581 h 11206"/>
              <a:gd name="T8" fmla="*/ 6420 w 11230"/>
              <a:gd name="T9" fmla="*/ 5181 h 11206"/>
              <a:gd name="T10" fmla="*/ 5996 w 11230"/>
              <a:gd name="T11" fmla="*/ 5181 h 11206"/>
              <a:gd name="T12" fmla="*/ 5996 w 11230"/>
              <a:gd name="T13" fmla="*/ 5605 h 11206"/>
              <a:gd name="T14" fmla="*/ 8390 w 11230"/>
              <a:gd name="T15" fmla="*/ 8004 h 11206"/>
              <a:gd name="T16" fmla="*/ 6561 w 11230"/>
              <a:gd name="T17" fmla="*/ 8382 h 11206"/>
              <a:gd name="T18" fmla="*/ 6774 w 11230"/>
              <a:gd name="T19" fmla="*/ 8470 h 11206"/>
              <a:gd name="T20" fmla="*/ 6986 w 11230"/>
              <a:gd name="T21" fmla="*/ 8382 h 11206"/>
              <a:gd name="T22" fmla="*/ 6986 w 11230"/>
              <a:gd name="T23" fmla="*/ 7959 h 11206"/>
              <a:gd name="T24" fmla="*/ 6188 w 11230"/>
              <a:gd name="T25" fmla="*/ 7160 h 11206"/>
              <a:gd name="T26" fmla="*/ 5764 w 11230"/>
              <a:gd name="T27" fmla="*/ 7160 h 11206"/>
              <a:gd name="T28" fmla="*/ 5764 w 11230"/>
              <a:gd name="T29" fmla="*/ 7584 h 11206"/>
              <a:gd name="T30" fmla="*/ 6561 w 11230"/>
              <a:gd name="T31" fmla="*/ 8382 h 11206"/>
              <a:gd name="T32" fmla="*/ 10911 w 11230"/>
              <a:gd name="T33" fmla="*/ 10606 h 11206"/>
              <a:gd name="T34" fmla="*/ 10413 w 11230"/>
              <a:gd name="T35" fmla="*/ 10606 h 11206"/>
              <a:gd name="T36" fmla="*/ 10413 w 11230"/>
              <a:gd name="T37" fmla="*/ 3990 h 11206"/>
              <a:gd name="T38" fmla="*/ 10915 w 11230"/>
              <a:gd name="T39" fmla="*/ 3991 h 11206"/>
              <a:gd name="T40" fmla="*/ 11166 w 11230"/>
              <a:gd name="T41" fmla="*/ 3855 h 11206"/>
              <a:gd name="T42" fmla="*/ 11189 w 11230"/>
              <a:gd name="T43" fmla="*/ 3569 h 11206"/>
              <a:gd name="T44" fmla="*/ 9886 w 11230"/>
              <a:gd name="T45" fmla="*/ 177 h 11206"/>
              <a:gd name="T46" fmla="*/ 9613 w 11230"/>
              <a:gd name="T47" fmla="*/ 0 h 11206"/>
              <a:gd name="T48" fmla="*/ 1611 w 11230"/>
              <a:gd name="T49" fmla="*/ 0 h 11206"/>
              <a:gd name="T50" fmla="*/ 1338 w 11230"/>
              <a:gd name="T51" fmla="*/ 177 h 11206"/>
              <a:gd name="T52" fmla="*/ 41 w 11230"/>
              <a:gd name="T53" fmla="*/ 3567 h 11206"/>
              <a:gd name="T54" fmla="*/ 64 w 11230"/>
              <a:gd name="T55" fmla="*/ 3853 h 11206"/>
              <a:gd name="T56" fmla="*/ 315 w 11230"/>
              <a:gd name="T57" fmla="*/ 3990 h 11206"/>
              <a:gd name="T58" fmla="*/ 810 w 11230"/>
              <a:gd name="T59" fmla="*/ 3988 h 11206"/>
              <a:gd name="T60" fmla="*/ 810 w 11230"/>
              <a:gd name="T61" fmla="*/ 10606 h 11206"/>
              <a:gd name="T62" fmla="*/ 310 w 11230"/>
              <a:gd name="T63" fmla="*/ 10606 h 11206"/>
              <a:gd name="T64" fmla="*/ 10 w 11230"/>
              <a:gd name="T65" fmla="*/ 10906 h 11206"/>
              <a:gd name="T66" fmla="*/ 310 w 11230"/>
              <a:gd name="T67" fmla="*/ 11206 h 11206"/>
              <a:gd name="T68" fmla="*/ 10910 w 11230"/>
              <a:gd name="T69" fmla="*/ 11206 h 11206"/>
              <a:gd name="T70" fmla="*/ 11210 w 11230"/>
              <a:gd name="T71" fmla="*/ 10906 h 11206"/>
              <a:gd name="T72" fmla="*/ 10911 w 11230"/>
              <a:gd name="T73" fmla="*/ 10606 h 11206"/>
              <a:gd name="T74" fmla="*/ 9813 w 11230"/>
              <a:gd name="T75" fmla="*/ 10587 h 11206"/>
              <a:gd name="T76" fmla="*/ 4611 w 11230"/>
              <a:gd name="T77" fmla="*/ 10587 h 11206"/>
              <a:gd name="T78" fmla="*/ 4611 w 11230"/>
              <a:gd name="T79" fmla="*/ 3985 h 11206"/>
              <a:gd name="T80" fmla="*/ 9813 w 11230"/>
              <a:gd name="T81" fmla="*/ 3989 h 11206"/>
              <a:gd name="T82" fmla="*/ 9813 w 11230"/>
              <a:gd name="T83" fmla="*/ 10587 h 11206"/>
              <a:gd name="T84" fmla="*/ 894 w 11230"/>
              <a:gd name="T85" fmla="*/ 3390 h 11206"/>
              <a:gd name="T86" fmla="*/ 825 w 11230"/>
              <a:gd name="T87" fmla="*/ 3285 h 11206"/>
              <a:gd name="T88" fmla="*/ 1785 w 11230"/>
              <a:gd name="T89" fmla="*/ 645 h 11206"/>
              <a:gd name="T90" fmla="*/ 1854 w 11230"/>
              <a:gd name="T91" fmla="*/ 600 h 11206"/>
              <a:gd name="T92" fmla="*/ 9370 w 11230"/>
              <a:gd name="T93" fmla="*/ 600 h 11206"/>
              <a:gd name="T94" fmla="*/ 9439 w 11230"/>
              <a:gd name="T95" fmla="*/ 644 h 11206"/>
              <a:gd name="T96" fmla="*/ 10403 w 11230"/>
              <a:gd name="T97" fmla="*/ 3284 h 11206"/>
              <a:gd name="T98" fmla="*/ 10334 w 11230"/>
              <a:gd name="T99" fmla="*/ 3390 h 11206"/>
              <a:gd name="T100" fmla="*/ 4011 w 11230"/>
              <a:gd name="T101" fmla="*/ 3985 h 11206"/>
              <a:gd name="T102" fmla="*/ 4011 w 11230"/>
              <a:gd name="T103" fmla="*/ 10587 h 11206"/>
              <a:gd name="T104" fmla="*/ 1411 w 11230"/>
              <a:gd name="T105" fmla="*/ 10587 h 11206"/>
              <a:gd name="T106" fmla="*/ 1411 w 11230"/>
              <a:gd name="T107" fmla="*/ 3989 h 11206"/>
              <a:gd name="T108" fmla="*/ 4011 w 11230"/>
              <a:gd name="T109" fmla="*/ 3985 h 1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1230" h="11206">
                <a:moveTo>
                  <a:pt x="8390" y="8004"/>
                </a:moveTo>
                <a:cubicBezTo>
                  <a:pt x="8449" y="8062"/>
                  <a:pt x="8525" y="8092"/>
                  <a:pt x="8603" y="8092"/>
                </a:cubicBezTo>
                <a:cubicBezTo>
                  <a:pt x="8679" y="8092"/>
                  <a:pt x="8756" y="8064"/>
                  <a:pt x="8814" y="8005"/>
                </a:cubicBezTo>
                <a:cubicBezTo>
                  <a:pt x="8931" y="7887"/>
                  <a:pt x="8931" y="7697"/>
                  <a:pt x="8814" y="7581"/>
                </a:cubicBezTo>
                <a:lnTo>
                  <a:pt x="6420" y="5181"/>
                </a:lnTo>
                <a:cubicBezTo>
                  <a:pt x="6303" y="5064"/>
                  <a:pt x="6112" y="5064"/>
                  <a:pt x="5996" y="5181"/>
                </a:cubicBezTo>
                <a:cubicBezTo>
                  <a:pt x="5879" y="5299"/>
                  <a:pt x="5879" y="5489"/>
                  <a:pt x="5996" y="5605"/>
                </a:cubicBezTo>
                <a:lnTo>
                  <a:pt x="8390" y="8004"/>
                </a:lnTo>
                <a:close/>
                <a:moveTo>
                  <a:pt x="6561" y="8382"/>
                </a:moveTo>
                <a:cubicBezTo>
                  <a:pt x="6620" y="8441"/>
                  <a:pt x="6696" y="8470"/>
                  <a:pt x="6774" y="8470"/>
                </a:cubicBezTo>
                <a:cubicBezTo>
                  <a:pt x="6851" y="8470"/>
                  <a:pt x="6928" y="8441"/>
                  <a:pt x="6986" y="8382"/>
                </a:cubicBezTo>
                <a:cubicBezTo>
                  <a:pt x="7104" y="8265"/>
                  <a:pt x="7104" y="8075"/>
                  <a:pt x="6986" y="7959"/>
                </a:cubicBezTo>
                <a:lnTo>
                  <a:pt x="6188" y="7160"/>
                </a:lnTo>
                <a:cubicBezTo>
                  <a:pt x="6070" y="7042"/>
                  <a:pt x="5880" y="7042"/>
                  <a:pt x="5764" y="7160"/>
                </a:cubicBezTo>
                <a:cubicBezTo>
                  <a:pt x="5646" y="7277"/>
                  <a:pt x="5646" y="7467"/>
                  <a:pt x="5764" y="7584"/>
                </a:cubicBezTo>
                <a:lnTo>
                  <a:pt x="6561" y="8382"/>
                </a:lnTo>
                <a:close/>
                <a:moveTo>
                  <a:pt x="10911" y="10606"/>
                </a:moveTo>
                <a:lnTo>
                  <a:pt x="10413" y="10606"/>
                </a:lnTo>
                <a:lnTo>
                  <a:pt x="10413" y="3990"/>
                </a:lnTo>
                <a:lnTo>
                  <a:pt x="10915" y="3991"/>
                </a:lnTo>
                <a:cubicBezTo>
                  <a:pt x="11016" y="3991"/>
                  <a:pt x="11111" y="3940"/>
                  <a:pt x="11166" y="3855"/>
                </a:cubicBezTo>
                <a:cubicBezTo>
                  <a:pt x="11221" y="3770"/>
                  <a:pt x="11230" y="3662"/>
                  <a:pt x="11189" y="3569"/>
                </a:cubicBezTo>
                <a:lnTo>
                  <a:pt x="9886" y="177"/>
                </a:lnTo>
                <a:cubicBezTo>
                  <a:pt x="9838" y="70"/>
                  <a:pt x="9731" y="0"/>
                  <a:pt x="9613" y="0"/>
                </a:cubicBezTo>
                <a:lnTo>
                  <a:pt x="1611" y="0"/>
                </a:lnTo>
                <a:cubicBezTo>
                  <a:pt x="1493" y="0"/>
                  <a:pt x="1385" y="70"/>
                  <a:pt x="1338" y="177"/>
                </a:cubicBezTo>
                <a:lnTo>
                  <a:pt x="41" y="3567"/>
                </a:lnTo>
                <a:cubicBezTo>
                  <a:pt x="0" y="3660"/>
                  <a:pt x="9" y="3767"/>
                  <a:pt x="64" y="3853"/>
                </a:cubicBezTo>
                <a:cubicBezTo>
                  <a:pt x="119" y="3939"/>
                  <a:pt x="214" y="3990"/>
                  <a:pt x="315" y="3990"/>
                </a:cubicBezTo>
                <a:lnTo>
                  <a:pt x="810" y="3988"/>
                </a:lnTo>
                <a:lnTo>
                  <a:pt x="810" y="10606"/>
                </a:lnTo>
                <a:lnTo>
                  <a:pt x="310" y="10606"/>
                </a:lnTo>
                <a:cubicBezTo>
                  <a:pt x="144" y="10606"/>
                  <a:pt x="10" y="10740"/>
                  <a:pt x="10" y="10906"/>
                </a:cubicBezTo>
                <a:cubicBezTo>
                  <a:pt x="10" y="11072"/>
                  <a:pt x="144" y="11206"/>
                  <a:pt x="310" y="11206"/>
                </a:cubicBezTo>
                <a:lnTo>
                  <a:pt x="10910" y="11206"/>
                </a:lnTo>
                <a:cubicBezTo>
                  <a:pt x="11076" y="11206"/>
                  <a:pt x="11210" y="11072"/>
                  <a:pt x="11210" y="10906"/>
                </a:cubicBezTo>
                <a:cubicBezTo>
                  <a:pt x="11210" y="10740"/>
                  <a:pt x="11076" y="10606"/>
                  <a:pt x="10911" y="10606"/>
                </a:cubicBezTo>
                <a:close/>
                <a:moveTo>
                  <a:pt x="9813" y="10587"/>
                </a:moveTo>
                <a:lnTo>
                  <a:pt x="4611" y="10587"/>
                </a:lnTo>
                <a:lnTo>
                  <a:pt x="4611" y="3985"/>
                </a:lnTo>
                <a:lnTo>
                  <a:pt x="9813" y="3989"/>
                </a:lnTo>
                <a:lnTo>
                  <a:pt x="9813" y="10587"/>
                </a:lnTo>
                <a:close/>
                <a:moveTo>
                  <a:pt x="894" y="3390"/>
                </a:moveTo>
                <a:cubicBezTo>
                  <a:pt x="839" y="3390"/>
                  <a:pt x="803" y="3334"/>
                  <a:pt x="825" y="3285"/>
                </a:cubicBezTo>
                <a:lnTo>
                  <a:pt x="1785" y="645"/>
                </a:lnTo>
                <a:cubicBezTo>
                  <a:pt x="1798" y="617"/>
                  <a:pt x="1824" y="600"/>
                  <a:pt x="1854" y="600"/>
                </a:cubicBezTo>
                <a:lnTo>
                  <a:pt x="9370" y="600"/>
                </a:lnTo>
                <a:cubicBezTo>
                  <a:pt x="9400" y="600"/>
                  <a:pt x="9426" y="617"/>
                  <a:pt x="9439" y="644"/>
                </a:cubicBezTo>
                <a:lnTo>
                  <a:pt x="10403" y="3284"/>
                </a:lnTo>
                <a:cubicBezTo>
                  <a:pt x="10425" y="3334"/>
                  <a:pt x="10389" y="3390"/>
                  <a:pt x="10334" y="3390"/>
                </a:cubicBezTo>
                <a:moveTo>
                  <a:pt x="4011" y="3985"/>
                </a:moveTo>
                <a:lnTo>
                  <a:pt x="4011" y="10587"/>
                </a:lnTo>
                <a:lnTo>
                  <a:pt x="1411" y="10587"/>
                </a:lnTo>
                <a:lnTo>
                  <a:pt x="1411" y="3989"/>
                </a:lnTo>
                <a:lnTo>
                  <a:pt x="4011" y="39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37"/>
          <p:cNvSpPr/>
          <p:nvPr/>
        </p:nvSpPr>
        <p:spPr>
          <a:xfrm>
            <a:off x="442911" y="2050429"/>
            <a:ext cx="11294740" cy="4258296"/>
          </a:xfrm>
          <a:prstGeom prst="roundRect">
            <a:avLst>
              <a:gd name="adj" fmla="val 3093"/>
            </a:avLst>
          </a:prstGeom>
          <a:noFill/>
          <a:ln w="12700">
            <a:solidFill>
              <a:schemeClr val="accent1"/>
            </a:solidFill>
            <a:prstDash val="lgDash"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熊大的PPT宝库38"/>
          <p:cNvSpPr/>
          <p:nvPr/>
        </p:nvSpPr>
        <p:spPr>
          <a:xfrm>
            <a:off x="1984168" y="2245590"/>
            <a:ext cx="2916000" cy="35785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业务咨询服务</a:t>
            </a:r>
          </a:p>
        </p:txBody>
      </p:sp>
      <p:sp>
        <p:nvSpPr>
          <p:cNvPr id="41" name="熊大的PPT宝库39"/>
          <p:cNvSpPr/>
          <p:nvPr/>
        </p:nvSpPr>
        <p:spPr>
          <a:xfrm>
            <a:off x="4983425" y="2245590"/>
            <a:ext cx="2916000" cy="35785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数据分析服务</a:t>
            </a:r>
          </a:p>
        </p:txBody>
      </p:sp>
      <p:sp>
        <p:nvSpPr>
          <p:cNvPr id="42" name="熊大的PPT宝库40"/>
          <p:cNvSpPr/>
          <p:nvPr/>
        </p:nvSpPr>
        <p:spPr>
          <a:xfrm>
            <a:off x="7993506" y="2245590"/>
            <a:ext cx="2916000" cy="35785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平台赋能服务</a:t>
            </a:r>
          </a:p>
        </p:txBody>
      </p:sp>
      <p:sp>
        <p:nvSpPr>
          <p:cNvPr id="43" name="熊大的PPT宝库41"/>
          <p:cNvSpPr/>
          <p:nvPr/>
        </p:nvSpPr>
        <p:spPr>
          <a:xfrm>
            <a:off x="1455831" y="2250861"/>
            <a:ext cx="413185" cy="357852"/>
          </a:xfrm>
          <a:prstGeom prst="downArrow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熊大的PPT宝库42"/>
          <p:cNvSpPr/>
          <p:nvPr/>
        </p:nvSpPr>
        <p:spPr>
          <a:xfrm flipV="1">
            <a:off x="11003587" y="2250861"/>
            <a:ext cx="413185" cy="357852"/>
          </a:xfrm>
          <a:prstGeom prst="downArrow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熊大的PPT宝库43"/>
          <p:cNvSpPr txBox="1"/>
          <p:nvPr/>
        </p:nvSpPr>
        <p:spPr>
          <a:xfrm>
            <a:off x="1004981" y="2746750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代理合作伙伴</a:t>
            </a:r>
          </a:p>
        </p:txBody>
      </p:sp>
      <p:sp>
        <p:nvSpPr>
          <p:cNvPr id="46" name="熊大的PPT宝库44"/>
          <p:cNvSpPr txBox="1"/>
          <p:nvPr/>
        </p:nvSpPr>
        <p:spPr>
          <a:xfrm>
            <a:off x="3919697" y="2746750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行业合作伙伴</a:t>
            </a:r>
          </a:p>
        </p:txBody>
      </p:sp>
      <p:sp>
        <p:nvSpPr>
          <p:cNvPr id="47" name="熊大的PPT宝库45"/>
          <p:cNvSpPr txBox="1"/>
          <p:nvPr/>
        </p:nvSpPr>
        <p:spPr>
          <a:xfrm>
            <a:off x="6808696" y="2746750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服务合作伙伴</a:t>
            </a:r>
          </a:p>
        </p:txBody>
      </p:sp>
      <p:sp>
        <p:nvSpPr>
          <p:cNvPr id="48" name="熊大的PPT宝库46"/>
          <p:cNvSpPr txBox="1"/>
          <p:nvPr/>
        </p:nvSpPr>
        <p:spPr>
          <a:xfrm>
            <a:off x="9694592" y="2746750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产品合作伙伴</a:t>
            </a:r>
          </a:p>
        </p:txBody>
      </p:sp>
      <p:sp>
        <p:nvSpPr>
          <p:cNvPr id="50" name="熊大的PPT宝库47"/>
          <p:cNvSpPr/>
          <p:nvPr/>
        </p:nvSpPr>
        <p:spPr>
          <a:xfrm>
            <a:off x="1081636" y="3040168"/>
            <a:ext cx="1312325" cy="1938231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6000">
                <a:schemeClr val="accent1">
                  <a:alpha val="1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熊大的PPT宝库48"/>
          <p:cNvSpPr/>
          <p:nvPr/>
        </p:nvSpPr>
        <p:spPr>
          <a:xfrm>
            <a:off x="1043046" y="3715300"/>
            <a:ext cx="1350916" cy="215142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熊大的PPT宝库49"/>
          <p:cNvSpPr/>
          <p:nvPr/>
        </p:nvSpPr>
        <p:spPr>
          <a:xfrm>
            <a:off x="1312612" y="3715299"/>
            <a:ext cx="810464" cy="120377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熊大的PPT宝库50"/>
          <p:cNvSpPr txBox="1"/>
          <p:nvPr/>
        </p:nvSpPr>
        <p:spPr>
          <a:xfrm>
            <a:off x="666281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明星产品专项活动</a:t>
            </a:r>
          </a:p>
        </p:txBody>
      </p:sp>
      <p:sp>
        <p:nvSpPr>
          <p:cNvPr id="56" name="熊大的PPT宝库51"/>
          <p:cNvSpPr txBox="1"/>
          <p:nvPr/>
        </p:nvSpPr>
        <p:spPr>
          <a:xfrm>
            <a:off x="2217157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商机支持渠道</a:t>
            </a:r>
          </a:p>
        </p:txBody>
      </p:sp>
      <p:sp>
        <p:nvSpPr>
          <p:cNvPr id="57" name="熊大的PPT宝库52"/>
          <p:cNvSpPr txBox="1"/>
          <p:nvPr/>
        </p:nvSpPr>
        <p:spPr>
          <a:xfrm>
            <a:off x="2217157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专属渠道经理</a:t>
            </a:r>
          </a:p>
        </p:txBody>
      </p:sp>
      <p:sp>
        <p:nvSpPr>
          <p:cNvPr id="58" name="熊大的PPT宝库53"/>
          <p:cNvSpPr txBox="1"/>
          <p:nvPr/>
        </p:nvSpPr>
        <p:spPr>
          <a:xfrm>
            <a:off x="666281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产品渠道价格</a:t>
            </a:r>
          </a:p>
        </p:txBody>
      </p:sp>
      <p:sp>
        <p:nvSpPr>
          <p:cNvPr id="59" name="熊大的PPT宝库54"/>
          <p:cNvSpPr/>
          <p:nvPr/>
        </p:nvSpPr>
        <p:spPr>
          <a:xfrm>
            <a:off x="1312611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熊大的PPT宝库55"/>
          <p:cNvSpPr/>
          <p:nvPr/>
        </p:nvSpPr>
        <p:spPr>
          <a:xfrm>
            <a:off x="2097366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熊大的PPT宝库56"/>
          <p:cNvSpPr/>
          <p:nvPr/>
        </p:nvSpPr>
        <p:spPr>
          <a:xfrm>
            <a:off x="1085891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熊大的PPT宝库57"/>
          <p:cNvSpPr/>
          <p:nvPr/>
        </p:nvSpPr>
        <p:spPr>
          <a:xfrm>
            <a:off x="2312825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熊大的PPT宝库58"/>
          <p:cNvSpPr/>
          <p:nvPr/>
        </p:nvSpPr>
        <p:spPr>
          <a:xfrm>
            <a:off x="3990468" y="3040168"/>
            <a:ext cx="1312325" cy="1938231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46000">
                <a:schemeClr val="accent1">
                  <a:lumMod val="20000"/>
                  <a:lumOff val="80000"/>
                  <a:alpha val="13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59"/>
          <p:cNvSpPr/>
          <p:nvPr/>
        </p:nvSpPr>
        <p:spPr>
          <a:xfrm>
            <a:off x="3951878" y="3715300"/>
            <a:ext cx="1350916" cy="215142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60"/>
          <p:cNvSpPr/>
          <p:nvPr/>
        </p:nvSpPr>
        <p:spPr>
          <a:xfrm>
            <a:off x="4221444" y="3715299"/>
            <a:ext cx="810464" cy="120377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熊大的PPT宝库61"/>
          <p:cNvSpPr txBox="1"/>
          <p:nvPr/>
        </p:nvSpPr>
        <p:spPr>
          <a:xfrm>
            <a:off x="3575113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商业共享渠道</a:t>
            </a:r>
          </a:p>
        </p:txBody>
      </p:sp>
      <p:sp>
        <p:nvSpPr>
          <p:cNvPr id="70" name="熊大的PPT宝库62"/>
          <p:cNvSpPr txBox="1"/>
          <p:nvPr/>
        </p:nvSpPr>
        <p:spPr>
          <a:xfrm>
            <a:off x="5125989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市场共拓渠道</a:t>
            </a:r>
          </a:p>
        </p:txBody>
      </p:sp>
      <p:sp>
        <p:nvSpPr>
          <p:cNvPr id="71" name="熊大的PPT宝库63"/>
          <p:cNvSpPr txBox="1"/>
          <p:nvPr/>
        </p:nvSpPr>
        <p:spPr>
          <a:xfrm>
            <a:off x="5125989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解决方案共创</a:t>
            </a:r>
          </a:p>
        </p:txBody>
      </p:sp>
      <p:sp>
        <p:nvSpPr>
          <p:cNvPr id="72" name="熊大的PPT宝库64"/>
          <p:cNvSpPr txBox="1"/>
          <p:nvPr/>
        </p:nvSpPr>
        <p:spPr>
          <a:xfrm>
            <a:off x="3575113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产品能力被集成</a:t>
            </a:r>
          </a:p>
        </p:txBody>
      </p:sp>
      <p:sp>
        <p:nvSpPr>
          <p:cNvPr id="73" name="熊大的PPT宝库65"/>
          <p:cNvSpPr/>
          <p:nvPr/>
        </p:nvSpPr>
        <p:spPr>
          <a:xfrm>
            <a:off x="4221443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4" name="熊大的PPT宝库66"/>
          <p:cNvSpPr/>
          <p:nvPr/>
        </p:nvSpPr>
        <p:spPr>
          <a:xfrm>
            <a:off x="5006198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熊大的PPT宝库67"/>
          <p:cNvSpPr/>
          <p:nvPr/>
        </p:nvSpPr>
        <p:spPr>
          <a:xfrm>
            <a:off x="3994723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熊大的PPT宝库68"/>
          <p:cNvSpPr/>
          <p:nvPr/>
        </p:nvSpPr>
        <p:spPr>
          <a:xfrm>
            <a:off x="5221657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8" name="熊大的PPT宝库69"/>
          <p:cNvSpPr/>
          <p:nvPr/>
        </p:nvSpPr>
        <p:spPr>
          <a:xfrm>
            <a:off x="6876630" y="3040168"/>
            <a:ext cx="1312325" cy="1938231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6000">
                <a:schemeClr val="accent1">
                  <a:alpha val="1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9" name="熊大的PPT宝库70"/>
          <p:cNvSpPr/>
          <p:nvPr/>
        </p:nvSpPr>
        <p:spPr>
          <a:xfrm>
            <a:off x="6838040" y="3715300"/>
            <a:ext cx="1350916" cy="215142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0" name="熊大的PPT宝库71"/>
          <p:cNvSpPr/>
          <p:nvPr/>
        </p:nvSpPr>
        <p:spPr>
          <a:xfrm>
            <a:off x="7107606" y="3715299"/>
            <a:ext cx="810464" cy="120377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熊大的PPT宝库72"/>
          <p:cNvSpPr txBox="1"/>
          <p:nvPr/>
        </p:nvSpPr>
        <p:spPr>
          <a:xfrm>
            <a:off x="6461275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自研产品服务包</a:t>
            </a:r>
          </a:p>
        </p:txBody>
      </p:sp>
      <p:sp>
        <p:nvSpPr>
          <p:cNvPr id="82" name="熊大的PPT宝库73"/>
          <p:cNvSpPr txBox="1"/>
          <p:nvPr/>
        </p:nvSpPr>
        <p:spPr>
          <a:xfrm>
            <a:off x="8012151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赛事联动渠道</a:t>
            </a:r>
          </a:p>
        </p:txBody>
      </p:sp>
      <p:sp>
        <p:nvSpPr>
          <p:cNvPr id="83" name="熊大的PPT宝库74"/>
          <p:cNvSpPr txBox="1"/>
          <p:nvPr/>
        </p:nvSpPr>
        <p:spPr>
          <a:xfrm>
            <a:off x="8012151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行业产品培训</a:t>
            </a:r>
          </a:p>
        </p:txBody>
      </p:sp>
      <p:sp>
        <p:nvSpPr>
          <p:cNvPr id="84" name="熊大的PPT宝库75"/>
          <p:cNvSpPr txBox="1"/>
          <p:nvPr/>
        </p:nvSpPr>
        <p:spPr>
          <a:xfrm>
            <a:off x="6461275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技术认证渠道</a:t>
            </a:r>
          </a:p>
        </p:txBody>
      </p:sp>
      <p:sp>
        <p:nvSpPr>
          <p:cNvPr id="85" name="熊大的PPT宝库76"/>
          <p:cNvSpPr/>
          <p:nvPr/>
        </p:nvSpPr>
        <p:spPr>
          <a:xfrm>
            <a:off x="7107605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熊大的PPT宝库77"/>
          <p:cNvSpPr/>
          <p:nvPr/>
        </p:nvSpPr>
        <p:spPr>
          <a:xfrm>
            <a:off x="7892360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熊大的PPT宝库78"/>
          <p:cNvSpPr/>
          <p:nvPr/>
        </p:nvSpPr>
        <p:spPr>
          <a:xfrm>
            <a:off x="6880885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熊大的PPT宝库79"/>
          <p:cNvSpPr/>
          <p:nvPr/>
        </p:nvSpPr>
        <p:spPr>
          <a:xfrm>
            <a:off x="8107819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熊大的PPT宝库80"/>
          <p:cNvSpPr/>
          <p:nvPr/>
        </p:nvSpPr>
        <p:spPr>
          <a:xfrm>
            <a:off x="9748310" y="3040168"/>
            <a:ext cx="1312325" cy="1938231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46000">
                <a:schemeClr val="accent1">
                  <a:lumMod val="20000"/>
                  <a:lumOff val="80000"/>
                  <a:alpha val="13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熊大的PPT宝库81"/>
          <p:cNvSpPr/>
          <p:nvPr/>
        </p:nvSpPr>
        <p:spPr>
          <a:xfrm>
            <a:off x="9709720" y="3715300"/>
            <a:ext cx="1350916" cy="215142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2" name="熊大的PPT宝库82"/>
          <p:cNvSpPr/>
          <p:nvPr/>
        </p:nvSpPr>
        <p:spPr>
          <a:xfrm>
            <a:off x="9979286" y="3715299"/>
            <a:ext cx="810464" cy="120377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熊大的PPT宝库83"/>
          <p:cNvSpPr txBox="1"/>
          <p:nvPr/>
        </p:nvSpPr>
        <p:spPr>
          <a:xfrm>
            <a:off x="9332955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产品接口开发</a:t>
            </a:r>
          </a:p>
        </p:txBody>
      </p:sp>
      <p:sp>
        <p:nvSpPr>
          <p:cNvPr id="94" name="熊大的PPT宝库84"/>
          <p:cNvSpPr txBox="1"/>
          <p:nvPr/>
        </p:nvSpPr>
        <p:spPr>
          <a:xfrm>
            <a:off x="10883831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产品精选库</a:t>
            </a:r>
          </a:p>
        </p:txBody>
      </p:sp>
      <p:sp>
        <p:nvSpPr>
          <p:cNvPr id="95" name="熊大的PPT宝库85"/>
          <p:cNvSpPr txBox="1"/>
          <p:nvPr/>
        </p:nvSpPr>
        <p:spPr>
          <a:xfrm>
            <a:off x="10883831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联合市场活动</a:t>
            </a:r>
          </a:p>
        </p:txBody>
      </p:sp>
      <p:sp>
        <p:nvSpPr>
          <p:cNvPr id="96" name="熊大的PPT宝库86"/>
          <p:cNvSpPr txBox="1"/>
          <p:nvPr/>
        </p:nvSpPr>
        <p:spPr>
          <a:xfrm>
            <a:off x="9332955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研发资源渠道</a:t>
            </a:r>
          </a:p>
        </p:txBody>
      </p:sp>
      <p:sp>
        <p:nvSpPr>
          <p:cNvPr id="97" name="熊大的PPT宝库87"/>
          <p:cNvSpPr/>
          <p:nvPr/>
        </p:nvSpPr>
        <p:spPr>
          <a:xfrm>
            <a:off x="9979285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8" name="熊大的PPT宝库88"/>
          <p:cNvSpPr/>
          <p:nvPr/>
        </p:nvSpPr>
        <p:spPr>
          <a:xfrm>
            <a:off x="10764040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熊大的PPT宝库89"/>
          <p:cNvSpPr/>
          <p:nvPr/>
        </p:nvSpPr>
        <p:spPr>
          <a:xfrm>
            <a:off x="9752565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熊大的PPT宝库90"/>
          <p:cNvSpPr/>
          <p:nvPr/>
        </p:nvSpPr>
        <p:spPr>
          <a:xfrm>
            <a:off x="10979499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1" name="熊大的PPT宝库91"/>
          <p:cNvSpPr/>
          <p:nvPr/>
        </p:nvSpPr>
        <p:spPr>
          <a:xfrm>
            <a:off x="442913" y="4558089"/>
            <a:ext cx="11306175" cy="4518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6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市场支持      销售支持      技术支持      培训支持</a:t>
            </a:r>
          </a:p>
        </p:txBody>
      </p:sp>
      <p:sp>
        <p:nvSpPr>
          <p:cNvPr id="102" name="熊大的PPT宝库92"/>
          <p:cNvSpPr/>
          <p:nvPr/>
        </p:nvSpPr>
        <p:spPr>
          <a:xfrm>
            <a:off x="454349" y="5075878"/>
            <a:ext cx="2597590" cy="1232848"/>
          </a:xfrm>
          <a:prstGeom prst="roundRect">
            <a:avLst>
              <a:gd name="adj" fmla="val 61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3" name="熊大的PPT宝库93"/>
          <p:cNvSpPr txBox="1"/>
          <p:nvPr/>
        </p:nvSpPr>
        <p:spPr>
          <a:xfrm>
            <a:off x="697479" y="5152533"/>
            <a:ext cx="2117433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推广及销售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云精础产品及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教育行业产品小红书华创行业报雪</a:t>
            </a:r>
          </a:p>
        </p:txBody>
      </p:sp>
      <p:sp>
        <p:nvSpPr>
          <p:cNvPr id="104" name="熊大的PPT宝库94"/>
          <p:cNvSpPr/>
          <p:nvPr/>
        </p:nvSpPr>
        <p:spPr>
          <a:xfrm>
            <a:off x="3347982" y="5075878"/>
            <a:ext cx="2597590" cy="1232848"/>
          </a:xfrm>
          <a:prstGeom prst="roundRect">
            <a:avLst>
              <a:gd name="adj" fmla="val 61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熊大的PPT宝库95"/>
          <p:cNvSpPr txBox="1"/>
          <p:nvPr/>
        </p:nvSpPr>
        <p:spPr>
          <a:xfrm>
            <a:off x="3591112" y="5152533"/>
            <a:ext cx="2117433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集众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云产品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技术能力，开发面向教育行业场景的解决方案线产品</a:t>
            </a:r>
          </a:p>
        </p:txBody>
      </p:sp>
      <p:sp>
        <p:nvSpPr>
          <p:cNvPr id="109" name="熊大的PPT宝库96"/>
          <p:cNvSpPr/>
          <p:nvPr/>
        </p:nvSpPr>
        <p:spPr>
          <a:xfrm>
            <a:off x="6241615" y="5075878"/>
            <a:ext cx="2597590" cy="1232848"/>
          </a:xfrm>
          <a:prstGeom prst="roundRect">
            <a:avLst>
              <a:gd name="adj" fmla="val 61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熊大的PPT宝库97"/>
          <p:cNvSpPr txBox="1"/>
          <p:nvPr/>
        </p:nvSpPr>
        <p:spPr>
          <a:xfrm>
            <a:off x="6484745" y="5152533"/>
            <a:ext cx="2117433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云自研产品服务合作伙伴，经过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云认证与授权</a:t>
            </a:r>
          </a:p>
        </p:txBody>
      </p:sp>
      <p:sp>
        <p:nvSpPr>
          <p:cNvPr id="112" name="熊大的PPT宝库98"/>
          <p:cNvSpPr/>
          <p:nvPr/>
        </p:nvSpPr>
        <p:spPr>
          <a:xfrm>
            <a:off x="9135248" y="5075878"/>
            <a:ext cx="2597590" cy="1232848"/>
          </a:xfrm>
          <a:prstGeom prst="roundRect">
            <a:avLst>
              <a:gd name="adj" fmla="val 61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3" name="熊大的PPT宝库99"/>
          <p:cNvSpPr txBox="1"/>
          <p:nvPr/>
        </p:nvSpPr>
        <p:spPr>
          <a:xfrm>
            <a:off x="9378378" y="5152533"/>
            <a:ext cx="2117433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教育自研产品进行融合，共同投入研发及市场资源</a:t>
            </a:r>
          </a:p>
        </p:txBody>
      </p:sp>
      <p:sp>
        <p:nvSpPr>
          <p:cNvPr id="114" name="熊大的PPT宝库100"/>
          <p:cNvSpPr/>
          <p:nvPr/>
        </p:nvSpPr>
        <p:spPr>
          <a:xfrm>
            <a:off x="543908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人工智能</a:t>
            </a:r>
          </a:p>
        </p:txBody>
      </p:sp>
      <p:sp>
        <p:nvSpPr>
          <p:cNvPr id="115" name="熊大的PPT宝库101"/>
          <p:cNvSpPr/>
          <p:nvPr/>
        </p:nvSpPr>
        <p:spPr>
          <a:xfrm>
            <a:off x="1382097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会议</a:t>
            </a:r>
          </a:p>
        </p:txBody>
      </p:sp>
      <p:sp>
        <p:nvSpPr>
          <p:cNvPr id="116" name="熊大的PPT宝库102"/>
          <p:cNvSpPr/>
          <p:nvPr/>
        </p:nvSpPr>
        <p:spPr>
          <a:xfrm>
            <a:off x="2227905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学校</a:t>
            </a:r>
          </a:p>
        </p:txBody>
      </p:sp>
      <p:sp>
        <p:nvSpPr>
          <p:cNvPr id="118" name="熊大的PPT宝库103"/>
          <p:cNvSpPr/>
          <p:nvPr/>
        </p:nvSpPr>
        <p:spPr>
          <a:xfrm>
            <a:off x="543908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乐享</a:t>
            </a:r>
          </a:p>
        </p:txBody>
      </p:sp>
      <p:sp>
        <p:nvSpPr>
          <p:cNvPr id="119" name="熊大的PPT宝库104"/>
          <p:cNvSpPr/>
          <p:nvPr/>
        </p:nvSpPr>
        <p:spPr>
          <a:xfrm>
            <a:off x="1382097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学生证</a:t>
            </a:r>
          </a:p>
        </p:txBody>
      </p:sp>
      <p:sp>
        <p:nvSpPr>
          <p:cNvPr id="120" name="熊大的PPT宝库105"/>
          <p:cNvSpPr/>
          <p:nvPr/>
        </p:nvSpPr>
        <p:spPr>
          <a:xfrm>
            <a:off x="2227905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企业微信</a:t>
            </a:r>
          </a:p>
        </p:txBody>
      </p:sp>
      <p:sp>
        <p:nvSpPr>
          <p:cNvPr id="121" name="熊大的PPT宝库106"/>
          <p:cNvSpPr/>
          <p:nvPr/>
        </p:nvSpPr>
        <p:spPr>
          <a:xfrm>
            <a:off x="946043" y="6053217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文档</a:t>
            </a:r>
          </a:p>
        </p:txBody>
      </p:sp>
      <p:sp>
        <p:nvSpPr>
          <p:cNvPr id="122" name="熊大的PPT宝库107"/>
          <p:cNvSpPr/>
          <p:nvPr/>
        </p:nvSpPr>
        <p:spPr>
          <a:xfrm>
            <a:off x="1784232" y="6053217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盘</a:t>
            </a:r>
          </a:p>
        </p:txBody>
      </p:sp>
      <p:sp>
        <p:nvSpPr>
          <p:cNvPr id="123" name="熊大的PPT宝库108"/>
          <p:cNvSpPr/>
          <p:nvPr/>
        </p:nvSpPr>
        <p:spPr>
          <a:xfrm>
            <a:off x="3442122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教育基础</a:t>
            </a:r>
          </a:p>
        </p:txBody>
      </p:sp>
      <p:sp>
        <p:nvSpPr>
          <p:cNvPr id="124" name="熊大的PPT宝库109"/>
          <p:cNvSpPr/>
          <p:nvPr/>
        </p:nvSpPr>
        <p:spPr>
          <a:xfrm>
            <a:off x="4280311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智慧校园</a:t>
            </a:r>
          </a:p>
        </p:txBody>
      </p:sp>
      <p:sp>
        <p:nvSpPr>
          <p:cNvPr id="125" name="熊大的PPT宝库110"/>
          <p:cNvSpPr/>
          <p:nvPr/>
        </p:nvSpPr>
        <p:spPr>
          <a:xfrm>
            <a:off x="5126119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科研协同</a:t>
            </a:r>
          </a:p>
        </p:txBody>
      </p:sp>
      <p:sp>
        <p:nvSpPr>
          <p:cNvPr id="126" name="熊大的PPT宝库111"/>
          <p:cNvSpPr/>
          <p:nvPr/>
        </p:nvSpPr>
        <p:spPr>
          <a:xfrm>
            <a:off x="3442122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校企合作</a:t>
            </a:r>
          </a:p>
        </p:txBody>
      </p:sp>
      <p:sp>
        <p:nvSpPr>
          <p:cNvPr id="127" name="熊大的PPT宝库112"/>
          <p:cNvSpPr/>
          <p:nvPr/>
        </p:nvSpPr>
        <p:spPr>
          <a:xfrm>
            <a:off x="4280311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课堂互动</a:t>
            </a:r>
          </a:p>
        </p:txBody>
      </p:sp>
      <p:sp>
        <p:nvSpPr>
          <p:cNvPr id="128" name="熊大的PPT宝库113"/>
          <p:cNvSpPr/>
          <p:nvPr/>
        </p:nvSpPr>
        <p:spPr>
          <a:xfrm>
            <a:off x="5126119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招生营销</a:t>
            </a:r>
          </a:p>
        </p:txBody>
      </p:sp>
      <p:sp>
        <p:nvSpPr>
          <p:cNvPr id="129" name="熊大的PPT宝库114"/>
          <p:cNvSpPr/>
          <p:nvPr/>
        </p:nvSpPr>
        <p:spPr>
          <a:xfrm>
            <a:off x="3844257" y="6053217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教育大模型</a:t>
            </a:r>
          </a:p>
        </p:txBody>
      </p:sp>
      <p:sp>
        <p:nvSpPr>
          <p:cNvPr id="131" name="熊大的PPT宝库115"/>
          <p:cNvSpPr/>
          <p:nvPr/>
        </p:nvSpPr>
        <p:spPr>
          <a:xfrm>
            <a:off x="6322168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人工智能</a:t>
            </a:r>
          </a:p>
        </p:txBody>
      </p:sp>
      <p:sp>
        <p:nvSpPr>
          <p:cNvPr id="132" name="熊大的PPT宝库116"/>
          <p:cNvSpPr/>
          <p:nvPr/>
        </p:nvSpPr>
        <p:spPr>
          <a:xfrm>
            <a:off x="7160357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数字孪生</a:t>
            </a:r>
          </a:p>
        </p:txBody>
      </p:sp>
      <p:sp>
        <p:nvSpPr>
          <p:cNvPr id="133" name="熊大的PPT宝库117"/>
          <p:cNvSpPr/>
          <p:nvPr/>
        </p:nvSpPr>
        <p:spPr>
          <a:xfrm>
            <a:off x="8006165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教育号</a:t>
            </a:r>
          </a:p>
        </p:txBody>
      </p:sp>
      <p:sp>
        <p:nvSpPr>
          <p:cNvPr id="134" name="熊大的PPT宝库118"/>
          <p:cNvSpPr/>
          <p:nvPr/>
        </p:nvSpPr>
        <p:spPr>
          <a:xfrm>
            <a:off x="6322168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职业竞赛</a:t>
            </a:r>
          </a:p>
        </p:txBody>
      </p:sp>
      <p:sp>
        <p:nvSpPr>
          <p:cNvPr id="135" name="熊大的PPT宝库119"/>
          <p:cNvSpPr/>
          <p:nvPr/>
        </p:nvSpPr>
        <p:spPr>
          <a:xfrm>
            <a:off x="7160357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竞赛平台</a:t>
            </a:r>
          </a:p>
        </p:txBody>
      </p:sp>
      <p:sp>
        <p:nvSpPr>
          <p:cNvPr id="136" name="熊大的PPT宝库120"/>
          <p:cNvSpPr/>
          <p:nvPr/>
        </p:nvSpPr>
        <p:spPr>
          <a:xfrm>
            <a:off x="8006165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大数据</a:t>
            </a:r>
          </a:p>
        </p:txBody>
      </p:sp>
      <p:sp>
        <p:nvSpPr>
          <p:cNvPr id="137" name="熊大的PPT宝库121"/>
          <p:cNvSpPr/>
          <p:nvPr/>
        </p:nvSpPr>
        <p:spPr>
          <a:xfrm>
            <a:off x="6724303" y="6053217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</a:t>
            </a:r>
          </a:p>
        </p:txBody>
      </p:sp>
      <p:sp>
        <p:nvSpPr>
          <p:cNvPr id="138" name="熊大的PPT宝库122"/>
          <p:cNvSpPr/>
          <p:nvPr/>
        </p:nvSpPr>
        <p:spPr>
          <a:xfrm>
            <a:off x="7562492" y="6053217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。。。</a:t>
            </a:r>
          </a:p>
        </p:txBody>
      </p:sp>
      <p:sp>
        <p:nvSpPr>
          <p:cNvPr id="139" name="熊大的PPT宝库123"/>
          <p:cNvSpPr/>
          <p:nvPr/>
        </p:nvSpPr>
        <p:spPr>
          <a:xfrm>
            <a:off x="9264344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英语听说</a:t>
            </a:r>
          </a:p>
        </p:txBody>
      </p:sp>
      <p:sp>
        <p:nvSpPr>
          <p:cNvPr id="140" name="熊大的PPT宝库124"/>
          <p:cNvSpPr/>
          <p:nvPr/>
        </p:nvSpPr>
        <p:spPr>
          <a:xfrm>
            <a:off x="10102533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产教融合</a:t>
            </a:r>
          </a:p>
        </p:txBody>
      </p:sp>
      <p:sp>
        <p:nvSpPr>
          <p:cNvPr id="141" name="熊大的PPT宝库125"/>
          <p:cNvSpPr/>
          <p:nvPr/>
        </p:nvSpPr>
        <p:spPr>
          <a:xfrm>
            <a:off x="10948341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市场实践</a:t>
            </a:r>
          </a:p>
        </p:txBody>
      </p:sp>
      <p:sp>
        <p:nvSpPr>
          <p:cNvPr id="142" name="熊大的PPT宝库126"/>
          <p:cNvSpPr/>
          <p:nvPr/>
        </p:nvSpPr>
        <p:spPr>
          <a:xfrm>
            <a:off x="9264344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校企合作</a:t>
            </a:r>
          </a:p>
        </p:txBody>
      </p:sp>
      <p:sp>
        <p:nvSpPr>
          <p:cNvPr id="143" name="熊大的PPT宝库127"/>
          <p:cNvSpPr/>
          <p:nvPr/>
        </p:nvSpPr>
        <p:spPr>
          <a:xfrm>
            <a:off x="10102533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自研</a:t>
            </a:r>
          </a:p>
        </p:txBody>
      </p:sp>
      <p:sp>
        <p:nvSpPr>
          <p:cNvPr id="144" name="熊大的PPT宝库128"/>
          <p:cNvSpPr/>
          <p:nvPr/>
        </p:nvSpPr>
        <p:spPr>
          <a:xfrm>
            <a:off x="10948341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资源共享</a:t>
            </a:r>
          </a:p>
        </p:txBody>
      </p:sp>
      <p:sp>
        <p:nvSpPr>
          <p:cNvPr id="145" name="熊大的PPT宝库129"/>
          <p:cNvSpPr/>
          <p:nvPr/>
        </p:nvSpPr>
        <p:spPr>
          <a:xfrm>
            <a:off x="9666479" y="6053217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教育融合</a:t>
            </a:r>
          </a:p>
        </p:txBody>
      </p:sp>
      <p:sp>
        <p:nvSpPr>
          <p:cNvPr id="146" name="熊大的PPT宝库130"/>
          <p:cNvSpPr/>
          <p:nvPr/>
        </p:nvSpPr>
        <p:spPr>
          <a:xfrm>
            <a:off x="10504668" y="6053217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等等等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熊大的PPT宝库1"/>
          <p:cNvSpPr/>
          <p:nvPr/>
        </p:nvSpPr>
        <p:spPr>
          <a:xfrm>
            <a:off x="6200478" y="3366519"/>
            <a:ext cx="5535929" cy="294043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1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熊大的PPT宝库2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4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5"/>
          <p:cNvSpPr/>
          <p:nvPr/>
        </p:nvSpPr>
        <p:spPr>
          <a:xfrm>
            <a:off x="2265867" y="1097963"/>
            <a:ext cx="9499275" cy="2127628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6"/>
          <p:cNvSpPr/>
          <p:nvPr/>
        </p:nvSpPr>
        <p:spPr>
          <a:xfrm>
            <a:off x="458788" y="1097963"/>
            <a:ext cx="1748306" cy="21318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7"/>
          <p:cNvSpPr txBox="1"/>
          <p:nvPr/>
        </p:nvSpPr>
        <p:spPr>
          <a:xfrm>
            <a:off x="557074" y="1504686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28739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</a:p>
        </p:txBody>
      </p:sp>
      <p:sp>
        <p:nvSpPr>
          <p:cNvPr id="8" name="熊大的PPT宝库8"/>
          <p:cNvSpPr txBox="1"/>
          <p:nvPr/>
        </p:nvSpPr>
        <p:spPr>
          <a:xfrm>
            <a:off x="557074" y="1264354"/>
            <a:ext cx="165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20000"/>
              </a:lnSpc>
              <a:defRPr sz="800">
                <a:solidFill>
                  <a:schemeClr val="tx2">
                    <a:lumMod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20XX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年全年总销售额</a:t>
            </a:r>
          </a:p>
        </p:txBody>
      </p:sp>
      <p:graphicFrame>
        <p:nvGraphicFramePr>
          <p:cNvPr id="14" name="熊大的PPT宝库9"/>
          <p:cNvGraphicFramePr/>
          <p:nvPr/>
        </p:nvGraphicFramePr>
        <p:xfrm>
          <a:off x="2329280" y="1323604"/>
          <a:ext cx="9487769" cy="1893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5" name="熊大的PPT宝库10"/>
          <p:cNvSpPr txBox="1"/>
          <p:nvPr/>
        </p:nvSpPr>
        <p:spPr>
          <a:xfrm>
            <a:off x="2311254" y="1187549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全年销量情况</a:t>
            </a:r>
          </a:p>
        </p:txBody>
      </p:sp>
      <p:sp>
        <p:nvSpPr>
          <p:cNvPr id="34" name="熊大的PPT宝库11"/>
          <p:cNvSpPr txBox="1"/>
          <p:nvPr/>
        </p:nvSpPr>
        <p:spPr>
          <a:xfrm>
            <a:off x="1181132" y="2328070"/>
            <a:ext cx="1151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1200">
                <a:solidFill>
                  <a:schemeClr val="bg2">
                    <a:alpha val="7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销售费用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alpha val="7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熊大的PPT宝库12"/>
          <p:cNvSpPr txBox="1"/>
          <p:nvPr/>
        </p:nvSpPr>
        <p:spPr>
          <a:xfrm>
            <a:off x="1231932" y="2519127"/>
            <a:ext cx="1053467" cy="411271"/>
          </a:xfrm>
          <a:prstGeom prst="rect">
            <a:avLst/>
          </a:prstGeom>
          <a:noFill/>
          <a:effectLst/>
        </p:spPr>
        <p:txBody>
          <a:bodyPr wrap="square" lIns="73474" tIns="36737" rIns="73474" bIns="36737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8739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熊大的PPT宝库13"/>
          <p:cNvSpPr/>
          <p:nvPr/>
        </p:nvSpPr>
        <p:spPr>
          <a:xfrm>
            <a:off x="653881" y="2422282"/>
            <a:ext cx="307928" cy="329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7737" y="0"/>
                  <a:pt x="5249" y="2556"/>
                  <a:pt x="5249" y="5705"/>
                </a:cubicBezTo>
                <a:cubicBezTo>
                  <a:pt x="5250" y="8853"/>
                  <a:pt x="7737" y="11409"/>
                  <a:pt x="10800" y="11409"/>
                </a:cubicBezTo>
                <a:cubicBezTo>
                  <a:pt x="13863" y="11409"/>
                  <a:pt x="16332" y="8853"/>
                  <a:pt x="16332" y="5705"/>
                </a:cubicBezTo>
                <a:cubicBezTo>
                  <a:pt x="16332" y="2556"/>
                  <a:pt x="13863" y="0"/>
                  <a:pt x="10800" y="0"/>
                </a:cubicBezTo>
                <a:close/>
                <a:moveTo>
                  <a:pt x="7300" y="12898"/>
                </a:moveTo>
                <a:cubicBezTo>
                  <a:pt x="3371" y="12898"/>
                  <a:pt x="134" y="14771"/>
                  <a:pt x="0" y="17094"/>
                </a:cubicBezTo>
                <a:lnTo>
                  <a:pt x="0" y="21600"/>
                </a:lnTo>
                <a:lnTo>
                  <a:pt x="8655" y="21600"/>
                </a:lnTo>
                <a:lnTo>
                  <a:pt x="9916" y="17694"/>
                </a:lnTo>
                <a:lnTo>
                  <a:pt x="8166" y="15006"/>
                </a:lnTo>
                <a:lnTo>
                  <a:pt x="13415" y="15006"/>
                </a:lnTo>
                <a:lnTo>
                  <a:pt x="11666" y="17694"/>
                </a:lnTo>
                <a:lnTo>
                  <a:pt x="12926" y="21600"/>
                </a:lnTo>
                <a:lnTo>
                  <a:pt x="21600" y="21600"/>
                </a:lnTo>
                <a:lnTo>
                  <a:pt x="21581" y="17094"/>
                </a:lnTo>
                <a:cubicBezTo>
                  <a:pt x="21447" y="14771"/>
                  <a:pt x="18229" y="12898"/>
                  <a:pt x="14300" y="12898"/>
                </a:cubicBezTo>
                <a:lnTo>
                  <a:pt x="7300" y="1289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noFill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800" b="0" i="0" u="none" strike="noStrike" kern="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46" name="熊大的PPT宝库1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762" y="2348325"/>
            <a:ext cx="596170" cy="596170"/>
          </a:xfrm>
          <a:prstGeom prst="rect">
            <a:avLst/>
          </a:prstGeom>
        </p:spPr>
      </p:pic>
      <p:sp>
        <p:nvSpPr>
          <p:cNvPr id="47" name="熊大的PPT宝库15"/>
          <p:cNvSpPr/>
          <p:nvPr/>
        </p:nvSpPr>
        <p:spPr>
          <a:xfrm>
            <a:off x="455593" y="3366519"/>
            <a:ext cx="5533341" cy="294043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1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48" name="熊大的PPT宝库16"/>
          <p:cNvGraphicFramePr/>
          <p:nvPr/>
        </p:nvGraphicFramePr>
        <p:xfrm>
          <a:off x="450036" y="3534142"/>
          <a:ext cx="5535930" cy="2874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50" name="熊大的PPT宝库17"/>
          <p:cNvGraphicFramePr/>
          <p:nvPr/>
        </p:nvGraphicFramePr>
        <p:xfrm>
          <a:off x="6173232" y="3631051"/>
          <a:ext cx="4761468" cy="2330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1" name="熊大的PPT宝库18"/>
          <p:cNvSpPr txBox="1"/>
          <p:nvPr>
            <p:custDataLst>
              <p:tags r:id="rId3"/>
            </p:custDataLst>
          </p:nvPr>
        </p:nvSpPr>
        <p:spPr>
          <a:xfrm>
            <a:off x="10915266" y="3804178"/>
            <a:ext cx="8338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成交总单数</a:t>
            </a:r>
          </a:p>
        </p:txBody>
      </p:sp>
      <p:sp>
        <p:nvSpPr>
          <p:cNvPr id="52" name="熊大的PPT宝库19"/>
          <p:cNvSpPr txBox="1"/>
          <p:nvPr>
            <p:custDataLst>
              <p:tags r:id="rId4"/>
            </p:custDataLst>
          </p:nvPr>
        </p:nvSpPr>
        <p:spPr>
          <a:xfrm>
            <a:off x="10803584" y="3972910"/>
            <a:ext cx="871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1,830</a:t>
            </a:r>
          </a:p>
        </p:txBody>
      </p:sp>
      <p:sp>
        <p:nvSpPr>
          <p:cNvPr id="53" name="熊大的PPT宝库20"/>
          <p:cNvSpPr txBox="1"/>
          <p:nvPr>
            <p:custDataLst>
              <p:tags r:id="rId5"/>
            </p:custDataLst>
          </p:nvPr>
        </p:nvSpPr>
        <p:spPr>
          <a:xfrm>
            <a:off x="10915266" y="4644882"/>
            <a:ext cx="8338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成交转化率</a:t>
            </a:r>
          </a:p>
        </p:txBody>
      </p:sp>
      <p:sp>
        <p:nvSpPr>
          <p:cNvPr id="54" name="熊大的PPT宝库21"/>
          <p:cNvSpPr txBox="1"/>
          <p:nvPr>
            <p:custDataLst>
              <p:tags r:id="rId6"/>
            </p:custDataLst>
          </p:nvPr>
        </p:nvSpPr>
        <p:spPr>
          <a:xfrm>
            <a:off x="10736701" y="4830548"/>
            <a:ext cx="871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36%</a:t>
            </a:r>
          </a:p>
        </p:txBody>
      </p:sp>
      <p:sp>
        <p:nvSpPr>
          <p:cNvPr id="55" name="熊大的PPT宝库22"/>
          <p:cNvSpPr txBox="1"/>
          <p:nvPr>
            <p:custDataLst>
              <p:tags r:id="rId7"/>
            </p:custDataLst>
          </p:nvPr>
        </p:nvSpPr>
        <p:spPr>
          <a:xfrm>
            <a:off x="10915266" y="5422086"/>
            <a:ext cx="8338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成交总金额</a:t>
            </a:r>
          </a:p>
        </p:txBody>
      </p:sp>
      <p:sp>
        <p:nvSpPr>
          <p:cNvPr id="56" name="熊大的PPT宝库23"/>
          <p:cNvSpPr txBox="1"/>
          <p:nvPr>
            <p:custDataLst>
              <p:tags r:id="rId8"/>
            </p:custDataLst>
          </p:nvPr>
        </p:nvSpPr>
        <p:spPr>
          <a:xfrm>
            <a:off x="10773419" y="5644570"/>
            <a:ext cx="1052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43,000</a:t>
            </a:r>
          </a:p>
        </p:txBody>
      </p:sp>
      <p:sp>
        <p:nvSpPr>
          <p:cNvPr id="57" name="熊大的PPT宝库24"/>
          <p:cNvSpPr txBox="1"/>
          <p:nvPr>
            <p:custDataLst>
              <p:tags r:id="rId9"/>
            </p:custDataLst>
          </p:nvPr>
        </p:nvSpPr>
        <p:spPr>
          <a:xfrm>
            <a:off x="6283179" y="350343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44546A">
                    <a:lumMod val="50000"/>
                  </a:srgbClr>
                </a:solidFill>
                <a:latin typeface="+mn-ea"/>
                <a:cs typeface="OPPOSans M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老客户转化数据</a:t>
            </a:r>
          </a:p>
        </p:txBody>
      </p:sp>
      <p:sp>
        <p:nvSpPr>
          <p:cNvPr id="59" name="熊大的PPT宝库25"/>
          <p:cNvSpPr txBox="1"/>
          <p:nvPr>
            <p:custDataLst>
              <p:tags r:id="rId10"/>
            </p:custDataLst>
          </p:nvPr>
        </p:nvSpPr>
        <p:spPr>
          <a:xfrm>
            <a:off x="557074" y="3503431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44546A">
                    <a:lumMod val="50000"/>
                  </a:srgbClr>
                </a:solidFill>
                <a:latin typeface="+mn-ea"/>
                <a:cs typeface="OPPOSans M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产品销售数据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4"/>
          <p:cNvSpPr/>
          <p:nvPr/>
        </p:nvSpPr>
        <p:spPr>
          <a:xfrm>
            <a:off x="6005895" y="3014943"/>
            <a:ext cx="5743193" cy="3417066"/>
          </a:xfrm>
          <a:prstGeom prst="roundRect">
            <a:avLst>
              <a:gd name="adj" fmla="val 3461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  <a:prstDash val="dash"/>
          </a:ln>
          <a:effectLst>
            <a:outerShdw blurRad="584200" dist="152400" dir="5400000" sx="94000" sy="94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5"/>
          <p:cNvSpPr/>
          <p:nvPr/>
        </p:nvSpPr>
        <p:spPr>
          <a:xfrm>
            <a:off x="466385" y="1044498"/>
            <a:ext cx="2486361" cy="1692918"/>
          </a:xfrm>
          <a:prstGeom prst="roundRect">
            <a:avLst>
              <a:gd name="adj" fmla="val 672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6"/>
          <p:cNvSpPr txBox="1"/>
          <p:nvPr/>
        </p:nvSpPr>
        <p:spPr>
          <a:xfrm>
            <a:off x="650356" y="1353801"/>
            <a:ext cx="2118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工作成果</a:t>
            </a:r>
          </a:p>
        </p:txBody>
      </p:sp>
      <p:sp>
        <p:nvSpPr>
          <p:cNvPr id="9" name="熊大的PPT宝库7"/>
          <p:cNvSpPr txBox="1"/>
          <p:nvPr/>
        </p:nvSpPr>
        <p:spPr>
          <a:xfrm>
            <a:off x="571273" y="2040059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1-12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</a:t>
            </a:r>
          </a:p>
        </p:txBody>
      </p:sp>
      <p:sp>
        <p:nvSpPr>
          <p:cNvPr id="27" name="熊大的PPT宝库8"/>
          <p:cNvSpPr/>
          <p:nvPr/>
        </p:nvSpPr>
        <p:spPr>
          <a:xfrm>
            <a:off x="469707" y="3014943"/>
            <a:ext cx="5387110" cy="3417066"/>
          </a:xfrm>
          <a:prstGeom prst="roundRect">
            <a:avLst>
              <a:gd name="adj" fmla="val 3461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  <a:prstDash val="dash"/>
          </a:ln>
          <a:effectLst>
            <a:outerShdw blurRad="584200" dist="152400" dir="5400000" sx="94000" sy="94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8" name="熊大的PPT宝库9"/>
          <p:cNvGraphicFramePr/>
          <p:nvPr/>
        </p:nvGraphicFramePr>
        <p:xfrm>
          <a:off x="6166167" y="3184718"/>
          <a:ext cx="5626520" cy="3046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熊大的PPT宝库10"/>
          <p:cNvSpPr txBox="1"/>
          <p:nvPr/>
        </p:nvSpPr>
        <p:spPr>
          <a:xfrm>
            <a:off x="6454152" y="3167820"/>
            <a:ext cx="2899970" cy="293991"/>
          </a:xfrm>
          <a:prstGeom prst="rect">
            <a:avLst/>
          </a:prstGeom>
          <a:noFill/>
          <a:effectLst/>
        </p:spPr>
        <p:txBody>
          <a:bodyPr wrap="square" lIns="82296" tIns="41148" rIns="82296" bIns="4114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2021-2024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各产品销量</a:t>
            </a:r>
          </a:p>
        </p:txBody>
      </p:sp>
      <p:graphicFrame>
        <p:nvGraphicFramePr>
          <p:cNvPr id="30" name="熊大的PPT宝库11"/>
          <p:cNvGraphicFramePr/>
          <p:nvPr/>
        </p:nvGraphicFramePr>
        <p:xfrm>
          <a:off x="438785" y="3266941"/>
          <a:ext cx="5496076" cy="3036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熊大的PPT宝库12"/>
          <p:cNvSpPr txBox="1"/>
          <p:nvPr/>
        </p:nvSpPr>
        <p:spPr>
          <a:xfrm>
            <a:off x="618785" y="3143232"/>
            <a:ext cx="17211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月度销售利润情况</a:t>
            </a:r>
          </a:p>
        </p:txBody>
      </p:sp>
      <p:sp>
        <p:nvSpPr>
          <p:cNvPr id="52" name="熊大的PPT宝库13"/>
          <p:cNvSpPr/>
          <p:nvPr/>
        </p:nvSpPr>
        <p:spPr>
          <a:xfrm>
            <a:off x="3114181" y="1077010"/>
            <a:ext cx="2075079" cy="166040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143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熊大的PPT宝库14"/>
          <p:cNvSpPr txBox="1"/>
          <p:nvPr/>
        </p:nvSpPr>
        <p:spPr>
          <a:xfrm>
            <a:off x="3315594" y="1313845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77.7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熊大的PPT宝库15"/>
          <p:cNvSpPr txBox="1"/>
          <p:nvPr/>
        </p:nvSpPr>
        <p:spPr>
          <a:xfrm>
            <a:off x="3546426" y="216317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914400">
              <a:defRPr sz="1600" kern="0">
                <a:solidFill>
                  <a:srgbClr val="111111">
                    <a:lumMod val="50000"/>
                  </a:srgbClr>
                </a:solidFill>
                <a:latin typeface="+mn-ea"/>
                <a:cs typeface="OPPOSans 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价值增长率</a:t>
            </a:r>
          </a:p>
        </p:txBody>
      </p:sp>
      <p:sp>
        <p:nvSpPr>
          <p:cNvPr id="56" name="熊大的PPT宝库16"/>
          <p:cNvSpPr txBox="1"/>
          <p:nvPr/>
        </p:nvSpPr>
        <p:spPr>
          <a:xfrm>
            <a:off x="4269961" y="2203333"/>
            <a:ext cx="789996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1800">
                <a:solidFill>
                  <a:srgbClr val="3D4247"/>
                </a:solidFill>
                <a:latin typeface="+mn-lt"/>
                <a:ea typeface="+mn-ea"/>
                <a:cs typeface="+mn-cs"/>
                <a:sym typeface="DM Sans Regula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熊大的PPT宝库17"/>
          <p:cNvSpPr/>
          <p:nvPr/>
        </p:nvSpPr>
        <p:spPr>
          <a:xfrm>
            <a:off x="5271152" y="1077010"/>
            <a:ext cx="2075079" cy="166040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143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8" name="熊大的PPT宝库18"/>
          <p:cNvSpPr txBox="1"/>
          <p:nvPr/>
        </p:nvSpPr>
        <p:spPr>
          <a:xfrm>
            <a:off x="5472565" y="1313845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88.8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111111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熊大的PPT宝库19"/>
          <p:cNvSpPr txBox="1"/>
          <p:nvPr/>
        </p:nvSpPr>
        <p:spPr>
          <a:xfrm>
            <a:off x="5703397" y="216317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914400">
              <a:defRPr sz="1600" kern="0">
                <a:solidFill>
                  <a:srgbClr val="111111">
                    <a:lumMod val="50000"/>
                  </a:srgbClr>
                </a:solidFill>
                <a:latin typeface="+mn-ea"/>
                <a:cs typeface="OPPOSans 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成本利用率</a:t>
            </a:r>
          </a:p>
        </p:txBody>
      </p:sp>
      <p:sp>
        <p:nvSpPr>
          <p:cNvPr id="61" name="熊大的PPT宝库20"/>
          <p:cNvSpPr txBox="1"/>
          <p:nvPr/>
        </p:nvSpPr>
        <p:spPr>
          <a:xfrm>
            <a:off x="6426931" y="2203333"/>
            <a:ext cx="789996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1800">
                <a:solidFill>
                  <a:srgbClr val="3D4247"/>
                </a:solidFill>
                <a:latin typeface="+mn-lt"/>
                <a:ea typeface="+mn-ea"/>
                <a:cs typeface="+mn-cs"/>
                <a:sym typeface="DM Sans Regula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熊大的PPT宝库21"/>
          <p:cNvSpPr/>
          <p:nvPr/>
        </p:nvSpPr>
        <p:spPr>
          <a:xfrm>
            <a:off x="7429656" y="1077010"/>
            <a:ext cx="2075079" cy="166040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143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熊大的PPT宝库22"/>
          <p:cNvSpPr txBox="1"/>
          <p:nvPr/>
        </p:nvSpPr>
        <p:spPr>
          <a:xfrm>
            <a:off x="7631069" y="1313845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99.9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熊大的PPT宝库23"/>
          <p:cNvSpPr txBox="1"/>
          <p:nvPr/>
        </p:nvSpPr>
        <p:spPr>
          <a:xfrm>
            <a:off x="7861901" y="216317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914400">
              <a:defRPr sz="1600" kern="0">
                <a:solidFill>
                  <a:srgbClr val="111111">
                    <a:lumMod val="50000"/>
                  </a:srgbClr>
                </a:solidFill>
                <a:latin typeface="+mn-ea"/>
                <a:cs typeface="OPPOSans 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销售增长率</a:t>
            </a:r>
          </a:p>
        </p:txBody>
      </p:sp>
      <p:sp>
        <p:nvSpPr>
          <p:cNvPr id="66" name="熊大的PPT宝库24"/>
          <p:cNvSpPr txBox="1"/>
          <p:nvPr/>
        </p:nvSpPr>
        <p:spPr>
          <a:xfrm>
            <a:off x="8585436" y="2203333"/>
            <a:ext cx="789996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1800">
                <a:solidFill>
                  <a:srgbClr val="3D4247"/>
                </a:solidFill>
                <a:latin typeface="+mn-lt"/>
                <a:ea typeface="+mn-ea"/>
                <a:cs typeface="+mn-cs"/>
                <a:sym typeface="DM Sans Regula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25"/>
          <p:cNvSpPr/>
          <p:nvPr/>
        </p:nvSpPr>
        <p:spPr>
          <a:xfrm>
            <a:off x="9674009" y="1077010"/>
            <a:ext cx="2075079" cy="166040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143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26"/>
          <p:cNvSpPr txBox="1"/>
          <p:nvPr/>
        </p:nvSpPr>
        <p:spPr>
          <a:xfrm>
            <a:off x="9790463" y="1313845"/>
            <a:ext cx="16097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77.7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111111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熊大的PPT宝库27"/>
          <p:cNvSpPr txBox="1"/>
          <p:nvPr/>
        </p:nvSpPr>
        <p:spPr>
          <a:xfrm>
            <a:off x="10106254" y="2109331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销售利润率</a:t>
            </a:r>
          </a:p>
        </p:txBody>
      </p:sp>
      <p:sp>
        <p:nvSpPr>
          <p:cNvPr id="71" name="熊大的PPT宝库28"/>
          <p:cNvSpPr txBox="1"/>
          <p:nvPr/>
        </p:nvSpPr>
        <p:spPr>
          <a:xfrm>
            <a:off x="10829789" y="2203333"/>
            <a:ext cx="789996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1800">
                <a:solidFill>
                  <a:srgbClr val="3D4247"/>
                </a:solidFill>
                <a:latin typeface="+mn-lt"/>
                <a:ea typeface="+mn-ea"/>
                <a:cs typeface="+mn-cs"/>
                <a:sym typeface="DM Sans Regula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5" name="熊大的PPT宝库4"/>
          <p:cNvGrpSpPr/>
          <p:nvPr/>
        </p:nvGrpSpPr>
        <p:grpSpPr>
          <a:xfrm>
            <a:off x="5111388" y="1057539"/>
            <a:ext cx="6638963" cy="5335918"/>
            <a:chOff x="583903" y="1057539"/>
            <a:chExt cx="6638963" cy="5335918"/>
          </a:xfrm>
        </p:grpSpPr>
        <p:sp>
          <p:nvSpPr>
            <p:cNvPr id="5" name="熊大的PPT宝库4-1"/>
            <p:cNvSpPr/>
            <p:nvPr/>
          </p:nvSpPr>
          <p:spPr>
            <a:xfrm>
              <a:off x="583903" y="1057539"/>
              <a:ext cx="6632958" cy="4039911"/>
            </a:xfrm>
            <a:prstGeom prst="roundRect">
              <a:avLst>
                <a:gd name="adj" fmla="val 3320"/>
              </a:avLst>
            </a:prstGeom>
            <a:gradFill flip="none" rotWithShape="1"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6350" cap="flat">
              <a:noFill/>
              <a:prstDash val="solid"/>
              <a:miter/>
            </a:ln>
            <a:effectLst>
              <a:outerShdw blurRad="502344" dist="38100" dir="5400000" algn="t" rotWithShape="0">
                <a:schemeClr val="accent1">
                  <a:lumMod val="40000"/>
                  <a:lumOff val="60000"/>
                  <a:alpha val="4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" name="熊大的PPT宝库4-2"/>
            <p:cNvSpPr/>
            <p:nvPr/>
          </p:nvSpPr>
          <p:spPr>
            <a:xfrm>
              <a:off x="583903" y="5411144"/>
              <a:ext cx="2154798" cy="982313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11430" cap="flat" cmpd="sng" algn="ctr">
              <a:noFill/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E81B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" name="熊大的PPT宝库4-3"/>
            <p:cNvSpPr txBox="1"/>
            <p:nvPr/>
          </p:nvSpPr>
          <p:spPr>
            <a:xfrm>
              <a:off x="1073216" y="5546929"/>
              <a:ext cx="1176173" cy="35503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年度销售额</a:t>
              </a:r>
            </a:p>
          </p:txBody>
        </p:sp>
        <p:sp>
          <p:nvSpPr>
            <p:cNvPr id="9" name="熊大的PPT宝库4-4"/>
            <p:cNvSpPr txBox="1"/>
            <p:nvPr/>
          </p:nvSpPr>
          <p:spPr>
            <a:xfrm>
              <a:off x="704439" y="5829613"/>
              <a:ext cx="19137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28739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" name="熊大的PPT宝库4-5"/>
            <p:cNvSpPr/>
            <p:nvPr/>
          </p:nvSpPr>
          <p:spPr>
            <a:xfrm>
              <a:off x="5068068" y="5411144"/>
              <a:ext cx="2154798" cy="982313"/>
            </a:xfrm>
            <a:prstGeom prst="roundRect">
              <a:avLst>
                <a:gd name="adj" fmla="val 0"/>
              </a:avLst>
            </a:prstGeom>
            <a:solidFill>
              <a:schemeClr val="accent3"/>
            </a:solidFill>
            <a:ln w="11430" cap="flat" cmpd="sng" algn="ctr">
              <a:noFill/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" name="熊大的PPT宝库4-6"/>
            <p:cNvSpPr txBox="1"/>
            <p:nvPr/>
          </p:nvSpPr>
          <p:spPr>
            <a:xfrm>
              <a:off x="5198764" y="5546928"/>
              <a:ext cx="1893407" cy="35503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年度净利润</a:t>
              </a:r>
            </a:p>
          </p:txBody>
        </p:sp>
        <p:sp>
          <p:nvSpPr>
            <p:cNvPr id="14" name="熊大的PPT宝库4-7"/>
            <p:cNvSpPr/>
            <p:nvPr/>
          </p:nvSpPr>
          <p:spPr>
            <a:xfrm>
              <a:off x="2817026" y="5411144"/>
              <a:ext cx="2154798" cy="982313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 w="11430" cap="flat" cmpd="sng" algn="ctr">
              <a:noFill/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熊大的PPT宝库4-8"/>
            <p:cNvSpPr txBox="1"/>
            <p:nvPr/>
          </p:nvSpPr>
          <p:spPr>
            <a:xfrm>
              <a:off x="2947722" y="5546928"/>
              <a:ext cx="1893407" cy="35503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年度目标达成率</a:t>
              </a:r>
            </a:p>
          </p:txBody>
        </p:sp>
        <p:sp>
          <p:nvSpPr>
            <p:cNvPr id="16" name="熊大的PPT宝库4-9"/>
            <p:cNvSpPr txBox="1"/>
            <p:nvPr/>
          </p:nvSpPr>
          <p:spPr>
            <a:xfrm>
              <a:off x="2947722" y="5817270"/>
              <a:ext cx="1893407" cy="486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155.96%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" name="熊大的PPT宝库4-10"/>
            <p:cNvSpPr txBox="1"/>
            <p:nvPr/>
          </p:nvSpPr>
          <p:spPr>
            <a:xfrm>
              <a:off x="805025" y="1244390"/>
              <a:ext cx="190147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各产品年度销售数据</a:t>
              </a: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aphicFrame>
          <p:nvGraphicFramePr>
            <p:cNvPr id="25" name="熊大的PPT宝库4-11"/>
            <p:cNvGraphicFramePr/>
            <p:nvPr/>
          </p:nvGraphicFramePr>
          <p:xfrm>
            <a:off x="836021" y="1638650"/>
            <a:ext cx="6095440" cy="33330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6" name="熊大的PPT宝库4-12"/>
            <p:cNvSpPr txBox="1"/>
            <p:nvPr/>
          </p:nvSpPr>
          <p:spPr>
            <a:xfrm>
              <a:off x="5198764" y="5817270"/>
              <a:ext cx="1893407" cy="486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9999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万</a:t>
              </a:r>
            </a:p>
          </p:txBody>
        </p:sp>
      </p:grpSp>
      <p:grpSp>
        <p:nvGrpSpPr>
          <p:cNvPr id="10" name="熊大的PPT宝库5"/>
          <p:cNvGrpSpPr/>
          <p:nvPr/>
        </p:nvGrpSpPr>
        <p:grpSpPr>
          <a:xfrm>
            <a:off x="445764" y="1070482"/>
            <a:ext cx="4124372" cy="5317025"/>
            <a:chOff x="7458729" y="1070482"/>
            <a:chExt cx="4124372" cy="5317025"/>
          </a:xfrm>
        </p:grpSpPr>
        <p:sp>
          <p:nvSpPr>
            <p:cNvPr id="6" name="熊大的PPT宝库5-1"/>
            <p:cNvSpPr/>
            <p:nvPr/>
          </p:nvSpPr>
          <p:spPr>
            <a:xfrm>
              <a:off x="7458729" y="4561616"/>
              <a:ext cx="4124372" cy="1825891"/>
            </a:xfrm>
            <a:prstGeom prst="roundRect">
              <a:avLst>
                <a:gd name="adj" fmla="val 1871"/>
              </a:avLst>
            </a:prstGeom>
            <a:gradFill>
              <a:gsLst>
                <a:gs pos="0">
                  <a:schemeClr val="bg1"/>
                </a:gs>
                <a:gs pos="100000">
                  <a:schemeClr val="bg1"/>
                </a:gs>
                <a:gs pos="46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 w="11430">
              <a:solidFill>
                <a:schemeClr val="bg1">
                  <a:lumMod val="75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7666314" y="4747567"/>
              <a:ext cx="3673751" cy="1547902"/>
              <a:chOff x="7660346" y="4701224"/>
              <a:chExt cx="3359724" cy="1186240"/>
            </a:xfrm>
          </p:grpSpPr>
          <p:graphicFrame>
            <p:nvGraphicFramePr>
              <p:cNvPr id="18" name="熊大的PPT宝库5-2"/>
              <p:cNvGraphicFramePr/>
              <p:nvPr/>
            </p:nvGraphicFramePr>
            <p:xfrm>
              <a:off x="7660346" y="4701224"/>
              <a:ext cx="1449472" cy="118624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19" name="熊大的PPT宝库5-3"/>
              <p:cNvSpPr txBox="1"/>
              <p:nvPr/>
            </p:nvSpPr>
            <p:spPr>
              <a:xfrm>
                <a:off x="8210630" y="5183843"/>
                <a:ext cx="348904" cy="188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29D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60%</a:t>
                </a:r>
                <a:endPara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1" name="熊大的PPT宝库5-4"/>
              <p:cNvSpPr txBox="1"/>
              <p:nvPr/>
            </p:nvSpPr>
            <p:spPr>
              <a:xfrm>
                <a:off x="9332079" y="4900398"/>
                <a:ext cx="1125873" cy="188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29D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销量同比新增</a:t>
                </a:r>
              </a:p>
            </p:txBody>
          </p:sp>
          <p:sp>
            <p:nvSpPr>
              <p:cNvPr id="22" name="熊大的PPT宝库5-5"/>
              <p:cNvSpPr txBox="1"/>
              <p:nvPr/>
            </p:nvSpPr>
            <p:spPr>
              <a:xfrm>
                <a:off x="9332079" y="5568295"/>
                <a:ext cx="1687991" cy="1616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销量同比提升了</a:t>
                </a:r>
                <a:r>
                  <a:rPr kumimoji="1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60%</a:t>
                </a:r>
              </a:p>
            </p:txBody>
          </p:sp>
          <p:sp>
            <p:nvSpPr>
              <p:cNvPr id="23" name="熊大的PPT宝库5-6"/>
              <p:cNvSpPr txBox="1"/>
              <p:nvPr/>
            </p:nvSpPr>
            <p:spPr>
              <a:xfrm>
                <a:off x="9332079" y="5208824"/>
                <a:ext cx="1207968" cy="3773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29D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8888</a:t>
                </a:r>
                <a:r>
                  <a:rPr kumimoji="1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29D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万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27" name="熊大的PPT宝库5-7"/>
            <p:cNvSpPr/>
            <p:nvPr/>
          </p:nvSpPr>
          <p:spPr>
            <a:xfrm>
              <a:off x="7458729" y="1070482"/>
              <a:ext cx="4124372" cy="3251597"/>
            </a:xfrm>
            <a:prstGeom prst="roundRect">
              <a:avLst>
                <a:gd name="adj" fmla="val 2523"/>
              </a:avLst>
            </a:prstGeom>
            <a:gradFill flip="none" rotWithShape="1">
              <a:gsLst>
                <a:gs pos="30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381000" dist="190500" dir="5400000" sx="90000" sy="9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熊大的PPT宝库5-8"/>
            <p:cNvSpPr txBox="1"/>
            <p:nvPr/>
          </p:nvSpPr>
          <p:spPr>
            <a:xfrm>
              <a:off x="7768564" y="1264722"/>
              <a:ext cx="190147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年度销售额数据</a:t>
              </a: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9" name="熊大的PPT宝库5-9"/>
            <p:cNvSpPr txBox="1"/>
            <p:nvPr/>
          </p:nvSpPr>
          <p:spPr>
            <a:xfrm>
              <a:off x="7768564" y="1642537"/>
              <a:ext cx="1532592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+</a:t>
              </a: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36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%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3" name="熊大的PPT宝库5-10"/>
            <p:cNvSpPr txBox="1"/>
            <p:nvPr/>
          </p:nvSpPr>
          <p:spPr>
            <a:xfrm>
              <a:off x="8783532" y="4017306"/>
              <a:ext cx="1366231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近一年销售额折线图</a:t>
              </a:r>
            </a:p>
          </p:txBody>
        </p:sp>
        <p:sp>
          <p:nvSpPr>
            <p:cNvPr id="34" name="熊大的PPT宝库5-11"/>
            <p:cNvSpPr>
              <a:spLocks noChangeAspect="1"/>
            </p:cNvSpPr>
            <p:nvPr/>
          </p:nvSpPr>
          <p:spPr>
            <a:xfrm>
              <a:off x="8865051" y="4058850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aphicFrame>
        <p:nvGraphicFramePr>
          <p:cNvPr id="37" name="熊大的PPT宝库6"/>
          <p:cNvGraphicFramePr/>
          <p:nvPr/>
        </p:nvGraphicFramePr>
        <p:xfrm>
          <a:off x="507835" y="2145756"/>
          <a:ext cx="3947002" cy="1893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4"/>
          <p:cNvSpPr/>
          <p:nvPr/>
        </p:nvSpPr>
        <p:spPr>
          <a:xfrm>
            <a:off x="442913" y="1042806"/>
            <a:ext cx="3711425" cy="136244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5"/>
          <p:cNvSpPr/>
          <p:nvPr/>
        </p:nvSpPr>
        <p:spPr>
          <a:xfrm>
            <a:off x="4240287" y="1042806"/>
            <a:ext cx="3711425" cy="136244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6"/>
          <p:cNvSpPr/>
          <p:nvPr/>
        </p:nvSpPr>
        <p:spPr>
          <a:xfrm>
            <a:off x="8037663" y="1042806"/>
            <a:ext cx="3711425" cy="1362445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7"/>
          <p:cNvSpPr txBox="1"/>
          <p:nvPr/>
        </p:nvSpPr>
        <p:spPr>
          <a:xfrm>
            <a:off x="695011" y="1203702"/>
            <a:ext cx="2070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熊大的PPT宝库8"/>
          <p:cNvSpPr txBox="1"/>
          <p:nvPr/>
        </p:nvSpPr>
        <p:spPr>
          <a:xfrm>
            <a:off x="695012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销售收入</a:t>
            </a:r>
          </a:p>
        </p:txBody>
      </p:sp>
      <p:sp>
        <p:nvSpPr>
          <p:cNvPr id="11" name="熊大的PPT宝库9"/>
          <p:cNvSpPr txBox="1"/>
          <p:nvPr/>
        </p:nvSpPr>
        <p:spPr>
          <a:xfrm>
            <a:off x="1859290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销售成本</a:t>
            </a:r>
          </a:p>
        </p:txBody>
      </p:sp>
      <p:sp>
        <p:nvSpPr>
          <p:cNvPr id="12" name="熊大的PPT宝库10"/>
          <p:cNvSpPr txBox="1"/>
          <p:nvPr/>
        </p:nvSpPr>
        <p:spPr>
          <a:xfrm>
            <a:off x="2977523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销售利润</a:t>
            </a:r>
          </a:p>
        </p:txBody>
      </p:sp>
      <p:sp>
        <p:nvSpPr>
          <p:cNvPr id="13" name="熊大的PPT宝库11"/>
          <p:cNvSpPr txBox="1"/>
          <p:nvPr/>
        </p:nvSpPr>
        <p:spPr>
          <a:xfrm>
            <a:off x="678557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熊大的PPT宝库12"/>
          <p:cNvSpPr txBox="1"/>
          <p:nvPr/>
        </p:nvSpPr>
        <p:spPr>
          <a:xfrm>
            <a:off x="1834043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熊大的PPT宝库13"/>
          <p:cNvSpPr txBox="1"/>
          <p:nvPr/>
        </p:nvSpPr>
        <p:spPr>
          <a:xfrm>
            <a:off x="2941972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熊大的PPT宝库14"/>
          <p:cNvSpPr txBox="1"/>
          <p:nvPr/>
        </p:nvSpPr>
        <p:spPr>
          <a:xfrm>
            <a:off x="4511338" y="1203702"/>
            <a:ext cx="180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B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15"/>
          <p:cNvSpPr txBox="1"/>
          <p:nvPr/>
        </p:nvSpPr>
        <p:spPr>
          <a:xfrm>
            <a:off x="4511338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销售收入</a:t>
            </a:r>
          </a:p>
        </p:txBody>
      </p:sp>
      <p:sp>
        <p:nvSpPr>
          <p:cNvPr id="34" name="熊大的PPT宝库16"/>
          <p:cNvSpPr txBox="1"/>
          <p:nvPr/>
        </p:nvSpPr>
        <p:spPr>
          <a:xfrm>
            <a:off x="5675616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销售成本</a:t>
            </a:r>
          </a:p>
        </p:txBody>
      </p:sp>
      <p:sp>
        <p:nvSpPr>
          <p:cNvPr id="35" name="熊大的PPT宝库17"/>
          <p:cNvSpPr txBox="1"/>
          <p:nvPr/>
        </p:nvSpPr>
        <p:spPr>
          <a:xfrm>
            <a:off x="6793849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销售利润</a:t>
            </a:r>
          </a:p>
        </p:txBody>
      </p:sp>
      <p:sp>
        <p:nvSpPr>
          <p:cNvPr id="36" name="熊大的PPT宝库18"/>
          <p:cNvSpPr txBox="1"/>
          <p:nvPr/>
        </p:nvSpPr>
        <p:spPr>
          <a:xfrm>
            <a:off x="4494884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熊大的PPT宝库19"/>
          <p:cNvSpPr txBox="1"/>
          <p:nvPr/>
        </p:nvSpPr>
        <p:spPr>
          <a:xfrm>
            <a:off x="5650369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熊大的PPT宝库20"/>
          <p:cNvSpPr txBox="1"/>
          <p:nvPr/>
        </p:nvSpPr>
        <p:spPr>
          <a:xfrm>
            <a:off x="6758298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21"/>
          <p:cNvSpPr txBox="1"/>
          <p:nvPr/>
        </p:nvSpPr>
        <p:spPr>
          <a:xfrm>
            <a:off x="8302660" y="1203702"/>
            <a:ext cx="180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C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熊大的PPT宝库22"/>
          <p:cNvSpPr txBox="1"/>
          <p:nvPr/>
        </p:nvSpPr>
        <p:spPr>
          <a:xfrm>
            <a:off x="8302660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销售收入</a:t>
            </a:r>
          </a:p>
        </p:txBody>
      </p:sp>
      <p:sp>
        <p:nvSpPr>
          <p:cNvPr id="41" name="熊大的PPT宝库23"/>
          <p:cNvSpPr txBox="1"/>
          <p:nvPr/>
        </p:nvSpPr>
        <p:spPr>
          <a:xfrm>
            <a:off x="9466939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销售成本</a:t>
            </a:r>
          </a:p>
        </p:txBody>
      </p:sp>
      <p:sp>
        <p:nvSpPr>
          <p:cNvPr id="42" name="熊大的PPT宝库24"/>
          <p:cNvSpPr txBox="1"/>
          <p:nvPr/>
        </p:nvSpPr>
        <p:spPr>
          <a:xfrm>
            <a:off x="10585171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销售利润</a:t>
            </a:r>
          </a:p>
        </p:txBody>
      </p:sp>
      <p:sp>
        <p:nvSpPr>
          <p:cNvPr id="43" name="熊大的PPT宝库25"/>
          <p:cNvSpPr txBox="1"/>
          <p:nvPr/>
        </p:nvSpPr>
        <p:spPr>
          <a:xfrm>
            <a:off x="8286206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熊大的PPT宝库26"/>
          <p:cNvSpPr txBox="1"/>
          <p:nvPr/>
        </p:nvSpPr>
        <p:spPr>
          <a:xfrm>
            <a:off x="9441691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熊大的PPT宝库27"/>
          <p:cNvSpPr txBox="1"/>
          <p:nvPr/>
        </p:nvSpPr>
        <p:spPr>
          <a:xfrm>
            <a:off x="10549620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熊大的PPT宝库28"/>
          <p:cNvSpPr/>
          <p:nvPr/>
        </p:nvSpPr>
        <p:spPr>
          <a:xfrm>
            <a:off x="6266280" y="2606598"/>
            <a:ext cx="5483226" cy="3702127"/>
          </a:xfrm>
          <a:prstGeom prst="roundRect">
            <a:avLst>
              <a:gd name="adj" fmla="val 5828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熊大的PPT宝库29"/>
          <p:cNvSpPr/>
          <p:nvPr/>
        </p:nvSpPr>
        <p:spPr>
          <a:xfrm>
            <a:off x="434973" y="2606598"/>
            <a:ext cx="5490747" cy="3702127"/>
          </a:xfrm>
          <a:prstGeom prst="roundRect">
            <a:avLst>
              <a:gd name="adj" fmla="val 5828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61" name="熊大的PPT宝库30"/>
          <p:cNvGraphicFramePr/>
          <p:nvPr/>
        </p:nvGraphicFramePr>
        <p:xfrm>
          <a:off x="490278" y="2899451"/>
          <a:ext cx="5380137" cy="3458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2" name="熊大的PPT宝库31"/>
          <p:cNvSpPr txBox="1"/>
          <p:nvPr/>
        </p:nvSpPr>
        <p:spPr>
          <a:xfrm>
            <a:off x="618329" y="2866128"/>
            <a:ext cx="2029973" cy="4177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各产品渠道销售额</a:t>
            </a:r>
          </a:p>
        </p:txBody>
      </p:sp>
      <p:sp>
        <p:nvSpPr>
          <p:cNvPr id="63" name="熊大的PPT宝库32"/>
          <p:cNvSpPr txBox="1">
            <a:spLocks noChangeArrowheads="1"/>
          </p:cNvSpPr>
          <p:nvPr/>
        </p:nvSpPr>
        <p:spPr bwMode="auto">
          <a:xfrm>
            <a:off x="6464628" y="3494688"/>
            <a:ext cx="4909556" cy="616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3474" tIns="36737" rIns="73474" bIns="36737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年销售额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年销售额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年销售额达到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万，增长趋势明显，复合增长率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33"/>
          <p:cNvSpPr txBox="1"/>
          <p:nvPr/>
        </p:nvSpPr>
        <p:spPr>
          <a:xfrm>
            <a:off x="6464629" y="2866128"/>
            <a:ext cx="2029973" cy="4177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销售额走势变化</a:t>
            </a:r>
          </a:p>
        </p:txBody>
      </p:sp>
      <p:graphicFrame>
        <p:nvGraphicFramePr>
          <p:cNvPr id="69" name="熊大的PPT宝库34"/>
          <p:cNvGraphicFramePr/>
          <p:nvPr/>
        </p:nvGraphicFramePr>
        <p:xfrm>
          <a:off x="6464628" y="3062689"/>
          <a:ext cx="5107903" cy="3161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4"/>
          <p:cNvSpPr/>
          <p:nvPr/>
        </p:nvSpPr>
        <p:spPr>
          <a:xfrm>
            <a:off x="450311" y="1028936"/>
            <a:ext cx="4290560" cy="2517283"/>
          </a:xfrm>
          <a:prstGeom prst="roundRect">
            <a:avLst>
              <a:gd name="adj" fmla="val 1871"/>
            </a:avLst>
          </a:prstGeom>
          <a:solidFill>
            <a:schemeClr val="accent1"/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5"/>
          <p:cNvSpPr/>
          <p:nvPr/>
        </p:nvSpPr>
        <p:spPr>
          <a:xfrm>
            <a:off x="5060743" y="1028936"/>
            <a:ext cx="6688345" cy="2517283"/>
          </a:xfrm>
          <a:prstGeom prst="roundRect">
            <a:avLst>
              <a:gd name="adj" fmla="val 1871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6"/>
          <p:cNvSpPr/>
          <p:nvPr/>
        </p:nvSpPr>
        <p:spPr>
          <a:xfrm>
            <a:off x="450311" y="3627620"/>
            <a:ext cx="3415233" cy="2686161"/>
          </a:xfrm>
          <a:prstGeom prst="roundRect">
            <a:avLst>
              <a:gd name="adj" fmla="val 1871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7"/>
          <p:cNvSpPr/>
          <p:nvPr/>
        </p:nvSpPr>
        <p:spPr>
          <a:xfrm>
            <a:off x="4195496" y="3627620"/>
            <a:ext cx="3595812" cy="2686161"/>
          </a:xfrm>
          <a:prstGeom prst="roundRect">
            <a:avLst>
              <a:gd name="adj" fmla="val 1871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8"/>
          <p:cNvSpPr/>
          <p:nvPr/>
        </p:nvSpPr>
        <p:spPr>
          <a:xfrm>
            <a:off x="8132277" y="3627620"/>
            <a:ext cx="3595812" cy="2686161"/>
          </a:xfrm>
          <a:prstGeom prst="roundRect">
            <a:avLst>
              <a:gd name="adj" fmla="val 1871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0" name="熊大的PPT宝库9"/>
          <p:cNvGraphicFramePr/>
          <p:nvPr/>
        </p:nvGraphicFramePr>
        <p:xfrm>
          <a:off x="4116731" y="3709445"/>
          <a:ext cx="3932350" cy="2604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熊大的PPT宝库10"/>
          <p:cNvSpPr txBox="1"/>
          <p:nvPr/>
        </p:nvSpPr>
        <p:spPr>
          <a:xfrm>
            <a:off x="770184" y="1756197"/>
            <a:ext cx="3809672" cy="1452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化妆品企业需要深入了解不同年龄段、性别和消费习惯的客户群体，以便更精准地定位市场和开发产品。同时，企业应关注消费者对新款产品的态度和使用习惯，以及国内外品牌的竞争态势，从而制定有效的市场策略和产品开发计划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熊大的PPT宝库11"/>
          <p:cNvSpPr txBox="1"/>
          <p:nvPr/>
        </p:nvSpPr>
        <p:spPr>
          <a:xfrm>
            <a:off x="779440" y="1345760"/>
            <a:ext cx="2452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客户画像分析</a:t>
            </a:r>
          </a:p>
        </p:txBody>
      </p:sp>
      <p:graphicFrame>
        <p:nvGraphicFramePr>
          <p:cNvPr id="14" name="熊大的PPT宝库12"/>
          <p:cNvGraphicFramePr/>
          <p:nvPr/>
        </p:nvGraphicFramePr>
        <p:xfrm>
          <a:off x="5160122" y="1455575"/>
          <a:ext cx="6497314" cy="1965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熊大的PPT宝库13"/>
          <p:cNvSpPr txBox="1"/>
          <p:nvPr/>
        </p:nvSpPr>
        <p:spPr>
          <a:xfrm>
            <a:off x="7427165" y="1154066"/>
            <a:ext cx="195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客户年龄分布情况</a:t>
            </a:r>
          </a:p>
        </p:txBody>
      </p:sp>
      <p:sp>
        <p:nvSpPr>
          <p:cNvPr id="16" name="熊大的PPT宝库14"/>
          <p:cNvSpPr txBox="1"/>
          <p:nvPr/>
        </p:nvSpPr>
        <p:spPr>
          <a:xfrm>
            <a:off x="1576775" y="4358857"/>
            <a:ext cx="767144" cy="409343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4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女性</a:t>
            </a:r>
            <a:endParaRPr kumimoji="0" lang="en-US" altLang="zh-CN" sz="104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4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11%</a:t>
            </a:r>
            <a:endParaRPr kumimoji="0" lang="en-US" altLang="zh-CN" sz="10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31" name="熊大的PPT宝库15"/>
          <p:cNvGraphicFramePr/>
          <p:nvPr/>
        </p:nvGraphicFramePr>
        <p:xfrm>
          <a:off x="7992950" y="3723062"/>
          <a:ext cx="4017796" cy="2532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1" name="熊大的PPT宝库16"/>
          <p:cNvSpPr/>
          <p:nvPr/>
        </p:nvSpPr>
        <p:spPr>
          <a:xfrm>
            <a:off x="9387516" y="4382685"/>
            <a:ext cx="1238250" cy="123825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0" dist="381000" dir="5400000" algn="t" rotWithShape="0">
              <a:srgbClr val="001540">
                <a:alpha val="4706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熊大的PPT宝库17"/>
          <p:cNvSpPr txBox="1"/>
          <p:nvPr/>
        </p:nvSpPr>
        <p:spPr>
          <a:xfrm>
            <a:off x="9490855" y="4819833"/>
            <a:ext cx="103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19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职业分布</a:t>
            </a:r>
          </a:p>
        </p:txBody>
      </p:sp>
      <p:sp>
        <p:nvSpPr>
          <p:cNvPr id="53" name="熊大的PPT宝库18"/>
          <p:cNvSpPr/>
          <p:nvPr/>
        </p:nvSpPr>
        <p:spPr>
          <a:xfrm>
            <a:off x="5448379" y="4390836"/>
            <a:ext cx="1238250" cy="123825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0" dist="381000" dir="5400000" algn="t" rotWithShape="0">
              <a:srgbClr val="001540">
                <a:alpha val="4706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熊大的PPT宝库19"/>
          <p:cNvSpPr txBox="1"/>
          <p:nvPr/>
        </p:nvSpPr>
        <p:spPr>
          <a:xfrm>
            <a:off x="5549378" y="4840684"/>
            <a:ext cx="103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19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学历分布</a:t>
            </a:r>
          </a:p>
        </p:txBody>
      </p:sp>
      <p:graphicFrame>
        <p:nvGraphicFramePr>
          <p:cNvPr id="55" name="熊大的PPT宝库20"/>
          <p:cNvGraphicFramePr/>
          <p:nvPr/>
        </p:nvGraphicFramePr>
        <p:xfrm>
          <a:off x="160044" y="3729155"/>
          <a:ext cx="3993854" cy="2470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6" name="熊大的PPT宝库21"/>
          <p:cNvSpPr/>
          <p:nvPr/>
        </p:nvSpPr>
        <p:spPr>
          <a:xfrm>
            <a:off x="1537846" y="4345271"/>
            <a:ext cx="1238250" cy="123825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0" dist="381000" dir="5400000" algn="t" rotWithShape="0">
              <a:srgbClr val="001540">
                <a:alpha val="4706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熊大的PPT宝库22"/>
          <p:cNvSpPr txBox="1"/>
          <p:nvPr/>
        </p:nvSpPr>
        <p:spPr>
          <a:xfrm>
            <a:off x="1641833" y="4809305"/>
            <a:ext cx="103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性别分布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6096001" y="1201828"/>
            <a:ext cx="5647621" cy="53227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5" name="任意多边形: 形状 264"/>
          <p:cNvSpPr/>
          <p:nvPr/>
        </p:nvSpPr>
        <p:spPr>
          <a:xfrm flipV="1">
            <a:off x="8090772" y="5121333"/>
            <a:ext cx="2061337" cy="690775"/>
          </a:xfrm>
          <a:custGeom>
            <a:avLst/>
            <a:gdLst>
              <a:gd name="connsiteX0" fmla="*/ 72829 w 2061337"/>
              <a:gd name="connsiteY0" fmla="*/ 690775 h 690775"/>
              <a:gd name="connsiteX1" fmla="*/ 1786498 w 2061337"/>
              <a:gd name="connsiteY1" fmla="*/ 690775 h 690775"/>
              <a:gd name="connsiteX2" fmla="*/ 1826324 w 2061337"/>
              <a:gd name="connsiteY2" fmla="*/ 690775 h 690775"/>
              <a:gd name="connsiteX3" fmla="*/ 1876909 w 2061337"/>
              <a:gd name="connsiteY3" fmla="*/ 665076 h 690775"/>
              <a:gd name="connsiteX4" fmla="*/ 1884373 w 2061337"/>
              <a:gd name="connsiteY4" fmla="*/ 660548 h 690775"/>
              <a:gd name="connsiteX5" fmla="*/ 1955650 w 2061337"/>
              <a:gd name="connsiteY5" fmla="*/ 602775 h 690775"/>
              <a:gd name="connsiteX6" fmla="*/ 2048569 w 2061337"/>
              <a:gd name="connsiteY6" fmla="*/ 441842 h 690775"/>
              <a:gd name="connsiteX7" fmla="*/ 2061337 w 2061337"/>
              <a:gd name="connsiteY7" fmla="*/ 346976 h 690775"/>
              <a:gd name="connsiteX8" fmla="*/ 2060295 w 2061337"/>
              <a:gd name="connsiteY8" fmla="*/ 333210 h 690775"/>
              <a:gd name="connsiteX9" fmla="*/ 2057456 w 2061337"/>
              <a:gd name="connsiteY9" fmla="*/ 298082 h 690775"/>
              <a:gd name="connsiteX10" fmla="*/ 2045668 w 2061337"/>
              <a:gd name="connsiteY10" fmla="*/ 246937 h 690775"/>
              <a:gd name="connsiteX11" fmla="*/ 1841614 w 2061337"/>
              <a:gd name="connsiteY11" fmla="*/ 21875 h 690775"/>
              <a:gd name="connsiteX12" fmla="*/ 1793039 w 2061337"/>
              <a:gd name="connsiteY12" fmla="*/ 6797 h 690775"/>
              <a:gd name="connsiteX13" fmla="*/ 1832459 w 2061337"/>
              <a:gd name="connsiteY13" fmla="*/ 6797 h 690775"/>
              <a:gd name="connsiteX14" fmla="*/ 1820489 w 2061337"/>
              <a:gd name="connsiteY14" fmla="*/ 0 h 690775"/>
              <a:gd name="connsiteX15" fmla="*/ 162790 w 2061337"/>
              <a:gd name="connsiteY15" fmla="*/ 0 h 690775"/>
              <a:gd name="connsiteX16" fmla="*/ 162790 w 2061337"/>
              <a:gd name="connsiteY16" fmla="*/ 677 h 690775"/>
              <a:gd name="connsiteX17" fmla="*/ 149397 w 2061337"/>
              <a:gd name="connsiteY17" fmla="*/ 0 h 690775"/>
              <a:gd name="connsiteX18" fmla="*/ 0 w 2061337"/>
              <a:gd name="connsiteY18" fmla="*/ 7545 h 690775"/>
              <a:gd name="connsiteX19" fmla="*/ 59927 w 2061337"/>
              <a:gd name="connsiteY19" fmla="*/ 13585 h 690775"/>
              <a:gd name="connsiteX20" fmla="*/ 326723 w 2061337"/>
              <a:gd name="connsiteY20" fmla="*/ 340933 h 690775"/>
              <a:gd name="connsiteX21" fmla="*/ 326723 w 2061337"/>
              <a:gd name="connsiteY21" fmla="*/ 367432 h 690775"/>
              <a:gd name="connsiteX22" fmla="*/ 122648 w 2061337"/>
              <a:gd name="connsiteY22" fmla="*/ 675310 h 690775"/>
              <a:gd name="connsiteX23" fmla="*/ 72829 w 2061337"/>
              <a:gd name="connsiteY23" fmla="*/ 690775 h 690775"/>
              <a:gd name="connsiteX0-1" fmla="*/ 72829 w 2061337"/>
              <a:gd name="connsiteY0-2" fmla="*/ 690775 h 690775"/>
              <a:gd name="connsiteX1-3" fmla="*/ 1786498 w 2061337"/>
              <a:gd name="connsiteY1-4" fmla="*/ 690775 h 690775"/>
              <a:gd name="connsiteX2-5" fmla="*/ 1826324 w 2061337"/>
              <a:gd name="connsiteY2-6" fmla="*/ 690775 h 690775"/>
              <a:gd name="connsiteX3-7" fmla="*/ 1876909 w 2061337"/>
              <a:gd name="connsiteY3-8" fmla="*/ 665076 h 690775"/>
              <a:gd name="connsiteX4-9" fmla="*/ 1884373 w 2061337"/>
              <a:gd name="connsiteY4-10" fmla="*/ 660548 h 690775"/>
              <a:gd name="connsiteX5-11" fmla="*/ 1955650 w 2061337"/>
              <a:gd name="connsiteY5-12" fmla="*/ 602775 h 690775"/>
              <a:gd name="connsiteX6-13" fmla="*/ 2048569 w 2061337"/>
              <a:gd name="connsiteY6-14" fmla="*/ 441842 h 690775"/>
              <a:gd name="connsiteX7-15" fmla="*/ 2061337 w 2061337"/>
              <a:gd name="connsiteY7-16" fmla="*/ 346976 h 690775"/>
              <a:gd name="connsiteX8-17" fmla="*/ 2060295 w 2061337"/>
              <a:gd name="connsiteY8-18" fmla="*/ 333210 h 690775"/>
              <a:gd name="connsiteX9-19" fmla="*/ 2057456 w 2061337"/>
              <a:gd name="connsiteY9-20" fmla="*/ 298082 h 690775"/>
              <a:gd name="connsiteX10-21" fmla="*/ 2045668 w 2061337"/>
              <a:gd name="connsiteY10-22" fmla="*/ 246937 h 690775"/>
              <a:gd name="connsiteX11-23" fmla="*/ 1841614 w 2061337"/>
              <a:gd name="connsiteY11-24" fmla="*/ 21875 h 690775"/>
              <a:gd name="connsiteX12-25" fmla="*/ 1793039 w 2061337"/>
              <a:gd name="connsiteY12-26" fmla="*/ 6797 h 690775"/>
              <a:gd name="connsiteX13-27" fmla="*/ 1832459 w 2061337"/>
              <a:gd name="connsiteY13-28" fmla="*/ 6797 h 690775"/>
              <a:gd name="connsiteX14-29" fmla="*/ 162790 w 2061337"/>
              <a:gd name="connsiteY14-30" fmla="*/ 0 h 690775"/>
              <a:gd name="connsiteX15-31" fmla="*/ 162790 w 2061337"/>
              <a:gd name="connsiteY15-32" fmla="*/ 677 h 690775"/>
              <a:gd name="connsiteX16-33" fmla="*/ 149397 w 2061337"/>
              <a:gd name="connsiteY16-34" fmla="*/ 0 h 690775"/>
              <a:gd name="connsiteX17-35" fmla="*/ 0 w 2061337"/>
              <a:gd name="connsiteY17-36" fmla="*/ 7545 h 690775"/>
              <a:gd name="connsiteX18-37" fmla="*/ 59927 w 2061337"/>
              <a:gd name="connsiteY18-38" fmla="*/ 13585 h 690775"/>
              <a:gd name="connsiteX19-39" fmla="*/ 326723 w 2061337"/>
              <a:gd name="connsiteY19-40" fmla="*/ 340933 h 690775"/>
              <a:gd name="connsiteX20-41" fmla="*/ 326723 w 2061337"/>
              <a:gd name="connsiteY20-42" fmla="*/ 367432 h 690775"/>
              <a:gd name="connsiteX21-43" fmla="*/ 122648 w 2061337"/>
              <a:gd name="connsiteY21-44" fmla="*/ 675310 h 690775"/>
              <a:gd name="connsiteX22-45" fmla="*/ 72829 w 2061337"/>
              <a:gd name="connsiteY22-46" fmla="*/ 690775 h 690775"/>
              <a:gd name="connsiteX0-47" fmla="*/ 72829 w 2061337"/>
              <a:gd name="connsiteY0-48" fmla="*/ 690775 h 690775"/>
              <a:gd name="connsiteX1-49" fmla="*/ 1786498 w 2061337"/>
              <a:gd name="connsiteY1-50" fmla="*/ 690775 h 690775"/>
              <a:gd name="connsiteX2-51" fmla="*/ 1826324 w 2061337"/>
              <a:gd name="connsiteY2-52" fmla="*/ 690775 h 690775"/>
              <a:gd name="connsiteX3-53" fmla="*/ 1876909 w 2061337"/>
              <a:gd name="connsiteY3-54" fmla="*/ 665076 h 690775"/>
              <a:gd name="connsiteX4-55" fmla="*/ 1884373 w 2061337"/>
              <a:gd name="connsiteY4-56" fmla="*/ 660548 h 690775"/>
              <a:gd name="connsiteX5-57" fmla="*/ 1955650 w 2061337"/>
              <a:gd name="connsiteY5-58" fmla="*/ 602775 h 690775"/>
              <a:gd name="connsiteX6-59" fmla="*/ 2048569 w 2061337"/>
              <a:gd name="connsiteY6-60" fmla="*/ 441842 h 690775"/>
              <a:gd name="connsiteX7-61" fmla="*/ 2061337 w 2061337"/>
              <a:gd name="connsiteY7-62" fmla="*/ 346976 h 690775"/>
              <a:gd name="connsiteX8-63" fmla="*/ 2060295 w 2061337"/>
              <a:gd name="connsiteY8-64" fmla="*/ 333210 h 690775"/>
              <a:gd name="connsiteX9-65" fmla="*/ 2057456 w 2061337"/>
              <a:gd name="connsiteY9-66" fmla="*/ 298082 h 690775"/>
              <a:gd name="connsiteX10-67" fmla="*/ 2045668 w 2061337"/>
              <a:gd name="connsiteY10-68" fmla="*/ 246937 h 690775"/>
              <a:gd name="connsiteX11-69" fmla="*/ 1841614 w 2061337"/>
              <a:gd name="connsiteY11-70" fmla="*/ 21875 h 690775"/>
              <a:gd name="connsiteX12-71" fmla="*/ 1793039 w 2061337"/>
              <a:gd name="connsiteY12-72" fmla="*/ 6797 h 690775"/>
              <a:gd name="connsiteX13-73" fmla="*/ 162790 w 2061337"/>
              <a:gd name="connsiteY13-74" fmla="*/ 0 h 690775"/>
              <a:gd name="connsiteX14-75" fmla="*/ 162790 w 2061337"/>
              <a:gd name="connsiteY14-76" fmla="*/ 677 h 690775"/>
              <a:gd name="connsiteX15-77" fmla="*/ 149397 w 2061337"/>
              <a:gd name="connsiteY15-78" fmla="*/ 0 h 690775"/>
              <a:gd name="connsiteX16-79" fmla="*/ 0 w 2061337"/>
              <a:gd name="connsiteY16-80" fmla="*/ 7545 h 690775"/>
              <a:gd name="connsiteX17-81" fmla="*/ 59927 w 2061337"/>
              <a:gd name="connsiteY17-82" fmla="*/ 13585 h 690775"/>
              <a:gd name="connsiteX18-83" fmla="*/ 326723 w 2061337"/>
              <a:gd name="connsiteY18-84" fmla="*/ 340933 h 690775"/>
              <a:gd name="connsiteX19-85" fmla="*/ 326723 w 2061337"/>
              <a:gd name="connsiteY19-86" fmla="*/ 367432 h 690775"/>
              <a:gd name="connsiteX20-87" fmla="*/ 122648 w 2061337"/>
              <a:gd name="connsiteY20-88" fmla="*/ 675310 h 690775"/>
              <a:gd name="connsiteX21-89" fmla="*/ 72829 w 2061337"/>
              <a:gd name="connsiteY21-90" fmla="*/ 690775 h 6907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2061337" h="690775">
                <a:moveTo>
                  <a:pt x="72829" y="690775"/>
                </a:moveTo>
                <a:lnTo>
                  <a:pt x="1786498" y="690775"/>
                </a:lnTo>
                <a:lnTo>
                  <a:pt x="1826324" y="690775"/>
                </a:lnTo>
                <a:lnTo>
                  <a:pt x="1876909" y="665076"/>
                </a:lnTo>
                <a:lnTo>
                  <a:pt x="1884373" y="660548"/>
                </a:lnTo>
                <a:lnTo>
                  <a:pt x="1955650" y="602775"/>
                </a:lnTo>
                <a:cubicBezTo>
                  <a:pt x="1999446" y="557676"/>
                  <a:pt x="2031839" y="502702"/>
                  <a:pt x="2048569" y="441842"/>
                </a:cubicBezTo>
                <a:lnTo>
                  <a:pt x="2061337" y="346976"/>
                </a:lnTo>
                <a:cubicBezTo>
                  <a:pt x="2060990" y="342387"/>
                  <a:pt x="2060642" y="337799"/>
                  <a:pt x="2060295" y="333210"/>
                </a:cubicBezTo>
                <a:lnTo>
                  <a:pt x="2057456" y="298082"/>
                </a:lnTo>
                <a:lnTo>
                  <a:pt x="2045668" y="246937"/>
                </a:lnTo>
                <a:cubicBezTo>
                  <a:pt x="2014056" y="145300"/>
                  <a:pt x="1938696" y="62938"/>
                  <a:pt x="1841614" y="21875"/>
                </a:cubicBezTo>
                <a:lnTo>
                  <a:pt x="1793039" y="6797"/>
                </a:lnTo>
                <a:lnTo>
                  <a:pt x="162790" y="0"/>
                </a:lnTo>
                <a:lnTo>
                  <a:pt x="162790" y="677"/>
                </a:lnTo>
                <a:lnTo>
                  <a:pt x="149397" y="0"/>
                </a:lnTo>
                <a:lnTo>
                  <a:pt x="0" y="7545"/>
                </a:lnTo>
                <a:lnTo>
                  <a:pt x="59927" y="13585"/>
                </a:lnTo>
                <a:cubicBezTo>
                  <a:pt x="212187" y="44743"/>
                  <a:pt x="326723" y="179462"/>
                  <a:pt x="326723" y="340933"/>
                </a:cubicBezTo>
                <a:lnTo>
                  <a:pt x="326723" y="367432"/>
                </a:lnTo>
                <a:cubicBezTo>
                  <a:pt x="326723" y="505836"/>
                  <a:pt x="242574" y="624585"/>
                  <a:pt x="122648" y="675310"/>
                </a:cubicBezTo>
                <a:lnTo>
                  <a:pt x="72829" y="6907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4" name="任意多边形: 形状 263"/>
          <p:cNvSpPr/>
          <p:nvPr/>
        </p:nvSpPr>
        <p:spPr>
          <a:xfrm flipV="1">
            <a:off x="10090228" y="5121333"/>
            <a:ext cx="1663847" cy="690775"/>
          </a:xfrm>
          <a:custGeom>
            <a:avLst/>
            <a:gdLst>
              <a:gd name="connsiteX0" fmla="*/ 0 w 1663847"/>
              <a:gd name="connsiteY0" fmla="*/ 690775 h 690775"/>
              <a:gd name="connsiteX1" fmla="*/ 1663847 w 1663847"/>
              <a:gd name="connsiteY1" fmla="*/ 690775 h 690775"/>
              <a:gd name="connsiteX2" fmla="*/ 1663847 w 1663847"/>
              <a:gd name="connsiteY2" fmla="*/ 0 h 690775"/>
              <a:gd name="connsiteX3" fmla="*/ 2921 w 1663847"/>
              <a:gd name="connsiteY3" fmla="*/ 0 h 690775"/>
              <a:gd name="connsiteX4" fmla="*/ 32132 w 1663847"/>
              <a:gd name="connsiteY4" fmla="*/ 8487 h 690775"/>
              <a:gd name="connsiteX5" fmla="*/ 265133 w 1663847"/>
              <a:gd name="connsiteY5" fmla="*/ 337494 h 690775"/>
              <a:gd name="connsiteX6" fmla="*/ 257382 w 1663847"/>
              <a:gd name="connsiteY6" fmla="*/ 409455 h 690775"/>
              <a:gd name="connsiteX7" fmla="*/ 240026 w 1663847"/>
              <a:gd name="connsiteY7" fmla="*/ 461788 h 690775"/>
              <a:gd name="connsiteX8" fmla="*/ 238872 w 1663847"/>
              <a:gd name="connsiteY8" fmla="*/ 466794 h 690775"/>
              <a:gd name="connsiteX9" fmla="*/ 237238 w 1663847"/>
              <a:gd name="connsiteY9" fmla="*/ 470193 h 690775"/>
              <a:gd name="connsiteX10" fmla="*/ 235153 w 1663847"/>
              <a:gd name="connsiteY10" fmla="*/ 476480 h 690775"/>
              <a:gd name="connsiteX11" fmla="*/ 229673 w 1663847"/>
              <a:gd name="connsiteY11" fmla="*/ 485930 h 690775"/>
              <a:gd name="connsiteX12" fmla="*/ 196829 w 1663847"/>
              <a:gd name="connsiteY12" fmla="*/ 554251 h 690775"/>
              <a:gd name="connsiteX13" fmla="*/ 49819 w 1663847"/>
              <a:gd name="connsiteY13" fmla="*/ 675310 h 690775"/>
              <a:gd name="connsiteX14" fmla="*/ 0 w 1663847"/>
              <a:gd name="connsiteY14" fmla="*/ 690775 h 69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63847" h="690775">
                <a:moveTo>
                  <a:pt x="0" y="690775"/>
                </a:moveTo>
                <a:lnTo>
                  <a:pt x="1663847" y="690775"/>
                </a:lnTo>
                <a:lnTo>
                  <a:pt x="1663847" y="0"/>
                </a:lnTo>
                <a:lnTo>
                  <a:pt x="2921" y="0"/>
                </a:lnTo>
                <a:lnTo>
                  <a:pt x="32132" y="8487"/>
                </a:lnTo>
                <a:cubicBezTo>
                  <a:pt x="169057" y="62693"/>
                  <a:pt x="265133" y="189592"/>
                  <a:pt x="265133" y="337494"/>
                </a:cubicBezTo>
                <a:cubicBezTo>
                  <a:pt x="265133" y="362144"/>
                  <a:pt x="262464" y="386211"/>
                  <a:pt x="257382" y="409455"/>
                </a:cubicBezTo>
                <a:lnTo>
                  <a:pt x="240026" y="461788"/>
                </a:lnTo>
                <a:lnTo>
                  <a:pt x="238872" y="466794"/>
                </a:lnTo>
                <a:lnTo>
                  <a:pt x="237238" y="470193"/>
                </a:lnTo>
                <a:lnTo>
                  <a:pt x="235153" y="476480"/>
                </a:lnTo>
                <a:lnTo>
                  <a:pt x="229673" y="485930"/>
                </a:lnTo>
                <a:lnTo>
                  <a:pt x="196829" y="554251"/>
                </a:lnTo>
                <a:cubicBezTo>
                  <a:pt x="160801" y="607579"/>
                  <a:pt x="109782" y="649948"/>
                  <a:pt x="49819" y="675310"/>
                </a:cubicBezTo>
                <a:lnTo>
                  <a:pt x="0" y="6907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8" name="Freeform 252++"/>
          <p:cNvSpPr/>
          <p:nvPr/>
        </p:nvSpPr>
        <p:spPr>
          <a:xfrm>
            <a:off x="7620000" y="3055850"/>
            <a:ext cx="4114766" cy="1489163"/>
          </a:xfrm>
          <a:custGeom>
            <a:avLst/>
            <a:gdLst>
              <a:gd name="connsiteX0" fmla="*/ 1008919 w 4527526"/>
              <a:gd name="connsiteY0" fmla="*/ 0 h 2179042"/>
              <a:gd name="connsiteX1" fmla="*/ 1030590 w 4527526"/>
              <a:gd name="connsiteY1" fmla="*/ 1182 h 2179042"/>
              <a:gd name="connsiteX2" fmla="*/ 1030590 w 4527526"/>
              <a:gd name="connsiteY2" fmla="*/ 521 h 2179042"/>
              <a:gd name="connsiteX3" fmla="*/ 4527526 w 4527526"/>
              <a:gd name="connsiteY3" fmla="*/ 521 h 2179042"/>
              <a:gd name="connsiteX4" fmla="*/ 4527526 w 4527526"/>
              <a:gd name="connsiteY4" fmla="*/ 2178521 h 2179042"/>
              <a:gd name="connsiteX5" fmla="*/ 1030590 w 4527526"/>
              <a:gd name="connsiteY5" fmla="*/ 2178521 h 2179042"/>
              <a:gd name="connsiteX6" fmla="*/ 1030590 w 4527526"/>
              <a:gd name="connsiteY6" fmla="*/ 2177861 h 2179042"/>
              <a:gd name="connsiteX7" fmla="*/ 1008919 w 4527526"/>
              <a:gd name="connsiteY7" fmla="*/ 2179042 h 2179042"/>
              <a:gd name="connsiteX8" fmla="*/ 0 w 4527526"/>
              <a:gd name="connsiteY8" fmla="*/ 1089521 h 2179042"/>
              <a:gd name="connsiteX9" fmla="*/ 1008919 w 4527526"/>
              <a:gd name="connsiteY9" fmla="*/ 0 h 2179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27526" h="2179042">
                <a:moveTo>
                  <a:pt x="1008919" y="0"/>
                </a:moveTo>
                <a:lnTo>
                  <a:pt x="1030590" y="1182"/>
                </a:lnTo>
                <a:lnTo>
                  <a:pt x="1030590" y="521"/>
                </a:lnTo>
                <a:lnTo>
                  <a:pt x="4527526" y="521"/>
                </a:lnTo>
                <a:lnTo>
                  <a:pt x="4527526" y="2178521"/>
                </a:lnTo>
                <a:lnTo>
                  <a:pt x="1030590" y="2178521"/>
                </a:lnTo>
                <a:lnTo>
                  <a:pt x="1030590" y="2177861"/>
                </a:lnTo>
                <a:lnTo>
                  <a:pt x="1008919" y="2179042"/>
                </a:lnTo>
                <a:cubicBezTo>
                  <a:pt x="451708" y="2179042"/>
                  <a:pt x="0" y="1691247"/>
                  <a:pt x="0" y="1089521"/>
                </a:cubicBezTo>
                <a:cubicBezTo>
                  <a:pt x="0" y="487795"/>
                  <a:pt x="451708" y="0"/>
                  <a:pt x="10089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448378" y="1201829"/>
            <a:ext cx="5647621" cy="6391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91629" y="3628384"/>
            <a:ext cx="27494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线上线下客户关系维护</a:t>
            </a:r>
          </a:p>
        </p:txBody>
      </p:sp>
      <p:sp>
        <p:nvSpPr>
          <p:cNvPr id="28" name="矩形 27"/>
          <p:cNvSpPr/>
          <p:nvPr/>
        </p:nvSpPr>
        <p:spPr>
          <a:xfrm>
            <a:off x="457234" y="1959091"/>
            <a:ext cx="2768286" cy="21592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08792" y="1947513"/>
            <a:ext cx="2768286" cy="21592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42164" y="4226996"/>
            <a:ext cx="2768287" cy="230436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08792" y="4220258"/>
            <a:ext cx="2768287" cy="230436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02631" y="2115997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教育行业客户转化率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866958" y="2551330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兴趣难洞察</a:t>
            </a:r>
          </a:p>
        </p:txBody>
      </p:sp>
      <p:sp>
        <p:nvSpPr>
          <p:cNvPr id="53" name="Rectangle 60+"/>
          <p:cNvSpPr/>
          <p:nvPr/>
        </p:nvSpPr>
        <p:spPr>
          <a:xfrm>
            <a:off x="628859" y="245069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211611" y="2551330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参考率低</a:t>
            </a:r>
          </a:p>
        </p:txBody>
      </p:sp>
      <p:sp>
        <p:nvSpPr>
          <p:cNvPr id="55" name="Rectangle 60+"/>
          <p:cNvSpPr/>
          <p:nvPr/>
        </p:nvSpPr>
        <p:spPr>
          <a:xfrm>
            <a:off x="1909391" y="245069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54189" y="2134635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电商行业客户转化率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3796187" y="2551330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活跃度低</a:t>
            </a:r>
          </a:p>
        </p:txBody>
      </p:sp>
      <p:sp>
        <p:nvSpPr>
          <p:cNvPr id="60" name="Rectangle 60+"/>
          <p:cNvSpPr/>
          <p:nvPr/>
        </p:nvSpPr>
        <p:spPr>
          <a:xfrm>
            <a:off x="3493968" y="245069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012600" y="2551330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活动效果差</a:t>
            </a:r>
          </a:p>
        </p:txBody>
      </p:sp>
      <p:sp>
        <p:nvSpPr>
          <p:cNvPr id="63" name="Rectangle 60+"/>
          <p:cNvSpPr/>
          <p:nvPr/>
        </p:nvSpPr>
        <p:spPr>
          <a:xfrm>
            <a:off x="4774500" y="245069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1651" y="3305757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55282" y="3029094"/>
            <a:ext cx="882506" cy="882506"/>
          </a:xfrm>
          <a:prstGeom prst="ellipse">
            <a:avLst/>
          </a:prstGeom>
          <a:noFill/>
          <a:ln w="1397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弧形 34"/>
          <p:cNvSpPr/>
          <p:nvPr/>
        </p:nvSpPr>
        <p:spPr>
          <a:xfrm>
            <a:off x="755282" y="3029094"/>
            <a:ext cx="882506" cy="882506"/>
          </a:xfrm>
          <a:prstGeom prst="arc">
            <a:avLst>
              <a:gd name="adj1" fmla="val 16200000"/>
              <a:gd name="adj2" fmla="val 21168000"/>
            </a:avLst>
          </a:prstGeom>
          <a:ln w="139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628859" y="3717172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99306" y="3763339"/>
            <a:ext cx="76944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首次参课率</a:t>
            </a:r>
          </a:p>
        </p:txBody>
      </p:sp>
      <p:sp>
        <p:nvSpPr>
          <p:cNvPr id="39" name="图形 2169"/>
          <p:cNvSpPr/>
          <p:nvPr/>
        </p:nvSpPr>
        <p:spPr>
          <a:xfrm rot="16049443">
            <a:off x="1261509" y="3356618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217113" y="3305757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2067346" y="3035685"/>
            <a:ext cx="875240" cy="875241"/>
          </a:xfrm>
          <a:prstGeom prst="ellipse">
            <a:avLst/>
          </a:prstGeom>
          <a:noFill/>
          <a:ln w="1397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弧形 41"/>
          <p:cNvSpPr/>
          <p:nvPr/>
        </p:nvSpPr>
        <p:spPr>
          <a:xfrm>
            <a:off x="2067347" y="3035685"/>
            <a:ext cx="875239" cy="875240"/>
          </a:xfrm>
          <a:prstGeom prst="arc">
            <a:avLst>
              <a:gd name="adj1" fmla="val 16200000"/>
              <a:gd name="adj2" fmla="val 20952000"/>
            </a:avLst>
          </a:prstGeom>
          <a:ln w="139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图形 2169"/>
          <p:cNvSpPr/>
          <p:nvPr/>
        </p:nvSpPr>
        <p:spPr>
          <a:xfrm rot="8465077" flipV="1">
            <a:off x="2546856" y="3397097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1908931" y="3717172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002434" y="3763339"/>
            <a:ext cx="92333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首次参课成本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3820891" y="3305757"/>
            <a:ext cx="2981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3656023" y="3055850"/>
            <a:ext cx="810927" cy="810927"/>
          </a:xfrm>
          <a:prstGeom prst="ellipse">
            <a:avLst/>
          </a:prstGeom>
          <a:noFill/>
          <a:ln w="1397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弧形 66"/>
          <p:cNvSpPr/>
          <p:nvPr/>
        </p:nvSpPr>
        <p:spPr>
          <a:xfrm>
            <a:off x="3656022" y="3055850"/>
            <a:ext cx="810930" cy="810927"/>
          </a:xfrm>
          <a:prstGeom prst="arc">
            <a:avLst>
              <a:gd name="adj1" fmla="val 16200000"/>
              <a:gd name="adj2" fmla="val 17712004"/>
            </a:avLst>
          </a:prstGeom>
          <a:ln w="139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0" name="图形 2169"/>
          <p:cNvSpPr/>
          <p:nvPr/>
        </p:nvSpPr>
        <p:spPr>
          <a:xfrm rot="8465077" flipV="1">
            <a:off x="4045590" y="3420087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3506320" y="3717172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753711" y="3763339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开口成本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5043484" y="3305757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图形 2169"/>
          <p:cNvSpPr/>
          <p:nvPr/>
        </p:nvSpPr>
        <p:spPr>
          <a:xfrm rot="16049443">
            <a:off x="5401740" y="3356618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4921080" y="3056523"/>
            <a:ext cx="833562" cy="833563"/>
          </a:xfrm>
          <a:prstGeom prst="ellipse">
            <a:avLst/>
          </a:prstGeom>
          <a:noFill/>
          <a:ln w="1397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8" name="弧形 77"/>
          <p:cNvSpPr/>
          <p:nvPr/>
        </p:nvSpPr>
        <p:spPr>
          <a:xfrm>
            <a:off x="4921080" y="3056523"/>
            <a:ext cx="833562" cy="833562"/>
          </a:xfrm>
          <a:prstGeom prst="arc">
            <a:avLst>
              <a:gd name="adj1" fmla="val 16200000"/>
              <a:gd name="adj2" fmla="val 863999"/>
            </a:avLst>
          </a:prstGeom>
          <a:ln w="139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4810901" y="3717172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981348" y="3763339"/>
            <a:ext cx="76944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加粉转化率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815467" y="4395668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健康行业客户转化率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879794" y="4831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团队难管理</a:t>
            </a:r>
          </a:p>
        </p:txBody>
      </p:sp>
      <p:sp>
        <p:nvSpPr>
          <p:cNvPr id="87" name="Rectangle 60+"/>
          <p:cNvSpPr/>
          <p:nvPr/>
        </p:nvSpPr>
        <p:spPr>
          <a:xfrm>
            <a:off x="641695" y="4730370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2160327" y="4831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沉默客户多</a:t>
            </a:r>
          </a:p>
        </p:txBody>
      </p:sp>
      <p:sp>
        <p:nvSpPr>
          <p:cNvPr id="90" name="Rectangle 60+"/>
          <p:cNvSpPr/>
          <p:nvPr/>
        </p:nvSpPr>
        <p:spPr>
          <a:xfrm>
            <a:off x="1922227" y="4730370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673180" y="4396477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零售行业客户转化率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3673387" y="4831001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转化率难统计</a:t>
            </a:r>
          </a:p>
        </p:txBody>
      </p:sp>
      <p:sp>
        <p:nvSpPr>
          <p:cNvPr id="94" name="Rectangle 60+"/>
          <p:cNvSpPr/>
          <p:nvPr/>
        </p:nvSpPr>
        <p:spPr>
          <a:xfrm>
            <a:off x="3499408" y="473117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5018040" y="4831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导购差异大</a:t>
            </a:r>
          </a:p>
        </p:txBody>
      </p:sp>
      <p:sp>
        <p:nvSpPr>
          <p:cNvPr id="97" name="Rectangle 60+"/>
          <p:cNvSpPr/>
          <p:nvPr/>
        </p:nvSpPr>
        <p:spPr>
          <a:xfrm>
            <a:off x="4779940" y="473117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96194" y="5600865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750311" y="5336332"/>
            <a:ext cx="882506" cy="882506"/>
            <a:chOff x="844019" y="2984077"/>
            <a:chExt cx="660438" cy="660438"/>
          </a:xfrm>
        </p:grpSpPr>
        <p:sp>
          <p:nvSpPr>
            <p:cNvPr id="130" name="椭圆 129"/>
            <p:cNvSpPr/>
            <p:nvPr/>
          </p:nvSpPr>
          <p:spPr>
            <a:xfrm>
              <a:off x="844019" y="2984077"/>
              <a:ext cx="660438" cy="660438"/>
            </a:xfrm>
            <a:prstGeom prst="ellipse">
              <a:avLst/>
            </a:prstGeom>
            <a:noFill/>
            <a:ln w="1397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1" name="弧形 130"/>
            <p:cNvSpPr/>
            <p:nvPr/>
          </p:nvSpPr>
          <p:spPr>
            <a:xfrm>
              <a:off x="844019" y="2984077"/>
              <a:ext cx="660438" cy="660438"/>
            </a:xfrm>
            <a:prstGeom prst="arc">
              <a:avLst>
                <a:gd name="adj1" fmla="val 16200000"/>
                <a:gd name="adj2" fmla="val 21168000"/>
              </a:avLst>
            </a:prstGeom>
            <a:ln w="139700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28" name="矩形: 圆角 127"/>
          <p:cNvSpPr/>
          <p:nvPr/>
        </p:nvSpPr>
        <p:spPr>
          <a:xfrm>
            <a:off x="623888" y="6024410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948223" y="6070577"/>
            <a:ext cx="46166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下单率</a:t>
            </a:r>
          </a:p>
        </p:txBody>
      </p:sp>
      <p:sp>
        <p:nvSpPr>
          <p:cNvPr id="103" name="图形 2169"/>
          <p:cNvSpPr/>
          <p:nvPr/>
        </p:nvSpPr>
        <p:spPr>
          <a:xfrm rot="16049443">
            <a:off x="1256538" y="5663856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2179996" y="5600865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062375" y="5342923"/>
            <a:ext cx="875240" cy="875241"/>
            <a:chOff x="2149896" y="3035685"/>
            <a:chExt cx="875240" cy="875241"/>
          </a:xfrm>
        </p:grpSpPr>
        <p:sp>
          <p:nvSpPr>
            <p:cNvPr id="126" name="椭圆 125"/>
            <p:cNvSpPr/>
            <p:nvPr/>
          </p:nvSpPr>
          <p:spPr>
            <a:xfrm>
              <a:off x="2149896" y="3035685"/>
              <a:ext cx="875240" cy="875241"/>
            </a:xfrm>
            <a:prstGeom prst="ellipse">
              <a:avLst/>
            </a:prstGeom>
            <a:noFill/>
            <a:ln w="1397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7" name="弧形 126"/>
            <p:cNvSpPr/>
            <p:nvPr/>
          </p:nvSpPr>
          <p:spPr>
            <a:xfrm>
              <a:off x="2149897" y="3035685"/>
              <a:ext cx="875239" cy="875240"/>
            </a:xfrm>
            <a:prstGeom prst="arc">
              <a:avLst>
                <a:gd name="adj1" fmla="val 16200000"/>
                <a:gd name="adj2" fmla="val 20952000"/>
              </a:avLst>
            </a:prstGeom>
            <a:ln w="139700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06" name="图形 2169"/>
          <p:cNvSpPr/>
          <p:nvPr/>
        </p:nvSpPr>
        <p:spPr>
          <a:xfrm rot="8465077" flipV="1">
            <a:off x="2541885" y="5704335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4" name="矩形: 圆角 123"/>
          <p:cNvSpPr/>
          <p:nvPr/>
        </p:nvSpPr>
        <p:spPr>
          <a:xfrm>
            <a:off x="1903960" y="6024410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2151351" y="6070577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开口成本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3815920" y="5600865"/>
            <a:ext cx="2981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3651051" y="5363088"/>
            <a:ext cx="810930" cy="810927"/>
            <a:chOff x="3677630" y="3170337"/>
            <a:chExt cx="605938" cy="605936"/>
          </a:xfrm>
        </p:grpSpPr>
        <p:sp>
          <p:nvSpPr>
            <p:cNvPr id="122" name="椭圆 121"/>
            <p:cNvSpPr/>
            <p:nvPr/>
          </p:nvSpPr>
          <p:spPr>
            <a:xfrm>
              <a:off x="3677631" y="3170337"/>
              <a:ext cx="605936" cy="605936"/>
            </a:xfrm>
            <a:prstGeom prst="ellipse">
              <a:avLst/>
            </a:prstGeom>
            <a:noFill/>
            <a:ln w="1397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3" name="弧形 122"/>
            <p:cNvSpPr/>
            <p:nvPr/>
          </p:nvSpPr>
          <p:spPr>
            <a:xfrm>
              <a:off x="3677630" y="3170337"/>
              <a:ext cx="605938" cy="605936"/>
            </a:xfrm>
            <a:prstGeom prst="arc">
              <a:avLst>
                <a:gd name="adj1" fmla="val 16200000"/>
                <a:gd name="adj2" fmla="val 17712004"/>
              </a:avLst>
            </a:prstGeom>
            <a:ln w="139700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10" name="图形 2169"/>
          <p:cNvSpPr/>
          <p:nvPr/>
        </p:nvSpPr>
        <p:spPr>
          <a:xfrm rot="8465077" flipV="1">
            <a:off x="4040619" y="5727325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3501349" y="6024410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3748740" y="6070577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开口成本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5029053" y="5600865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3" name="图形 2169"/>
          <p:cNvSpPr/>
          <p:nvPr/>
        </p:nvSpPr>
        <p:spPr>
          <a:xfrm rot="16049443">
            <a:off x="5396769" y="5663856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椭圆 117"/>
          <p:cNvSpPr/>
          <p:nvPr/>
        </p:nvSpPr>
        <p:spPr>
          <a:xfrm>
            <a:off x="4916109" y="5363761"/>
            <a:ext cx="833562" cy="833563"/>
          </a:xfrm>
          <a:prstGeom prst="ellipse">
            <a:avLst/>
          </a:prstGeom>
          <a:noFill/>
          <a:ln w="1397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9" name="弧形 118"/>
          <p:cNvSpPr/>
          <p:nvPr/>
        </p:nvSpPr>
        <p:spPr>
          <a:xfrm>
            <a:off x="4916109" y="5363761"/>
            <a:ext cx="833562" cy="833562"/>
          </a:xfrm>
          <a:prstGeom prst="arc">
            <a:avLst>
              <a:gd name="adj1" fmla="val 16200000"/>
              <a:gd name="adj2" fmla="val 863999"/>
            </a:avLst>
          </a:prstGeom>
          <a:ln w="139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6" name="矩形: 圆角 115"/>
          <p:cNvSpPr/>
          <p:nvPr/>
        </p:nvSpPr>
        <p:spPr>
          <a:xfrm>
            <a:off x="4805930" y="6024410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4976377" y="6070577"/>
            <a:ext cx="76944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加粉转化率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1151077" y="1270676"/>
            <a:ext cx="323165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不同行业客户转化案例数据分析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1064193" y="1533570"/>
            <a:ext cx="262123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客私域转化节点行为，并自动上报投放平台</a:t>
            </a:r>
          </a:p>
        </p:txBody>
      </p:sp>
      <p:grpSp>
        <p:nvGrpSpPr>
          <p:cNvPr id="144" name="组合 143"/>
          <p:cNvGrpSpPr/>
          <p:nvPr/>
        </p:nvGrpSpPr>
        <p:grpSpPr>
          <a:xfrm>
            <a:off x="749374" y="1376935"/>
            <a:ext cx="284297" cy="288924"/>
            <a:chOff x="1183902" y="-1929404"/>
            <a:chExt cx="3167708" cy="3219263"/>
          </a:xfrm>
          <a:solidFill>
            <a:schemeClr val="accent1"/>
          </a:solidFill>
        </p:grpSpPr>
        <p:sp>
          <p:nvSpPr>
            <p:cNvPr id="141" name="任意多边形: 形状 140"/>
            <p:cNvSpPr/>
            <p:nvPr/>
          </p:nvSpPr>
          <p:spPr>
            <a:xfrm>
              <a:off x="1974993" y="895453"/>
              <a:ext cx="1579690" cy="394406"/>
            </a:xfrm>
            <a:custGeom>
              <a:avLst/>
              <a:gdLst>
                <a:gd name="connsiteX0" fmla="*/ 784683 w 1579690"/>
                <a:gd name="connsiteY0" fmla="*/ 394406 h 394406"/>
                <a:gd name="connsiteX1" fmla="*/ 49559 w 1579690"/>
                <a:gd name="connsiteY1" fmla="*/ 192041 h 394406"/>
                <a:gd name="connsiteX2" fmla="*/ 0 w 1579690"/>
                <a:gd name="connsiteY2" fmla="*/ 101183 h 394406"/>
                <a:gd name="connsiteX3" fmla="*/ 101183 w 1579690"/>
                <a:gd name="connsiteY3" fmla="*/ 0 h 394406"/>
                <a:gd name="connsiteX4" fmla="*/ 132157 w 1579690"/>
                <a:gd name="connsiteY4" fmla="*/ 0 h 394406"/>
                <a:gd name="connsiteX5" fmla="*/ 150742 w 1579690"/>
                <a:gd name="connsiteY5" fmla="*/ 10325 h 394406"/>
                <a:gd name="connsiteX6" fmla="*/ 790878 w 1579690"/>
                <a:gd name="connsiteY6" fmla="*/ 183781 h 394406"/>
                <a:gd name="connsiteX7" fmla="*/ 1428949 w 1579690"/>
                <a:gd name="connsiteY7" fmla="*/ 10325 h 394406"/>
                <a:gd name="connsiteX8" fmla="*/ 1447533 w 1579690"/>
                <a:gd name="connsiteY8" fmla="*/ 0 h 394406"/>
                <a:gd name="connsiteX9" fmla="*/ 1478508 w 1579690"/>
                <a:gd name="connsiteY9" fmla="*/ 0 h 394406"/>
                <a:gd name="connsiteX10" fmla="*/ 1579690 w 1579690"/>
                <a:gd name="connsiteY10" fmla="*/ 101183 h 394406"/>
                <a:gd name="connsiteX11" fmla="*/ 1519807 w 1579690"/>
                <a:gd name="connsiteY11" fmla="*/ 192041 h 394406"/>
                <a:gd name="connsiteX12" fmla="*/ 784683 w 1579690"/>
                <a:gd name="connsiteY12" fmla="*/ 394406 h 39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9690" h="394406">
                  <a:moveTo>
                    <a:pt x="784683" y="394406"/>
                  </a:moveTo>
                  <a:cubicBezTo>
                    <a:pt x="522434" y="394406"/>
                    <a:pt x="268444" y="324198"/>
                    <a:pt x="49559" y="192041"/>
                  </a:cubicBezTo>
                  <a:cubicBezTo>
                    <a:pt x="16520" y="169326"/>
                    <a:pt x="0" y="138352"/>
                    <a:pt x="0" y="101183"/>
                  </a:cubicBezTo>
                  <a:cubicBezTo>
                    <a:pt x="0" y="41299"/>
                    <a:pt x="41299" y="0"/>
                    <a:pt x="101183" y="0"/>
                  </a:cubicBezTo>
                  <a:lnTo>
                    <a:pt x="132157" y="0"/>
                  </a:lnTo>
                  <a:lnTo>
                    <a:pt x="150742" y="10325"/>
                  </a:lnTo>
                  <a:cubicBezTo>
                    <a:pt x="338653" y="123897"/>
                    <a:pt x="559603" y="183781"/>
                    <a:pt x="790878" y="183781"/>
                  </a:cubicBezTo>
                  <a:cubicBezTo>
                    <a:pt x="1020088" y="183781"/>
                    <a:pt x="1241038" y="123897"/>
                    <a:pt x="1428949" y="10325"/>
                  </a:cubicBezTo>
                  <a:lnTo>
                    <a:pt x="1447533" y="0"/>
                  </a:lnTo>
                  <a:lnTo>
                    <a:pt x="1478508" y="0"/>
                  </a:lnTo>
                  <a:cubicBezTo>
                    <a:pt x="1540456" y="0"/>
                    <a:pt x="1579690" y="51624"/>
                    <a:pt x="1579690" y="101183"/>
                  </a:cubicBezTo>
                  <a:cubicBezTo>
                    <a:pt x="1579690" y="142482"/>
                    <a:pt x="1546651" y="173456"/>
                    <a:pt x="1519807" y="192041"/>
                  </a:cubicBezTo>
                  <a:cubicBezTo>
                    <a:pt x="1302986" y="324198"/>
                    <a:pt x="1046932" y="394406"/>
                    <a:pt x="784683" y="394406"/>
                  </a:cubicBezTo>
                  <a:close/>
                </a:path>
              </a:pathLst>
            </a:custGeom>
            <a:grpFill/>
            <a:ln w="3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2" name="任意多边形: 形状 141"/>
            <p:cNvSpPr/>
            <p:nvPr/>
          </p:nvSpPr>
          <p:spPr>
            <a:xfrm>
              <a:off x="1183902" y="-1929404"/>
              <a:ext cx="3167708" cy="2864092"/>
            </a:xfrm>
            <a:custGeom>
              <a:avLst/>
              <a:gdLst>
                <a:gd name="connsiteX0" fmla="*/ 3157530 w 3167708"/>
                <a:gd name="connsiteY0" fmla="*/ 2341659 h 2864092"/>
                <a:gd name="connsiteX1" fmla="*/ 2963424 w 3167708"/>
                <a:gd name="connsiteY1" fmla="*/ 2077344 h 2864092"/>
                <a:gd name="connsiteX2" fmla="*/ 2752799 w 3167708"/>
                <a:gd name="connsiteY2" fmla="*/ 2023656 h 2864092"/>
                <a:gd name="connsiteX3" fmla="*/ 2471965 w 3167708"/>
                <a:gd name="connsiteY3" fmla="*/ 2128968 h 2864092"/>
                <a:gd name="connsiteX4" fmla="*/ 2164286 w 3167708"/>
                <a:gd name="connsiteY4" fmla="*/ 1953447 h 2864092"/>
                <a:gd name="connsiteX5" fmla="*/ 2197326 w 3167708"/>
                <a:gd name="connsiteY5" fmla="*/ 1767601 h 2864092"/>
                <a:gd name="connsiteX6" fmla="*/ 1716191 w 3167708"/>
                <a:gd name="connsiteY6" fmla="*/ 1172894 h 2864092"/>
                <a:gd name="connsiteX7" fmla="*/ 1716191 w 3167708"/>
                <a:gd name="connsiteY7" fmla="*/ 819787 h 2864092"/>
                <a:gd name="connsiteX8" fmla="*/ 2005285 w 3167708"/>
                <a:gd name="connsiteY8" fmla="*/ 419186 h 2864092"/>
                <a:gd name="connsiteX9" fmla="*/ 1586099 w 3167708"/>
                <a:gd name="connsiteY9" fmla="*/ 0 h 2864092"/>
                <a:gd name="connsiteX10" fmla="*/ 1166913 w 3167708"/>
                <a:gd name="connsiteY10" fmla="*/ 419186 h 2864092"/>
                <a:gd name="connsiteX11" fmla="*/ 1456007 w 3167708"/>
                <a:gd name="connsiteY11" fmla="*/ 817722 h 2864092"/>
                <a:gd name="connsiteX12" fmla="*/ 1456007 w 3167708"/>
                <a:gd name="connsiteY12" fmla="*/ 1172894 h 2864092"/>
                <a:gd name="connsiteX13" fmla="*/ 974872 w 3167708"/>
                <a:gd name="connsiteY13" fmla="*/ 1767601 h 2864092"/>
                <a:gd name="connsiteX14" fmla="*/ 1005847 w 3167708"/>
                <a:gd name="connsiteY14" fmla="*/ 1955512 h 2864092"/>
                <a:gd name="connsiteX15" fmla="*/ 702298 w 3167708"/>
                <a:gd name="connsiteY15" fmla="*/ 2131033 h 2864092"/>
                <a:gd name="connsiteX16" fmla="*/ 419400 w 3167708"/>
                <a:gd name="connsiteY16" fmla="*/ 2025720 h 2864092"/>
                <a:gd name="connsiteX17" fmla="*/ 210839 w 3167708"/>
                <a:gd name="connsiteY17" fmla="*/ 2077344 h 2864092"/>
                <a:gd name="connsiteX18" fmla="*/ 53903 w 3167708"/>
                <a:gd name="connsiteY18" fmla="*/ 2651402 h 2864092"/>
                <a:gd name="connsiteX19" fmla="*/ 419400 w 3167708"/>
                <a:gd name="connsiteY19" fmla="*/ 2862027 h 2864092"/>
                <a:gd name="connsiteX20" fmla="*/ 627960 w 3167708"/>
                <a:gd name="connsiteY20" fmla="*/ 2810403 h 2864092"/>
                <a:gd name="connsiteX21" fmla="*/ 824131 w 3167708"/>
                <a:gd name="connsiteY21" fmla="*/ 2360243 h 2864092"/>
                <a:gd name="connsiteX22" fmla="*/ 1125614 w 3167708"/>
                <a:gd name="connsiteY22" fmla="*/ 2188852 h 2864092"/>
                <a:gd name="connsiteX23" fmla="*/ 1575774 w 3167708"/>
                <a:gd name="connsiteY23" fmla="*/ 2391218 h 2864092"/>
                <a:gd name="connsiteX24" fmla="*/ 2027999 w 3167708"/>
                <a:gd name="connsiteY24" fmla="*/ 2188852 h 2864092"/>
                <a:gd name="connsiteX25" fmla="*/ 2327418 w 3167708"/>
                <a:gd name="connsiteY25" fmla="*/ 2360243 h 2864092"/>
                <a:gd name="connsiteX26" fmla="*/ 2521524 w 3167708"/>
                <a:gd name="connsiteY26" fmla="*/ 2810403 h 2864092"/>
                <a:gd name="connsiteX27" fmla="*/ 2732149 w 3167708"/>
                <a:gd name="connsiteY27" fmla="*/ 2864092 h 2864092"/>
                <a:gd name="connsiteX28" fmla="*/ 3097646 w 3167708"/>
                <a:gd name="connsiteY28" fmla="*/ 2657597 h 2864092"/>
                <a:gd name="connsiteX29" fmla="*/ 3157530 w 3167708"/>
                <a:gd name="connsiteY29" fmla="*/ 2341659 h 2864092"/>
                <a:gd name="connsiteX30" fmla="*/ 2897345 w 3167708"/>
                <a:gd name="connsiteY30" fmla="*/ 2523375 h 2864092"/>
                <a:gd name="connsiteX31" fmla="*/ 2761058 w 3167708"/>
                <a:gd name="connsiteY31" fmla="*/ 2603908 h 2864092"/>
                <a:gd name="connsiteX32" fmla="*/ 2680525 w 3167708"/>
                <a:gd name="connsiteY32" fmla="*/ 2579129 h 2864092"/>
                <a:gd name="connsiteX33" fmla="*/ 2602057 w 3167708"/>
                <a:gd name="connsiteY33" fmla="*/ 2475881 h 2864092"/>
                <a:gd name="connsiteX34" fmla="*/ 2622706 w 3167708"/>
                <a:gd name="connsiteY34" fmla="*/ 2366438 h 2864092"/>
                <a:gd name="connsiteX35" fmla="*/ 2758993 w 3167708"/>
                <a:gd name="connsiteY35" fmla="*/ 2283840 h 2864092"/>
                <a:gd name="connsiteX36" fmla="*/ 2837462 w 3167708"/>
                <a:gd name="connsiteY36" fmla="*/ 2306555 h 2864092"/>
                <a:gd name="connsiteX37" fmla="*/ 2839527 w 3167708"/>
                <a:gd name="connsiteY37" fmla="*/ 2308619 h 2864092"/>
                <a:gd name="connsiteX38" fmla="*/ 2897345 w 3167708"/>
                <a:gd name="connsiteY38" fmla="*/ 2523375 h 2864092"/>
                <a:gd name="connsiteX39" fmla="*/ 1745101 w 3167708"/>
                <a:gd name="connsiteY39" fmla="*/ 417121 h 2864092"/>
                <a:gd name="connsiteX40" fmla="*/ 1584034 w 3167708"/>
                <a:gd name="connsiteY40" fmla="*/ 578187 h 2864092"/>
                <a:gd name="connsiteX41" fmla="*/ 1422968 w 3167708"/>
                <a:gd name="connsiteY41" fmla="*/ 417121 h 2864092"/>
                <a:gd name="connsiteX42" fmla="*/ 1584034 w 3167708"/>
                <a:gd name="connsiteY42" fmla="*/ 256054 h 2864092"/>
                <a:gd name="connsiteX43" fmla="*/ 1745101 w 3167708"/>
                <a:gd name="connsiteY43" fmla="*/ 417121 h 2864092"/>
                <a:gd name="connsiteX44" fmla="*/ 1939206 w 3167708"/>
                <a:gd name="connsiteY44" fmla="*/ 1767601 h 2864092"/>
                <a:gd name="connsiteX45" fmla="*/ 1586099 w 3167708"/>
                <a:gd name="connsiteY45" fmla="*/ 2120709 h 2864092"/>
                <a:gd name="connsiteX46" fmla="*/ 1232992 w 3167708"/>
                <a:gd name="connsiteY46" fmla="*/ 1767601 h 2864092"/>
                <a:gd name="connsiteX47" fmla="*/ 1586099 w 3167708"/>
                <a:gd name="connsiteY47" fmla="*/ 1414494 h 2864092"/>
                <a:gd name="connsiteX48" fmla="*/ 1939206 w 3167708"/>
                <a:gd name="connsiteY48" fmla="*/ 1767601 h 2864092"/>
                <a:gd name="connsiteX49" fmla="*/ 572206 w 3167708"/>
                <a:gd name="connsiteY49" fmla="*/ 2484140 h 2864092"/>
                <a:gd name="connsiteX50" fmla="*/ 499933 w 3167708"/>
                <a:gd name="connsiteY50" fmla="*/ 2579129 h 2864092"/>
                <a:gd name="connsiteX51" fmla="*/ 497868 w 3167708"/>
                <a:gd name="connsiteY51" fmla="*/ 2581193 h 2864092"/>
                <a:gd name="connsiteX52" fmla="*/ 419400 w 3167708"/>
                <a:gd name="connsiteY52" fmla="*/ 2603908 h 2864092"/>
                <a:gd name="connsiteX53" fmla="*/ 285178 w 3167708"/>
                <a:gd name="connsiteY53" fmla="*/ 2525440 h 2864092"/>
                <a:gd name="connsiteX54" fmla="*/ 283113 w 3167708"/>
                <a:gd name="connsiteY54" fmla="*/ 2523375 h 2864092"/>
                <a:gd name="connsiteX55" fmla="*/ 264528 w 3167708"/>
                <a:gd name="connsiteY55" fmla="*/ 2403607 h 2864092"/>
                <a:gd name="connsiteX56" fmla="*/ 336801 w 3167708"/>
                <a:gd name="connsiteY56" fmla="*/ 2308619 h 2864092"/>
                <a:gd name="connsiteX57" fmla="*/ 338866 w 3167708"/>
                <a:gd name="connsiteY57" fmla="*/ 2306555 h 2864092"/>
                <a:gd name="connsiteX58" fmla="*/ 417335 w 3167708"/>
                <a:gd name="connsiteY58" fmla="*/ 2283840 h 2864092"/>
                <a:gd name="connsiteX59" fmla="*/ 551557 w 3167708"/>
                <a:gd name="connsiteY59" fmla="*/ 2362308 h 2864092"/>
                <a:gd name="connsiteX60" fmla="*/ 553622 w 3167708"/>
                <a:gd name="connsiteY60" fmla="*/ 2364373 h 2864092"/>
                <a:gd name="connsiteX61" fmla="*/ 572206 w 3167708"/>
                <a:gd name="connsiteY61" fmla="*/ 2484140 h 2864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167708" h="2864092">
                  <a:moveTo>
                    <a:pt x="3157530" y="2341659"/>
                  </a:moveTo>
                  <a:cubicBezTo>
                    <a:pt x="3132750" y="2230151"/>
                    <a:pt x="3062542" y="2135163"/>
                    <a:pt x="2963424" y="2077344"/>
                  </a:cubicBezTo>
                  <a:cubicBezTo>
                    <a:pt x="2891150" y="2029850"/>
                    <a:pt x="2808552" y="2023656"/>
                    <a:pt x="2752799" y="2023656"/>
                  </a:cubicBezTo>
                  <a:cubicBezTo>
                    <a:pt x="2647486" y="2023656"/>
                    <a:pt x="2548368" y="2060825"/>
                    <a:pt x="2471965" y="2128968"/>
                  </a:cubicBezTo>
                  <a:lnTo>
                    <a:pt x="2164286" y="1953447"/>
                  </a:lnTo>
                  <a:cubicBezTo>
                    <a:pt x="2180806" y="1893563"/>
                    <a:pt x="2197326" y="1831615"/>
                    <a:pt x="2197326" y="1767601"/>
                  </a:cubicBezTo>
                  <a:cubicBezTo>
                    <a:pt x="2197326" y="1480572"/>
                    <a:pt x="1999090" y="1234843"/>
                    <a:pt x="1716191" y="1172894"/>
                  </a:cubicBezTo>
                  <a:lnTo>
                    <a:pt x="1716191" y="819787"/>
                  </a:lnTo>
                  <a:cubicBezTo>
                    <a:pt x="1887582" y="768163"/>
                    <a:pt x="2005285" y="602967"/>
                    <a:pt x="2005285" y="419186"/>
                  </a:cubicBezTo>
                  <a:cubicBezTo>
                    <a:pt x="2005285" y="187911"/>
                    <a:pt x="1817374" y="0"/>
                    <a:pt x="1586099" y="0"/>
                  </a:cubicBezTo>
                  <a:cubicBezTo>
                    <a:pt x="1354824" y="0"/>
                    <a:pt x="1166913" y="187911"/>
                    <a:pt x="1166913" y="419186"/>
                  </a:cubicBezTo>
                  <a:cubicBezTo>
                    <a:pt x="1166913" y="600902"/>
                    <a:pt x="1280486" y="757838"/>
                    <a:pt x="1456007" y="817722"/>
                  </a:cubicBezTo>
                  <a:lnTo>
                    <a:pt x="1456007" y="1172894"/>
                  </a:lnTo>
                  <a:cubicBezTo>
                    <a:pt x="1171043" y="1236908"/>
                    <a:pt x="974872" y="1480572"/>
                    <a:pt x="974872" y="1767601"/>
                  </a:cubicBezTo>
                  <a:cubicBezTo>
                    <a:pt x="974872" y="1837810"/>
                    <a:pt x="985197" y="1897693"/>
                    <a:pt x="1005847" y="1955512"/>
                  </a:cubicBezTo>
                  <a:lnTo>
                    <a:pt x="702298" y="2131033"/>
                  </a:lnTo>
                  <a:cubicBezTo>
                    <a:pt x="623830" y="2062890"/>
                    <a:pt x="522647" y="2025720"/>
                    <a:pt x="419400" y="2025720"/>
                  </a:cubicBezTo>
                  <a:cubicBezTo>
                    <a:pt x="351256" y="2025720"/>
                    <a:pt x="278983" y="2044305"/>
                    <a:pt x="210839" y="2077344"/>
                  </a:cubicBezTo>
                  <a:cubicBezTo>
                    <a:pt x="12604" y="2192982"/>
                    <a:pt x="-59670" y="2455231"/>
                    <a:pt x="53903" y="2651402"/>
                  </a:cubicBezTo>
                  <a:cubicBezTo>
                    <a:pt x="124111" y="2781494"/>
                    <a:pt x="264528" y="2862027"/>
                    <a:pt x="419400" y="2862027"/>
                  </a:cubicBezTo>
                  <a:cubicBezTo>
                    <a:pt x="487543" y="2862027"/>
                    <a:pt x="559817" y="2843443"/>
                    <a:pt x="627960" y="2810403"/>
                  </a:cubicBezTo>
                  <a:cubicBezTo>
                    <a:pt x="782832" y="2723675"/>
                    <a:pt x="861300" y="2541959"/>
                    <a:pt x="824131" y="2360243"/>
                  </a:cubicBezTo>
                  <a:lnTo>
                    <a:pt x="1125614" y="2188852"/>
                  </a:lnTo>
                  <a:cubicBezTo>
                    <a:pt x="1243317" y="2316879"/>
                    <a:pt x="1410578" y="2391218"/>
                    <a:pt x="1575774" y="2391218"/>
                  </a:cubicBezTo>
                  <a:cubicBezTo>
                    <a:pt x="1751295" y="2391218"/>
                    <a:pt x="1914427" y="2316879"/>
                    <a:pt x="2027999" y="2188852"/>
                  </a:cubicBezTo>
                  <a:lnTo>
                    <a:pt x="2327418" y="2360243"/>
                  </a:lnTo>
                  <a:cubicBezTo>
                    <a:pt x="2290249" y="2533700"/>
                    <a:pt x="2368717" y="2713351"/>
                    <a:pt x="2521524" y="2810403"/>
                  </a:cubicBezTo>
                  <a:cubicBezTo>
                    <a:pt x="2593797" y="2857897"/>
                    <a:pt x="2676395" y="2864092"/>
                    <a:pt x="2732149" y="2864092"/>
                  </a:cubicBezTo>
                  <a:cubicBezTo>
                    <a:pt x="2882891" y="2864092"/>
                    <a:pt x="3015048" y="2787689"/>
                    <a:pt x="3097646" y="2657597"/>
                  </a:cubicBezTo>
                  <a:cubicBezTo>
                    <a:pt x="3161659" y="2562609"/>
                    <a:pt x="3182309" y="2451101"/>
                    <a:pt x="3157530" y="2341659"/>
                  </a:cubicBezTo>
                  <a:close/>
                  <a:moveTo>
                    <a:pt x="2897345" y="2523375"/>
                  </a:moveTo>
                  <a:cubicBezTo>
                    <a:pt x="2862241" y="2574999"/>
                    <a:pt x="2814747" y="2603908"/>
                    <a:pt x="2761058" y="2603908"/>
                  </a:cubicBezTo>
                  <a:cubicBezTo>
                    <a:pt x="2730084" y="2603908"/>
                    <a:pt x="2707370" y="2597713"/>
                    <a:pt x="2680525" y="2579129"/>
                  </a:cubicBezTo>
                  <a:cubicBezTo>
                    <a:pt x="2639226" y="2554349"/>
                    <a:pt x="2612382" y="2517180"/>
                    <a:pt x="2602057" y="2475881"/>
                  </a:cubicBezTo>
                  <a:cubicBezTo>
                    <a:pt x="2593797" y="2436647"/>
                    <a:pt x="2599992" y="2397412"/>
                    <a:pt x="2622706" y="2366438"/>
                  </a:cubicBezTo>
                  <a:cubicBezTo>
                    <a:pt x="2657810" y="2312749"/>
                    <a:pt x="2707370" y="2283840"/>
                    <a:pt x="2758993" y="2283840"/>
                  </a:cubicBezTo>
                  <a:cubicBezTo>
                    <a:pt x="2789968" y="2283840"/>
                    <a:pt x="2812682" y="2290035"/>
                    <a:pt x="2837462" y="2306555"/>
                  </a:cubicBezTo>
                  <a:cubicBezTo>
                    <a:pt x="2837462" y="2306555"/>
                    <a:pt x="2839527" y="2306555"/>
                    <a:pt x="2839527" y="2308619"/>
                  </a:cubicBezTo>
                  <a:cubicBezTo>
                    <a:pt x="2913865" y="2345789"/>
                    <a:pt x="2936579" y="2440777"/>
                    <a:pt x="2897345" y="2523375"/>
                  </a:cubicBezTo>
                  <a:close/>
                  <a:moveTo>
                    <a:pt x="1745101" y="417121"/>
                  </a:moveTo>
                  <a:cubicBezTo>
                    <a:pt x="1745101" y="505914"/>
                    <a:pt x="1672827" y="578187"/>
                    <a:pt x="1584034" y="578187"/>
                  </a:cubicBezTo>
                  <a:cubicBezTo>
                    <a:pt x="1495241" y="578187"/>
                    <a:pt x="1422968" y="505914"/>
                    <a:pt x="1422968" y="417121"/>
                  </a:cubicBezTo>
                  <a:cubicBezTo>
                    <a:pt x="1422968" y="328328"/>
                    <a:pt x="1495241" y="256054"/>
                    <a:pt x="1584034" y="256054"/>
                  </a:cubicBezTo>
                  <a:cubicBezTo>
                    <a:pt x="1674892" y="258119"/>
                    <a:pt x="1745101" y="330393"/>
                    <a:pt x="1745101" y="417121"/>
                  </a:cubicBezTo>
                  <a:close/>
                  <a:moveTo>
                    <a:pt x="1939206" y="1767601"/>
                  </a:moveTo>
                  <a:cubicBezTo>
                    <a:pt x="1939206" y="1961707"/>
                    <a:pt x="1780205" y="2120709"/>
                    <a:pt x="1586099" y="2120709"/>
                  </a:cubicBezTo>
                  <a:cubicBezTo>
                    <a:pt x="1391993" y="2120709"/>
                    <a:pt x="1232992" y="1961707"/>
                    <a:pt x="1232992" y="1767601"/>
                  </a:cubicBezTo>
                  <a:cubicBezTo>
                    <a:pt x="1232992" y="1573495"/>
                    <a:pt x="1391993" y="1414494"/>
                    <a:pt x="1586099" y="1414494"/>
                  </a:cubicBezTo>
                  <a:cubicBezTo>
                    <a:pt x="1780205" y="1414494"/>
                    <a:pt x="1939206" y="1573495"/>
                    <a:pt x="1939206" y="1767601"/>
                  </a:cubicBezTo>
                  <a:close/>
                  <a:moveTo>
                    <a:pt x="572206" y="2484140"/>
                  </a:moveTo>
                  <a:cubicBezTo>
                    <a:pt x="561881" y="2523375"/>
                    <a:pt x="535037" y="2558479"/>
                    <a:pt x="499933" y="2579129"/>
                  </a:cubicBezTo>
                  <a:cubicBezTo>
                    <a:pt x="499933" y="2579129"/>
                    <a:pt x="497868" y="2579129"/>
                    <a:pt x="497868" y="2581193"/>
                  </a:cubicBezTo>
                  <a:cubicBezTo>
                    <a:pt x="473088" y="2597713"/>
                    <a:pt x="450374" y="2603908"/>
                    <a:pt x="419400" y="2603908"/>
                  </a:cubicBezTo>
                  <a:cubicBezTo>
                    <a:pt x="363646" y="2603908"/>
                    <a:pt x="307892" y="2570869"/>
                    <a:pt x="285178" y="2525440"/>
                  </a:cubicBezTo>
                  <a:lnTo>
                    <a:pt x="283113" y="2523375"/>
                  </a:lnTo>
                  <a:cubicBezTo>
                    <a:pt x="260398" y="2486206"/>
                    <a:pt x="254203" y="2442841"/>
                    <a:pt x="264528" y="2403607"/>
                  </a:cubicBezTo>
                  <a:cubicBezTo>
                    <a:pt x="274853" y="2364373"/>
                    <a:pt x="301697" y="2329269"/>
                    <a:pt x="336801" y="2308619"/>
                  </a:cubicBezTo>
                  <a:cubicBezTo>
                    <a:pt x="336801" y="2308619"/>
                    <a:pt x="338866" y="2308619"/>
                    <a:pt x="338866" y="2306555"/>
                  </a:cubicBezTo>
                  <a:cubicBezTo>
                    <a:pt x="363646" y="2290035"/>
                    <a:pt x="386360" y="2283840"/>
                    <a:pt x="417335" y="2283840"/>
                  </a:cubicBezTo>
                  <a:cubicBezTo>
                    <a:pt x="473088" y="2283840"/>
                    <a:pt x="528842" y="2316879"/>
                    <a:pt x="551557" y="2362308"/>
                  </a:cubicBezTo>
                  <a:lnTo>
                    <a:pt x="553622" y="2364373"/>
                  </a:lnTo>
                  <a:cubicBezTo>
                    <a:pt x="576336" y="2399477"/>
                    <a:pt x="582531" y="2442841"/>
                    <a:pt x="572206" y="2484140"/>
                  </a:cubicBezTo>
                  <a:close/>
                </a:path>
              </a:pathLst>
            </a:custGeom>
            <a:grpFill/>
            <a:ln w="3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3" name="任意多边形: 形状 142"/>
            <p:cNvSpPr/>
            <p:nvPr/>
          </p:nvSpPr>
          <p:spPr>
            <a:xfrm>
              <a:off x="1318338" y="-1452399"/>
              <a:ext cx="2903326" cy="1422753"/>
            </a:xfrm>
            <a:custGeom>
              <a:avLst/>
              <a:gdLst>
                <a:gd name="connsiteX0" fmla="*/ 2791819 w 2903326"/>
                <a:gd name="connsiteY0" fmla="*/ 1420689 h 1422753"/>
                <a:gd name="connsiteX1" fmla="*/ 2715415 w 2903326"/>
                <a:gd name="connsiteY1" fmla="*/ 1373195 h 1422753"/>
                <a:gd name="connsiteX2" fmla="*/ 2700961 w 2903326"/>
                <a:gd name="connsiteY2" fmla="*/ 1311246 h 1422753"/>
                <a:gd name="connsiteX3" fmla="*/ 2700961 w 2903326"/>
                <a:gd name="connsiteY3" fmla="*/ 1290597 h 1422753"/>
                <a:gd name="connsiteX4" fmla="*/ 2058760 w 2903326"/>
                <a:gd name="connsiteY4" fmla="*/ 196171 h 1422753"/>
                <a:gd name="connsiteX5" fmla="*/ 2056695 w 2903326"/>
                <a:gd name="connsiteY5" fmla="*/ 194106 h 1422753"/>
                <a:gd name="connsiteX6" fmla="*/ 2007136 w 2903326"/>
                <a:gd name="connsiteY6" fmla="*/ 142482 h 1422753"/>
                <a:gd name="connsiteX7" fmla="*/ 2017461 w 2903326"/>
                <a:gd name="connsiteY7" fmla="*/ 64014 h 1422753"/>
                <a:gd name="connsiteX8" fmla="*/ 2108319 w 2903326"/>
                <a:gd name="connsiteY8" fmla="*/ 10325 h 1422753"/>
                <a:gd name="connsiteX9" fmla="*/ 2157878 w 2903326"/>
                <a:gd name="connsiteY9" fmla="*/ 24779 h 1422753"/>
                <a:gd name="connsiteX10" fmla="*/ 2903326 w 2903326"/>
                <a:gd name="connsiteY10" fmla="*/ 1292662 h 1422753"/>
                <a:gd name="connsiteX11" fmla="*/ 2903326 w 2903326"/>
                <a:gd name="connsiteY11" fmla="*/ 1331896 h 1422753"/>
                <a:gd name="connsiteX12" fmla="*/ 2802144 w 2903326"/>
                <a:gd name="connsiteY12" fmla="*/ 1422754 h 1422753"/>
                <a:gd name="connsiteX13" fmla="*/ 2791819 w 2903326"/>
                <a:gd name="connsiteY13" fmla="*/ 1422754 h 1422753"/>
                <a:gd name="connsiteX14" fmla="*/ 101183 w 2903326"/>
                <a:gd name="connsiteY14" fmla="*/ 1420689 h 1422753"/>
                <a:gd name="connsiteX15" fmla="*/ 0 w 2903326"/>
                <a:gd name="connsiteY15" fmla="*/ 1329831 h 1422753"/>
                <a:gd name="connsiteX16" fmla="*/ 0 w 2903326"/>
                <a:gd name="connsiteY16" fmla="*/ 1290597 h 1422753"/>
                <a:gd name="connsiteX17" fmla="*/ 745449 w 2903326"/>
                <a:gd name="connsiteY17" fmla="*/ 14455 h 1422753"/>
                <a:gd name="connsiteX18" fmla="*/ 795008 w 2903326"/>
                <a:gd name="connsiteY18" fmla="*/ 0 h 1422753"/>
                <a:gd name="connsiteX19" fmla="*/ 885866 w 2903326"/>
                <a:gd name="connsiteY19" fmla="*/ 53689 h 1422753"/>
                <a:gd name="connsiteX20" fmla="*/ 846631 w 2903326"/>
                <a:gd name="connsiteY20" fmla="*/ 194106 h 1422753"/>
                <a:gd name="connsiteX21" fmla="*/ 202366 w 2903326"/>
                <a:gd name="connsiteY21" fmla="*/ 1288532 h 1422753"/>
                <a:gd name="connsiteX22" fmla="*/ 202366 w 2903326"/>
                <a:gd name="connsiteY22" fmla="*/ 1311246 h 1422753"/>
                <a:gd name="connsiteX23" fmla="*/ 111508 w 2903326"/>
                <a:gd name="connsiteY23" fmla="*/ 1418624 h 1422753"/>
                <a:gd name="connsiteX24" fmla="*/ 105313 w 2903326"/>
                <a:gd name="connsiteY24" fmla="*/ 1420689 h 1422753"/>
                <a:gd name="connsiteX25" fmla="*/ 101183 w 2903326"/>
                <a:gd name="connsiteY25" fmla="*/ 1420689 h 142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03326" h="1422753">
                  <a:moveTo>
                    <a:pt x="2791819" y="1420689"/>
                  </a:moveTo>
                  <a:cubicBezTo>
                    <a:pt x="2758780" y="1414494"/>
                    <a:pt x="2731935" y="1397974"/>
                    <a:pt x="2715415" y="1373195"/>
                  </a:cubicBezTo>
                  <a:cubicBezTo>
                    <a:pt x="2703026" y="1354610"/>
                    <a:pt x="2696831" y="1331896"/>
                    <a:pt x="2700961" y="1311246"/>
                  </a:cubicBezTo>
                  <a:lnTo>
                    <a:pt x="2700961" y="1290597"/>
                  </a:lnTo>
                  <a:cubicBezTo>
                    <a:pt x="2700961" y="838372"/>
                    <a:pt x="2455231" y="419186"/>
                    <a:pt x="2058760" y="196171"/>
                  </a:cubicBezTo>
                  <a:cubicBezTo>
                    <a:pt x="2058760" y="196171"/>
                    <a:pt x="2056695" y="196171"/>
                    <a:pt x="2056695" y="194106"/>
                  </a:cubicBezTo>
                  <a:cubicBezTo>
                    <a:pt x="2033980" y="183781"/>
                    <a:pt x="2015396" y="165196"/>
                    <a:pt x="2007136" y="142482"/>
                  </a:cubicBezTo>
                  <a:cubicBezTo>
                    <a:pt x="1998876" y="117702"/>
                    <a:pt x="2003006" y="88793"/>
                    <a:pt x="2017461" y="64014"/>
                  </a:cubicBezTo>
                  <a:cubicBezTo>
                    <a:pt x="2038110" y="30974"/>
                    <a:pt x="2071150" y="10325"/>
                    <a:pt x="2108319" y="10325"/>
                  </a:cubicBezTo>
                  <a:cubicBezTo>
                    <a:pt x="2124838" y="10325"/>
                    <a:pt x="2143423" y="14455"/>
                    <a:pt x="2157878" y="24779"/>
                  </a:cubicBezTo>
                  <a:cubicBezTo>
                    <a:pt x="2618363" y="278769"/>
                    <a:pt x="2903326" y="764033"/>
                    <a:pt x="2903326" y="1292662"/>
                  </a:cubicBezTo>
                  <a:lnTo>
                    <a:pt x="2903326" y="1331896"/>
                  </a:lnTo>
                  <a:cubicBezTo>
                    <a:pt x="2893002" y="1385585"/>
                    <a:pt x="2849637" y="1422754"/>
                    <a:pt x="2802144" y="1422754"/>
                  </a:cubicBezTo>
                  <a:lnTo>
                    <a:pt x="2791819" y="1422754"/>
                  </a:lnTo>
                  <a:close/>
                  <a:moveTo>
                    <a:pt x="101183" y="1420689"/>
                  </a:moveTo>
                  <a:cubicBezTo>
                    <a:pt x="53689" y="1420689"/>
                    <a:pt x="10325" y="1383520"/>
                    <a:pt x="0" y="1329831"/>
                  </a:cubicBezTo>
                  <a:lnTo>
                    <a:pt x="0" y="1290597"/>
                  </a:lnTo>
                  <a:cubicBezTo>
                    <a:pt x="0" y="766098"/>
                    <a:pt x="284964" y="276704"/>
                    <a:pt x="745449" y="14455"/>
                  </a:cubicBezTo>
                  <a:cubicBezTo>
                    <a:pt x="761968" y="4130"/>
                    <a:pt x="778488" y="0"/>
                    <a:pt x="795008" y="0"/>
                  </a:cubicBezTo>
                  <a:cubicBezTo>
                    <a:pt x="832177" y="0"/>
                    <a:pt x="865216" y="20650"/>
                    <a:pt x="885866" y="53689"/>
                  </a:cubicBezTo>
                  <a:cubicBezTo>
                    <a:pt x="914775" y="101183"/>
                    <a:pt x="896190" y="163131"/>
                    <a:pt x="846631" y="194106"/>
                  </a:cubicBezTo>
                  <a:cubicBezTo>
                    <a:pt x="450160" y="417121"/>
                    <a:pt x="202366" y="836307"/>
                    <a:pt x="202366" y="1288532"/>
                  </a:cubicBezTo>
                  <a:lnTo>
                    <a:pt x="202366" y="1311246"/>
                  </a:lnTo>
                  <a:cubicBezTo>
                    <a:pt x="210625" y="1362870"/>
                    <a:pt x="173456" y="1404169"/>
                    <a:pt x="111508" y="1418624"/>
                  </a:cubicBezTo>
                  <a:cubicBezTo>
                    <a:pt x="109443" y="1418624"/>
                    <a:pt x="107378" y="1420689"/>
                    <a:pt x="105313" y="1420689"/>
                  </a:cubicBezTo>
                  <a:lnTo>
                    <a:pt x="101183" y="1420689"/>
                  </a:lnTo>
                  <a:close/>
                </a:path>
              </a:pathLst>
            </a:custGeom>
            <a:grpFill/>
            <a:ln w="3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39" name="任意多边形: 形状 238"/>
          <p:cNvSpPr/>
          <p:nvPr/>
        </p:nvSpPr>
        <p:spPr>
          <a:xfrm flipV="1">
            <a:off x="8036740" y="1856559"/>
            <a:ext cx="2181206" cy="690774"/>
          </a:xfrm>
          <a:custGeom>
            <a:avLst/>
            <a:gdLst>
              <a:gd name="connsiteX0" fmla="*/ 268840 w 2181206"/>
              <a:gd name="connsiteY0" fmla="*/ 690774 h 690774"/>
              <a:gd name="connsiteX1" fmla="*/ 2181206 w 2181206"/>
              <a:gd name="connsiteY1" fmla="*/ 690774 h 690774"/>
              <a:gd name="connsiteX2" fmla="*/ 1847070 w 2181206"/>
              <a:gd name="connsiteY2" fmla="*/ 356638 h 690774"/>
              <a:gd name="connsiteX3" fmla="*/ 1847070 w 2181206"/>
              <a:gd name="connsiteY3" fmla="*/ 330139 h 690774"/>
              <a:gd name="connsiteX4" fmla="*/ 2113866 w 2181206"/>
              <a:gd name="connsiteY4" fmla="*/ 2791 h 690774"/>
              <a:gd name="connsiteX5" fmla="*/ 2141554 w 2181206"/>
              <a:gd name="connsiteY5" fmla="*/ 0 h 690774"/>
              <a:gd name="connsiteX6" fmla="*/ 1995054 w 2181206"/>
              <a:gd name="connsiteY6" fmla="*/ 0 h 690774"/>
              <a:gd name="connsiteX7" fmla="*/ 1840529 w 2181206"/>
              <a:gd name="connsiteY7" fmla="*/ 0 h 690774"/>
              <a:gd name="connsiteX8" fmla="*/ 255967 w 2181206"/>
              <a:gd name="connsiteY8" fmla="*/ 0 h 690774"/>
              <a:gd name="connsiteX9" fmla="*/ 220268 w 2181206"/>
              <a:gd name="connsiteY9" fmla="*/ 11081 h 690774"/>
              <a:gd name="connsiteX10" fmla="*/ 0 w 2181206"/>
              <a:gd name="connsiteY10" fmla="*/ 343389 h 690774"/>
              <a:gd name="connsiteX11" fmla="*/ 220268 w 2181206"/>
              <a:gd name="connsiteY11" fmla="*/ 675696 h 690774"/>
              <a:gd name="connsiteX12" fmla="*/ 268840 w 2181206"/>
              <a:gd name="connsiteY12" fmla="*/ 690774 h 69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81206" h="690774">
                <a:moveTo>
                  <a:pt x="268840" y="690774"/>
                </a:moveTo>
                <a:lnTo>
                  <a:pt x="2181206" y="690774"/>
                </a:lnTo>
                <a:cubicBezTo>
                  <a:pt x="1996668" y="690774"/>
                  <a:pt x="1847070" y="541176"/>
                  <a:pt x="1847070" y="356638"/>
                </a:cubicBezTo>
                <a:lnTo>
                  <a:pt x="1847070" y="330139"/>
                </a:lnTo>
                <a:cubicBezTo>
                  <a:pt x="1847070" y="168668"/>
                  <a:pt x="1961606" y="33949"/>
                  <a:pt x="2113866" y="2791"/>
                </a:cubicBezTo>
                <a:lnTo>
                  <a:pt x="2141554" y="0"/>
                </a:lnTo>
                <a:lnTo>
                  <a:pt x="1995054" y="0"/>
                </a:lnTo>
                <a:lnTo>
                  <a:pt x="1840529" y="0"/>
                </a:lnTo>
                <a:lnTo>
                  <a:pt x="255967" y="0"/>
                </a:lnTo>
                <a:lnTo>
                  <a:pt x="220268" y="11081"/>
                </a:lnTo>
                <a:cubicBezTo>
                  <a:pt x="90826" y="65831"/>
                  <a:pt x="0" y="194003"/>
                  <a:pt x="0" y="343389"/>
                </a:cubicBezTo>
                <a:cubicBezTo>
                  <a:pt x="0" y="492775"/>
                  <a:pt x="90826" y="620947"/>
                  <a:pt x="220268" y="675696"/>
                </a:cubicBezTo>
                <a:lnTo>
                  <a:pt x="268840" y="690774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8" name="任意多边形: 形状 237"/>
          <p:cNvSpPr/>
          <p:nvPr/>
        </p:nvSpPr>
        <p:spPr>
          <a:xfrm flipV="1">
            <a:off x="10075278" y="1856559"/>
            <a:ext cx="1678796" cy="690774"/>
          </a:xfrm>
          <a:custGeom>
            <a:avLst/>
            <a:gdLst>
              <a:gd name="connsiteX0" fmla="*/ 268840 w 1678796"/>
              <a:gd name="connsiteY0" fmla="*/ 690774 h 690774"/>
              <a:gd name="connsiteX1" fmla="*/ 1678796 w 1678796"/>
              <a:gd name="connsiteY1" fmla="*/ 690774 h 690774"/>
              <a:gd name="connsiteX2" fmla="*/ 1678796 w 1678796"/>
              <a:gd name="connsiteY2" fmla="*/ 0 h 690774"/>
              <a:gd name="connsiteX3" fmla="*/ 255966 w 1678796"/>
              <a:gd name="connsiteY3" fmla="*/ 0 h 690774"/>
              <a:gd name="connsiteX4" fmla="*/ 220268 w 1678796"/>
              <a:gd name="connsiteY4" fmla="*/ 11081 h 690774"/>
              <a:gd name="connsiteX5" fmla="*/ 0 w 1678796"/>
              <a:gd name="connsiteY5" fmla="*/ 343389 h 690774"/>
              <a:gd name="connsiteX6" fmla="*/ 220268 w 1678796"/>
              <a:gd name="connsiteY6" fmla="*/ 675696 h 690774"/>
              <a:gd name="connsiteX7" fmla="*/ 268840 w 1678796"/>
              <a:gd name="connsiteY7" fmla="*/ 690774 h 69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8796" h="690774">
                <a:moveTo>
                  <a:pt x="268840" y="690774"/>
                </a:moveTo>
                <a:lnTo>
                  <a:pt x="1678796" y="690774"/>
                </a:lnTo>
                <a:lnTo>
                  <a:pt x="1678796" y="0"/>
                </a:lnTo>
                <a:lnTo>
                  <a:pt x="255966" y="0"/>
                </a:lnTo>
                <a:lnTo>
                  <a:pt x="220268" y="11081"/>
                </a:lnTo>
                <a:cubicBezTo>
                  <a:pt x="90826" y="65831"/>
                  <a:pt x="0" y="194003"/>
                  <a:pt x="0" y="343389"/>
                </a:cubicBezTo>
                <a:cubicBezTo>
                  <a:pt x="0" y="492775"/>
                  <a:pt x="90826" y="620947"/>
                  <a:pt x="220268" y="675696"/>
                </a:cubicBezTo>
                <a:lnTo>
                  <a:pt x="268840" y="690774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7" name="任意多边形: 形状 236"/>
          <p:cNvSpPr/>
          <p:nvPr/>
        </p:nvSpPr>
        <p:spPr>
          <a:xfrm flipV="1">
            <a:off x="6272794" y="1862707"/>
            <a:ext cx="1866963" cy="2039207"/>
          </a:xfrm>
          <a:custGeom>
            <a:avLst/>
            <a:gdLst>
              <a:gd name="connsiteX0" fmla="*/ 1845621 w 1866963"/>
              <a:gd name="connsiteY0" fmla="*/ 2039207 h 2039207"/>
              <a:gd name="connsiteX1" fmla="*/ 1839275 w 1866963"/>
              <a:gd name="connsiteY1" fmla="*/ 2038567 h 2039207"/>
              <a:gd name="connsiteX2" fmla="*/ 1572479 w 1866963"/>
              <a:gd name="connsiteY2" fmla="*/ 1711219 h 2039207"/>
              <a:gd name="connsiteX3" fmla="*/ 1572479 w 1866963"/>
              <a:gd name="connsiteY3" fmla="*/ 1684720 h 2039207"/>
              <a:gd name="connsiteX4" fmla="*/ 1839275 w 1866963"/>
              <a:gd name="connsiteY4" fmla="*/ 1357372 h 2039207"/>
              <a:gd name="connsiteX5" fmla="*/ 1866963 w 1866963"/>
              <a:gd name="connsiteY5" fmla="*/ 1354581 h 2039207"/>
              <a:gd name="connsiteX6" fmla="*/ 1816035 w 1866963"/>
              <a:gd name="connsiteY6" fmla="*/ 1354581 h 2039207"/>
              <a:gd name="connsiteX7" fmla="*/ 1816035 w 1866963"/>
              <a:gd name="connsiteY7" fmla="*/ 1354141 h 2039207"/>
              <a:gd name="connsiteX8" fmla="*/ 1808601 w 1866963"/>
              <a:gd name="connsiteY8" fmla="*/ 1354581 h 2039207"/>
              <a:gd name="connsiteX9" fmla="*/ 733401 w 1866963"/>
              <a:gd name="connsiteY9" fmla="*/ 327208 h 2039207"/>
              <a:gd name="connsiteX10" fmla="*/ 725711 w 1866963"/>
              <a:gd name="connsiteY10" fmla="*/ 237779 h 2039207"/>
              <a:gd name="connsiteX11" fmla="*/ 723271 w 1866963"/>
              <a:gd name="connsiteY11" fmla="*/ 225425 h 2039207"/>
              <a:gd name="connsiteX12" fmla="*/ 721568 w 1866963"/>
              <a:gd name="connsiteY12" fmla="*/ 220268 h 2039207"/>
              <a:gd name="connsiteX13" fmla="*/ 368069 w 1866963"/>
              <a:gd name="connsiteY13" fmla="*/ 0 h 2039207"/>
              <a:gd name="connsiteX14" fmla="*/ 14571 w 1866963"/>
              <a:gd name="connsiteY14" fmla="*/ 220268 h 2039207"/>
              <a:gd name="connsiteX15" fmla="*/ 0 w 1866963"/>
              <a:gd name="connsiteY15" fmla="*/ 264396 h 2039207"/>
              <a:gd name="connsiteX16" fmla="*/ 294 w 1866963"/>
              <a:gd name="connsiteY16" fmla="*/ 270231 h 2039207"/>
              <a:gd name="connsiteX17" fmla="*/ 1765209 w 1866963"/>
              <a:gd name="connsiteY17" fmla="*/ 2035146 h 2039207"/>
              <a:gd name="connsiteX18" fmla="*/ 1845621 w 1866963"/>
              <a:gd name="connsiteY18" fmla="*/ 2039207 h 2039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66963" h="2039207">
                <a:moveTo>
                  <a:pt x="1845621" y="2039207"/>
                </a:moveTo>
                <a:lnTo>
                  <a:pt x="1839275" y="2038567"/>
                </a:lnTo>
                <a:cubicBezTo>
                  <a:pt x="1687015" y="2007410"/>
                  <a:pt x="1572479" y="1872690"/>
                  <a:pt x="1572479" y="1711219"/>
                </a:cubicBezTo>
                <a:lnTo>
                  <a:pt x="1572479" y="1684720"/>
                </a:lnTo>
                <a:cubicBezTo>
                  <a:pt x="1572479" y="1523249"/>
                  <a:pt x="1687015" y="1388530"/>
                  <a:pt x="1839275" y="1357372"/>
                </a:cubicBezTo>
                <a:lnTo>
                  <a:pt x="1866963" y="1354581"/>
                </a:lnTo>
                <a:lnTo>
                  <a:pt x="1816035" y="1354581"/>
                </a:lnTo>
                <a:lnTo>
                  <a:pt x="1816035" y="1354141"/>
                </a:lnTo>
                <a:lnTo>
                  <a:pt x="1808601" y="1354581"/>
                </a:lnTo>
                <a:cubicBezTo>
                  <a:pt x="1278237" y="1354581"/>
                  <a:pt x="835738" y="913529"/>
                  <a:pt x="733401" y="327208"/>
                </a:cubicBezTo>
                <a:lnTo>
                  <a:pt x="725711" y="237779"/>
                </a:lnTo>
                <a:lnTo>
                  <a:pt x="723271" y="225425"/>
                </a:lnTo>
                <a:lnTo>
                  <a:pt x="721568" y="220268"/>
                </a:lnTo>
                <a:cubicBezTo>
                  <a:pt x="663327" y="90826"/>
                  <a:pt x="526981" y="0"/>
                  <a:pt x="368069" y="0"/>
                </a:cubicBezTo>
                <a:cubicBezTo>
                  <a:pt x="209157" y="0"/>
                  <a:pt x="72812" y="90826"/>
                  <a:pt x="14571" y="220268"/>
                </a:cubicBezTo>
                <a:lnTo>
                  <a:pt x="0" y="264396"/>
                </a:lnTo>
                <a:lnTo>
                  <a:pt x="294" y="270231"/>
                </a:lnTo>
                <a:cubicBezTo>
                  <a:pt x="94800" y="1200821"/>
                  <a:pt x="834619" y="1940640"/>
                  <a:pt x="1765209" y="2035146"/>
                </a:cubicBezTo>
                <a:lnTo>
                  <a:pt x="1845621" y="203920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2" name="任意多边形: 形状 231"/>
          <p:cNvSpPr/>
          <p:nvPr/>
        </p:nvSpPr>
        <p:spPr>
          <a:xfrm flipV="1">
            <a:off x="6262878" y="3666575"/>
            <a:ext cx="1963148" cy="2128180"/>
          </a:xfrm>
          <a:custGeom>
            <a:avLst/>
            <a:gdLst>
              <a:gd name="connsiteX0" fmla="*/ 8447 w 1963148"/>
              <a:gd name="connsiteY0" fmla="*/ 2128180 h 2128180"/>
              <a:gd name="connsiteX1" fmla="*/ 8447 w 1963148"/>
              <a:gd name="connsiteY1" fmla="*/ 2035509 h 2128180"/>
              <a:gd name="connsiteX2" fmla="*/ 363890 w 1963148"/>
              <a:gd name="connsiteY2" fmla="*/ 1701373 h 2128180"/>
              <a:gd name="connsiteX3" fmla="*/ 392079 w 1963148"/>
              <a:gd name="connsiteY3" fmla="*/ 1701373 h 2128180"/>
              <a:gd name="connsiteX4" fmla="*/ 719590 w 1963148"/>
              <a:gd name="connsiteY4" fmla="*/ 1905448 h 2128180"/>
              <a:gd name="connsiteX5" fmla="*/ 723070 w 1963148"/>
              <a:gd name="connsiteY5" fmla="*/ 1915985 h 2128180"/>
              <a:gd name="connsiteX6" fmla="*/ 727288 w 1963148"/>
              <a:gd name="connsiteY6" fmla="*/ 1832437 h 2128180"/>
              <a:gd name="connsiteX7" fmla="*/ 735626 w 1963148"/>
              <a:gd name="connsiteY7" fmla="*/ 1790222 h 2128180"/>
              <a:gd name="connsiteX8" fmla="*/ 743316 w 1963148"/>
              <a:gd name="connsiteY8" fmla="*/ 1700795 h 2128180"/>
              <a:gd name="connsiteX9" fmla="*/ 1624241 w 1963148"/>
              <a:gd name="connsiteY9" fmla="*/ 693519 h 2128180"/>
              <a:gd name="connsiteX10" fmla="*/ 1705042 w 1963148"/>
              <a:gd name="connsiteY10" fmla="*/ 680883 h 2128180"/>
              <a:gd name="connsiteX11" fmla="*/ 1742880 w 1963148"/>
              <a:gd name="connsiteY11" fmla="*/ 669137 h 2128180"/>
              <a:gd name="connsiteX12" fmla="*/ 1963148 w 1963148"/>
              <a:gd name="connsiteY12" fmla="*/ 336830 h 2128180"/>
              <a:gd name="connsiteX13" fmla="*/ 1742880 w 1963148"/>
              <a:gd name="connsiteY13" fmla="*/ 4522 h 2128180"/>
              <a:gd name="connsiteX14" fmla="*/ 1728313 w 1963148"/>
              <a:gd name="connsiteY14" fmla="*/ 0 h 2128180"/>
              <a:gd name="connsiteX15" fmla="*/ 1578797 w 1963148"/>
              <a:gd name="connsiteY15" fmla="*/ 22819 h 2128180"/>
              <a:gd name="connsiteX16" fmla="*/ 0 w 1963148"/>
              <a:gd name="connsiteY16" fmla="*/ 1959937 h 2128180"/>
              <a:gd name="connsiteX17" fmla="*/ 25 w 1963148"/>
              <a:gd name="connsiteY17" fmla="*/ 1960422 h 2128180"/>
              <a:gd name="connsiteX18" fmla="*/ 0 w 1963148"/>
              <a:gd name="connsiteY18" fmla="*/ 1960906 h 2128180"/>
              <a:gd name="connsiteX19" fmla="*/ 8447 w 1963148"/>
              <a:gd name="connsiteY19" fmla="*/ 2128180 h 212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63148" h="2128180">
                <a:moveTo>
                  <a:pt x="8447" y="2128180"/>
                </a:moveTo>
                <a:lnTo>
                  <a:pt x="8447" y="2035509"/>
                </a:lnTo>
                <a:cubicBezTo>
                  <a:pt x="8447" y="1850971"/>
                  <a:pt x="167584" y="1701373"/>
                  <a:pt x="363890" y="1701373"/>
                </a:cubicBezTo>
                <a:lnTo>
                  <a:pt x="392079" y="1701373"/>
                </a:lnTo>
                <a:cubicBezTo>
                  <a:pt x="539309" y="1701373"/>
                  <a:pt x="665631" y="1785522"/>
                  <a:pt x="719590" y="1905448"/>
                </a:cubicBezTo>
                <a:lnTo>
                  <a:pt x="723070" y="1915985"/>
                </a:lnTo>
                <a:lnTo>
                  <a:pt x="727288" y="1832437"/>
                </a:lnTo>
                <a:lnTo>
                  <a:pt x="735626" y="1790222"/>
                </a:lnTo>
                <a:lnTo>
                  <a:pt x="743316" y="1700795"/>
                </a:lnTo>
                <a:cubicBezTo>
                  <a:pt x="832861" y="1187765"/>
                  <a:pt x="1182843" y="785955"/>
                  <a:pt x="1624241" y="693519"/>
                </a:cubicBezTo>
                <a:lnTo>
                  <a:pt x="1705042" y="680883"/>
                </a:lnTo>
                <a:lnTo>
                  <a:pt x="1742880" y="669137"/>
                </a:lnTo>
                <a:cubicBezTo>
                  <a:pt x="1872322" y="614388"/>
                  <a:pt x="1963148" y="486216"/>
                  <a:pt x="1963148" y="336830"/>
                </a:cubicBezTo>
                <a:cubicBezTo>
                  <a:pt x="1963148" y="187444"/>
                  <a:pt x="1872322" y="59272"/>
                  <a:pt x="1742880" y="4522"/>
                </a:cubicBezTo>
                <a:lnTo>
                  <a:pt x="1728313" y="0"/>
                </a:lnTo>
                <a:lnTo>
                  <a:pt x="1578797" y="22819"/>
                </a:lnTo>
                <a:cubicBezTo>
                  <a:pt x="677780" y="207194"/>
                  <a:pt x="0" y="1004414"/>
                  <a:pt x="0" y="1959937"/>
                </a:cubicBezTo>
                <a:lnTo>
                  <a:pt x="25" y="1960422"/>
                </a:lnTo>
                <a:lnTo>
                  <a:pt x="0" y="1960906"/>
                </a:lnTo>
                <a:lnTo>
                  <a:pt x="8447" y="212818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559110" y="1941619"/>
            <a:ext cx="800219" cy="5206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与客户的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最初接触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810516" y="2052418"/>
            <a:ext cx="492443" cy="299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确认</a:t>
            </a:r>
            <a:endParaRPr kumimoji="0" lang="zh-SG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 rot="17868336">
            <a:off x="6616268" y="2842477"/>
            <a:ext cx="1231768" cy="441949"/>
          </a:xfrm>
          <a:prstGeom prst="rect">
            <a:avLst/>
          </a:prstGeom>
          <a:noFill/>
        </p:spPr>
        <p:txBody>
          <a:bodyPr spcFirstLastPara="1" wrap="none" numCol="1">
            <a:prstTxWarp prst="textArchUp">
              <a:avLst/>
            </a:prstTxWarp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记录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客户熟路</a:t>
            </a:r>
            <a:endParaRPr kumimoji="0" lang="zh-SG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7" name="文本框 246"/>
          <p:cNvSpPr txBox="1"/>
          <p:nvPr/>
        </p:nvSpPr>
        <p:spPr>
          <a:xfrm rot="2841786">
            <a:off x="6713247" y="4560448"/>
            <a:ext cx="1231768" cy="441949"/>
          </a:xfrm>
          <a:prstGeom prst="rect">
            <a:avLst/>
          </a:prstGeom>
          <a:noFill/>
        </p:spPr>
        <p:txBody>
          <a:bodyPr spcFirstLastPara="1" wrap="none" numCol="1">
            <a:prstTxWarp prst="textArchDown">
              <a:avLst/>
            </a:prstTxWarp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系统分析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购买行为预测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777317" y="5198955"/>
            <a:ext cx="954107" cy="535531"/>
          </a:xfrm>
          <a:prstGeom prst="rect">
            <a:avLst/>
          </a:prstGeom>
          <a:noFill/>
        </p:spPr>
        <p:txBody>
          <a:bodyPr spcFirstLastPara="1" wrap="none" numCol="1" anchor="ctr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增值服务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个性化提供</a:t>
            </a:r>
            <a:endParaRPr kumimoji="0" lang="zh-SG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581651" y="5198955"/>
            <a:ext cx="954107" cy="535531"/>
          </a:xfrm>
          <a:prstGeom prst="rect">
            <a:avLst/>
          </a:prstGeom>
          <a:noFill/>
        </p:spPr>
        <p:txBody>
          <a:bodyPr spcFirstLastPara="1" wrap="none" numCol="1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不断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提升的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客户关系</a:t>
            </a:r>
            <a:endParaRPr kumimoji="0" lang="zh-SG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9" name="任意多边形: 形状 258"/>
          <p:cNvSpPr/>
          <p:nvPr/>
        </p:nvSpPr>
        <p:spPr>
          <a:xfrm>
            <a:off x="7219386" y="2728902"/>
            <a:ext cx="4527526" cy="2179042"/>
          </a:xfrm>
          <a:custGeom>
            <a:avLst/>
            <a:gdLst>
              <a:gd name="connsiteX0" fmla="*/ 1008919 w 4527526"/>
              <a:gd name="connsiteY0" fmla="*/ 0 h 2179042"/>
              <a:gd name="connsiteX1" fmla="*/ 1030590 w 4527526"/>
              <a:gd name="connsiteY1" fmla="*/ 1182 h 2179042"/>
              <a:gd name="connsiteX2" fmla="*/ 1030590 w 4527526"/>
              <a:gd name="connsiteY2" fmla="*/ 521 h 2179042"/>
              <a:gd name="connsiteX3" fmla="*/ 4527526 w 4527526"/>
              <a:gd name="connsiteY3" fmla="*/ 521 h 2179042"/>
              <a:gd name="connsiteX4" fmla="*/ 4527526 w 4527526"/>
              <a:gd name="connsiteY4" fmla="*/ 188902 h 2179042"/>
              <a:gd name="connsiteX5" fmla="*/ 1238646 w 4527526"/>
              <a:gd name="connsiteY5" fmla="*/ 188902 h 2179042"/>
              <a:gd name="connsiteX6" fmla="*/ 1238646 w 4527526"/>
              <a:gd name="connsiteY6" fmla="*/ 189452 h 2179042"/>
              <a:gd name="connsiteX7" fmla="*/ 1216975 w 4527526"/>
              <a:gd name="connsiteY7" fmla="*/ 188468 h 2179042"/>
              <a:gd name="connsiteX8" fmla="*/ 208056 w 4527526"/>
              <a:gd name="connsiteY8" fmla="*/ 1094968 h 2179042"/>
              <a:gd name="connsiteX9" fmla="*/ 1216975 w 4527526"/>
              <a:gd name="connsiteY9" fmla="*/ 2001468 h 2179042"/>
              <a:gd name="connsiteX10" fmla="*/ 1238646 w 4527526"/>
              <a:gd name="connsiteY10" fmla="*/ 2000486 h 2179042"/>
              <a:gd name="connsiteX11" fmla="*/ 1238646 w 4527526"/>
              <a:gd name="connsiteY11" fmla="*/ 2001035 h 2179042"/>
              <a:gd name="connsiteX12" fmla="*/ 4527526 w 4527526"/>
              <a:gd name="connsiteY12" fmla="*/ 2001035 h 2179042"/>
              <a:gd name="connsiteX13" fmla="*/ 4527526 w 4527526"/>
              <a:gd name="connsiteY13" fmla="*/ 2178521 h 2179042"/>
              <a:gd name="connsiteX14" fmla="*/ 1030590 w 4527526"/>
              <a:gd name="connsiteY14" fmla="*/ 2178521 h 2179042"/>
              <a:gd name="connsiteX15" fmla="*/ 1030590 w 4527526"/>
              <a:gd name="connsiteY15" fmla="*/ 2177861 h 2179042"/>
              <a:gd name="connsiteX16" fmla="*/ 1008919 w 4527526"/>
              <a:gd name="connsiteY16" fmla="*/ 2179042 h 2179042"/>
              <a:gd name="connsiteX17" fmla="*/ 0 w 4527526"/>
              <a:gd name="connsiteY17" fmla="*/ 1089521 h 2179042"/>
              <a:gd name="connsiteX18" fmla="*/ 1008919 w 4527526"/>
              <a:gd name="connsiteY18" fmla="*/ 0 h 2179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527526" h="2179042">
                <a:moveTo>
                  <a:pt x="1008919" y="0"/>
                </a:moveTo>
                <a:lnTo>
                  <a:pt x="1030590" y="1182"/>
                </a:lnTo>
                <a:lnTo>
                  <a:pt x="1030590" y="521"/>
                </a:lnTo>
                <a:lnTo>
                  <a:pt x="4527526" y="521"/>
                </a:lnTo>
                <a:lnTo>
                  <a:pt x="4527526" y="188902"/>
                </a:lnTo>
                <a:lnTo>
                  <a:pt x="1238646" y="188902"/>
                </a:lnTo>
                <a:lnTo>
                  <a:pt x="1238646" y="189452"/>
                </a:lnTo>
                <a:lnTo>
                  <a:pt x="1216975" y="188468"/>
                </a:lnTo>
                <a:cubicBezTo>
                  <a:pt x="659764" y="188468"/>
                  <a:pt x="208056" y="594322"/>
                  <a:pt x="208056" y="1094968"/>
                </a:cubicBezTo>
                <a:cubicBezTo>
                  <a:pt x="208056" y="1595614"/>
                  <a:pt x="659764" y="2001468"/>
                  <a:pt x="1216975" y="2001468"/>
                </a:cubicBezTo>
                <a:lnTo>
                  <a:pt x="1238646" y="2000486"/>
                </a:lnTo>
                <a:lnTo>
                  <a:pt x="1238646" y="2001035"/>
                </a:lnTo>
                <a:lnTo>
                  <a:pt x="4527526" y="2001035"/>
                </a:lnTo>
                <a:lnTo>
                  <a:pt x="4527526" y="2178521"/>
                </a:lnTo>
                <a:lnTo>
                  <a:pt x="1030590" y="2178521"/>
                </a:lnTo>
                <a:lnTo>
                  <a:pt x="1030590" y="2177861"/>
                </a:lnTo>
                <a:lnTo>
                  <a:pt x="1008919" y="2179042"/>
                </a:lnTo>
                <a:cubicBezTo>
                  <a:pt x="451708" y="2179042"/>
                  <a:pt x="0" y="1691247"/>
                  <a:pt x="0" y="1089521"/>
                </a:cubicBezTo>
                <a:cubicBezTo>
                  <a:pt x="0" y="487795"/>
                  <a:pt x="451708" y="0"/>
                  <a:pt x="1008919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733809" y="196403"/>
            <a:ext cx="394979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思源黑体 CN Regular" panose="020B0500000000000000" pitchFamily="34" charset="-122"/>
                <a:sym typeface="Roboto" panose="02000000000000000000" pitchFamily="2" charset="0"/>
              </a:rPr>
              <a:t>全渠道运营客户转化分析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逻辑图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1613384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0+"/>
          <p:cNvSpPr/>
          <p:nvPr/>
        </p:nvSpPr>
        <p:spPr>
          <a:xfrm>
            <a:off x="442913" y="732657"/>
            <a:ext cx="1578042" cy="96643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112775" y="732657"/>
            <a:ext cx="7922907" cy="96643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76763" y="840202"/>
            <a:ext cx="1110342" cy="7513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269" y="932912"/>
            <a:ext cx="923330" cy="59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项目管理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方法论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882203" y="886360"/>
            <a:ext cx="512961" cy="6590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文化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体系</a:t>
            </a:r>
          </a:p>
        </p:txBody>
      </p:sp>
      <p:sp>
        <p:nvSpPr>
          <p:cNvPr id="29" name="矩形 28"/>
          <p:cNvSpPr/>
          <p:nvPr/>
        </p:nvSpPr>
        <p:spPr>
          <a:xfrm>
            <a:off x="3817040" y="1221635"/>
            <a:ext cx="2710525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79805" y="85576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项目管理文化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723461" y="1298868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项目型组织</a:t>
            </a:r>
          </a:p>
        </p:txBody>
      </p:sp>
      <p:sp>
        <p:nvSpPr>
          <p:cNvPr id="31" name="矩形 30"/>
          <p:cNvSpPr/>
          <p:nvPr/>
        </p:nvSpPr>
        <p:spPr>
          <a:xfrm>
            <a:off x="7046540" y="1234358"/>
            <a:ext cx="2710525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09305" y="868489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项目管理思维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006662" y="1311591"/>
            <a:ext cx="7518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PMO职责</a:t>
            </a:r>
          </a:p>
        </p:txBody>
      </p:sp>
      <p:sp>
        <p:nvSpPr>
          <p:cNvPr id="32" name="矩形 31"/>
          <p:cNvSpPr/>
          <p:nvPr/>
        </p:nvSpPr>
        <p:spPr>
          <a:xfrm>
            <a:off x="442912" y="1787960"/>
            <a:ext cx="1578043" cy="47366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99068" y="1993860"/>
            <a:ext cx="126573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客户交付项目</a:t>
            </a:r>
          </a:p>
        </p:txBody>
      </p:sp>
      <p:sp>
        <p:nvSpPr>
          <p:cNvPr id="35" name="矩形 34"/>
          <p:cNvSpPr/>
          <p:nvPr/>
        </p:nvSpPr>
        <p:spPr>
          <a:xfrm>
            <a:off x="541475" y="2330347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47213" y="2438358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网络部署项目</a:t>
            </a:r>
          </a:p>
        </p:txBody>
      </p:sp>
      <p:sp>
        <p:nvSpPr>
          <p:cNvPr id="39" name="矩形 38"/>
          <p:cNvSpPr/>
          <p:nvPr/>
        </p:nvSpPr>
        <p:spPr>
          <a:xfrm>
            <a:off x="541475" y="2783522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47213" y="2860755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管理服务项目</a:t>
            </a:r>
          </a:p>
        </p:txBody>
      </p:sp>
      <p:sp>
        <p:nvSpPr>
          <p:cNvPr id="42" name="矩形 41"/>
          <p:cNvSpPr/>
          <p:nvPr/>
        </p:nvSpPr>
        <p:spPr>
          <a:xfrm>
            <a:off x="541474" y="3236697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7213" y="3344708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培训服务项目</a:t>
            </a:r>
          </a:p>
        </p:txBody>
      </p:sp>
      <p:sp>
        <p:nvSpPr>
          <p:cNvPr id="45" name="矩形 44"/>
          <p:cNvSpPr/>
          <p:nvPr/>
        </p:nvSpPr>
        <p:spPr>
          <a:xfrm>
            <a:off x="518511" y="3689873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47213" y="3797884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销售培训项目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811946" y="4313318"/>
            <a:ext cx="8399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其他项目</a:t>
            </a:r>
          </a:p>
        </p:txBody>
      </p:sp>
      <p:sp>
        <p:nvSpPr>
          <p:cNvPr id="49" name="矩形 48"/>
          <p:cNvSpPr/>
          <p:nvPr/>
        </p:nvSpPr>
        <p:spPr>
          <a:xfrm>
            <a:off x="558790" y="4664154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75453" y="4772165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研发项目</a:t>
            </a:r>
          </a:p>
        </p:txBody>
      </p:sp>
      <p:sp>
        <p:nvSpPr>
          <p:cNvPr id="53" name="矩形 52"/>
          <p:cNvSpPr/>
          <p:nvPr/>
        </p:nvSpPr>
        <p:spPr>
          <a:xfrm>
            <a:off x="558790" y="5113354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75453" y="5221365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基建项目</a:t>
            </a:r>
          </a:p>
        </p:txBody>
      </p:sp>
      <p:sp>
        <p:nvSpPr>
          <p:cNvPr id="55" name="矩形 54"/>
          <p:cNvSpPr/>
          <p:nvPr/>
        </p:nvSpPr>
        <p:spPr>
          <a:xfrm>
            <a:off x="2112776" y="1787960"/>
            <a:ext cx="7922906" cy="17569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Rectangle 20+"/>
          <p:cNvSpPr/>
          <p:nvPr/>
        </p:nvSpPr>
        <p:spPr>
          <a:xfrm>
            <a:off x="10133316" y="732656"/>
            <a:ext cx="1578042" cy="96643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88299" y="2345223"/>
            <a:ext cx="2068368" cy="1075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909521" y="2442722"/>
            <a:ext cx="102592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决策和授权</a:t>
            </a:r>
          </a:p>
        </p:txBody>
      </p:sp>
      <p:grpSp>
        <p:nvGrpSpPr>
          <p:cNvPr id="60" name="组合 59"/>
          <p:cNvGrpSpPr/>
          <p:nvPr/>
        </p:nvGrpSpPr>
        <p:grpSpPr>
          <a:xfrm>
            <a:off x="2509703" y="2828448"/>
            <a:ext cx="524996" cy="523011"/>
            <a:chOff x="2509703" y="2828448"/>
            <a:chExt cx="524996" cy="523011"/>
          </a:xfrm>
        </p:grpSpPr>
        <p:sp>
          <p:nvSpPr>
            <p:cNvPr id="63" name="Rectangle 60+"/>
            <p:cNvSpPr/>
            <p:nvPr/>
          </p:nvSpPr>
          <p:spPr>
            <a:xfrm>
              <a:off x="2509703" y="282844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2643961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决策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规则</a:t>
              </a:r>
            </a:p>
          </p:txBody>
        </p:sp>
      </p:grpSp>
      <p:sp>
        <p:nvSpPr>
          <p:cNvPr id="68" name="Rectangle 60+"/>
          <p:cNvSpPr/>
          <p:nvPr/>
        </p:nvSpPr>
        <p:spPr>
          <a:xfrm>
            <a:off x="3159985" y="2828448"/>
            <a:ext cx="524996" cy="523011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294243" y="2927643"/>
            <a:ext cx="256480" cy="3299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决策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团队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3810267" y="2828448"/>
            <a:ext cx="524996" cy="523011"/>
            <a:chOff x="3810267" y="2828448"/>
            <a:chExt cx="524996" cy="523011"/>
          </a:xfrm>
        </p:grpSpPr>
        <p:sp>
          <p:nvSpPr>
            <p:cNvPr id="71" name="Rectangle 60+"/>
            <p:cNvSpPr/>
            <p:nvPr/>
          </p:nvSpPr>
          <p:spPr>
            <a:xfrm>
              <a:off x="3810267" y="282844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3944525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任命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授权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76" name="矩形 75"/>
          <p:cNvSpPr/>
          <p:nvPr/>
        </p:nvSpPr>
        <p:spPr>
          <a:xfrm>
            <a:off x="4706307" y="2345223"/>
            <a:ext cx="2101789" cy="1075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936464" y="2445392"/>
            <a:ext cx="16414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项目经理管理体系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4841584" y="2831118"/>
            <a:ext cx="524996" cy="523011"/>
            <a:chOff x="4841584" y="2831118"/>
            <a:chExt cx="524996" cy="523011"/>
          </a:xfrm>
        </p:grpSpPr>
        <p:sp>
          <p:nvSpPr>
            <p:cNvPr id="86" name="Rectangle 60+"/>
            <p:cNvSpPr/>
            <p:nvPr/>
          </p:nvSpPr>
          <p:spPr>
            <a:xfrm>
              <a:off x="4841584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4975842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KPI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设计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494703" y="2831118"/>
            <a:ext cx="524996" cy="523011"/>
            <a:chOff x="5494703" y="2831118"/>
            <a:chExt cx="524996" cy="523011"/>
          </a:xfrm>
        </p:grpSpPr>
        <p:sp>
          <p:nvSpPr>
            <p:cNvPr id="84" name="Rectangle 60+"/>
            <p:cNvSpPr/>
            <p:nvPr/>
          </p:nvSpPr>
          <p:spPr>
            <a:xfrm>
              <a:off x="5494703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5628961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绩效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跟踪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47822" y="2831118"/>
            <a:ext cx="524996" cy="523011"/>
            <a:chOff x="6147822" y="2831118"/>
            <a:chExt cx="524996" cy="523011"/>
          </a:xfrm>
        </p:grpSpPr>
        <p:sp>
          <p:nvSpPr>
            <p:cNvPr id="82" name="Rectangle 60+"/>
            <p:cNvSpPr/>
            <p:nvPr/>
          </p:nvSpPr>
          <p:spPr>
            <a:xfrm>
              <a:off x="6147822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6282080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考核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评价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88" name="矩形 87"/>
          <p:cNvSpPr/>
          <p:nvPr/>
        </p:nvSpPr>
        <p:spPr>
          <a:xfrm>
            <a:off x="7057735" y="2345223"/>
            <a:ext cx="2702237" cy="1075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7382931" y="2445392"/>
            <a:ext cx="205184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项目管理质量保证体系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835864" y="2831118"/>
            <a:ext cx="524996" cy="523011"/>
            <a:chOff x="7835864" y="2831118"/>
            <a:chExt cx="524996" cy="523011"/>
          </a:xfrm>
        </p:grpSpPr>
        <p:sp>
          <p:nvSpPr>
            <p:cNvPr id="98" name="Rectangle 60+"/>
            <p:cNvSpPr/>
            <p:nvPr/>
          </p:nvSpPr>
          <p:spPr>
            <a:xfrm>
              <a:off x="7835864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7970122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客户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QA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96" name="Rectangle 60+"/>
          <p:cNvSpPr/>
          <p:nvPr/>
        </p:nvSpPr>
        <p:spPr>
          <a:xfrm>
            <a:off x="8456849" y="2831118"/>
            <a:ext cx="524996" cy="523011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591107" y="2927643"/>
            <a:ext cx="256480" cy="3299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绩效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评审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9077833" y="2831118"/>
            <a:ext cx="524996" cy="523011"/>
            <a:chOff x="9077833" y="2831118"/>
            <a:chExt cx="524996" cy="523011"/>
          </a:xfrm>
        </p:grpSpPr>
        <p:sp>
          <p:nvSpPr>
            <p:cNvPr id="94" name="Rectangle 60+"/>
            <p:cNvSpPr/>
            <p:nvPr/>
          </p:nvSpPr>
          <p:spPr>
            <a:xfrm>
              <a:off x="9077833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9212090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评估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改进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214879" y="2831118"/>
            <a:ext cx="524996" cy="523011"/>
            <a:chOff x="7214879" y="2831118"/>
            <a:chExt cx="524996" cy="523011"/>
          </a:xfrm>
        </p:grpSpPr>
        <p:sp>
          <p:nvSpPr>
            <p:cNvPr id="101" name="Rectangle 60+"/>
            <p:cNvSpPr/>
            <p:nvPr/>
          </p:nvSpPr>
          <p:spPr>
            <a:xfrm>
              <a:off x="7214879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7349137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体系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QA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12" name="矩形 111"/>
          <p:cNvSpPr/>
          <p:nvPr/>
        </p:nvSpPr>
        <p:spPr>
          <a:xfrm>
            <a:off x="2112775" y="3628446"/>
            <a:ext cx="7922906" cy="1204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2391391" y="3673104"/>
            <a:ext cx="7365674" cy="448782"/>
            <a:chOff x="2391391" y="1873325"/>
            <a:chExt cx="7365674" cy="448782"/>
          </a:xfrm>
        </p:grpSpPr>
        <p:sp>
          <p:nvSpPr>
            <p:cNvPr id="115" name="矩形 114"/>
            <p:cNvSpPr/>
            <p:nvPr/>
          </p:nvSpPr>
          <p:spPr>
            <a:xfrm>
              <a:off x="2391391" y="1873325"/>
              <a:ext cx="7365674" cy="4487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5381730" y="1966034"/>
              <a:ext cx="1384995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项目管理流程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434089" y="4212402"/>
            <a:ext cx="627917" cy="548179"/>
            <a:chOff x="2434089" y="4212402"/>
            <a:chExt cx="627917" cy="548179"/>
          </a:xfrm>
        </p:grpSpPr>
        <p:sp>
          <p:nvSpPr>
            <p:cNvPr id="117" name="矩形 116"/>
            <p:cNvSpPr/>
            <p:nvPr/>
          </p:nvSpPr>
          <p:spPr>
            <a:xfrm>
              <a:off x="2434089" y="4212402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2619808" y="432151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分析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756985" y="4210843"/>
            <a:ext cx="627917" cy="548179"/>
            <a:chOff x="3756985" y="4210843"/>
            <a:chExt cx="627917" cy="548179"/>
          </a:xfrm>
        </p:grpSpPr>
        <p:sp>
          <p:nvSpPr>
            <p:cNvPr id="121" name="矩形 120"/>
            <p:cNvSpPr/>
            <p:nvPr/>
          </p:nvSpPr>
          <p:spPr>
            <a:xfrm>
              <a:off x="3756985" y="4210843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3942704" y="431995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规划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097944" y="4210843"/>
            <a:ext cx="627917" cy="548179"/>
            <a:chOff x="5097944" y="4210843"/>
            <a:chExt cx="627917" cy="548179"/>
          </a:xfrm>
        </p:grpSpPr>
        <p:sp>
          <p:nvSpPr>
            <p:cNvPr id="124" name="矩形 123"/>
            <p:cNvSpPr/>
            <p:nvPr/>
          </p:nvSpPr>
          <p:spPr>
            <a:xfrm>
              <a:off x="5097944" y="4210843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5283662" y="431995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建立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438903" y="4210843"/>
            <a:ext cx="627917" cy="548179"/>
            <a:chOff x="6438903" y="4210843"/>
            <a:chExt cx="627917" cy="548179"/>
          </a:xfrm>
        </p:grpSpPr>
        <p:sp>
          <p:nvSpPr>
            <p:cNvPr id="127" name="矩形 126"/>
            <p:cNvSpPr/>
            <p:nvPr/>
          </p:nvSpPr>
          <p:spPr>
            <a:xfrm>
              <a:off x="6438903" y="4210843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6624621" y="431995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实施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779862" y="4210843"/>
            <a:ext cx="627917" cy="548179"/>
            <a:chOff x="7779862" y="4210843"/>
            <a:chExt cx="627917" cy="548179"/>
          </a:xfrm>
        </p:grpSpPr>
        <p:sp>
          <p:nvSpPr>
            <p:cNvPr id="130" name="矩形 129"/>
            <p:cNvSpPr/>
            <p:nvPr/>
          </p:nvSpPr>
          <p:spPr>
            <a:xfrm>
              <a:off x="7779862" y="4210843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7965580" y="431995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移交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120817" y="4210843"/>
            <a:ext cx="627917" cy="548179"/>
            <a:chOff x="9120817" y="4210843"/>
            <a:chExt cx="627917" cy="548179"/>
          </a:xfrm>
        </p:grpSpPr>
        <p:sp>
          <p:nvSpPr>
            <p:cNvPr id="133" name="矩形 132"/>
            <p:cNvSpPr/>
            <p:nvPr/>
          </p:nvSpPr>
          <p:spPr>
            <a:xfrm>
              <a:off x="9120817" y="4210843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9306535" y="431995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关闭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sp>
        <p:nvSpPr>
          <p:cNvPr id="140" name="矩形 139"/>
          <p:cNvSpPr/>
          <p:nvPr/>
        </p:nvSpPr>
        <p:spPr>
          <a:xfrm>
            <a:off x="2120929" y="4916759"/>
            <a:ext cx="7922906" cy="16305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41" name="组合 140"/>
          <p:cNvGrpSpPr/>
          <p:nvPr/>
        </p:nvGrpSpPr>
        <p:grpSpPr>
          <a:xfrm>
            <a:off x="2391391" y="5018058"/>
            <a:ext cx="7365674" cy="448782"/>
            <a:chOff x="2391391" y="1873325"/>
            <a:chExt cx="7365674" cy="448782"/>
          </a:xfrm>
        </p:grpSpPr>
        <p:sp>
          <p:nvSpPr>
            <p:cNvPr id="142" name="矩形 141"/>
            <p:cNvSpPr/>
            <p:nvPr/>
          </p:nvSpPr>
          <p:spPr>
            <a:xfrm>
              <a:off x="2391391" y="1873325"/>
              <a:ext cx="7365674" cy="4487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3" name="文本框 142"/>
            <p:cNvSpPr txBox="1"/>
            <p:nvPr/>
          </p:nvSpPr>
          <p:spPr>
            <a:xfrm>
              <a:off x="5150898" y="1966034"/>
              <a:ext cx="184666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项目管理作业平台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45" name="矩形 144"/>
          <p:cNvSpPr/>
          <p:nvPr/>
        </p:nvSpPr>
        <p:spPr>
          <a:xfrm>
            <a:off x="240912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257893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进度管理</a:t>
            </a:r>
          </a:p>
        </p:txBody>
      </p:sp>
      <p:sp>
        <p:nvSpPr>
          <p:cNvPr id="148" name="矩形 147"/>
          <p:cNvSpPr/>
          <p:nvPr/>
        </p:nvSpPr>
        <p:spPr>
          <a:xfrm>
            <a:off x="333703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350684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成本管理</a:t>
            </a:r>
          </a:p>
        </p:txBody>
      </p:sp>
      <p:sp>
        <p:nvSpPr>
          <p:cNvPr id="151" name="矩形 150"/>
          <p:cNvSpPr/>
          <p:nvPr/>
        </p:nvSpPr>
        <p:spPr>
          <a:xfrm>
            <a:off x="426494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443475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风险管理</a:t>
            </a:r>
          </a:p>
        </p:txBody>
      </p:sp>
      <p:sp>
        <p:nvSpPr>
          <p:cNvPr id="154" name="矩形 153"/>
          <p:cNvSpPr/>
          <p:nvPr/>
        </p:nvSpPr>
        <p:spPr>
          <a:xfrm>
            <a:off x="519285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536266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质量管理</a:t>
            </a:r>
          </a:p>
        </p:txBody>
      </p:sp>
      <p:sp>
        <p:nvSpPr>
          <p:cNvPr id="157" name="矩形 156"/>
          <p:cNvSpPr/>
          <p:nvPr/>
        </p:nvSpPr>
        <p:spPr>
          <a:xfrm>
            <a:off x="612076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629057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工时管理</a:t>
            </a:r>
          </a:p>
        </p:txBody>
      </p:sp>
      <p:sp>
        <p:nvSpPr>
          <p:cNvPr id="160" name="矩形 159"/>
          <p:cNvSpPr/>
          <p:nvPr/>
        </p:nvSpPr>
        <p:spPr>
          <a:xfrm>
            <a:off x="704867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721848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变更管理</a:t>
            </a:r>
          </a:p>
        </p:txBody>
      </p:sp>
      <p:sp>
        <p:nvSpPr>
          <p:cNvPr id="163" name="矩形 162"/>
          <p:cNvSpPr/>
          <p:nvPr/>
        </p:nvSpPr>
        <p:spPr>
          <a:xfrm>
            <a:off x="797658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814639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采购管理</a:t>
            </a:r>
          </a:p>
        </p:txBody>
      </p:sp>
      <p:sp>
        <p:nvSpPr>
          <p:cNvPr id="166" name="矩形 165"/>
          <p:cNvSpPr/>
          <p:nvPr/>
        </p:nvSpPr>
        <p:spPr>
          <a:xfrm>
            <a:off x="8904498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9074301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知识管理</a:t>
            </a:r>
          </a:p>
        </p:txBody>
      </p:sp>
      <p:sp>
        <p:nvSpPr>
          <p:cNvPr id="169" name="矩形 168"/>
          <p:cNvSpPr/>
          <p:nvPr/>
        </p:nvSpPr>
        <p:spPr>
          <a:xfrm>
            <a:off x="10367166" y="840201"/>
            <a:ext cx="1110342" cy="7513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10460672" y="932912"/>
            <a:ext cx="923330" cy="59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项目资源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度量体系</a:t>
            </a:r>
          </a:p>
        </p:txBody>
      </p:sp>
      <p:sp>
        <p:nvSpPr>
          <p:cNvPr id="171" name="Rectangle 20+"/>
          <p:cNvSpPr/>
          <p:nvPr/>
        </p:nvSpPr>
        <p:spPr>
          <a:xfrm>
            <a:off x="10144087" y="1787960"/>
            <a:ext cx="1578042" cy="17569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10269414" y="2241038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10537616" y="234904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一级项目经理</a:t>
            </a:r>
          </a:p>
        </p:txBody>
      </p:sp>
      <p:sp>
        <p:nvSpPr>
          <p:cNvPr id="176" name="矩形 175"/>
          <p:cNvSpPr/>
          <p:nvPr/>
        </p:nvSpPr>
        <p:spPr>
          <a:xfrm>
            <a:off x="10269414" y="2675351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10537616" y="2783362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二级项目经理</a:t>
            </a:r>
          </a:p>
        </p:txBody>
      </p:sp>
      <p:sp>
        <p:nvSpPr>
          <p:cNvPr id="179" name="矩形 178"/>
          <p:cNvSpPr/>
          <p:nvPr/>
        </p:nvSpPr>
        <p:spPr>
          <a:xfrm>
            <a:off x="10269414" y="3109664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10537616" y="3217675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三级项目经理</a:t>
            </a:r>
          </a:p>
        </p:txBody>
      </p:sp>
      <p:sp>
        <p:nvSpPr>
          <p:cNvPr id="181" name="文本框 180"/>
          <p:cNvSpPr txBox="1"/>
          <p:nvPr/>
        </p:nvSpPr>
        <p:spPr>
          <a:xfrm>
            <a:off x="10303128" y="1926927"/>
            <a:ext cx="125996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任职认证体系</a:t>
            </a:r>
          </a:p>
        </p:txBody>
      </p:sp>
      <p:sp>
        <p:nvSpPr>
          <p:cNvPr id="182" name="Rectangle 20+"/>
          <p:cNvSpPr/>
          <p:nvPr/>
        </p:nvSpPr>
        <p:spPr>
          <a:xfrm>
            <a:off x="10133316" y="3628447"/>
            <a:ext cx="1578042" cy="289617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10303128" y="3803410"/>
            <a:ext cx="125996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资源管理体系</a:t>
            </a:r>
          </a:p>
        </p:txBody>
      </p:sp>
      <p:sp>
        <p:nvSpPr>
          <p:cNvPr id="185" name="矩形 184"/>
          <p:cNvSpPr/>
          <p:nvPr/>
        </p:nvSpPr>
        <p:spPr>
          <a:xfrm>
            <a:off x="10266720" y="4224593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10397272" y="4332604"/>
            <a:ext cx="105013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人力资源池</a:t>
            </a:r>
          </a:p>
        </p:txBody>
      </p:sp>
      <p:sp>
        <p:nvSpPr>
          <p:cNvPr id="188" name="矩形 187"/>
          <p:cNvSpPr/>
          <p:nvPr/>
        </p:nvSpPr>
        <p:spPr>
          <a:xfrm>
            <a:off x="10258641" y="4682566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10601737" y="4790577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物资资源池</a:t>
            </a:r>
          </a:p>
        </p:txBody>
      </p:sp>
      <p:sp>
        <p:nvSpPr>
          <p:cNvPr id="191" name="矩形 190"/>
          <p:cNvSpPr/>
          <p:nvPr/>
        </p:nvSpPr>
        <p:spPr>
          <a:xfrm>
            <a:off x="10261334" y="5140539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10604427" y="5248550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财务资源池</a:t>
            </a:r>
          </a:p>
        </p:txBody>
      </p:sp>
      <p:sp>
        <p:nvSpPr>
          <p:cNvPr id="194" name="矩形 193"/>
          <p:cNvSpPr/>
          <p:nvPr/>
        </p:nvSpPr>
        <p:spPr>
          <a:xfrm>
            <a:off x="10269414" y="5598512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10601737" y="5706523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信息资源池</a:t>
            </a:r>
          </a:p>
        </p:txBody>
      </p:sp>
      <p:sp>
        <p:nvSpPr>
          <p:cNvPr id="203" name="矩形 202"/>
          <p:cNvSpPr/>
          <p:nvPr/>
        </p:nvSpPr>
        <p:spPr>
          <a:xfrm>
            <a:off x="10264027" y="6056485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10601737" y="6164496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技术资源池</a:t>
            </a:r>
          </a:p>
        </p:txBody>
      </p:sp>
      <p:sp>
        <p:nvSpPr>
          <p:cNvPr id="216" name="矩形 215"/>
          <p:cNvSpPr/>
          <p:nvPr/>
        </p:nvSpPr>
        <p:spPr>
          <a:xfrm>
            <a:off x="558790" y="5562554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975453" y="5670565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设备项目</a:t>
            </a:r>
          </a:p>
        </p:txBody>
      </p:sp>
      <p:sp>
        <p:nvSpPr>
          <p:cNvPr id="219" name="矩形 218"/>
          <p:cNvSpPr/>
          <p:nvPr/>
        </p:nvSpPr>
        <p:spPr>
          <a:xfrm>
            <a:off x="558790" y="6011753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975453" y="6119764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系统项目</a:t>
            </a:r>
          </a:p>
        </p:txBody>
      </p:sp>
      <p:sp>
        <p:nvSpPr>
          <p:cNvPr id="227" name="图形 2169"/>
          <p:cNvSpPr/>
          <p:nvPr/>
        </p:nvSpPr>
        <p:spPr>
          <a:xfrm>
            <a:off x="3183158" y="4318259"/>
            <a:ext cx="434612" cy="301877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8" name="图形 2169"/>
          <p:cNvSpPr/>
          <p:nvPr/>
        </p:nvSpPr>
        <p:spPr>
          <a:xfrm>
            <a:off x="4524117" y="4318259"/>
            <a:ext cx="434612" cy="301877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9" name="图形 2169"/>
          <p:cNvSpPr/>
          <p:nvPr/>
        </p:nvSpPr>
        <p:spPr>
          <a:xfrm>
            <a:off x="5865076" y="4318259"/>
            <a:ext cx="434612" cy="301877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0" name="图形 2169"/>
          <p:cNvSpPr/>
          <p:nvPr/>
        </p:nvSpPr>
        <p:spPr>
          <a:xfrm>
            <a:off x="7206035" y="4318258"/>
            <a:ext cx="434612" cy="301877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1" name="图形 2169"/>
          <p:cNvSpPr/>
          <p:nvPr/>
        </p:nvSpPr>
        <p:spPr>
          <a:xfrm>
            <a:off x="8546994" y="4318258"/>
            <a:ext cx="434612" cy="301877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50" name="组合 249"/>
          <p:cNvGrpSpPr/>
          <p:nvPr/>
        </p:nvGrpSpPr>
        <p:grpSpPr>
          <a:xfrm>
            <a:off x="2391391" y="1849482"/>
            <a:ext cx="7365674" cy="448782"/>
            <a:chOff x="2391391" y="1849482"/>
            <a:chExt cx="7365674" cy="448782"/>
          </a:xfrm>
        </p:grpSpPr>
        <p:sp>
          <p:nvSpPr>
            <p:cNvPr id="58" name="矩形 57"/>
            <p:cNvSpPr/>
            <p:nvPr/>
          </p:nvSpPr>
          <p:spPr>
            <a:xfrm>
              <a:off x="2391391" y="1849482"/>
              <a:ext cx="7365674" cy="4487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4762971" y="1950763"/>
              <a:ext cx="2622513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“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管理项目”的管理和控制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38" name="图形 236"/>
          <p:cNvSpPr/>
          <p:nvPr/>
        </p:nvSpPr>
        <p:spPr>
          <a:xfrm>
            <a:off x="2445429" y="1078162"/>
            <a:ext cx="312392" cy="312392"/>
          </a:xfrm>
          <a:custGeom>
            <a:avLst/>
            <a:gdLst>
              <a:gd name="connsiteX0" fmla="*/ 1905000 w 1905000"/>
              <a:gd name="connsiteY0" fmla="*/ 1482700 h 1905000"/>
              <a:gd name="connsiteX1" fmla="*/ 1905000 w 1905000"/>
              <a:gd name="connsiteY1" fmla="*/ 1726406 h 1905000"/>
              <a:gd name="connsiteX2" fmla="*/ 1726406 w 1905000"/>
              <a:gd name="connsiteY2" fmla="*/ 1905000 h 1905000"/>
              <a:gd name="connsiteX3" fmla="*/ 1547813 w 1905000"/>
              <a:gd name="connsiteY3" fmla="*/ 1905000 h 1905000"/>
              <a:gd name="connsiteX4" fmla="*/ 1369219 w 1905000"/>
              <a:gd name="connsiteY4" fmla="*/ 1726406 h 1905000"/>
              <a:gd name="connsiteX5" fmla="*/ 1369219 w 1905000"/>
              <a:gd name="connsiteY5" fmla="*/ 1482700 h 1905000"/>
              <a:gd name="connsiteX6" fmla="*/ 1421495 w 1905000"/>
              <a:gd name="connsiteY6" fmla="*/ 1356382 h 1905000"/>
              <a:gd name="connsiteX7" fmla="*/ 1547813 w 1905000"/>
              <a:gd name="connsiteY7" fmla="*/ 1304107 h 1905000"/>
              <a:gd name="connsiteX8" fmla="*/ 1577578 w 1905000"/>
              <a:gd name="connsiteY8" fmla="*/ 1274341 h 1905000"/>
              <a:gd name="connsiteX9" fmla="*/ 1577578 w 1905000"/>
              <a:gd name="connsiteY9" fmla="*/ 1131094 h 1905000"/>
              <a:gd name="connsiteX10" fmla="*/ 1518047 w 1905000"/>
              <a:gd name="connsiteY10" fmla="*/ 1071563 h 1905000"/>
              <a:gd name="connsiteX11" fmla="*/ 1041797 w 1905000"/>
              <a:gd name="connsiteY11" fmla="*/ 1071563 h 1905000"/>
              <a:gd name="connsiteX12" fmla="*/ 1012031 w 1905000"/>
              <a:gd name="connsiteY12" fmla="*/ 1101328 h 1905000"/>
              <a:gd name="connsiteX13" fmla="*/ 1012031 w 1905000"/>
              <a:gd name="connsiteY13" fmla="*/ 1276201 h 1905000"/>
              <a:gd name="connsiteX14" fmla="*/ 1039937 w 1905000"/>
              <a:gd name="connsiteY14" fmla="*/ 1304107 h 1905000"/>
              <a:gd name="connsiteX15" fmla="*/ 1041797 w 1905000"/>
              <a:gd name="connsiteY15" fmla="*/ 1304107 h 1905000"/>
              <a:gd name="connsiteX16" fmla="*/ 1220391 w 1905000"/>
              <a:gd name="connsiteY16" fmla="*/ 1482700 h 1905000"/>
              <a:gd name="connsiteX17" fmla="*/ 1220391 w 1905000"/>
              <a:gd name="connsiteY17" fmla="*/ 1726406 h 1905000"/>
              <a:gd name="connsiteX18" fmla="*/ 1041797 w 1905000"/>
              <a:gd name="connsiteY18" fmla="*/ 1905000 h 1905000"/>
              <a:gd name="connsiteX19" fmla="*/ 863203 w 1905000"/>
              <a:gd name="connsiteY19" fmla="*/ 1905000 h 1905000"/>
              <a:gd name="connsiteX20" fmla="*/ 684609 w 1905000"/>
              <a:gd name="connsiteY20" fmla="*/ 1726406 h 1905000"/>
              <a:gd name="connsiteX21" fmla="*/ 684609 w 1905000"/>
              <a:gd name="connsiteY21" fmla="*/ 1482700 h 1905000"/>
              <a:gd name="connsiteX22" fmla="*/ 863203 w 1905000"/>
              <a:gd name="connsiteY22" fmla="*/ 1304107 h 1905000"/>
              <a:gd name="connsiteX23" fmla="*/ 865064 w 1905000"/>
              <a:gd name="connsiteY23" fmla="*/ 1304107 h 1905000"/>
              <a:gd name="connsiteX24" fmla="*/ 892969 w 1905000"/>
              <a:gd name="connsiteY24" fmla="*/ 1276201 h 1905000"/>
              <a:gd name="connsiteX25" fmla="*/ 892969 w 1905000"/>
              <a:gd name="connsiteY25" fmla="*/ 1101328 h 1905000"/>
              <a:gd name="connsiteX26" fmla="*/ 863203 w 1905000"/>
              <a:gd name="connsiteY26" fmla="*/ 1071563 h 1905000"/>
              <a:gd name="connsiteX27" fmla="*/ 386953 w 1905000"/>
              <a:gd name="connsiteY27" fmla="*/ 1071563 h 1905000"/>
              <a:gd name="connsiteX28" fmla="*/ 327422 w 1905000"/>
              <a:gd name="connsiteY28" fmla="*/ 1131094 h 1905000"/>
              <a:gd name="connsiteX29" fmla="*/ 327422 w 1905000"/>
              <a:gd name="connsiteY29" fmla="*/ 1274341 h 1905000"/>
              <a:gd name="connsiteX30" fmla="*/ 336166 w 1905000"/>
              <a:gd name="connsiteY30" fmla="*/ 1295363 h 1905000"/>
              <a:gd name="connsiteX31" fmla="*/ 357188 w 1905000"/>
              <a:gd name="connsiteY31" fmla="*/ 1304107 h 1905000"/>
              <a:gd name="connsiteX32" fmla="*/ 535781 w 1905000"/>
              <a:gd name="connsiteY32" fmla="*/ 1482700 h 1905000"/>
              <a:gd name="connsiteX33" fmla="*/ 535781 w 1905000"/>
              <a:gd name="connsiteY33" fmla="*/ 1726406 h 1905000"/>
              <a:gd name="connsiteX34" fmla="*/ 357188 w 1905000"/>
              <a:gd name="connsiteY34" fmla="*/ 1905000 h 1905000"/>
              <a:gd name="connsiteX35" fmla="*/ 178594 w 1905000"/>
              <a:gd name="connsiteY35" fmla="*/ 1905000 h 1905000"/>
              <a:gd name="connsiteX36" fmla="*/ 0 w 1905000"/>
              <a:gd name="connsiteY36" fmla="*/ 1726406 h 1905000"/>
              <a:gd name="connsiteX37" fmla="*/ 0 w 1905000"/>
              <a:gd name="connsiteY37" fmla="*/ 1482700 h 1905000"/>
              <a:gd name="connsiteX38" fmla="*/ 52276 w 1905000"/>
              <a:gd name="connsiteY38" fmla="*/ 1356382 h 1905000"/>
              <a:gd name="connsiteX39" fmla="*/ 178594 w 1905000"/>
              <a:gd name="connsiteY39" fmla="*/ 1304107 h 1905000"/>
              <a:gd name="connsiteX40" fmla="*/ 208359 w 1905000"/>
              <a:gd name="connsiteY40" fmla="*/ 1274341 h 1905000"/>
              <a:gd name="connsiteX41" fmla="*/ 208359 w 1905000"/>
              <a:gd name="connsiteY41" fmla="*/ 1131094 h 1905000"/>
              <a:gd name="connsiteX42" fmla="*/ 386953 w 1905000"/>
              <a:gd name="connsiteY42" fmla="*/ 952500 h 1905000"/>
              <a:gd name="connsiteX43" fmla="*/ 863203 w 1905000"/>
              <a:gd name="connsiteY43" fmla="*/ 952500 h 1905000"/>
              <a:gd name="connsiteX44" fmla="*/ 892969 w 1905000"/>
              <a:gd name="connsiteY44" fmla="*/ 922734 h 1905000"/>
              <a:gd name="connsiteX45" fmla="*/ 892969 w 1905000"/>
              <a:gd name="connsiteY45" fmla="*/ 744141 h 1905000"/>
              <a:gd name="connsiteX46" fmla="*/ 863203 w 1905000"/>
              <a:gd name="connsiteY46" fmla="*/ 714375 h 1905000"/>
              <a:gd name="connsiteX47" fmla="*/ 773906 w 1905000"/>
              <a:gd name="connsiteY47" fmla="*/ 714375 h 1905000"/>
              <a:gd name="connsiteX48" fmla="*/ 595313 w 1905000"/>
              <a:gd name="connsiteY48" fmla="*/ 535781 h 1905000"/>
              <a:gd name="connsiteX49" fmla="*/ 595313 w 1905000"/>
              <a:gd name="connsiteY49" fmla="*/ 178594 h 1905000"/>
              <a:gd name="connsiteX50" fmla="*/ 773906 w 1905000"/>
              <a:gd name="connsiteY50" fmla="*/ 0 h 1905000"/>
              <a:gd name="connsiteX51" fmla="*/ 1131094 w 1905000"/>
              <a:gd name="connsiteY51" fmla="*/ 0 h 1905000"/>
              <a:gd name="connsiteX52" fmla="*/ 1309688 w 1905000"/>
              <a:gd name="connsiteY52" fmla="*/ 178594 h 1905000"/>
              <a:gd name="connsiteX53" fmla="*/ 1309688 w 1905000"/>
              <a:gd name="connsiteY53" fmla="*/ 535781 h 1905000"/>
              <a:gd name="connsiteX54" fmla="*/ 1131094 w 1905000"/>
              <a:gd name="connsiteY54" fmla="*/ 714375 h 1905000"/>
              <a:gd name="connsiteX55" fmla="*/ 1041797 w 1905000"/>
              <a:gd name="connsiteY55" fmla="*/ 714375 h 1905000"/>
              <a:gd name="connsiteX56" fmla="*/ 1012031 w 1905000"/>
              <a:gd name="connsiteY56" fmla="*/ 744141 h 1905000"/>
              <a:gd name="connsiteX57" fmla="*/ 1012031 w 1905000"/>
              <a:gd name="connsiteY57" fmla="*/ 922734 h 1905000"/>
              <a:gd name="connsiteX58" fmla="*/ 1041797 w 1905000"/>
              <a:gd name="connsiteY58" fmla="*/ 952500 h 1905000"/>
              <a:gd name="connsiteX59" fmla="*/ 1518047 w 1905000"/>
              <a:gd name="connsiteY59" fmla="*/ 952500 h 1905000"/>
              <a:gd name="connsiteX60" fmla="*/ 1696641 w 1905000"/>
              <a:gd name="connsiteY60" fmla="*/ 1131094 h 1905000"/>
              <a:gd name="connsiteX61" fmla="*/ 1696641 w 1905000"/>
              <a:gd name="connsiteY61" fmla="*/ 1274341 h 1905000"/>
              <a:gd name="connsiteX62" fmla="*/ 1726406 w 1905000"/>
              <a:gd name="connsiteY62" fmla="*/ 1304107 h 1905000"/>
              <a:gd name="connsiteX63" fmla="*/ 1905000 w 1905000"/>
              <a:gd name="connsiteY63" fmla="*/ 14827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905000" h="1905000">
                <a:moveTo>
                  <a:pt x="1905000" y="1482700"/>
                </a:moveTo>
                <a:lnTo>
                  <a:pt x="1905000" y="1726406"/>
                </a:lnTo>
                <a:cubicBezTo>
                  <a:pt x="1905000" y="1825005"/>
                  <a:pt x="1825005" y="1905000"/>
                  <a:pt x="1726406" y="1905000"/>
                </a:cubicBezTo>
                <a:lnTo>
                  <a:pt x="1547813" y="1905000"/>
                </a:lnTo>
                <a:cubicBezTo>
                  <a:pt x="1449214" y="1905000"/>
                  <a:pt x="1369219" y="1825005"/>
                  <a:pt x="1369219" y="1726406"/>
                </a:cubicBezTo>
                <a:lnTo>
                  <a:pt x="1369219" y="1482700"/>
                </a:lnTo>
                <a:cubicBezTo>
                  <a:pt x="1369219" y="1433401"/>
                  <a:pt x="1389125" y="1388753"/>
                  <a:pt x="1421495" y="1356382"/>
                </a:cubicBezTo>
                <a:cubicBezTo>
                  <a:pt x="1453865" y="1324012"/>
                  <a:pt x="1498513" y="1304107"/>
                  <a:pt x="1547813" y="1304107"/>
                </a:cubicBezTo>
                <a:cubicBezTo>
                  <a:pt x="1564184" y="1304107"/>
                  <a:pt x="1577578" y="1290712"/>
                  <a:pt x="1577578" y="1274341"/>
                </a:cubicBezTo>
                <a:lnTo>
                  <a:pt x="1577578" y="1131094"/>
                </a:lnTo>
                <a:cubicBezTo>
                  <a:pt x="1577578" y="1098166"/>
                  <a:pt x="1550975" y="1071563"/>
                  <a:pt x="1518047" y="1071563"/>
                </a:cubicBezTo>
                <a:lnTo>
                  <a:pt x="1041797" y="1071563"/>
                </a:lnTo>
                <a:cubicBezTo>
                  <a:pt x="1025426" y="1071563"/>
                  <a:pt x="1012031" y="1084957"/>
                  <a:pt x="1012031" y="1101328"/>
                </a:cubicBezTo>
                <a:lnTo>
                  <a:pt x="1012031" y="1276201"/>
                </a:lnTo>
                <a:cubicBezTo>
                  <a:pt x="1012031" y="1291642"/>
                  <a:pt x="1024496" y="1304107"/>
                  <a:pt x="1039937" y="1304107"/>
                </a:cubicBezTo>
                <a:lnTo>
                  <a:pt x="1041797" y="1304107"/>
                </a:lnTo>
                <a:cubicBezTo>
                  <a:pt x="1140396" y="1304107"/>
                  <a:pt x="1220391" y="1384102"/>
                  <a:pt x="1220391" y="1482700"/>
                </a:cubicBezTo>
                <a:lnTo>
                  <a:pt x="1220391" y="1726406"/>
                </a:lnTo>
                <a:cubicBezTo>
                  <a:pt x="1220391" y="1825005"/>
                  <a:pt x="1140396" y="1905000"/>
                  <a:pt x="1041797" y="1905000"/>
                </a:cubicBezTo>
                <a:lnTo>
                  <a:pt x="863203" y="1905000"/>
                </a:lnTo>
                <a:cubicBezTo>
                  <a:pt x="764605" y="1905000"/>
                  <a:pt x="684609" y="1825005"/>
                  <a:pt x="684609" y="1726406"/>
                </a:cubicBezTo>
                <a:lnTo>
                  <a:pt x="684609" y="1482700"/>
                </a:lnTo>
                <a:cubicBezTo>
                  <a:pt x="684609" y="1384102"/>
                  <a:pt x="764605" y="1304107"/>
                  <a:pt x="863203" y="1304107"/>
                </a:cubicBezTo>
                <a:lnTo>
                  <a:pt x="865064" y="1304107"/>
                </a:lnTo>
                <a:cubicBezTo>
                  <a:pt x="880504" y="1304107"/>
                  <a:pt x="892969" y="1291642"/>
                  <a:pt x="892969" y="1276201"/>
                </a:cubicBezTo>
                <a:lnTo>
                  <a:pt x="892969" y="1101328"/>
                </a:lnTo>
                <a:cubicBezTo>
                  <a:pt x="892969" y="1084957"/>
                  <a:pt x="879574" y="1071563"/>
                  <a:pt x="863203" y="1071563"/>
                </a:cubicBezTo>
                <a:lnTo>
                  <a:pt x="386953" y="1071563"/>
                </a:lnTo>
                <a:cubicBezTo>
                  <a:pt x="354025" y="1071563"/>
                  <a:pt x="327422" y="1098166"/>
                  <a:pt x="327422" y="1131094"/>
                </a:cubicBezTo>
                <a:lnTo>
                  <a:pt x="327422" y="1274341"/>
                </a:lnTo>
                <a:cubicBezTo>
                  <a:pt x="327422" y="1282526"/>
                  <a:pt x="330771" y="1289968"/>
                  <a:pt x="336166" y="1295363"/>
                </a:cubicBezTo>
                <a:cubicBezTo>
                  <a:pt x="341561" y="1300758"/>
                  <a:pt x="349002" y="1304107"/>
                  <a:pt x="357188" y="1304107"/>
                </a:cubicBezTo>
                <a:cubicBezTo>
                  <a:pt x="455786" y="1304107"/>
                  <a:pt x="535781" y="1384102"/>
                  <a:pt x="535781" y="1482700"/>
                </a:cubicBezTo>
                <a:lnTo>
                  <a:pt x="535781" y="1726406"/>
                </a:lnTo>
                <a:cubicBezTo>
                  <a:pt x="535781" y="1825005"/>
                  <a:pt x="455786" y="1905000"/>
                  <a:pt x="357188" y="1905000"/>
                </a:cubicBezTo>
                <a:lnTo>
                  <a:pt x="178594" y="1905000"/>
                </a:lnTo>
                <a:cubicBezTo>
                  <a:pt x="79995" y="1905000"/>
                  <a:pt x="0" y="1825005"/>
                  <a:pt x="0" y="1726406"/>
                </a:cubicBezTo>
                <a:lnTo>
                  <a:pt x="0" y="1482700"/>
                </a:lnTo>
                <a:cubicBezTo>
                  <a:pt x="0" y="1433401"/>
                  <a:pt x="19906" y="1388753"/>
                  <a:pt x="52276" y="1356382"/>
                </a:cubicBezTo>
                <a:cubicBezTo>
                  <a:pt x="84646" y="1324012"/>
                  <a:pt x="129294" y="1304107"/>
                  <a:pt x="178594" y="1304107"/>
                </a:cubicBezTo>
                <a:cubicBezTo>
                  <a:pt x="194965" y="1304107"/>
                  <a:pt x="208359" y="1290712"/>
                  <a:pt x="208359" y="1274341"/>
                </a:cubicBezTo>
                <a:lnTo>
                  <a:pt x="208359" y="1131094"/>
                </a:lnTo>
                <a:cubicBezTo>
                  <a:pt x="208359" y="1032495"/>
                  <a:pt x="288355" y="952500"/>
                  <a:pt x="386953" y="952500"/>
                </a:cubicBezTo>
                <a:lnTo>
                  <a:pt x="863203" y="952500"/>
                </a:lnTo>
                <a:cubicBezTo>
                  <a:pt x="879574" y="952500"/>
                  <a:pt x="892969" y="939105"/>
                  <a:pt x="892969" y="922734"/>
                </a:cubicBezTo>
                <a:lnTo>
                  <a:pt x="892969" y="744141"/>
                </a:lnTo>
                <a:cubicBezTo>
                  <a:pt x="892969" y="727770"/>
                  <a:pt x="879574" y="714375"/>
                  <a:pt x="863203" y="714375"/>
                </a:cubicBezTo>
                <a:lnTo>
                  <a:pt x="773906" y="714375"/>
                </a:lnTo>
                <a:cubicBezTo>
                  <a:pt x="675308" y="714375"/>
                  <a:pt x="595313" y="634380"/>
                  <a:pt x="595313" y="535781"/>
                </a:cubicBezTo>
                <a:lnTo>
                  <a:pt x="595313" y="178594"/>
                </a:lnTo>
                <a:cubicBezTo>
                  <a:pt x="595313" y="79995"/>
                  <a:pt x="675308" y="0"/>
                  <a:pt x="773906" y="0"/>
                </a:cubicBezTo>
                <a:lnTo>
                  <a:pt x="1131094" y="0"/>
                </a:lnTo>
                <a:cubicBezTo>
                  <a:pt x="1229692" y="0"/>
                  <a:pt x="1309688" y="79995"/>
                  <a:pt x="1309688" y="178594"/>
                </a:cubicBezTo>
                <a:lnTo>
                  <a:pt x="1309688" y="535781"/>
                </a:lnTo>
                <a:cubicBezTo>
                  <a:pt x="1309688" y="634380"/>
                  <a:pt x="1229692" y="714375"/>
                  <a:pt x="1131094" y="714375"/>
                </a:cubicBezTo>
                <a:lnTo>
                  <a:pt x="1041797" y="714375"/>
                </a:lnTo>
                <a:cubicBezTo>
                  <a:pt x="1025426" y="714375"/>
                  <a:pt x="1012031" y="727770"/>
                  <a:pt x="1012031" y="744141"/>
                </a:cubicBezTo>
                <a:lnTo>
                  <a:pt x="1012031" y="922734"/>
                </a:lnTo>
                <a:cubicBezTo>
                  <a:pt x="1012031" y="939105"/>
                  <a:pt x="1025426" y="952500"/>
                  <a:pt x="1041797" y="952500"/>
                </a:cubicBezTo>
                <a:lnTo>
                  <a:pt x="1518047" y="952500"/>
                </a:lnTo>
                <a:cubicBezTo>
                  <a:pt x="1616646" y="952500"/>
                  <a:pt x="1696641" y="1032495"/>
                  <a:pt x="1696641" y="1131094"/>
                </a:cubicBezTo>
                <a:lnTo>
                  <a:pt x="1696641" y="1274341"/>
                </a:lnTo>
                <a:cubicBezTo>
                  <a:pt x="1696641" y="1290712"/>
                  <a:pt x="1710035" y="1304107"/>
                  <a:pt x="1726406" y="1304107"/>
                </a:cubicBezTo>
                <a:cubicBezTo>
                  <a:pt x="1825005" y="1304107"/>
                  <a:pt x="1905000" y="1384102"/>
                  <a:pt x="1905000" y="148270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9" name="图形 247"/>
          <p:cNvSpPr/>
          <p:nvPr/>
        </p:nvSpPr>
        <p:spPr>
          <a:xfrm>
            <a:off x="2704697" y="5799067"/>
            <a:ext cx="261428" cy="255614"/>
          </a:xfrm>
          <a:custGeom>
            <a:avLst/>
            <a:gdLst>
              <a:gd name="connsiteX0" fmla="*/ 710563 w 1643923"/>
              <a:gd name="connsiteY0" fmla="*/ 457666 h 1607363"/>
              <a:gd name="connsiteX1" fmla="*/ 844508 w 1643923"/>
              <a:gd name="connsiteY1" fmla="*/ 457666 h 1607363"/>
              <a:gd name="connsiteX2" fmla="*/ 844508 w 1643923"/>
              <a:gd name="connsiteY2" fmla="*/ 799971 h 1607363"/>
              <a:gd name="connsiteX3" fmla="*/ 1049147 w 1643923"/>
              <a:gd name="connsiteY3" fmla="*/ 799971 h 1607363"/>
              <a:gd name="connsiteX4" fmla="*/ 1049147 w 1643923"/>
              <a:gd name="connsiteY4" fmla="*/ 933916 h 1607363"/>
              <a:gd name="connsiteX5" fmla="*/ 710563 w 1643923"/>
              <a:gd name="connsiteY5" fmla="*/ 933916 h 1607363"/>
              <a:gd name="connsiteX6" fmla="*/ 710563 w 1643923"/>
              <a:gd name="connsiteY6" fmla="*/ 457666 h 1607363"/>
              <a:gd name="connsiteX7" fmla="*/ 1643924 w 1643923"/>
              <a:gd name="connsiteY7" fmla="*/ 268986 h 1607363"/>
              <a:gd name="connsiteX8" fmla="*/ 1529285 w 1643923"/>
              <a:gd name="connsiteY8" fmla="*/ 626099 h 1607363"/>
              <a:gd name="connsiteX9" fmla="*/ 1138984 w 1643923"/>
              <a:gd name="connsiteY9" fmla="*/ 488031 h 1607363"/>
              <a:gd name="connsiteX10" fmla="*/ 1183524 w 1643923"/>
              <a:gd name="connsiteY10" fmla="*/ 362085 h 1607363"/>
              <a:gd name="connsiteX11" fmla="*/ 1354535 w 1643923"/>
              <a:gd name="connsiteY11" fmla="*/ 422584 h 1607363"/>
              <a:gd name="connsiteX12" fmla="*/ 803581 w 1643923"/>
              <a:gd name="connsiteY12" fmla="*/ 133965 h 1607363"/>
              <a:gd name="connsiteX13" fmla="*/ 133854 w 1643923"/>
              <a:gd name="connsiteY13" fmla="*/ 803692 h 1607363"/>
              <a:gd name="connsiteX14" fmla="*/ 803581 w 1643923"/>
              <a:gd name="connsiteY14" fmla="*/ 1473418 h 1607363"/>
              <a:gd name="connsiteX15" fmla="*/ 1473307 w 1643923"/>
              <a:gd name="connsiteY15" fmla="*/ 803692 h 1607363"/>
              <a:gd name="connsiteX16" fmla="*/ 1607253 w 1643923"/>
              <a:gd name="connsiteY16" fmla="*/ 803692 h 1607363"/>
              <a:gd name="connsiteX17" fmla="*/ 803580 w 1643923"/>
              <a:gd name="connsiteY17" fmla="*/ 1607363 h 1607363"/>
              <a:gd name="connsiteX18" fmla="*/ 235299 w 1643923"/>
              <a:gd name="connsiteY18" fmla="*/ 1371974 h 1607363"/>
              <a:gd name="connsiteX19" fmla="*/ 235520 w 1643923"/>
              <a:gd name="connsiteY19" fmla="*/ 235315 h 1607363"/>
              <a:gd name="connsiteX20" fmla="*/ 1230866 w 1643923"/>
              <a:gd name="connsiteY20" fmla="*/ 122904 h 1607363"/>
              <a:gd name="connsiteX21" fmla="*/ 1474174 w 1643923"/>
              <a:gd name="connsiteY21" fmla="*/ 360791 h 1607363"/>
              <a:gd name="connsiteX22" fmla="*/ 1516750 w 1643923"/>
              <a:gd name="connsiteY22" fmla="*/ 228147 h 160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43923" h="1607363">
                <a:moveTo>
                  <a:pt x="710563" y="457666"/>
                </a:moveTo>
                <a:lnTo>
                  <a:pt x="844508" y="457666"/>
                </a:lnTo>
                <a:lnTo>
                  <a:pt x="844508" y="799971"/>
                </a:lnTo>
                <a:lnTo>
                  <a:pt x="1049147" y="799971"/>
                </a:lnTo>
                <a:lnTo>
                  <a:pt x="1049147" y="933916"/>
                </a:lnTo>
                <a:lnTo>
                  <a:pt x="710563" y="933916"/>
                </a:lnTo>
                <a:lnTo>
                  <a:pt x="710563" y="457666"/>
                </a:lnTo>
                <a:close/>
                <a:moveTo>
                  <a:pt x="1643924" y="268986"/>
                </a:moveTo>
                <a:lnTo>
                  <a:pt x="1529285" y="626099"/>
                </a:lnTo>
                <a:lnTo>
                  <a:pt x="1138984" y="488031"/>
                </a:lnTo>
                <a:lnTo>
                  <a:pt x="1183524" y="362085"/>
                </a:lnTo>
                <a:lnTo>
                  <a:pt x="1354535" y="422584"/>
                </a:lnTo>
                <a:cubicBezTo>
                  <a:pt x="1229812" y="241299"/>
                  <a:pt x="1023625" y="133287"/>
                  <a:pt x="803581" y="133965"/>
                </a:cubicBezTo>
                <a:cubicBezTo>
                  <a:pt x="434294" y="133965"/>
                  <a:pt x="133854" y="434405"/>
                  <a:pt x="133854" y="803692"/>
                </a:cubicBezTo>
                <a:cubicBezTo>
                  <a:pt x="133854" y="1172979"/>
                  <a:pt x="434294" y="1473418"/>
                  <a:pt x="803581" y="1473418"/>
                </a:cubicBezTo>
                <a:cubicBezTo>
                  <a:pt x="1172868" y="1473418"/>
                  <a:pt x="1473307" y="1172979"/>
                  <a:pt x="1473307" y="803692"/>
                </a:cubicBezTo>
                <a:lnTo>
                  <a:pt x="1607253" y="803692"/>
                </a:lnTo>
                <a:cubicBezTo>
                  <a:pt x="1607252" y="1247548"/>
                  <a:pt x="1247436" y="1607364"/>
                  <a:pt x="803580" y="1607363"/>
                </a:cubicBezTo>
                <a:cubicBezTo>
                  <a:pt x="590434" y="1607363"/>
                  <a:pt x="386017" y="1522691"/>
                  <a:pt x="235299" y="1371974"/>
                </a:cubicBezTo>
                <a:cubicBezTo>
                  <a:pt x="-78519" y="1058033"/>
                  <a:pt x="-78420" y="549134"/>
                  <a:pt x="235520" y="235315"/>
                </a:cubicBezTo>
                <a:cubicBezTo>
                  <a:pt x="500534" y="-29596"/>
                  <a:pt x="913445" y="-76229"/>
                  <a:pt x="1230866" y="122904"/>
                </a:cubicBezTo>
                <a:cubicBezTo>
                  <a:pt x="1327965" y="183992"/>
                  <a:pt x="1410914" y="265093"/>
                  <a:pt x="1474174" y="360791"/>
                </a:cubicBezTo>
                <a:lnTo>
                  <a:pt x="1516750" y="228147"/>
                </a:lnTo>
                <a:close/>
              </a:path>
            </a:pathLst>
          </a:custGeom>
          <a:solidFill>
            <a:schemeClr val="accent2"/>
          </a:solidFill>
          <a:ln w="1488" cap="flat">
            <a:solidFill>
              <a:schemeClr val="accent2"/>
            </a:solidFill>
            <a:prstDash val="solid"/>
            <a:miter/>
          </a:ln>
          <a:effectLst/>
        </p:spPr>
        <p:txBody>
          <a:bodyPr lIns="73152" tIns="36576" rIns="73152" bIns="365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56" name="组合 255"/>
          <p:cNvGrpSpPr/>
          <p:nvPr/>
        </p:nvGrpSpPr>
        <p:grpSpPr>
          <a:xfrm>
            <a:off x="3637572" y="5803201"/>
            <a:ext cx="251497" cy="251468"/>
            <a:chOff x="4099505" y="5800110"/>
            <a:chExt cx="227375" cy="227346"/>
          </a:xfrm>
          <a:solidFill>
            <a:schemeClr val="accent2"/>
          </a:solidFill>
        </p:grpSpPr>
        <p:sp>
          <p:nvSpPr>
            <p:cNvPr id="254" name="任意多边形: 形状 253"/>
            <p:cNvSpPr/>
            <p:nvPr/>
          </p:nvSpPr>
          <p:spPr>
            <a:xfrm>
              <a:off x="4179442" y="5862607"/>
              <a:ext cx="68753" cy="101023"/>
            </a:xfrm>
            <a:custGeom>
              <a:avLst/>
              <a:gdLst>
                <a:gd name="connsiteX0" fmla="*/ 70144 w 85940"/>
                <a:gd name="connsiteY0" fmla="*/ 0 h 126278"/>
                <a:gd name="connsiteX1" fmla="*/ 42954 w 85940"/>
                <a:gd name="connsiteY1" fmla="*/ 27190 h 126278"/>
                <a:gd name="connsiteX2" fmla="*/ 15797 w 85940"/>
                <a:gd name="connsiteY2" fmla="*/ 0 h 126278"/>
                <a:gd name="connsiteX3" fmla="*/ 0 w 85940"/>
                <a:gd name="connsiteY3" fmla="*/ 15797 h 126278"/>
                <a:gd name="connsiteX4" fmla="*/ 29870 w 85940"/>
                <a:gd name="connsiteY4" fmla="*/ 45699 h 126278"/>
                <a:gd name="connsiteX5" fmla="*/ 10531 w 85940"/>
                <a:gd name="connsiteY5" fmla="*/ 45699 h 126278"/>
                <a:gd name="connsiteX6" fmla="*/ 10531 w 85940"/>
                <a:gd name="connsiteY6" fmla="*/ 68038 h 126278"/>
                <a:gd name="connsiteX7" fmla="*/ 31785 w 85940"/>
                <a:gd name="connsiteY7" fmla="*/ 68038 h 126278"/>
                <a:gd name="connsiteX8" fmla="*/ 31785 w 85940"/>
                <a:gd name="connsiteY8" fmla="*/ 80771 h 126278"/>
                <a:gd name="connsiteX9" fmla="*/ 10531 w 85940"/>
                <a:gd name="connsiteY9" fmla="*/ 80771 h 126278"/>
                <a:gd name="connsiteX10" fmla="*/ 10531 w 85940"/>
                <a:gd name="connsiteY10" fmla="*/ 103110 h 126278"/>
                <a:gd name="connsiteX11" fmla="*/ 31785 w 85940"/>
                <a:gd name="connsiteY11" fmla="*/ 103110 h 126278"/>
                <a:gd name="connsiteX12" fmla="*/ 31785 w 85940"/>
                <a:gd name="connsiteY12" fmla="*/ 126278 h 126278"/>
                <a:gd name="connsiteX13" fmla="*/ 54124 w 85940"/>
                <a:gd name="connsiteY13" fmla="*/ 126278 h 126278"/>
                <a:gd name="connsiteX14" fmla="*/ 54124 w 85940"/>
                <a:gd name="connsiteY14" fmla="*/ 103110 h 126278"/>
                <a:gd name="connsiteX15" fmla="*/ 75378 w 85940"/>
                <a:gd name="connsiteY15" fmla="*/ 103110 h 126278"/>
                <a:gd name="connsiteX16" fmla="*/ 75378 w 85940"/>
                <a:gd name="connsiteY16" fmla="*/ 80771 h 126278"/>
                <a:gd name="connsiteX17" fmla="*/ 54124 w 85940"/>
                <a:gd name="connsiteY17" fmla="*/ 80771 h 126278"/>
                <a:gd name="connsiteX18" fmla="*/ 54124 w 85940"/>
                <a:gd name="connsiteY18" fmla="*/ 68038 h 126278"/>
                <a:gd name="connsiteX19" fmla="*/ 75378 w 85940"/>
                <a:gd name="connsiteY19" fmla="*/ 68038 h 126278"/>
                <a:gd name="connsiteX20" fmla="*/ 75378 w 85940"/>
                <a:gd name="connsiteY20" fmla="*/ 45699 h 126278"/>
                <a:gd name="connsiteX21" fmla="*/ 56039 w 85940"/>
                <a:gd name="connsiteY21" fmla="*/ 45699 h 126278"/>
                <a:gd name="connsiteX22" fmla="*/ 85941 w 85940"/>
                <a:gd name="connsiteY22" fmla="*/ 15797 h 12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5940" h="126278">
                  <a:moveTo>
                    <a:pt x="70144" y="0"/>
                  </a:moveTo>
                  <a:lnTo>
                    <a:pt x="42954" y="27190"/>
                  </a:lnTo>
                  <a:lnTo>
                    <a:pt x="15797" y="0"/>
                  </a:lnTo>
                  <a:lnTo>
                    <a:pt x="0" y="15797"/>
                  </a:lnTo>
                  <a:lnTo>
                    <a:pt x="29870" y="45699"/>
                  </a:lnTo>
                  <a:lnTo>
                    <a:pt x="10531" y="45699"/>
                  </a:lnTo>
                  <a:lnTo>
                    <a:pt x="10531" y="68038"/>
                  </a:lnTo>
                  <a:lnTo>
                    <a:pt x="31785" y="68038"/>
                  </a:lnTo>
                  <a:lnTo>
                    <a:pt x="31785" y="80771"/>
                  </a:lnTo>
                  <a:lnTo>
                    <a:pt x="10531" y="80771"/>
                  </a:lnTo>
                  <a:lnTo>
                    <a:pt x="10531" y="103110"/>
                  </a:lnTo>
                  <a:lnTo>
                    <a:pt x="31785" y="103110"/>
                  </a:lnTo>
                  <a:lnTo>
                    <a:pt x="31785" y="126278"/>
                  </a:lnTo>
                  <a:lnTo>
                    <a:pt x="54124" y="126278"/>
                  </a:lnTo>
                  <a:lnTo>
                    <a:pt x="54124" y="103110"/>
                  </a:lnTo>
                  <a:lnTo>
                    <a:pt x="75378" y="103110"/>
                  </a:lnTo>
                  <a:lnTo>
                    <a:pt x="75378" y="80771"/>
                  </a:lnTo>
                  <a:lnTo>
                    <a:pt x="54124" y="80771"/>
                  </a:lnTo>
                  <a:lnTo>
                    <a:pt x="54124" y="68038"/>
                  </a:lnTo>
                  <a:lnTo>
                    <a:pt x="75378" y="68038"/>
                  </a:lnTo>
                  <a:lnTo>
                    <a:pt x="75378" y="45699"/>
                  </a:lnTo>
                  <a:lnTo>
                    <a:pt x="56039" y="45699"/>
                  </a:lnTo>
                  <a:lnTo>
                    <a:pt x="85941" y="15797"/>
                  </a:lnTo>
                  <a:close/>
                </a:path>
              </a:pathLst>
            </a:custGeom>
            <a:grpFill/>
            <a:ln w="253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5" name="任意多边形: 形状 254"/>
            <p:cNvSpPr/>
            <p:nvPr/>
          </p:nvSpPr>
          <p:spPr>
            <a:xfrm>
              <a:off x="4099505" y="5800110"/>
              <a:ext cx="227375" cy="227346"/>
            </a:xfrm>
            <a:custGeom>
              <a:avLst/>
              <a:gdLst>
                <a:gd name="connsiteX0" fmla="*/ 273076 w 284213"/>
                <a:gd name="connsiteY0" fmla="*/ 86770 h 284181"/>
                <a:gd name="connsiteX1" fmla="*/ 261013 w 284213"/>
                <a:gd name="connsiteY1" fmla="*/ 64176 h 284181"/>
                <a:gd name="connsiteX2" fmla="*/ 243717 w 284213"/>
                <a:gd name="connsiteY2" fmla="*/ 62389 h 284181"/>
                <a:gd name="connsiteX3" fmla="*/ 242280 w 284213"/>
                <a:gd name="connsiteY3" fmla="*/ 76463 h 284181"/>
                <a:gd name="connsiteX4" fmla="*/ 261907 w 284213"/>
                <a:gd name="connsiteY4" fmla="*/ 142937 h 284181"/>
                <a:gd name="connsiteX5" fmla="*/ 141277 w 284213"/>
                <a:gd name="connsiteY5" fmla="*/ 261843 h 284181"/>
                <a:gd name="connsiteX6" fmla="*/ 22339 w 284213"/>
                <a:gd name="connsiteY6" fmla="*/ 143032 h 284181"/>
                <a:gd name="connsiteX7" fmla="*/ 141245 w 284213"/>
                <a:gd name="connsiteY7" fmla="*/ 22307 h 284181"/>
                <a:gd name="connsiteX8" fmla="*/ 205262 w 284213"/>
                <a:gd name="connsiteY8" fmla="*/ 40338 h 284181"/>
                <a:gd name="connsiteX9" fmla="*/ 219112 w 284213"/>
                <a:gd name="connsiteY9" fmla="*/ 38774 h 284181"/>
                <a:gd name="connsiteX10" fmla="*/ 217133 w 284213"/>
                <a:gd name="connsiteY10" fmla="*/ 21381 h 284181"/>
                <a:gd name="connsiteX11" fmla="*/ 197443 w 284213"/>
                <a:gd name="connsiteY11" fmla="*/ 11169 h 284181"/>
                <a:gd name="connsiteX12" fmla="*/ 142107 w 284213"/>
                <a:gd name="connsiteY12" fmla="*/ 0 h 284181"/>
                <a:gd name="connsiteX13" fmla="*/ 86770 w 284213"/>
                <a:gd name="connsiteY13" fmla="*/ 11169 h 284181"/>
                <a:gd name="connsiteX14" fmla="*/ 41614 w 284213"/>
                <a:gd name="connsiteY14" fmla="*/ 41614 h 284181"/>
                <a:gd name="connsiteX15" fmla="*/ 11169 w 284213"/>
                <a:gd name="connsiteY15" fmla="*/ 86770 h 284181"/>
                <a:gd name="connsiteX16" fmla="*/ 0 w 284213"/>
                <a:gd name="connsiteY16" fmla="*/ 142107 h 284181"/>
                <a:gd name="connsiteX17" fmla="*/ 11169 w 284213"/>
                <a:gd name="connsiteY17" fmla="*/ 197411 h 284181"/>
                <a:gd name="connsiteX18" fmla="*/ 41614 w 284213"/>
                <a:gd name="connsiteY18" fmla="*/ 242568 h 284181"/>
                <a:gd name="connsiteX19" fmla="*/ 86770 w 284213"/>
                <a:gd name="connsiteY19" fmla="*/ 273012 h 284181"/>
                <a:gd name="connsiteX20" fmla="*/ 142107 w 284213"/>
                <a:gd name="connsiteY20" fmla="*/ 284182 h 284181"/>
                <a:gd name="connsiteX21" fmla="*/ 197443 w 284213"/>
                <a:gd name="connsiteY21" fmla="*/ 273012 h 284181"/>
                <a:gd name="connsiteX22" fmla="*/ 242600 w 284213"/>
                <a:gd name="connsiteY22" fmla="*/ 242568 h 284181"/>
                <a:gd name="connsiteX23" fmla="*/ 273044 w 284213"/>
                <a:gd name="connsiteY23" fmla="*/ 197411 h 284181"/>
                <a:gd name="connsiteX24" fmla="*/ 284214 w 284213"/>
                <a:gd name="connsiteY24" fmla="*/ 142107 h 284181"/>
                <a:gd name="connsiteX25" fmla="*/ 273076 w 284213"/>
                <a:gd name="connsiteY25" fmla="*/ 86770 h 28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4213" h="284181">
                  <a:moveTo>
                    <a:pt x="273076" y="86770"/>
                  </a:moveTo>
                  <a:cubicBezTo>
                    <a:pt x="269725" y="78856"/>
                    <a:pt x="265704" y="71293"/>
                    <a:pt x="261013" y="64176"/>
                  </a:cubicBezTo>
                  <a:cubicBezTo>
                    <a:pt x="257120" y="58240"/>
                    <a:pt x="248759" y="57379"/>
                    <a:pt x="243717" y="62389"/>
                  </a:cubicBezTo>
                  <a:cubicBezTo>
                    <a:pt x="239951" y="66155"/>
                    <a:pt x="239376" y="72027"/>
                    <a:pt x="242280" y="76463"/>
                  </a:cubicBezTo>
                  <a:cubicBezTo>
                    <a:pt x="254822" y="95546"/>
                    <a:pt x="262066" y="118396"/>
                    <a:pt x="261907" y="142937"/>
                  </a:cubicBezTo>
                  <a:cubicBezTo>
                    <a:pt x="261428" y="208932"/>
                    <a:pt x="207272" y="262322"/>
                    <a:pt x="141277" y="261843"/>
                  </a:cubicBezTo>
                  <a:cubicBezTo>
                    <a:pt x="75952" y="261396"/>
                    <a:pt x="22849" y="208357"/>
                    <a:pt x="22339" y="143032"/>
                  </a:cubicBezTo>
                  <a:cubicBezTo>
                    <a:pt x="21860" y="77037"/>
                    <a:pt x="75282" y="22786"/>
                    <a:pt x="141245" y="22307"/>
                  </a:cubicBezTo>
                  <a:cubicBezTo>
                    <a:pt x="164733" y="22147"/>
                    <a:pt x="186689" y="28753"/>
                    <a:pt x="205262" y="40338"/>
                  </a:cubicBezTo>
                  <a:cubicBezTo>
                    <a:pt x="209698" y="43082"/>
                    <a:pt x="215410" y="42444"/>
                    <a:pt x="219112" y="38774"/>
                  </a:cubicBezTo>
                  <a:cubicBezTo>
                    <a:pt x="224186" y="33700"/>
                    <a:pt x="223261" y="25179"/>
                    <a:pt x="217133" y="21381"/>
                  </a:cubicBezTo>
                  <a:cubicBezTo>
                    <a:pt x="210878" y="17488"/>
                    <a:pt x="204304" y="14073"/>
                    <a:pt x="197443" y="11169"/>
                  </a:cubicBezTo>
                  <a:cubicBezTo>
                    <a:pt x="179923" y="3766"/>
                    <a:pt x="161318" y="0"/>
                    <a:pt x="142107" y="0"/>
                  </a:cubicBezTo>
                  <a:cubicBezTo>
                    <a:pt x="122927" y="0"/>
                    <a:pt x="104322" y="3766"/>
                    <a:pt x="86770" y="11169"/>
                  </a:cubicBezTo>
                  <a:cubicBezTo>
                    <a:pt x="69857" y="18318"/>
                    <a:pt x="54634" y="28562"/>
                    <a:pt x="41614" y="41614"/>
                  </a:cubicBezTo>
                  <a:cubicBezTo>
                    <a:pt x="28562" y="54666"/>
                    <a:pt x="18318" y="69857"/>
                    <a:pt x="11169" y="86770"/>
                  </a:cubicBezTo>
                  <a:cubicBezTo>
                    <a:pt x="3766" y="104290"/>
                    <a:pt x="0" y="122895"/>
                    <a:pt x="0" y="142107"/>
                  </a:cubicBezTo>
                  <a:cubicBezTo>
                    <a:pt x="0" y="161318"/>
                    <a:pt x="3766" y="179891"/>
                    <a:pt x="11169" y="197411"/>
                  </a:cubicBezTo>
                  <a:cubicBezTo>
                    <a:pt x="18318" y="214325"/>
                    <a:pt x="28562" y="229547"/>
                    <a:pt x="41614" y="242568"/>
                  </a:cubicBezTo>
                  <a:cubicBezTo>
                    <a:pt x="54666" y="255620"/>
                    <a:pt x="69857" y="265864"/>
                    <a:pt x="86770" y="273012"/>
                  </a:cubicBezTo>
                  <a:cubicBezTo>
                    <a:pt x="104290" y="280416"/>
                    <a:pt x="122895" y="284182"/>
                    <a:pt x="142107" y="284182"/>
                  </a:cubicBezTo>
                  <a:cubicBezTo>
                    <a:pt x="161286" y="284182"/>
                    <a:pt x="179891" y="280416"/>
                    <a:pt x="197443" y="273012"/>
                  </a:cubicBezTo>
                  <a:cubicBezTo>
                    <a:pt x="214357" y="265864"/>
                    <a:pt x="229579" y="255620"/>
                    <a:pt x="242600" y="242568"/>
                  </a:cubicBezTo>
                  <a:cubicBezTo>
                    <a:pt x="255652" y="229515"/>
                    <a:pt x="265896" y="214325"/>
                    <a:pt x="273044" y="197411"/>
                  </a:cubicBezTo>
                  <a:cubicBezTo>
                    <a:pt x="280448" y="179891"/>
                    <a:pt x="284214" y="161286"/>
                    <a:pt x="284214" y="142107"/>
                  </a:cubicBezTo>
                  <a:cubicBezTo>
                    <a:pt x="284214" y="122927"/>
                    <a:pt x="280480" y="104290"/>
                    <a:pt x="273076" y="86770"/>
                  </a:cubicBezTo>
                  <a:close/>
                </a:path>
              </a:pathLst>
            </a:custGeom>
            <a:grpFill/>
            <a:ln w="253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59" name="图形 257"/>
          <p:cNvSpPr/>
          <p:nvPr/>
        </p:nvSpPr>
        <p:spPr>
          <a:xfrm>
            <a:off x="4561881" y="5799067"/>
            <a:ext cx="258699" cy="258708"/>
          </a:xfrm>
          <a:custGeom>
            <a:avLst/>
            <a:gdLst>
              <a:gd name="connsiteX0" fmla="*/ 1651497 w 1663154"/>
              <a:gd name="connsiteY0" fmla="*/ 970743 h 1663211"/>
              <a:gd name="connsiteX1" fmla="*/ 1651397 w 1663154"/>
              <a:gd name="connsiteY1" fmla="*/ 970726 h 1663211"/>
              <a:gd name="connsiteX2" fmla="*/ 1651373 w 1663154"/>
              <a:gd name="connsiteY2" fmla="*/ 970886 h 1663211"/>
              <a:gd name="connsiteX3" fmla="*/ 1587471 w 1663154"/>
              <a:gd name="connsiteY3" fmla="*/ 1017280 h 1663211"/>
              <a:gd name="connsiteX4" fmla="*/ 1541077 w 1663154"/>
              <a:gd name="connsiteY4" fmla="*/ 953379 h 1663211"/>
              <a:gd name="connsiteX5" fmla="*/ 1541301 w 1663154"/>
              <a:gd name="connsiteY5" fmla="*/ 952065 h 1663211"/>
              <a:gd name="connsiteX6" fmla="*/ 1541958 w 1663154"/>
              <a:gd name="connsiteY6" fmla="*/ 948839 h 1663211"/>
              <a:gd name="connsiteX7" fmla="*/ 1551533 w 1663154"/>
              <a:gd name="connsiteY7" fmla="*/ 831568 h 1663211"/>
              <a:gd name="connsiteX8" fmla="*/ 831577 w 1663154"/>
              <a:gd name="connsiteY8" fmla="*/ 111612 h 1663211"/>
              <a:gd name="connsiteX9" fmla="*/ 111621 w 1663154"/>
              <a:gd name="connsiteY9" fmla="*/ 831568 h 1663211"/>
              <a:gd name="connsiteX10" fmla="*/ 831577 w 1663154"/>
              <a:gd name="connsiteY10" fmla="*/ 1551533 h 1663211"/>
              <a:gd name="connsiteX11" fmla="*/ 831577 w 1663154"/>
              <a:gd name="connsiteY11" fmla="*/ 1551591 h 1663211"/>
              <a:gd name="connsiteX12" fmla="*/ 887388 w 1663154"/>
              <a:gd name="connsiteY12" fmla="*/ 1607401 h 1663211"/>
              <a:gd name="connsiteX13" fmla="*/ 831577 w 1663154"/>
              <a:gd name="connsiteY13" fmla="*/ 1663212 h 1663211"/>
              <a:gd name="connsiteX14" fmla="*/ 830041 w 1663154"/>
              <a:gd name="connsiteY14" fmla="*/ 1663134 h 1663211"/>
              <a:gd name="connsiteX15" fmla="*/ 0 w 1663154"/>
              <a:gd name="connsiteY15" fmla="*/ 831577 h 1663211"/>
              <a:gd name="connsiteX16" fmla="*/ 831577 w 1663154"/>
              <a:gd name="connsiteY16" fmla="*/ 0 h 1663211"/>
              <a:gd name="connsiteX17" fmla="*/ 1663154 w 1663154"/>
              <a:gd name="connsiteY17" fmla="*/ 831577 h 1663211"/>
              <a:gd name="connsiteX18" fmla="*/ 1651497 w 1663154"/>
              <a:gd name="connsiteY18" fmla="*/ 970743 h 1663211"/>
              <a:gd name="connsiteX19" fmla="*/ 1166440 w 1663154"/>
              <a:gd name="connsiteY19" fmla="*/ 831635 h 1663211"/>
              <a:gd name="connsiteX20" fmla="*/ 1154333 w 1663154"/>
              <a:gd name="connsiteY20" fmla="*/ 866282 h 1663211"/>
              <a:gd name="connsiteX21" fmla="*/ 878927 w 1663154"/>
              <a:gd name="connsiteY21" fmla="*/ 1343300 h 1663211"/>
              <a:gd name="connsiteX22" fmla="*/ 802768 w 1663154"/>
              <a:gd name="connsiteY22" fmla="*/ 1364024 h 1663211"/>
              <a:gd name="connsiteX23" fmla="*/ 782044 w 1663154"/>
              <a:gd name="connsiteY23" fmla="*/ 1287866 h 1663211"/>
              <a:gd name="connsiteX24" fmla="*/ 782261 w 1663154"/>
              <a:gd name="connsiteY24" fmla="*/ 1287490 h 1663211"/>
              <a:gd name="connsiteX25" fmla="*/ 1013227 w 1663154"/>
              <a:gd name="connsiteY25" fmla="*/ 887445 h 1663211"/>
              <a:gd name="connsiteX26" fmla="*/ 554582 w 1663154"/>
              <a:gd name="connsiteY26" fmla="*/ 887445 h 1663211"/>
              <a:gd name="connsiteX27" fmla="*/ 548153 w 1663154"/>
              <a:gd name="connsiteY27" fmla="*/ 887224 h 1663211"/>
              <a:gd name="connsiteX28" fmla="*/ 496878 w 1663154"/>
              <a:gd name="connsiteY28" fmla="*/ 827303 h 1663211"/>
              <a:gd name="connsiteX29" fmla="*/ 509550 w 1663154"/>
              <a:gd name="connsiteY29" fmla="*/ 796028 h 1663211"/>
              <a:gd name="connsiteX30" fmla="*/ 784121 w 1663154"/>
              <a:gd name="connsiteY30" fmla="*/ 320466 h 1663211"/>
              <a:gd name="connsiteX31" fmla="*/ 860280 w 1663154"/>
              <a:gd name="connsiteY31" fmla="*/ 299742 h 1663211"/>
              <a:gd name="connsiteX32" fmla="*/ 881004 w 1663154"/>
              <a:gd name="connsiteY32" fmla="*/ 375901 h 1663211"/>
              <a:gd name="connsiteX33" fmla="*/ 880787 w 1663154"/>
              <a:gd name="connsiteY33" fmla="*/ 376277 h 1663211"/>
              <a:gd name="connsiteX34" fmla="*/ 650107 w 1663154"/>
              <a:gd name="connsiteY34" fmla="*/ 775824 h 1663211"/>
              <a:gd name="connsiteX35" fmla="*/ 1110630 w 1663154"/>
              <a:gd name="connsiteY35" fmla="*/ 775824 h 1663211"/>
              <a:gd name="connsiteX36" fmla="*/ 1166440 w 1663154"/>
              <a:gd name="connsiteY36" fmla="*/ 831635 h 1663211"/>
              <a:gd name="connsiteX37" fmla="*/ 1182776 w 1663154"/>
              <a:gd name="connsiteY37" fmla="*/ 1380264 h 1663211"/>
              <a:gd name="connsiteX38" fmla="*/ 1238587 w 1663154"/>
              <a:gd name="connsiteY38" fmla="*/ 1436074 h 1663211"/>
              <a:gd name="connsiteX39" fmla="*/ 1238587 w 1663154"/>
              <a:gd name="connsiteY39" fmla="*/ 1606879 h 1663211"/>
              <a:gd name="connsiteX40" fmla="*/ 1182776 w 1663154"/>
              <a:gd name="connsiteY40" fmla="*/ 1662689 h 1663211"/>
              <a:gd name="connsiteX41" fmla="*/ 1126966 w 1663154"/>
              <a:gd name="connsiteY41" fmla="*/ 1606879 h 1663211"/>
              <a:gd name="connsiteX42" fmla="*/ 1126966 w 1663154"/>
              <a:gd name="connsiteY42" fmla="*/ 1436074 h 1663211"/>
              <a:gd name="connsiteX43" fmla="*/ 1182776 w 1663154"/>
              <a:gd name="connsiteY43" fmla="*/ 1380264 h 1663211"/>
              <a:gd name="connsiteX44" fmla="*/ 1394856 w 1663154"/>
              <a:gd name="connsiteY44" fmla="*/ 1138418 h 1663211"/>
              <a:gd name="connsiteX45" fmla="*/ 1450667 w 1663154"/>
              <a:gd name="connsiteY45" fmla="*/ 1194229 h 1663211"/>
              <a:gd name="connsiteX46" fmla="*/ 1450667 w 1663154"/>
              <a:gd name="connsiteY46" fmla="*/ 1606879 h 1663211"/>
              <a:gd name="connsiteX47" fmla="*/ 1394856 w 1663154"/>
              <a:gd name="connsiteY47" fmla="*/ 1662689 h 1663211"/>
              <a:gd name="connsiteX48" fmla="*/ 1339046 w 1663154"/>
              <a:gd name="connsiteY48" fmla="*/ 1606879 h 1663211"/>
              <a:gd name="connsiteX49" fmla="*/ 1339046 w 1663154"/>
              <a:gd name="connsiteY49" fmla="*/ 1194229 h 1663211"/>
              <a:gd name="connsiteX50" fmla="*/ 1394856 w 1663154"/>
              <a:gd name="connsiteY50" fmla="*/ 1138418 h 1663211"/>
              <a:gd name="connsiteX51" fmla="*/ 1606936 w 1663154"/>
              <a:gd name="connsiteY51" fmla="*/ 1227715 h 1663211"/>
              <a:gd name="connsiteX52" fmla="*/ 1662747 w 1663154"/>
              <a:gd name="connsiteY52" fmla="*/ 1283525 h 1663211"/>
              <a:gd name="connsiteX53" fmla="*/ 1662747 w 1663154"/>
              <a:gd name="connsiteY53" fmla="*/ 1606879 h 1663211"/>
              <a:gd name="connsiteX54" fmla="*/ 1606936 w 1663154"/>
              <a:gd name="connsiteY54" fmla="*/ 1662689 h 1663211"/>
              <a:gd name="connsiteX55" fmla="*/ 1551126 w 1663154"/>
              <a:gd name="connsiteY55" fmla="*/ 1606879 h 1663211"/>
              <a:gd name="connsiteX56" fmla="*/ 1551126 w 1663154"/>
              <a:gd name="connsiteY56" fmla="*/ 1283525 h 1663211"/>
              <a:gd name="connsiteX57" fmla="*/ 1606936 w 1663154"/>
              <a:gd name="connsiteY57" fmla="*/ 1227715 h 166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63154" h="1663211">
                <a:moveTo>
                  <a:pt x="1651497" y="970743"/>
                </a:moveTo>
                <a:lnTo>
                  <a:pt x="1651397" y="970726"/>
                </a:lnTo>
                <a:cubicBezTo>
                  <a:pt x="1651397" y="970778"/>
                  <a:pt x="1651382" y="970832"/>
                  <a:pt x="1651373" y="970886"/>
                </a:cubicBezTo>
                <a:cubicBezTo>
                  <a:pt x="1646538" y="1001343"/>
                  <a:pt x="1617928" y="1022115"/>
                  <a:pt x="1587471" y="1017280"/>
                </a:cubicBezTo>
                <a:cubicBezTo>
                  <a:pt x="1557014" y="1012446"/>
                  <a:pt x="1536242" y="983836"/>
                  <a:pt x="1541077" y="953379"/>
                </a:cubicBezTo>
                <a:cubicBezTo>
                  <a:pt x="1541146" y="952940"/>
                  <a:pt x="1541221" y="952502"/>
                  <a:pt x="1541301" y="952065"/>
                </a:cubicBezTo>
                <a:cubicBezTo>
                  <a:pt x="1541487" y="950975"/>
                  <a:pt x="1541712" y="949903"/>
                  <a:pt x="1541958" y="948839"/>
                </a:cubicBezTo>
                <a:cubicBezTo>
                  <a:pt x="1548325" y="910073"/>
                  <a:pt x="1551527" y="870853"/>
                  <a:pt x="1551533" y="831568"/>
                </a:cubicBezTo>
                <a:cubicBezTo>
                  <a:pt x="1551533" y="433944"/>
                  <a:pt x="1229198" y="111612"/>
                  <a:pt x="831577" y="111612"/>
                </a:cubicBezTo>
                <a:cubicBezTo>
                  <a:pt x="433957" y="111612"/>
                  <a:pt x="111621" y="433951"/>
                  <a:pt x="111621" y="831568"/>
                </a:cubicBezTo>
                <a:cubicBezTo>
                  <a:pt x="111621" y="1229185"/>
                  <a:pt x="433957" y="1551533"/>
                  <a:pt x="831577" y="1551533"/>
                </a:cubicBezTo>
                <a:lnTo>
                  <a:pt x="831577" y="1551591"/>
                </a:lnTo>
                <a:cubicBezTo>
                  <a:pt x="862400" y="1551591"/>
                  <a:pt x="887388" y="1576578"/>
                  <a:pt x="887388" y="1607401"/>
                </a:cubicBezTo>
                <a:cubicBezTo>
                  <a:pt x="887388" y="1638225"/>
                  <a:pt x="862400" y="1663212"/>
                  <a:pt x="831577" y="1663212"/>
                </a:cubicBezTo>
                <a:cubicBezTo>
                  <a:pt x="831058" y="1663212"/>
                  <a:pt x="830556" y="1663149"/>
                  <a:pt x="830041" y="1663134"/>
                </a:cubicBezTo>
                <a:cubicBezTo>
                  <a:pt x="371482" y="1662302"/>
                  <a:pt x="0" y="1290331"/>
                  <a:pt x="0" y="831577"/>
                </a:cubicBezTo>
                <a:cubicBezTo>
                  <a:pt x="0" y="372308"/>
                  <a:pt x="372310" y="0"/>
                  <a:pt x="831577" y="0"/>
                </a:cubicBezTo>
                <a:cubicBezTo>
                  <a:pt x="1290844" y="0"/>
                  <a:pt x="1663154" y="372308"/>
                  <a:pt x="1663154" y="831577"/>
                </a:cubicBezTo>
                <a:cubicBezTo>
                  <a:pt x="1663153" y="878209"/>
                  <a:pt x="1659254" y="924760"/>
                  <a:pt x="1651497" y="970743"/>
                </a:cubicBezTo>
                <a:close/>
                <a:moveTo>
                  <a:pt x="1166440" y="831635"/>
                </a:moveTo>
                <a:cubicBezTo>
                  <a:pt x="1166449" y="844223"/>
                  <a:pt x="1162180" y="856439"/>
                  <a:pt x="1154333" y="866282"/>
                </a:cubicBezTo>
                <a:lnTo>
                  <a:pt x="878927" y="1343300"/>
                </a:lnTo>
                <a:cubicBezTo>
                  <a:pt x="863619" y="1370054"/>
                  <a:pt x="829522" y="1379332"/>
                  <a:pt x="802768" y="1364024"/>
                </a:cubicBezTo>
                <a:cubicBezTo>
                  <a:pt x="776015" y="1348717"/>
                  <a:pt x="766736" y="1314619"/>
                  <a:pt x="782044" y="1287866"/>
                </a:cubicBezTo>
                <a:cubicBezTo>
                  <a:pt x="782116" y="1287740"/>
                  <a:pt x="782188" y="1287615"/>
                  <a:pt x="782261" y="1287490"/>
                </a:cubicBezTo>
                <a:lnTo>
                  <a:pt x="1013227" y="887445"/>
                </a:lnTo>
                <a:lnTo>
                  <a:pt x="554582" y="887445"/>
                </a:lnTo>
                <a:cubicBezTo>
                  <a:pt x="552436" y="887497"/>
                  <a:pt x="550290" y="887423"/>
                  <a:pt x="548153" y="887224"/>
                </a:cubicBezTo>
                <a:cubicBezTo>
                  <a:pt x="517447" y="884836"/>
                  <a:pt x="494490" y="858009"/>
                  <a:pt x="496878" y="827303"/>
                </a:cubicBezTo>
                <a:cubicBezTo>
                  <a:pt x="497771" y="815819"/>
                  <a:pt x="502198" y="804894"/>
                  <a:pt x="509550" y="796028"/>
                </a:cubicBezTo>
                <a:lnTo>
                  <a:pt x="784121" y="320466"/>
                </a:lnTo>
                <a:cubicBezTo>
                  <a:pt x="799429" y="293713"/>
                  <a:pt x="833527" y="284434"/>
                  <a:pt x="860280" y="299742"/>
                </a:cubicBezTo>
                <a:cubicBezTo>
                  <a:pt x="887034" y="315050"/>
                  <a:pt x="896312" y="349147"/>
                  <a:pt x="881004" y="375901"/>
                </a:cubicBezTo>
                <a:cubicBezTo>
                  <a:pt x="880932" y="376026"/>
                  <a:pt x="880860" y="376152"/>
                  <a:pt x="880787" y="376277"/>
                </a:cubicBezTo>
                <a:lnTo>
                  <a:pt x="650107" y="775824"/>
                </a:lnTo>
                <a:lnTo>
                  <a:pt x="1110630" y="775824"/>
                </a:lnTo>
                <a:cubicBezTo>
                  <a:pt x="1141453" y="775824"/>
                  <a:pt x="1166440" y="800812"/>
                  <a:pt x="1166440" y="831635"/>
                </a:cubicBezTo>
                <a:close/>
                <a:moveTo>
                  <a:pt x="1182776" y="1380264"/>
                </a:moveTo>
                <a:cubicBezTo>
                  <a:pt x="1213600" y="1380264"/>
                  <a:pt x="1238587" y="1405251"/>
                  <a:pt x="1238587" y="1436074"/>
                </a:cubicBezTo>
                <a:lnTo>
                  <a:pt x="1238587" y="1606879"/>
                </a:lnTo>
                <a:cubicBezTo>
                  <a:pt x="1238587" y="1637702"/>
                  <a:pt x="1213600" y="1662689"/>
                  <a:pt x="1182776" y="1662689"/>
                </a:cubicBezTo>
                <a:cubicBezTo>
                  <a:pt x="1151953" y="1662689"/>
                  <a:pt x="1126966" y="1637702"/>
                  <a:pt x="1126966" y="1606879"/>
                </a:cubicBezTo>
                <a:lnTo>
                  <a:pt x="1126966" y="1436074"/>
                </a:lnTo>
                <a:cubicBezTo>
                  <a:pt x="1126966" y="1405251"/>
                  <a:pt x="1151953" y="1380264"/>
                  <a:pt x="1182776" y="1380264"/>
                </a:cubicBezTo>
                <a:close/>
                <a:moveTo>
                  <a:pt x="1394856" y="1138418"/>
                </a:moveTo>
                <a:cubicBezTo>
                  <a:pt x="1425680" y="1138418"/>
                  <a:pt x="1450667" y="1163405"/>
                  <a:pt x="1450667" y="1194229"/>
                </a:cubicBezTo>
                <a:lnTo>
                  <a:pt x="1450667" y="1606879"/>
                </a:lnTo>
                <a:cubicBezTo>
                  <a:pt x="1450667" y="1637702"/>
                  <a:pt x="1425680" y="1662689"/>
                  <a:pt x="1394856" y="1662689"/>
                </a:cubicBezTo>
                <a:cubicBezTo>
                  <a:pt x="1364033" y="1662689"/>
                  <a:pt x="1339046" y="1637702"/>
                  <a:pt x="1339046" y="1606879"/>
                </a:cubicBezTo>
                <a:lnTo>
                  <a:pt x="1339046" y="1194229"/>
                </a:lnTo>
                <a:cubicBezTo>
                  <a:pt x="1339046" y="1163405"/>
                  <a:pt x="1364033" y="1138418"/>
                  <a:pt x="1394856" y="1138418"/>
                </a:cubicBezTo>
                <a:close/>
                <a:moveTo>
                  <a:pt x="1606936" y="1227715"/>
                </a:moveTo>
                <a:cubicBezTo>
                  <a:pt x="1637760" y="1227715"/>
                  <a:pt x="1662747" y="1252702"/>
                  <a:pt x="1662747" y="1283525"/>
                </a:cubicBezTo>
                <a:lnTo>
                  <a:pt x="1662747" y="1606879"/>
                </a:lnTo>
                <a:cubicBezTo>
                  <a:pt x="1662747" y="1637702"/>
                  <a:pt x="1637760" y="1662689"/>
                  <a:pt x="1606936" y="1662689"/>
                </a:cubicBezTo>
                <a:cubicBezTo>
                  <a:pt x="1576113" y="1662689"/>
                  <a:pt x="1551126" y="1637702"/>
                  <a:pt x="1551126" y="1606879"/>
                </a:cubicBezTo>
                <a:lnTo>
                  <a:pt x="1551126" y="1283525"/>
                </a:lnTo>
                <a:cubicBezTo>
                  <a:pt x="1551126" y="1252702"/>
                  <a:pt x="1576113" y="1227715"/>
                  <a:pt x="1606936" y="1227715"/>
                </a:cubicBezTo>
                <a:close/>
              </a:path>
            </a:pathLst>
          </a:custGeom>
          <a:solidFill>
            <a:schemeClr val="accent2"/>
          </a:solidFill>
          <a:ln w="1488" cap="flat">
            <a:solidFill>
              <a:schemeClr val="accent2"/>
            </a:solidFill>
            <a:prstDash val="solid"/>
            <a:miter/>
          </a:ln>
          <a:effectLst/>
        </p:spPr>
        <p:txBody>
          <a:bodyPr lIns="73152" tIns="36576" rIns="73152" bIns="365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2" name="图形 260"/>
          <p:cNvSpPr/>
          <p:nvPr/>
        </p:nvSpPr>
        <p:spPr>
          <a:xfrm>
            <a:off x="5490628" y="5793701"/>
            <a:ext cx="257026" cy="286996"/>
          </a:xfrm>
          <a:custGeom>
            <a:avLst/>
            <a:gdLst>
              <a:gd name="connsiteX0" fmla="*/ 225988 w 226266"/>
              <a:gd name="connsiteY0" fmla="*/ 70545 h 252649"/>
              <a:gd name="connsiteX1" fmla="*/ 222511 w 226266"/>
              <a:gd name="connsiteY1" fmla="*/ 30467 h 252649"/>
              <a:gd name="connsiteX2" fmla="*/ 217692 w 226266"/>
              <a:gd name="connsiteY2" fmla="*/ 26473 h 252649"/>
              <a:gd name="connsiteX3" fmla="*/ 217307 w 226266"/>
              <a:gd name="connsiteY3" fmla="*/ 26526 h 252649"/>
              <a:gd name="connsiteX4" fmla="*/ 189315 w 226266"/>
              <a:gd name="connsiteY4" fmla="*/ 30568 h 252649"/>
              <a:gd name="connsiteX5" fmla="*/ 164233 w 226266"/>
              <a:gd name="connsiteY5" fmla="*/ 25515 h 252649"/>
              <a:gd name="connsiteX6" fmla="*/ 128036 w 226266"/>
              <a:gd name="connsiteY6" fmla="*/ 9518 h 252649"/>
              <a:gd name="connsiteX7" fmla="*/ 115687 w 226266"/>
              <a:gd name="connsiteY7" fmla="*/ 1080 h 252649"/>
              <a:gd name="connsiteX8" fmla="*/ 109876 w 226266"/>
              <a:gd name="connsiteY8" fmla="*/ 1080 h 252649"/>
              <a:gd name="connsiteX9" fmla="*/ 97537 w 226266"/>
              <a:gd name="connsiteY9" fmla="*/ 9518 h 252649"/>
              <a:gd name="connsiteX10" fmla="*/ 61370 w 226266"/>
              <a:gd name="connsiteY10" fmla="*/ 25515 h 252649"/>
              <a:gd name="connsiteX11" fmla="*/ 37117 w 226266"/>
              <a:gd name="connsiteY11" fmla="*/ 30821 h 252649"/>
              <a:gd name="connsiteX12" fmla="*/ 8337 w 226266"/>
              <a:gd name="connsiteY12" fmla="*/ 26475 h 252649"/>
              <a:gd name="connsiteX13" fmla="*/ 3186 w 226266"/>
              <a:gd name="connsiteY13" fmla="*/ 30032 h 252649"/>
              <a:gd name="connsiteX14" fmla="*/ 3132 w 226266"/>
              <a:gd name="connsiteY14" fmla="*/ 30417 h 252649"/>
              <a:gd name="connsiteX15" fmla="*/ 293 w 226266"/>
              <a:gd name="connsiteY15" fmla="*/ 70495 h 252649"/>
              <a:gd name="connsiteX16" fmla="*/ 3860 w 226266"/>
              <a:gd name="connsiteY16" fmla="*/ 151651 h 252649"/>
              <a:gd name="connsiteX17" fmla="*/ 24829 w 226266"/>
              <a:gd name="connsiteY17" fmla="*/ 191356 h 252649"/>
              <a:gd name="connsiteX18" fmla="*/ 61047 w 226266"/>
              <a:gd name="connsiteY18" fmla="*/ 223491 h 252649"/>
              <a:gd name="connsiteX19" fmla="*/ 111261 w 226266"/>
              <a:gd name="connsiteY19" fmla="*/ 252271 h 252649"/>
              <a:gd name="connsiteX20" fmla="*/ 114848 w 226266"/>
              <a:gd name="connsiteY20" fmla="*/ 252271 h 252649"/>
              <a:gd name="connsiteX21" fmla="*/ 164557 w 226266"/>
              <a:gd name="connsiteY21" fmla="*/ 223491 h 252649"/>
              <a:gd name="connsiteX22" fmla="*/ 200795 w 226266"/>
              <a:gd name="connsiteY22" fmla="*/ 191356 h 252649"/>
              <a:gd name="connsiteX23" fmla="*/ 221784 w 226266"/>
              <a:gd name="connsiteY23" fmla="*/ 150570 h 252649"/>
              <a:gd name="connsiteX24" fmla="*/ 225988 w 226266"/>
              <a:gd name="connsiteY24" fmla="*/ 70545 h 252649"/>
              <a:gd name="connsiteX25" fmla="*/ 204595 w 226266"/>
              <a:gd name="connsiteY25" fmla="*/ 148296 h 252649"/>
              <a:gd name="connsiteX26" fmla="*/ 187587 w 226266"/>
              <a:gd name="connsiteY26" fmla="*/ 180119 h 252649"/>
              <a:gd name="connsiteX27" fmla="*/ 154573 w 226266"/>
              <a:gd name="connsiteY27" fmla="*/ 209293 h 252649"/>
              <a:gd name="connsiteX28" fmla="*/ 112989 w 226266"/>
              <a:gd name="connsiteY28" fmla="*/ 233940 h 252649"/>
              <a:gd name="connsiteX29" fmla="*/ 71011 w 226266"/>
              <a:gd name="connsiteY29" fmla="*/ 209293 h 252649"/>
              <a:gd name="connsiteX30" fmla="*/ 38027 w 226266"/>
              <a:gd name="connsiteY30" fmla="*/ 180119 h 252649"/>
              <a:gd name="connsiteX31" fmla="*/ 21039 w 226266"/>
              <a:gd name="connsiteY31" fmla="*/ 149388 h 252649"/>
              <a:gd name="connsiteX32" fmla="*/ 17614 w 226266"/>
              <a:gd name="connsiteY32" fmla="*/ 71000 h 252649"/>
              <a:gd name="connsiteX33" fmla="*/ 19059 w 226266"/>
              <a:gd name="connsiteY33" fmla="*/ 46818 h 252649"/>
              <a:gd name="connsiteX34" fmla="*/ 37107 w 226266"/>
              <a:gd name="connsiteY34" fmla="*/ 48283 h 252649"/>
              <a:gd name="connsiteX35" fmla="*/ 63917 w 226266"/>
              <a:gd name="connsiteY35" fmla="*/ 43008 h 252649"/>
              <a:gd name="connsiteX36" fmla="*/ 66413 w 226266"/>
              <a:gd name="connsiteY36" fmla="*/ 42220 h 252649"/>
              <a:gd name="connsiteX37" fmla="*/ 106329 w 226266"/>
              <a:gd name="connsiteY37" fmla="*/ 24565 h 252649"/>
              <a:gd name="connsiteX38" fmla="*/ 112776 w 226266"/>
              <a:gd name="connsiteY38" fmla="*/ 20523 h 252649"/>
              <a:gd name="connsiteX39" fmla="*/ 119234 w 226266"/>
              <a:gd name="connsiteY39" fmla="*/ 24565 h 252649"/>
              <a:gd name="connsiteX40" fmla="*/ 159171 w 226266"/>
              <a:gd name="connsiteY40" fmla="*/ 42210 h 252649"/>
              <a:gd name="connsiteX41" fmla="*/ 159888 w 226266"/>
              <a:gd name="connsiteY41" fmla="*/ 42432 h 252649"/>
              <a:gd name="connsiteX42" fmla="*/ 189315 w 226266"/>
              <a:gd name="connsiteY42" fmla="*/ 48010 h 252649"/>
              <a:gd name="connsiteX43" fmla="*/ 206787 w 226266"/>
              <a:gd name="connsiteY43" fmla="*/ 46676 h 252649"/>
              <a:gd name="connsiteX44" fmla="*/ 208657 w 226266"/>
              <a:gd name="connsiteY44" fmla="*/ 71010 h 252649"/>
              <a:gd name="connsiteX45" fmla="*/ 204615 w 226266"/>
              <a:gd name="connsiteY45" fmla="*/ 148307 h 252649"/>
              <a:gd name="connsiteX46" fmla="*/ 158867 w 226266"/>
              <a:gd name="connsiteY46" fmla="*/ 162949 h 252649"/>
              <a:gd name="connsiteX47" fmla="*/ 170196 w 226266"/>
              <a:gd name="connsiteY47" fmla="*/ 122457 h 252649"/>
              <a:gd name="connsiteX48" fmla="*/ 113605 w 226266"/>
              <a:gd name="connsiteY48" fmla="*/ 56388 h 252649"/>
              <a:gd name="connsiteX49" fmla="*/ 57015 w 226266"/>
              <a:gd name="connsiteY49" fmla="*/ 122457 h 252649"/>
              <a:gd name="connsiteX50" fmla="*/ 113605 w 226266"/>
              <a:gd name="connsiteY50" fmla="*/ 187132 h 252649"/>
              <a:gd name="connsiteX51" fmla="*/ 149702 w 226266"/>
              <a:gd name="connsiteY51" fmla="*/ 174348 h 252649"/>
              <a:gd name="connsiteX52" fmla="*/ 162445 w 226266"/>
              <a:gd name="connsiteY52" fmla="*/ 186424 h 252649"/>
              <a:gd name="connsiteX53" fmla="*/ 168104 w 226266"/>
              <a:gd name="connsiteY53" fmla="*/ 188557 h 252649"/>
              <a:gd name="connsiteX54" fmla="*/ 175178 w 226266"/>
              <a:gd name="connsiteY54" fmla="*/ 182877 h 252649"/>
              <a:gd name="connsiteX55" fmla="*/ 172348 w 226266"/>
              <a:gd name="connsiteY55" fmla="*/ 176481 h 252649"/>
              <a:gd name="connsiteX56" fmla="*/ 146832 w 226266"/>
              <a:gd name="connsiteY56" fmla="*/ 151621 h 252649"/>
              <a:gd name="connsiteX57" fmla="*/ 138343 w 226266"/>
              <a:gd name="connsiteY57" fmla="*/ 143092 h 252649"/>
              <a:gd name="connsiteX58" fmla="*/ 131977 w 226266"/>
              <a:gd name="connsiteY58" fmla="*/ 140253 h 252649"/>
              <a:gd name="connsiteX59" fmla="*/ 124903 w 226266"/>
              <a:gd name="connsiteY59" fmla="*/ 147326 h 252649"/>
              <a:gd name="connsiteX60" fmla="*/ 128440 w 226266"/>
              <a:gd name="connsiteY60" fmla="*/ 153723 h 252649"/>
              <a:gd name="connsiteX61" fmla="*/ 139061 w 226266"/>
              <a:gd name="connsiteY61" fmla="*/ 163667 h 252649"/>
              <a:gd name="connsiteX62" fmla="*/ 113585 w 226266"/>
              <a:gd name="connsiteY62" fmla="*/ 172701 h 252649"/>
              <a:gd name="connsiteX63" fmla="*/ 72870 w 226266"/>
              <a:gd name="connsiteY63" fmla="*/ 122467 h 252649"/>
              <a:gd name="connsiteX64" fmla="*/ 113585 w 226266"/>
              <a:gd name="connsiteY64" fmla="*/ 70606 h 252649"/>
              <a:gd name="connsiteX65" fmla="*/ 154300 w 226266"/>
              <a:gd name="connsiteY65" fmla="*/ 122467 h 252649"/>
              <a:gd name="connsiteX66" fmla="*/ 146832 w 226266"/>
              <a:gd name="connsiteY66" fmla="*/ 151621 h 25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26266" h="252649">
                <a:moveTo>
                  <a:pt x="225988" y="70545"/>
                </a:moveTo>
                <a:cubicBezTo>
                  <a:pt x="225721" y="57123"/>
                  <a:pt x="224559" y="43734"/>
                  <a:pt x="222511" y="30467"/>
                </a:cubicBezTo>
                <a:cubicBezTo>
                  <a:pt x="222284" y="28033"/>
                  <a:pt x="220126" y="26245"/>
                  <a:pt x="217692" y="26473"/>
                </a:cubicBezTo>
                <a:cubicBezTo>
                  <a:pt x="217563" y="26485"/>
                  <a:pt x="217435" y="26503"/>
                  <a:pt x="217307" y="26526"/>
                </a:cubicBezTo>
                <a:cubicBezTo>
                  <a:pt x="208220" y="29214"/>
                  <a:pt x="198792" y="30575"/>
                  <a:pt x="189315" y="30568"/>
                </a:cubicBezTo>
                <a:cubicBezTo>
                  <a:pt x="180760" y="30058"/>
                  <a:pt x="172318" y="28358"/>
                  <a:pt x="164233" y="25515"/>
                </a:cubicBezTo>
                <a:cubicBezTo>
                  <a:pt x="151575" y="21640"/>
                  <a:pt x="139423" y="16270"/>
                  <a:pt x="128036" y="9518"/>
                </a:cubicBezTo>
                <a:cubicBezTo>
                  <a:pt x="123703" y="7037"/>
                  <a:pt x="119573" y="4215"/>
                  <a:pt x="115687" y="1080"/>
                </a:cubicBezTo>
                <a:cubicBezTo>
                  <a:pt x="114018" y="-360"/>
                  <a:pt x="111545" y="-360"/>
                  <a:pt x="109876" y="1080"/>
                </a:cubicBezTo>
                <a:cubicBezTo>
                  <a:pt x="105993" y="4215"/>
                  <a:pt x="101867" y="7037"/>
                  <a:pt x="97537" y="9518"/>
                </a:cubicBezTo>
                <a:cubicBezTo>
                  <a:pt x="86160" y="16269"/>
                  <a:pt x="74019" y="21640"/>
                  <a:pt x="61370" y="25515"/>
                </a:cubicBezTo>
                <a:cubicBezTo>
                  <a:pt x="53589" y="28462"/>
                  <a:pt x="45418" y="30249"/>
                  <a:pt x="37117" y="30821"/>
                </a:cubicBezTo>
                <a:cubicBezTo>
                  <a:pt x="27365" y="30762"/>
                  <a:pt x="17672" y="29298"/>
                  <a:pt x="8337" y="26475"/>
                </a:cubicBezTo>
                <a:cubicBezTo>
                  <a:pt x="5932" y="26035"/>
                  <a:pt x="3626" y="27627"/>
                  <a:pt x="3186" y="30032"/>
                </a:cubicBezTo>
                <a:cubicBezTo>
                  <a:pt x="3162" y="30159"/>
                  <a:pt x="3145" y="30288"/>
                  <a:pt x="3132" y="30417"/>
                </a:cubicBezTo>
                <a:cubicBezTo>
                  <a:pt x="3132" y="30588"/>
                  <a:pt x="909" y="46666"/>
                  <a:pt x="293" y="70495"/>
                </a:cubicBezTo>
                <a:cubicBezTo>
                  <a:pt x="-612" y="97598"/>
                  <a:pt x="581" y="124732"/>
                  <a:pt x="3860" y="151651"/>
                </a:cubicBezTo>
                <a:cubicBezTo>
                  <a:pt x="6834" y="166646"/>
                  <a:pt x="14122" y="180446"/>
                  <a:pt x="24829" y="191356"/>
                </a:cubicBezTo>
                <a:cubicBezTo>
                  <a:pt x="35514" y="203536"/>
                  <a:pt x="47682" y="214331"/>
                  <a:pt x="61047" y="223491"/>
                </a:cubicBezTo>
                <a:cubicBezTo>
                  <a:pt x="76871" y="234597"/>
                  <a:pt x="93679" y="244230"/>
                  <a:pt x="111261" y="252271"/>
                </a:cubicBezTo>
                <a:cubicBezTo>
                  <a:pt x="112403" y="252775"/>
                  <a:pt x="113705" y="252775"/>
                  <a:pt x="114848" y="252271"/>
                </a:cubicBezTo>
                <a:cubicBezTo>
                  <a:pt x="132232" y="244159"/>
                  <a:pt x="148866" y="234529"/>
                  <a:pt x="164557" y="223491"/>
                </a:cubicBezTo>
                <a:cubicBezTo>
                  <a:pt x="177929" y="214333"/>
                  <a:pt x="190103" y="203537"/>
                  <a:pt x="200795" y="191356"/>
                </a:cubicBezTo>
                <a:cubicBezTo>
                  <a:pt x="211558" y="180055"/>
                  <a:pt x="218844" y="165897"/>
                  <a:pt x="221784" y="150570"/>
                </a:cubicBezTo>
                <a:cubicBezTo>
                  <a:pt x="225513" y="124069"/>
                  <a:pt x="226920" y="97292"/>
                  <a:pt x="225988" y="70545"/>
                </a:cubicBezTo>
                <a:close/>
                <a:moveTo>
                  <a:pt x="204595" y="148296"/>
                </a:moveTo>
                <a:cubicBezTo>
                  <a:pt x="202023" y="160289"/>
                  <a:pt x="196129" y="171317"/>
                  <a:pt x="187587" y="180119"/>
                </a:cubicBezTo>
                <a:cubicBezTo>
                  <a:pt x="177839" y="191179"/>
                  <a:pt x="166748" y="200979"/>
                  <a:pt x="154573" y="209293"/>
                </a:cubicBezTo>
                <a:cubicBezTo>
                  <a:pt x="141356" y="218551"/>
                  <a:pt x="127455" y="226790"/>
                  <a:pt x="112989" y="233940"/>
                </a:cubicBezTo>
                <a:cubicBezTo>
                  <a:pt x="98361" y="226856"/>
                  <a:pt x="84324" y="218614"/>
                  <a:pt x="71011" y="209293"/>
                </a:cubicBezTo>
                <a:cubicBezTo>
                  <a:pt x="58845" y="200978"/>
                  <a:pt x="47765" y="191177"/>
                  <a:pt x="38027" y="180119"/>
                </a:cubicBezTo>
                <a:cubicBezTo>
                  <a:pt x="29542" y="171710"/>
                  <a:pt x="23646" y="161045"/>
                  <a:pt x="21039" y="149388"/>
                </a:cubicBezTo>
                <a:cubicBezTo>
                  <a:pt x="17872" y="123386"/>
                  <a:pt x="16727" y="97179"/>
                  <a:pt x="17614" y="71000"/>
                </a:cubicBezTo>
                <a:cubicBezTo>
                  <a:pt x="17866" y="61450"/>
                  <a:pt x="18624" y="53214"/>
                  <a:pt x="19059" y="46818"/>
                </a:cubicBezTo>
                <a:cubicBezTo>
                  <a:pt x="25027" y="47779"/>
                  <a:pt x="31062" y="48269"/>
                  <a:pt x="37107" y="48283"/>
                </a:cubicBezTo>
                <a:cubicBezTo>
                  <a:pt x="46263" y="47926"/>
                  <a:pt x="55308" y="46146"/>
                  <a:pt x="63917" y="43008"/>
                </a:cubicBezTo>
                <a:lnTo>
                  <a:pt x="66413" y="42220"/>
                </a:lnTo>
                <a:cubicBezTo>
                  <a:pt x="80370" y="37934"/>
                  <a:pt x="93769" y="32008"/>
                  <a:pt x="106329" y="24565"/>
                </a:cubicBezTo>
                <a:cubicBezTo>
                  <a:pt x="108512" y="23272"/>
                  <a:pt x="110661" y="21925"/>
                  <a:pt x="112776" y="20523"/>
                </a:cubicBezTo>
                <a:cubicBezTo>
                  <a:pt x="114892" y="21925"/>
                  <a:pt x="117044" y="23272"/>
                  <a:pt x="119234" y="24565"/>
                </a:cubicBezTo>
                <a:cubicBezTo>
                  <a:pt x="131802" y="32005"/>
                  <a:pt x="145208" y="37927"/>
                  <a:pt x="159171" y="42210"/>
                </a:cubicBezTo>
                <a:lnTo>
                  <a:pt x="159888" y="42432"/>
                </a:lnTo>
                <a:cubicBezTo>
                  <a:pt x="169380" y="45689"/>
                  <a:pt x="179290" y="47568"/>
                  <a:pt x="189315" y="48010"/>
                </a:cubicBezTo>
                <a:cubicBezTo>
                  <a:pt x="195164" y="48003"/>
                  <a:pt x="201005" y="47558"/>
                  <a:pt x="206787" y="46676"/>
                </a:cubicBezTo>
                <a:cubicBezTo>
                  <a:pt x="207323" y="53093"/>
                  <a:pt x="208404" y="61400"/>
                  <a:pt x="208657" y="71010"/>
                </a:cubicBezTo>
                <a:cubicBezTo>
                  <a:pt x="209583" y="96844"/>
                  <a:pt x="208230" y="122710"/>
                  <a:pt x="204615" y="148307"/>
                </a:cubicBezTo>
                <a:close/>
                <a:moveTo>
                  <a:pt x="158867" y="162949"/>
                </a:moveTo>
                <a:cubicBezTo>
                  <a:pt x="166288" y="150747"/>
                  <a:pt x="170207" y="136738"/>
                  <a:pt x="170196" y="122457"/>
                </a:cubicBezTo>
                <a:cubicBezTo>
                  <a:pt x="170196" y="80398"/>
                  <a:pt x="148732" y="56388"/>
                  <a:pt x="113605" y="56388"/>
                </a:cubicBezTo>
                <a:cubicBezTo>
                  <a:pt x="77983" y="56388"/>
                  <a:pt x="57015" y="80802"/>
                  <a:pt x="57015" y="122457"/>
                </a:cubicBezTo>
                <a:cubicBezTo>
                  <a:pt x="57015" y="163616"/>
                  <a:pt x="79247" y="187132"/>
                  <a:pt x="113605" y="187132"/>
                </a:cubicBezTo>
                <a:cubicBezTo>
                  <a:pt x="126826" y="187620"/>
                  <a:pt x="139735" y="183048"/>
                  <a:pt x="149702" y="174348"/>
                </a:cubicBezTo>
                <a:lnTo>
                  <a:pt x="162445" y="186424"/>
                </a:lnTo>
                <a:cubicBezTo>
                  <a:pt x="164176" y="187492"/>
                  <a:pt x="166098" y="188216"/>
                  <a:pt x="168104" y="188557"/>
                </a:cubicBezTo>
                <a:cubicBezTo>
                  <a:pt x="172348" y="188082"/>
                  <a:pt x="174703" y="186192"/>
                  <a:pt x="175178" y="182877"/>
                </a:cubicBezTo>
                <a:cubicBezTo>
                  <a:pt x="174968" y="180491"/>
                  <a:pt x="173973" y="178241"/>
                  <a:pt x="172348" y="176481"/>
                </a:cubicBezTo>
                <a:close/>
                <a:moveTo>
                  <a:pt x="146832" y="151621"/>
                </a:moveTo>
                <a:lnTo>
                  <a:pt x="138343" y="143092"/>
                </a:lnTo>
                <a:cubicBezTo>
                  <a:pt x="136701" y="141312"/>
                  <a:pt x="134399" y="140285"/>
                  <a:pt x="131977" y="140253"/>
                </a:cubicBezTo>
                <a:cubicBezTo>
                  <a:pt x="128268" y="140693"/>
                  <a:pt x="125344" y="143617"/>
                  <a:pt x="124903" y="147326"/>
                </a:cubicBezTo>
                <a:cubicBezTo>
                  <a:pt x="124425" y="149698"/>
                  <a:pt x="125604" y="151830"/>
                  <a:pt x="128440" y="153723"/>
                </a:cubicBezTo>
                <a:lnTo>
                  <a:pt x="139061" y="163667"/>
                </a:lnTo>
                <a:cubicBezTo>
                  <a:pt x="132313" y="170282"/>
                  <a:pt x="122993" y="173587"/>
                  <a:pt x="113585" y="172701"/>
                </a:cubicBezTo>
                <a:cubicBezTo>
                  <a:pt x="88109" y="171761"/>
                  <a:pt x="72870" y="156118"/>
                  <a:pt x="72870" y="122467"/>
                </a:cubicBezTo>
                <a:cubicBezTo>
                  <a:pt x="72870" y="89938"/>
                  <a:pt x="88109" y="72031"/>
                  <a:pt x="113585" y="70606"/>
                </a:cubicBezTo>
                <a:cubicBezTo>
                  <a:pt x="138586" y="72031"/>
                  <a:pt x="154300" y="89574"/>
                  <a:pt x="154300" y="122467"/>
                </a:cubicBezTo>
                <a:cubicBezTo>
                  <a:pt x="153933" y="132609"/>
                  <a:pt x="151386" y="142552"/>
                  <a:pt x="146832" y="151621"/>
                </a:cubicBezTo>
                <a:close/>
              </a:path>
            </a:pathLst>
          </a:custGeom>
          <a:solidFill>
            <a:schemeClr val="accent2"/>
          </a:solidFill>
          <a:ln w="246" cap="flat">
            <a:solidFill>
              <a:schemeClr val="accent2"/>
            </a:solidFill>
            <a:prstDash val="solid"/>
            <a:miter/>
          </a:ln>
          <a:effectLst/>
        </p:spPr>
        <p:txBody>
          <a:bodyPr lIns="73152" tIns="36576" rIns="73152" bIns="365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5" name="图形 263"/>
          <p:cNvSpPr>
            <a:spLocks noChangeAspect="1"/>
          </p:cNvSpPr>
          <p:nvPr/>
        </p:nvSpPr>
        <p:spPr>
          <a:xfrm flipH="1">
            <a:off x="6417451" y="5797385"/>
            <a:ext cx="259200" cy="259200"/>
          </a:xfrm>
          <a:custGeom>
            <a:avLst/>
            <a:gdLst>
              <a:gd name="connsiteX0" fmla="*/ 1305968 w 1663155"/>
              <a:gd name="connsiteY0" fmla="*/ 831635 h 1663154"/>
              <a:gd name="connsiteX1" fmla="*/ 831578 w 1663155"/>
              <a:gd name="connsiteY1" fmla="*/ 1306025 h 1663154"/>
              <a:gd name="connsiteX2" fmla="*/ 357188 w 1663155"/>
              <a:gd name="connsiteY2" fmla="*/ 831635 h 1663154"/>
              <a:gd name="connsiteX3" fmla="*/ 831578 w 1663155"/>
              <a:gd name="connsiteY3" fmla="*/ 357245 h 1663154"/>
              <a:gd name="connsiteX4" fmla="*/ 1305968 w 1663155"/>
              <a:gd name="connsiteY4" fmla="*/ 831635 h 1663154"/>
              <a:gd name="connsiteX5" fmla="*/ 468810 w 1663155"/>
              <a:gd name="connsiteY5" fmla="*/ 831635 h 1663154"/>
              <a:gd name="connsiteX6" fmla="*/ 831578 w 1663155"/>
              <a:gd name="connsiteY6" fmla="*/ 1194403 h 1663154"/>
              <a:gd name="connsiteX7" fmla="*/ 1194347 w 1663155"/>
              <a:gd name="connsiteY7" fmla="*/ 831635 h 1663154"/>
              <a:gd name="connsiteX8" fmla="*/ 831578 w 1663155"/>
              <a:gd name="connsiteY8" fmla="*/ 468866 h 1663154"/>
              <a:gd name="connsiteX9" fmla="*/ 468810 w 1663155"/>
              <a:gd name="connsiteY9" fmla="*/ 831635 h 1663154"/>
              <a:gd name="connsiteX10" fmla="*/ 887389 w 1663155"/>
              <a:gd name="connsiteY10" fmla="*/ 626996 h 1663154"/>
              <a:gd name="connsiteX11" fmla="*/ 887389 w 1663155"/>
              <a:gd name="connsiteY11" fmla="*/ 775824 h 1663154"/>
              <a:gd name="connsiteX12" fmla="*/ 1036217 w 1663155"/>
              <a:gd name="connsiteY12" fmla="*/ 775824 h 1663154"/>
              <a:gd name="connsiteX13" fmla="*/ 1092027 w 1663155"/>
              <a:gd name="connsiteY13" fmla="*/ 831635 h 1663154"/>
              <a:gd name="connsiteX14" fmla="*/ 1036217 w 1663155"/>
              <a:gd name="connsiteY14" fmla="*/ 887445 h 1663154"/>
              <a:gd name="connsiteX15" fmla="*/ 831578 w 1663155"/>
              <a:gd name="connsiteY15" fmla="*/ 887445 h 1663154"/>
              <a:gd name="connsiteX16" fmla="*/ 775768 w 1663155"/>
              <a:gd name="connsiteY16" fmla="*/ 831635 h 1663154"/>
              <a:gd name="connsiteX17" fmla="*/ 775768 w 1663155"/>
              <a:gd name="connsiteY17" fmla="*/ 626996 h 1663154"/>
              <a:gd name="connsiteX18" fmla="*/ 831578 w 1663155"/>
              <a:gd name="connsiteY18" fmla="*/ 571186 h 1663154"/>
              <a:gd name="connsiteX19" fmla="*/ 887389 w 1663155"/>
              <a:gd name="connsiteY19" fmla="*/ 626996 h 1663154"/>
              <a:gd name="connsiteX20" fmla="*/ 831578 w 1663155"/>
              <a:gd name="connsiteY20" fmla="*/ 1663154 h 1663154"/>
              <a:gd name="connsiteX21" fmla="*/ 1 w 1663155"/>
              <a:gd name="connsiteY21" fmla="*/ 831577 h 1663154"/>
              <a:gd name="connsiteX22" fmla="*/ 202476 w 1663155"/>
              <a:gd name="connsiteY22" fmla="*/ 287735 h 1663154"/>
              <a:gd name="connsiteX23" fmla="*/ 112359 w 1663155"/>
              <a:gd name="connsiteY23" fmla="*/ 288386 h 1663154"/>
              <a:gd name="connsiteX24" fmla="*/ 56185 w 1663155"/>
              <a:gd name="connsiteY24" fmla="*/ 232552 h 1663154"/>
              <a:gd name="connsiteX25" fmla="*/ 111566 w 1663155"/>
              <a:gd name="connsiteY25" fmla="*/ 176382 h 1663154"/>
              <a:gd name="connsiteX26" fmla="*/ 335041 w 1663155"/>
              <a:gd name="connsiteY26" fmla="*/ 174769 h 1663154"/>
              <a:gd name="connsiteX27" fmla="*/ 391305 w 1663155"/>
              <a:gd name="connsiteY27" fmla="*/ 230358 h 1663154"/>
              <a:gd name="connsiteX28" fmla="*/ 391305 w 1663155"/>
              <a:gd name="connsiteY28" fmla="*/ 230369 h 1663154"/>
              <a:gd name="connsiteX29" fmla="*/ 392890 w 1663155"/>
              <a:gd name="connsiteY29" fmla="*/ 454378 h 1663154"/>
              <a:gd name="connsiteX30" fmla="*/ 337640 w 1663155"/>
              <a:gd name="connsiteY30" fmla="*/ 510861 h 1663154"/>
              <a:gd name="connsiteX31" fmla="*/ 281157 w 1663155"/>
              <a:gd name="connsiteY31" fmla="*/ 455611 h 1663154"/>
              <a:gd name="connsiteX32" fmla="*/ 281154 w 1663155"/>
              <a:gd name="connsiteY32" fmla="*/ 455183 h 1663154"/>
              <a:gd name="connsiteX33" fmla="*/ 280542 w 1663155"/>
              <a:gd name="connsiteY33" fmla="*/ 368268 h 1663154"/>
              <a:gd name="connsiteX34" fmla="*/ 111622 w 1663155"/>
              <a:gd name="connsiteY34" fmla="*/ 831568 h 1663154"/>
              <a:gd name="connsiteX35" fmla="*/ 831578 w 1663155"/>
              <a:gd name="connsiteY35" fmla="*/ 1551533 h 1663154"/>
              <a:gd name="connsiteX36" fmla="*/ 1551534 w 1663155"/>
              <a:gd name="connsiteY36" fmla="*/ 831568 h 1663154"/>
              <a:gd name="connsiteX37" fmla="*/ 832757 w 1663155"/>
              <a:gd name="connsiteY37" fmla="*/ 111612 h 1663154"/>
              <a:gd name="connsiteX38" fmla="*/ 831578 w 1663155"/>
              <a:gd name="connsiteY38" fmla="*/ 111671 h 1663154"/>
              <a:gd name="connsiteX39" fmla="*/ 775768 w 1663155"/>
              <a:gd name="connsiteY39" fmla="*/ 55861 h 1663154"/>
              <a:gd name="connsiteX40" fmla="*/ 831578 w 1663155"/>
              <a:gd name="connsiteY40" fmla="*/ 50 h 1663154"/>
              <a:gd name="connsiteX41" fmla="*/ 831578 w 1663155"/>
              <a:gd name="connsiteY41" fmla="*/ 0 h 1663154"/>
              <a:gd name="connsiteX42" fmla="*/ 1663155 w 1663155"/>
              <a:gd name="connsiteY42" fmla="*/ 831577 h 1663154"/>
              <a:gd name="connsiteX43" fmla="*/ 831578 w 1663155"/>
              <a:gd name="connsiteY43" fmla="*/ 1663154 h 166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663155" h="1663154">
                <a:moveTo>
                  <a:pt x="1305968" y="831635"/>
                </a:moveTo>
                <a:cubicBezTo>
                  <a:pt x="1305968" y="1093634"/>
                  <a:pt x="1093577" y="1306025"/>
                  <a:pt x="831578" y="1306025"/>
                </a:cubicBezTo>
                <a:cubicBezTo>
                  <a:pt x="569579" y="1306025"/>
                  <a:pt x="357188" y="1093634"/>
                  <a:pt x="357188" y="831635"/>
                </a:cubicBezTo>
                <a:cubicBezTo>
                  <a:pt x="357188" y="569636"/>
                  <a:pt x="569579" y="357245"/>
                  <a:pt x="831578" y="357245"/>
                </a:cubicBezTo>
                <a:cubicBezTo>
                  <a:pt x="1093577" y="357245"/>
                  <a:pt x="1305968" y="569636"/>
                  <a:pt x="1305968" y="831635"/>
                </a:cubicBezTo>
                <a:close/>
                <a:moveTo>
                  <a:pt x="468810" y="831635"/>
                </a:moveTo>
                <a:cubicBezTo>
                  <a:pt x="468810" y="1031995"/>
                  <a:pt x="631218" y="1194403"/>
                  <a:pt x="831578" y="1194403"/>
                </a:cubicBezTo>
                <a:cubicBezTo>
                  <a:pt x="1031938" y="1194403"/>
                  <a:pt x="1194347" y="1031995"/>
                  <a:pt x="1194347" y="831635"/>
                </a:cubicBezTo>
                <a:cubicBezTo>
                  <a:pt x="1194347" y="631275"/>
                  <a:pt x="1031938" y="468866"/>
                  <a:pt x="831578" y="468866"/>
                </a:cubicBezTo>
                <a:cubicBezTo>
                  <a:pt x="631218" y="468866"/>
                  <a:pt x="468810" y="631275"/>
                  <a:pt x="468810" y="831635"/>
                </a:cubicBezTo>
                <a:close/>
                <a:moveTo>
                  <a:pt x="887389" y="626996"/>
                </a:moveTo>
                <a:lnTo>
                  <a:pt x="887389" y="775824"/>
                </a:lnTo>
                <a:lnTo>
                  <a:pt x="1036217" y="775824"/>
                </a:lnTo>
                <a:cubicBezTo>
                  <a:pt x="1067040" y="775824"/>
                  <a:pt x="1092027" y="800812"/>
                  <a:pt x="1092027" y="831635"/>
                </a:cubicBezTo>
                <a:cubicBezTo>
                  <a:pt x="1092027" y="862458"/>
                  <a:pt x="1067040" y="887445"/>
                  <a:pt x="1036217" y="887445"/>
                </a:cubicBezTo>
                <a:lnTo>
                  <a:pt x="831578" y="887445"/>
                </a:lnTo>
                <a:cubicBezTo>
                  <a:pt x="800755" y="887445"/>
                  <a:pt x="775768" y="862458"/>
                  <a:pt x="775768" y="831635"/>
                </a:cubicBezTo>
                <a:lnTo>
                  <a:pt x="775768" y="626996"/>
                </a:lnTo>
                <a:cubicBezTo>
                  <a:pt x="775768" y="596173"/>
                  <a:pt x="800755" y="571186"/>
                  <a:pt x="831578" y="571186"/>
                </a:cubicBezTo>
                <a:cubicBezTo>
                  <a:pt x="862401" y="571186"/>
                  <a:pt x="887389" y="596173"/>
                  <a:pt x="887389" y="626996"/>
                </a:cubicBezTo>
                <a:close/>
                <a:moveTo>
                  <a:pt x="831578" y="1663154"/>
                </a:moveTo>
                <a:cubicBezTo>
                  <a:pt x="372311" y="1663154"/>
                  <a:pt x="1" y="1290844"/>
                  <a:pt x="1" y="831577"/>
                </a:cubicBezTo>
                <a:cubicBezTo>
                  <a:pt x="-293" y="631812"/>
                  <a:pt x="71615" y="438670"/>
                  <a:pt x="202476" y="287735"/>
                </a:cubicBezTo>
                <a:lnTo>
                  <a:pt x="112359" y="288386"/>
                </a:lnTo>
                <a:cubicBezTo>
                  <a:pt x="81429" y="288480"/>
                  <a:pt x="56279" y="263482"/>
                  <a:pt x="56185" y="232552"/>
                </a:cubicBezTo>
                <a:cubicBezTo>
                  <a:pt x="56092" y="201799"/>
                  <a:pt x="80815" y="176724"/>
                  <a:pt x="111566" y="176382"/>
                </a:cubicBezTo>
                <a:lnTo>
                  <a:pt x="335041" y="174769"/>
                </a:lnTo>
                <a:cubicBezTo>
                  <a:pt x="365928" y="174582"/>
                  <a:pt x="391119" y="199470"/>
                  <a:pt x="391305" y="230358"/>
                </a:cubicBezTo>
                <a:cubicBezTo>
                  <a:pt x="391305" y="230362"/>
                  <a:pt x="391305" y="230365"/>
                  <a:pt x="391305" y="230369"/>
                </a:cubicBezTo>
                <a:lnTo>
                  <a:pt x="392890" y="454378"/>
                </a:lnTo>
                <a:cubicBezTo>
                  <a:pt x="393231" y="485232"/>
                  <a:pt x="368494" y="510521"/>
                  <a:pt x="337640" y="510861"/>
                </a:cubicBezTo>
                <a:cubicBezTo>
                  <a:pt x="306786" y="511201"/>
                  <a:pt x="281498" y="486465"/>
                  <a:pt x="281157" y="455611"/>
                </a:cubicBezTo>
                <a:cubicBezTo>
                  <a:pt x="281156" y="455468"/>
                  <a:pt x="281154" y="455326"/>
                  <a:pt x="281154" y="455183"/>
                </a:cubicBezTo>
                <a:lnTo>
                  <a:pt x="280542" y="368268"/>
                </a:lnTo>
                <a:cubicBezTo>
                  <a:pt x="171230" y="497872"/>
                  <a:pt x="111381" y="662020"/>
                  <a:pt x="111622" y="831568"/>
                </a:cubicBezTo>
                <a:cubicBezTo>
                  <a:pt x="111622" y="1229192"/>
                  <a:pt x="433958" y="1551533"/>
                  <a:pt x="831578" y="1551533"/>
                </a:cubicBezTo>
                <a:cubicBezTo>
                  <a:pt x="1229199" y="1551533"/>
                  <a:pt x="1551534" y="1229192"/>
                  <a:pt x="1551534" y="831568"/>
                </a:cubicBezTo>
                <a:cubicBezTo>
                  <a:pt x="1551534" y="434338"/>
                  <a:pt x="1229835" y="112257"/>
                  <a:pt x="832757" y="111612"/>
                </a:cubicBezTo>
                <a:cubicBezTo>
                  <a:pt x="832361" y="111612"/>
                  <a:pt x="831976" y="111671"/>
                  <a:pt x="831578" y="111671"/>
                </a:cubicBezTo>
                <a:cubicBezTo>
                  <a:pt x="800755" y="111671"/>
                  <a:pt x="775768" y="86684"/>
                  <a:pt x="775768" y="55861"/>
                </a:cubicBezTo>
                <a:cubicBezTo>
                  <a:pt x="775768" y="25037"/>
                  <a:pt x="800755" y="50"/>
                  <a:pt x="831578" y="50"/>
                </a:cubicBezTo>
                <a:lnTo>
                  <a:pt x="831578" y="0"/>
                </a:lnTo>
                <a:cubicBezTo>
                  <a:pt x="1290845" y="0"/>
                  <a:pt x="1663155" y="372308"/>
                  <a:pt x="1663155" y="831577"/>
                </a:cubicBezTo>
                <a:cubicBezTo>
                  <a:pt x="1663155" y="1290846"/>
                  <a:pt x="1290845" y="1663154"/>
                  <a:pt x="831578" y="1663154"/>
                </a:cubicBezTo>
                <a:close/>
              </a:path>
            </a:pathLst>
          </a:custGeom>
          <a:solidFill>
            <a:schemeClr val="accent2"/>
          </a:solidFill>
          <a:ln w="1488" cap="flat">
            <a:solidFill>
              <a:schemeClr val="accent2"/>
            </a:solidFill>
            <a:prstDash val="solid"/>
            <a:miter/>
          </a:ln>
          <a:effectLst/>
        </p:spPr>
        <p:txBody>
          <a:bodyPr lIns="73152" tIns="36576" rIns="73152" bIns="365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8" name="图形 266"/>
          <p:cNvSpPr/>
          <p:nvPr/>
        </p:nvSpPr>
        <p:spPr>
          <a:xfrm>
            <a:off x="7339643" y="5793702"/>
            <a:ext cx="270635" cy="256413"/>
          </a:xfrm>
          <a:custGeom>
            <a:avLst/>
            <a:gdLst>
              <a:gd name="connsiteX0" fmla="*/ 223203 w 1666302"/>
              <a:gd name="connsiteY0" fmla="*/ 830500 h 1578733"/>
              <a:gd name="connsiteX1" fmla="*/ 251666 w 1666302"/>
              <a:gd name="connsiteY1" fmla="*/ 818036 h 1578733"/>
              <a:gd name="connsiteX2" fmla="*/ 455561 w 1666302"/>
              <a:gd name="connsiteY2" fmla="*/ 580469 h 1578733"/>
              <a:gd name="connsiteX3" fmla="*/ 460956 w 1666302"/>
              <a:gd name="connsiteY3" fmla="*/ 543262 h 1578733"/>
              <a:gd name="connsiteX4" fmla="*/ 428958 w 1666302"/>
              <a:gd name="connsiteY4" fmla="*/ 522054 h 1578733"/>
              <a:gd name="connsiteX5" fmla="*/ 242736 w 1666302"/>
              <a:gd name="connsiteY5" fmla="*/ 522054 h 1578733"/>
              <a:gd name="connsiteX6" fmla="*/ 487559 w 1666302"/>
              <a:gd name="connsiteY6" fmla="*/ 215282 h 1578733"/>
              <a:gd name="connsiteX7" fmla="*/ 969948 w 1666302"/>
              <a:gd name="connsiteY7" fmla="*/ 119473 h 1578733"/>
              <a:gd name="connsiteX8" fmla="*/ 1464801 w 1666302"/>
              <a:gd name="connsiteY8" fmla="*/ 585864 h 1578733"/>
              <a:gd name="connsiteX9" fmla="*/ 1530472 w 1666302"/>
              <a:gd name="connsiteY9" fmla="*/ 623071 h 1578733"/>
              <a:gd name="connsiteX10" fmla="*/ 1567679 w 1666302"/>
              <a:gd name="connsiteY10" fmla="*/ 557400 h 1578733"/>
              <a:gd name="connsiteX11" fmla="*/ 991156 w 1666302"/>
              <a:gd name="connsiteY11" fmla="*/ 14736 h 1578733"/>
              <a:gd name="connsiteX12" fmla="*/ 428958 w 1666302"/>
              <a:gd name="connsiteY12" fmla="*/ 126543 h 1578733"/>
              <a:gd name="connsiteX13" fmla="*/ 130929 w 1666302"/>
              <a:gd name="connsiteY13" fmla="*/ 521868 h 1578733"/>
              <a:gd name="connsiteX14" fmla="*/ 35121 w 1666302"/>
              <a:gd name="connsiteY14" fmla="*/ 521868 h 1578733"/>
              <a:gd name="connsiteX15" fmla="*/ 3123 w 1666302"/>
              <a:gd name="connsiteY15" fmla="*/ 541401 h 1578733"/>
              <a:gd name="connsiteX16" fmla="*/ 6658 w 1666302"/>
              <a:gd name="connsiteY16" fmla="*/ 578608 h 1578733"/>
              <a:gd name="connsiteX17" fmla="*/ 194739 w 1666302"/>
              <a:gd name="connsiteY17" fmla="*/ 818036 h 1578733"/>
              <a:gd name="connsiteX18" fmla="*/ 223203 w 1666302"/>
              <a:gd name="connsiteY18" fmla="*/ 830500 h 1578733"/>
              <a:gd name="connsiteX19" fmla="*/ 1659766 w 1666302"/>
              <a:gd name="connsiteY19" fmla="*/ 1002582 h 1578733"/>
              <a:gd name="connsiteX20" fmla="*/ 1471685 w 1666302"/>
              <a:gd name="connsiteY20" fmla="*/ 766690 h 1578733"/>
              <a:gd name="connsiteX21" fmla="*/ 1445082 w 1666302"/>
              <a:gd name="connsiteY21" fmla="*/ 752551 h 1578733"/>
              <a:gd name="connsiteX22" fmla="*/ 1416618 w 1666302"/>
              <a:gd name="connsiteY22" fmla="*/ 765015 h 1578733"/>
              <a:gd name="connsiteX23" fmla="*/ 1212724 w 1666302"/>
              <a:gd name="connsiteY23" fmla="*/ 1002582 h 1578733"/>
              <a:gd name="connsiteX24" fmla="*/ 1207329 w 1666302"/>
              <a:gd name="connsiteY24" fmla="*/ 1039789 h 1578733"/>
              <a:gd name="connsiteX25" fmla="*/ 1239327 w 1666302"/>
              <a:gd name="connsiteY25" fmla="*/ 1060997 h 1578733"/>
              <a:gd name="connsiteX26" fmla="*/ 1423688 w 1666302"/>
              <a:gd name="connsiteY26" fmla="*/ 1060997 h 1578733"/>
              <a:gd name="connsiteX27" fmla="*/ 689407 w 1666302"/>
              <a:gd name="connsiteY27" fmla="*/ 1458182 h 1578733"/>
              <a:gd name="connsiteX28" fmla="*/ 199948 w 1666302"/>
              <a:gd name="connsiteY28" fmla="*/ 997001 h 1578733"/>
              <a:gd name="connsiteX29" fmla="*/ 134278 w 1666302"/>
              <a:gd name="connsiteY29" fmla="*/ 959794 h 1578733"/>
              <a:gd name="connsiteX30" fmla="*/ 97071 w 1666302"/>
              <a:gd name="connsiteY30" fmla="*/ 1025465 h 1578733"/>
              <a:gd name="connsiteX31" fmla="*/ 668199 w 1666302"/>
              <a:gd name="connsiteY31" fmla="*/ 1562734 h 1578733"/>
              <a:gd name="connsiteX32" fmla="*/ 822422 w 1666302"/>
              <a:gd name="connsiteY32" fmla="*/ 1578733 h 1578733"/>
              <a:gd name="connsiteX33" fmla="*/ 1537169 w 1666302"/>
              <a:gd name="connsiteY33" fmla="*/ 1060811 h 1578733"/>
              <a:gd name="connsiteX34" fmla="*/ 1631117 w 1666302"/>
              <a:gd name="connsiteY34" fmla="*/ 1060811 h 1578733"/>
              <a:gd name="connsiteX35" fmla="*/ 1663115 w 1666302"/>
              <a:gd name="connsiteY35" fmla="*/ 1041278 h 1578733"/>
              <a:gd name="connsiteX36" fmla="*/ 1659766 w 1666302"/>
              <a:gd name="connsiteY36" fmla="*/ 1002582 h 157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66302" h="1578733">
                <a:moveTo>
                  <a:pt x="223203" y="830500"/>
                </a:moveTo>
                <a:cubicBezTo>
                  <a:pt x="233807" y="830500"/>
                  <a:pt x="244411" y="825105"/>
                  <a:pt x="251666" y="818036"/>
                </a:cubicBezTo>
                <a:lnTo>
                  <a:pt x="455561" y="580469"/>
                </a:lnTo>
                <a:cubicBezTo>
                  <a:pt x="464490" y="569865"/>
                  <a:pt x="466165" y="555726"/>
                  <a:pt x="460956" y="543262"/>
                </a:cubicBezTo>
                <a:cubicBezTo>
                  <a:pt x="455561" y="530797"/>
                  <a:pt x="443282" y="522054"/>
                  <a:pt x="428958" y="522054"/>
                </a:cubicBezTo>
                <a:lnTo>
                  <a:pt x="242736" y="522054"/>
                </a:lnTo>
                <a:cubicBezTo>
                  <a:pt x="290548" y="396108"/>
                  <a:pt x="373891" y="289696"/>
                  <a:pt x="487559" y="215282"/>
                </a:cubicBezTo>
                <a:cubicBezTo>
                  <a:pt x="631178" y="119473"/>
                  <a:pt x="801400" y="85801"/>
                  <a:pt x="969948" y="119473"/>
                </a:cubicBezTo>
                <a:cubicBezTo>
                  <a:pt x="1209375" y="167285"/>
                  <a:pt x="1402666" y="349971"/>
                  <a:pt x="1464801" y="585864"/>
                </a:cubicBezTo>
                <a:cubicBezTo>
                  <a:pt x="1471871" y="614327"/>
                  <a:pt x="1502008" y="632000"/>
                  <a:pt x="1530472" y="623071"/>
                </a:cubicBezTo>
                <a:cubicBezTo>
                  <a:pt x="1558935" y="616001"/>
                  <a:pt x="1576609" y="585864"/>
                  <a:pt x="1567679" y="557400"/>
                </a:cubicBezTo>
                <a:cubicBezTo>
                  <a:pt x="1496614" y="284301"/>
                  <a:pt x="1269465" y="71476"/>
                  <a:pt x="991156" y="14736"/>
                </a:cubicBezTo>
                <a:cubicBezTo>
                  <a:pt x="794331" y="-24332"/>
                  <a:pt x="595645" y="14736"/>
                  <a:pt x="428958" y="126543"/>
                </a:cubicBezTo>
                <a:cubicBezTo>
                  <a:pt x="285153" y="222165"/>
                  <a:pt x="180601" y="360575"/>
                  <a:pt x="130929" y="521868"/>
                </a:cubicBezTo>
                <a:lnTo>
                  <a:pt x="35121" y="521868"/>
                </a:lnTo>
                <a:cubicBezTo>
                  <a:pt x="20983" y="521868"/>
                  <a:pt x="8518" y="528937"/>
                  <a:pt x="3123" y="541401"/>
                </a:cubicBezTo>
                <a:cubicBezTo>
                  <a:pt x="-2272" y="553866"/>
                  <a:pt x="-411" y="568004"/>
                  <a:pt x="6658" y="578608"/>
                </a:cubicBezTo>
                <a:lnTo>
                  <a:pt x="194739" y="818036"/>
                </a:lnTo>
                <a:cubicBezTo>
                  <a:pt x="201809" y="825105"/>
                  <a:pt x="212599" y="830500"/>
                  <a:pt x="223203" y="830500"/>
                </a:cubicBezTo>
                <a:close/>
                <a:moveTo>
                  <a:pt x="1659766" y="1002582"/>
                </a:moveTo>
                <a:lnTo>
                  <a:pt x="1471685" y="766690"/>
                </a:lnTo>
                <a:cubicBezTo>
                  <a:pt x="1464615" y="757760"/>
                  <a:pt x="1455686" y="754225"/>
                  <a:pt x="1445082" y="752551"/>
                </a:cubicBezTo>
                <a:cubicBezTo>
                  <a:pt x="1434478" y="752551"/>
                  <a:pt x="1423874" y="756086"/>
                  <a:pt x="1416618" y="765015"/>
                </a:cubicBezTo>
                <a:lnTo>
                  <a:pt x="1212724" y="1002582"/>
                </a:lnTo>
                <a:cubicBezTo>
                  <a:pt x="1203794" y="1013186"/>
                  <a:pt x="1202120" y="1027325"/>
                  <a:pt x="1207329" y="1039789"/>
                </a:cubicBezTo>
                <a:cubicBezTo>
                  <a:pt x="1212724" y="1052254"/>
                  <a:pt x="1225002" y="1060997"/>
                  <a:pt x="1239327" y="1060997"/>
                </a:cubicBezTo>
                <a:lnTo>
                  <a:pt x="1423688" y="1060997"/>
                </a:lnTo>
                <a:cubicBezTo>
                  <a:pt x="1311881" y="1350096"/>
                  <a:pt x="1003434" y="1523853"/>
                  <a:pt x="689407" y="1458182"/>
                </a:cubicBezTo>
                <a:cubicBezTo>
                  <a:pt x="451840" y="1408511"/>
                  <a:pt x="263758" y="1231220"/>
                  <a:pt x="199948" y="997001"/>
                </a:cubicBezTo>
                <a:cubicBezTo>
                  <a:pt x="192879" y="968538"/>
                  <a:pt x="162741" y="952725"/>
                  <a:pt x="134278" y="959794"/>
                </a:cubicBezTo>
                <a:cubicBezTo>
                  <a:pt x="105815" y="966864"/>
                  <a:pt x="90002" y="997001"/>
                  <a:pt x="97071" y="1025465"/>
                </a:cubicBezTo>
                <a:cubicBezTo>
                  <a:pt x="171485" y="1298564"/>
                  <a:pt x="389704" y="1504319"/>
                  <a:pt x="668199" y="1562734"/>
                </a:cubicBezTo>
                <a:cubicBezTo>
                  <a:pt x="719545" y="1573338"/>
                  <a:pt x="771076" y="1578733"/>
                  <a:pt x="822422" y="1578733"/>
                </a:cubicBezTo>
                <a:cubicBezTo>
                  <a:pt x="1143333" y="1578733"/>
                  <a:pt x="1435966" y="1371304"/>
                  <a:pt x="1537169" y="1060811"/>
                </a:cubicBezTo>
                <a:lnTo>
                  <a:pt x="1631117" y="1060811"/>
                </a:lnTo>
                <a:cubicBezTo>
                  <a:pt x="1645256" y="1060811"/>
                  <a:pt x="1657720" y="1053742"/>
                  <a:pt x="1663115" y="1041278"/>
                </a:cubicBezTo>
                <a:cubicBezTo>
                  <a:pt x="1668510" y="1029185"/>
                  <a:pt x="1666836" y="1013186"/>
                  <a:pt x="1659766" y="1002582"/>
                </a:cubicBezTo>
                <a:close/>
              </a:path>
            </a:pathLst>
          </a:custGeom>
          <a:solidFill>
            <a:schemeClr val="accent2"/>
          </a:solidFill>
          <a:ln w="1488" cap="flat">
            <a:solidFill>
              <a:schemeClr val="accent2"/>
            </a:solidFill>
            <a:prstDash val="solid"/>
            <a:miter/>
          </a:ln>
          <a:effectLst/>
        </p:spPr>
        <p:txBody>
          <a:bodyPr lIns="73152" tIns="36576" rIns="73152" bIns="365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77" name="组合 276"/>
          <p:cNvGrpSpPr>
            <a:grpSpLocks noChangeAspect="1"/>
          </p:cNvGrpSpPr>
          <p:nvPr/>
        </p:nvGrpSpPr>
        <p:grpSpPr>
          <a:xfrm>
            <a:off x="8273270" y="5799067"/>
            <a:ext cx="259200" cy="243554"/>
            <a:chOff x="-2100714" y="335652"/>
            <a:chExt cx="1335577" cy="1254960"/>
          </a:xfrm>
          <a:solidFill>
            <a:schemeClr val="accent2"/>
          </a:solidFill>
        </p:grpSpPr>
        <p:sp>
          <p:nvSpPr>
            <p:cNvPr id="275" name="任意多边形: 形状 274"/>
            <p:cNvSpPr/>
            <p:nvPr/>
          </p:nvSpPr>
          <p:spPr>
            <a:xfrm>
              <a:off x="-2100714" y="335652"/>
              <a:ext cx="1335577" cy="1254960"/>
            </a:xfrm>
            <a:custGeom>
              <a:avLst/>
              <a:gdLst>
                <a:gd name="connsiteX0" fmla="*/ 403722 w 1669477"/>
                <a:gd name="connsiteY0" fmla="*/ 0 h 1568700"/>
                <a:gd name="connsiteX1" fmla="*/ 1224488 w 1669477"/>
                <a:gd name="connsiteY1" fmla="*/ 0 h 1568700"/>
                <a:gd name="connsiteX2" fmla="*/ 1416990 w 1669477"/>
                <a:gd name="connsiteY2" fmla="*/ 71471 h 1568700"/>
                <a:gd name="connsiteX3" fmla="*/ 1515153 w 1669477"/>
                <a:gd name="connsiteY3" fmla="*/ 251923 h 1568700"/>
                <a:gd name="connsiteX4" fmla="*/ 1666943 w 1669477"/>
                <a:gd name="connsiteY4" fmla="*/ 1305836 h 1568700"/>
                <a:gd name="connsiteX5" fmla="*/ 1660536 w 1669477"/>
                <a:gd name="connsiteY5" fmla="*/ 1403526 h 1568700"/>
                <a:gd name="connsiteX6" fmla="*/ 1613083 w 1669477"/>
                <a:gd name="connsiteY6" fmla="*/ 1489157 h 1568700"/>
                <a:gd name="connsiteX7" fmla="*/ 1535032 w 1669477"/>
                <a:gd name="connsiteY7" fmla="*/ 1548327 h 1568700"/>
                <a:gd name="connsiteX8" fmla="*/ 1439217 w 1669477"/>
                <a:gd name="connsiteY8" fmla="*/ 1568701 h 1568700"/>
                <a:gd name="connsiteX9" fmla="*/ 230162 w 1669477"/>
                <a:gd name="connsiteY9" fmla="*/ 1568701 h 1568700"/>
                <a:gd name="connsiteX10" fmla="*/ 136339 w 1669477"/>
                <a:gd name="connsiteY10" fmla="*/ 1549223 h 1568700"/>
                <a:gd name="connsiteX11" fmla="*/ 59187 w 1669477"/>
                <a:gd name="connsiteY11" fmla="*/ 1492525 h 1568700"/>
                <a:gd name="connsiteX12" fmla="*/ 10799 w 1669477"/>
                <a:gd name="connsiteY12" fmla="*/ 1409875 h 1568700"/>
                <a:gd name="connsiteX13" fmla="*/ 1375 w 1669477"/>
                <a:gd name="connsiteY13" fmla="*/ 1314659 h 1568700"/>
                <a:gd name="connsiteX14" fmla="*/ 111690 w 1669477"/>
                <a:gd name="connsiteY14" fmla="*/ 263183 h 1568700"/>
                <a:gd name="connsiteX15" fmla="*/ 207018 w 1669477"/>
                <a:gd name="connsiteY15" fmla="*/ 75286 h 1568700"/>
                <a:gd name="connsiteX16" fmla="*/ 403722 w 1669477"/>
                <a:gd name="connsiteY16" fmla="*/ 0 h 1568700"/>
                <a:gd name="connsiteX17" fmla="*/ 1224488 w 1669477"/>
                <a:gd name="connsiteY17" fmla="*/ 78754 h 1568700"/>
                <a:gd name="connsiteX18" fmla="*/ 403722 w 1669477"/>
                <a:gd name="connsiteY18" fmla="*/ 78754 h 1568700"/>
                <a:gd name="connsiteX19" fmla="*/ 259625 w 1669477"/>
                <a:gd name="connsiteY19" fmla="*/ 133736 h 1568700"/>
                <a:gd name="connsiteX20" fmla="*/ 189831 w 1669477"/>
                <a:gd name="connsiteY20" fmla="*/ 271181 h 1568700"/>
                <a:gd name="connsiteX21" fmla="*/ 79516 w 1669477"/>
                <a:gd name="connsiteY21" fmla="*/ 1322657 h 1568700"/>
                <a:gd name="connsiteX22" fmla="*/ 85551 w 1669477"/>
                <a:gd name="connsiteY22" fmla="*/ 1385569 h 1568700"/>
                <a:gd name="connsiteX23" fmla="*/ 117637 w 1669477"/>
                <a:gd name="connsiteY23" fmla="*/ 1439918 h 1568700"/>
                <a:gd name="connsiteX24" fmla="*/ 168335 w 1669477"/>
                <a:gd name="connsiteY24" fmla="*/ 1477545 h 1568700"/>
                <a:gd name="connsiteX25" fmla="*/ 230162 w 1669477"/>
                <a:gd name="connsiteY25" fmla="*/ 1489946 h 1568700"/>
                <a:gd name="connsiteX26" fmla="*/ 1439217 w 1669477"/>
                <a:gd name="connsiteY26" fmla="*/ 1489946 h 1568700"/>
                <a:gd name="connsiteX27" fmla="*/ 1502422 w 1669477"/>
                <a:gd name="connsiteY27" fmla="*/ 1476956 h 1568700"/>
                <a:gd name="connsiteX28" fmla="*/ 1553712 w 1669477"/>
                <a:gd name="connsiteY28" fmla="*/ 1437783 h 1568700"/>
                <a:gd name="connsiteX29" fmla="*/ 1585164 w 1669477"/>
                <a:gd name="connsiteY29" fmla="*/ 1381375 h 1568700"/>
                <a:gd name="connsiteX30" fmla="*/ 1589110 w 1669477"/>
                <a:gd name="connsiteY30" fmla="*/ 1316908 h 1568700"/>
                <a:gd name="connsiteX31" fmla="*/ 1437319 w 1669477"/>
                <a:gd name="connsiteY31" fmla="*/ 262996 h 1568700"/>
                <a:gd name="connsiteX32" fmla="*/ 1365617 w 1669477"/>
                <a:gd name="connsiteY32" fmla="*/ 130842 h 1568700"/>
                <a:gd name="connsiteX33" fmla="*/ 1224488 w 1669477"/>
                <a:gd name="connsiteY33" fmla="*/ 78754 h 156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669477" h="1568700">
                  <a:moveTo>
                    <a:pt x="403722" y="0"/>
                  </a:moveTo>
                  <a:lnTo>
                    <a:pt x="1224488" y="0"/>
                  </a:lnTo>
                  <a:cubicBezTo>
                    <a:pt x="1297821" y="0"/>
                    <a:pt x="1365220" y="26627"/>
                    <a:pt x="1416990" y="71471"/>
                  </a:cubicBezTo>
                  <a:cubicBezTo>
                    <a:pt x="1468729" y="116290"/>
                    <a:pt x="1504685" y="179244"/>
                    <a:pt x="1515153" y="251923"/>
                  </a:cubicBezTo>
                  <a:lnTo>
                    <a:pt x="1666943" y="1305836"/>
                  </a:lnTo>
                  <a:cubicBezTo>
                    <a:pt x="1671827" y="1339752"/>
                    <a:pt x="1669631" y="1372526"/>
                    <a:pt x="1660536" y="1403526"/>
                  </a:cubicBezTo>
                  <a:cubicBezTo>
                    <a:pt x="1651470" y="1434429"/>
                    <a:pt x="1635589" y="1463177"/>
                    <a:pt x="1613083" y="1489157"/>
                  </a:cubicBezTo>
                  <a:cubicBezTo>
                    <a:pt x="1590603" y="1515103"/>
                    <a:pt x="1564389" y="1534918"/>
                    <a:pt x="1535032" y="1548327"/>
                  </a:cubicBezTo>
                  <a:cubicBezTo>
                    <a:pt x="1505489" y="1561819"/>
                    <a:pt x="1473356" y="1568701"/>
                    <a:pt x="1439217" y="1568701"/>
                  </a:cubicBezTo>
                  <a:lnTo>
                    <a:pt x="230162" y="1568701"/>
                  </a:lnTo>
                  <a:cubicBezTo>
                    <a:pt x="196782" y="1568701"/>
                    <a:pt x="165352" y="1562140"/>
                    <a:pt x="136339" y="1549223"/>
                  </a:cubicBezTo>
                  <a:cubicBezTo>
                    <a:pt x="107460" y="1536367"/>
                    <a:pt x="81586" y="1517400"/>
                    <a:pt x="59187" y="1492525"/>
                  </a:cubicBezTo>
                  <a:cubicBezTo>
                    <a:pt x="36737" y="1467594"/>
                    <a:pt x="20554" y="1439884"/>
                    <a:pt x="10799" y="1409875"/>
                  </a:cubicBezTo>
                  <a:cubicBezTo>
                    <a:pt x="1068" y="1379930"/>
                    <a:pt x="-2124" y="1348031"/>
                    <a:pt x="1375" y="1314659"/>
                  </a:cubicBezTo>
                  <a:lnTo>
                    <a:pt x="111690" y="263183"/>
                  </a:lnTo>
                  <a:cubicBezTo>
                    <a:pt x="119571" y="188054"/>
                    <a:pt x="154846" y="122267"/>
                    <a:pt x="207018" y="75286"/>
                  </a:cubicBezTo>
                  <a:cubicBezTo>
                    <a:pt x="259245" y="28251"/>
                    <a:pt x="328319" y="0"/>
                    <a:pt x="403722" y="0"/>
                  </a:cubicBezTo>
                  <a:close/>
                  <a:moveTo>
                    <a:pt x="1224488" y="78754"/>
                  </a:moveTo>
                  <a:lnTo>
                    <a:pt x="403722" y="78754"/>
                  </a:lnTo>
                  <a:cubicBezTo>
                    <a:pt x="348361" y="78754"/>
                    <a:pt x="297766" y="99387"/>
                    <a:pt x="259625" y="133736"/>
                  </a:cubicBezTo>
                  <a:cubicBezTo>
                    <a:pt x="221419" y="168140"/>
                    <a:pt x="195590" y="216269"/>
                    <a:pt x="189831" y="271181"/>
                  </a:cubicBezTo>
                  <a:lnTo>
                    <a:pt x="79516" y="1322657"/>
                  </a:lnTo>
                  <a:cubicBezTo>
                    <a:pt x="77174" y="1345001"/>
                    <a:pt x="79217" y="1366078"/>
                    <a:pt x="85551" y="1385569"/>
                  </a:cubicBezTo>
                  <a:cubicBezTo>
                    <a:pt x="91866" y="1404994"/>
                    <a:pt x="102599" y="1423216"/>
                    <a:pt x="117637" y="1439918"/>
                  </a:cubicBezTo>
                  <a:cubicBezTo>
                    <a:pt x="132725" y="1456672"/>
                    <a:pt x="149725" y="1469263"/>
                    <a:pt x="168335" y="1477545"/>
                  </a:cubicBezTo>
                  <a:cubicBezTo>
                    <a:pt x="186809" y="1485769"/>
                    <a:pt x="207517" y="1489946"/>
                    <a:pt x="230162" y="1489946"/>
                  </a:cubicBezTo>
                  <a:lnTo>
                    <a:pt x="1439217" y="1489946"/>
                  </a:lnTo>
                  <a:cubicBezTo>
                    <a:pt x="1462392" y="1489946"/>
                    <a:pt x="1483586" y="1485557"/>
                    <a:pt x="1502422" y="1476956"/>
                  </a:cubicBezTo>
                  <a:cubicBezTo>
                    <a:pt x="1521437" y="1468272"/>
                    <a:pt x="1538663" y="1455151"/>
                    <a:pt x="1553712" y="1437783"/>
                  </a:cubicBezTo>
                  <a:cubicBezTo>
                    <a:pt x="1568731" y="1420446"/>
                    <a:pt x="1579259" y="1401506"/>
                    <a:pt x="1585164" y="1381375"/>
                  </a:cubicBezTo>
                  <a:cubicBezTo>
                    <a:pt x="1591038" y="1361348"/>
                    <a:pt x="1592394" y="1339718"/>
                    <a:pt x="1589110" y="1316908"/>
                  </a:cubicBezTo>
                  <a:lnTo>
                    <a:pt x="1437319" y="262996"/>
                  </a:lnTo>
                  <a:cubicBezTo>
                    <a:pt x="1429634" y="209647"/>
                    <a:pt x="1403375" y="163550"/>
                    <a:pt x="1365617" y="130842"/>
                  </a:cubicBezTo>
                  <a:cubicBezTo>
                    <a:pt x="1327886" y="98160"/>
                    <a:pt x="1278485" y="78754"/>
                    <a:pt x="1224488" y="78754"/>
                  </a:cubicBezTo>
                  <a:close/>
                </a:path>
              </a:pathLst>
            </a:custGeom>
            <a:grpFill/>
            <a:ln w="10160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76" name="任意多边形: 形状 275"/>
            <p:cNvSpPr/>
            <p:nvPr/>
          </p:nvSpPr>
          <p:spPr>
            <a:xfrm>
              <a:off x="-1803285" y="592720"/>
              <a:ext cx="740689" cy="403868"/>
            </a:xfrm>
            <a:custGeom>
              <a:avLst/>
              <a:gdLst>
                <a:gd name="connsiteX0" fmla="*/ 162 w 925863"/>
                <a:gd name="connsiteY0" fmla="*/ 39224 h 504834"/>
                <a:gd name="connsiteX1" fmla="*/ 39385 w 925863"/>
                <a:gd name="connsiteY1" fmla="*/ 0 h 504834"/>
                <a:gd name="connsiteX2" fmla="*/ 78609 w 925863"/>
                <a:gd name="connsiteY2" fmla="*/ 39224 h 504834"/>
                <a:gd name="connsiteX3" fmla="*/ 78601 w 925863"/>
                <a:gd name="connsiteY3" fmla="*/ 41903 h 504834"/>
                <a:gd name="connsiteX4" fmla="*/ 78754 w 925863"/>
                <a:gd name="connsiteY4" fmla="*/ 41903 h 504834"/>
                <a:gd name="connsiteX5" fmla="*/ 191274 w 925863"/>
                <a:gd name="connsiteY5" fmla="*/ 313561 h 504834"/>
                <a:gd name="connsiteX6" fmla="*/ 462932 w 925863"/>
                <a:gd name="connsiteY6" fmla="*/ 426080 h 504834"/>
                <a:gd name="connsiteX7" fmla="*/ 734590 w 925863"/>
                <a:gd name="connsiteY7" fmla="*/ 313561 h 504834"/>
                <a:gd name="connsiteX8" fmla="*/ 847109 w 925863"/>
                <a:gd name="connsiteY8" fmla="*/ 41903 h 504834"/>
                <a:gd name="connsiteX9" fmla="*/ 847263 w 925863"/>
                <a:gd name="connsiteY9" fmla="*/ 41903 h 504834"/>
                <a:gd name="connsiteX10" fmla="*/ 847252 w 925863"/>
                <a:gd name="connsiteY10" fmla="*/ 39377 h 504834"/>
                <a:gd name="connsiteX11" fmla="*/ 886322 w 925863"/>
                <a:gd name="connsiteY11" fmla="*/ 0 h 504834"/>
                <a:gd name="connsiteX12" fmla="*/ 925699 w 925863"/>
                <a:gd name="connsiteY12" fmla="*/ 39070 h 504834"/>
                <a:gd name="connsiteX13" fmla="*/ 925710 w 925863"/>
                <a:gd name="connsiteY13" fmla="*/ 41749 h 504834"/>
                <a:gd name="connsiteX14" fmla="*/ 925863 w 925863"/>
                <a:gd name="connsiteY14" fmla="*/ 41903 h 504834"/>
                <a:gd name="connsiteX15" fmla="*/ 790272 w 925863"/>
                <a:gd name="connsiteY15" fmla="*/ 369243 h 504834"/>
                <a:gd name="connsiteX16" fmla="*/ 462932 w 925863"/>
                <a:gd name="connsiteY16" fmla="*/ 504835 h 504834"/>
                <a:gd name="connsiteX17" fmla="*/ 135592 w 925863"/>
                <a:gd name="connsiteY17" fmla="*/ 369243 h 504834"/>
                <a:gd name="connsiteX18" fmla="*/ 0 w 925863"/>
                <a:gd name="connsiteY18" fmla="*/ 41903 h 504834"/>
                <a:gd name="connsiteX19" fmla="*/ 153 w 925863"/>
                <a:gd name="connsiteY19" fmla="*/ 41903 h 504834"/>
                <a:gd name="connsiteX20" fmla="*/ 162 w 925863"/>
                <a:gd name="connsiteY20" fmla="*/ 39224 h 50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5863" h="504834">
                  <a:moveTo>
                    <a:pt x="162" y="39224"/>
                  </a:moveTo>
                  <a:cubicBezTo>
                    <a:pt x="162" y="17564"/>
                    <a:pt x="17725" y="0"/>
                    <a:pt x="39385" y="0"/>
                  </a:cubicBezTo>
                  <a:cubicBezTo>
                    <a:pt x="61046" y="0"/>
                    <a:pt x="78609" y="17564"/>
                    <a:pt x="78609" y="39224"/>
                  </a:cubicBezTo>
                  <a:lnTo>
                    <a:pt x="78601" y="41903"/>
                  </a:lnTo>
                  <a:lnTo>
                    <a:pt x="78754" y="41903"/>
                  </a:lnTo>
                  <a:cubicBezTo>
                    <a:pt x="78754" y="147990"/>
                    <a:pt x="121756" y="244040"/>
                    <a:pt x="191274" y="313561"/>
                  </a:cubicBezTo>
                  <a:cubicBezTo>
                    <a:pt x="260794" y="383078"/>
                    <a:pt x="356841" y="426080"/>
                    <a:pt x="462932" y="426080"/>
                  </a:cubicBezTo>
                  <a:cubicBezTo>
                    <a:pt x="569022" y="426080"/>
                    <a:pt x="665069" y="383078"/>
                    <a:pt x="734590" y="313561"/>
                  </a:cubicBezTo>
                  <a:cubicBezTo>
                    <a:pt x="804107" y="244040"/>
                    <a:pt x="847109" y="147990"/>
                    <a:pt x="847109" y="41903"/>
                  </a:cubicBezTo>
                  <a:lnTo>
                    <a:pt x="847263" y="41903"/>
                  </a:lnTo>
                  <a:lnTo>
                    <a:pt x="847252" y="39377"/>
                  </a:lnTo>
                  <a:cubicBezTo>
                    <a:pt x="847168" y="17717"/>
                    <a:pt x="864662" y="84"/>
                    <a:pt x="886322" y="0"/>
                  </a:cubicBezTo>
                  <a:cubicBezTo>
                    <a:pt x="907982" y="-83"/>
                    <a:pt x="925615" y="17410"/>
                    <a:pt x="925699" y="39070"/>
                  </a:cubicBezTo>
                  <a:lnTo>
                    <a:pt x="925710" y="41749"/>
                  </a:lnTo>
                  <a:lnTo>
                    <a:pt x="925863" y="41903"/>
                  </a:lnTo>
                  <a:cubicBezTo>
                    <a:pt x="925863" y="169731"/>
                    <a:pt x="874046" y="285466"/>
                    <a:pt x="790272" y="369243"/>
                  </a:cubicBezTo>
                  <a:cubicBezTo>
                    <a:pt x="706495" y="453017"/>
                    <a:pt x="590763" y="504835"/>
                    <a:pt x="462932" y="504835"/>
                  </a:cubicBezTo>
                  <a:cubicBezTo>
                    <a:pt x="335100" y="504835"/>
                    <a:pt x="219369" y="453017"/>
                    <a:pt x="135592" y="369243"/>
                  </a:cubicBezTo>
                  <a:cubicBezTo>
                    <a:pt x="51817" y="285466"/>
                    <a:pt x="0" y="169731"/>
                    <a:pt x="0" y="41903"/>
                  </a:cubicBezTo>
                  <a:lnTo>
                    <a:pt x="153" y="41903"/>
                  </a:lnTo>
                  <a:lnTo>
                    <a:pt x="162" y="39224"/>
                  </a:lnTo>
                  <a:close/>
                </a:path>
              </a:pathLst>
            </a:custGeom>
            <a:grpFill/>
            <a:ln w="10160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9189565" y="5787328"/>
            <a:ext cx="282433" cy="269258"/>
            <a:chOff x="-3258602" y="269592"/>
            <a:chExt cx="1501620" cy="1431563"/>
          </a:xfrm>
          <a:solidFill>
            <a:schemeClr val="accent2"/>
          </a:solidFill>
        </p:grpSpPr>
        <p:sp>
          <p:nvSpPr>
            <p:cNvPr id="281" name="任意多边形: 形状 280"/>
            <p:cNvSpPr/>
            <p:nvPr/>
          </p:nvSpPr>
          <p:spPr>
            <a:xfrm>
              <a:off x="-3258602" y="269592"/>
              <a:ext cx="1501620" cy="1431563"/>
            </a:xfrm>
            <a:custGeom>
              <a:avLst/>
              <a:gdLst>
                <a:gd name="connsiteX0" fmla="*/ 1500950 w 1877020"/>
                <a:gd name="connsiteY0" fmla="*/ 1789454 h 1789453"/>
                <a:gd name="connsiteX1" fmla="*/ 376033 w 1877020"/>
                <a:gd name="connsiteY1" fmla="*/ 1789454 h 1789453"/>
                <a:gd name="connsiteX2" fmla="*/ 0 w 1877020"/>
                <a:gd name="connsiteY2" fmla="*/ 1413384 h 1789453"/>
                <a:gd name="connsiteX3" fmla="*/ 0 w 1877020"/>
                <a:gd name="connsiteY3" fmla="*/ 376070 h 1789453"/>
                <a:gd name="connsiteX4" fmla="*/ 376014 w 1877020"/>
                <a:gd name="connsiteY4" fmla="*/ 0 h 1789453"/>
                <a:gd name="connsiteX5" fmla="*/ 1500950 w 1877020"/>
                <a:gd name="connsiteY5" fmla="*/ 0 h 1789453"/>
                <a:gd name="connsiteX6" fmla="*/ 1877020 w 1877020"/>
                <a:gd name="connsiteY6" fmla="*/ 376070 h 1789453"/>
                <a:gd name="connsiteX7" fmla="*/ 1877020 w 1877020"/>
                <a:gd name="connsiteY7" fmla="*/ 1413384 h 1789453"/>
                <a:gd name="connsiteX8" fmla="*/ 1500950 w 1877020"/>
                <a:gd name="connsiteY8" fmla="*/ 1789454 h 1789453"/>
                <a:gd name="connsiteX9" fmla="*/ 376033 w 1877020"/>
                <a:gd name="connsiteY9" fmla="*/ 149758 h 1789453"/>
                <a:gd name="connsiteX10" fmla="*/ 149777 w 1877020"/>
                <a:gd name="connsiteY10" fmla="*/ 376051 h 1789453"/>
                <a:gd name="connsiteX11" fmla="*/ 149777 w 1877020"/>
                <a:gd name="connsiteY11" fmla="*/ 1413365 h 1789453"/>
                <a:gd name="connsiteX12" fmla="*/ 376033 w 1877020"/>
                <a:gd name="connsiteY12" fmla="*/ 1639658 h 1789453"/>
                <a:gd name="connsiteX13" fmla="*/ 1500969 w 1877020"/>
                <a:gd name="connsiteY13" fmla="*/ 1639658 h 1789453"/>
                <a:gd name="connsiteX14" fmla="*/ 1727262 w 1877020"/>
                <a:gd name="connsiteY14" fmla="*/ 1413365 h 1789453"/>
                <a:gd name="connsiteX15" fmla="*/ 1727262 w 1877020"/>
                <a:gd name="connsiteY15" fmla="*/ 376070 h 1789453"/>
                <a:gd name="connsiteX16" fmla="*/ 1500969 w 1877020"/>
                <a:gd name="connsiteY16" fmla="*/ 149777 h 1789453"/>
                <a:gd name="connsiteX17" fmla="*/ 376033 w 1877020"/>
                <a:gd name="connsiteY17" fmla="*/ 149758 h 1789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77020" h="1789453">
                  <a:moveTo>
                    <a:pt x="1500950" y="1789454"/>
                  </a:moveTo>
                  <a:lnTo>
                    <a:pt x="376033" y="1789454"/>
                  </a:lnTo>
                  <a:cubicBezTo>
                    <a:pt x="168678" y="1789454"/>
                    <a:pt x="0" y="1620776"/>
                    <a:pt x="0" y="1413384"/>
                  </a:cubicBezTo>
                  <a:lnTo>
                    <a:pt x="0" y="376070"/>
                  </a:lnTo>
                  <a:cubicBezTo>
                    <a:pt x="0" y="168678"/>
                    <a:pt x="168678" y="0"/>
                    <a:pt x="376014" y="0"/>
                  </a:cubicBezTo>
                  <a:lnTo>
                    <a:pt x="1500950" y="0"/>
                  </a:lnTo>
                  <a:cubicBezTo>
                    <a:pt x="1708342" y="0"/>
                    <a:pt x="1877020" y="168678"/>
                    <a:pt x="1877020" y="376070"/>
                  </a:cubicBezTo>
                  <a:lnTo>
                    <a:pt x="1877020" y="1413384"/>
                  </a:lnTo>
                  <a:cubicBezTo>
                    <a:pt x="1877020" y="1620776"/>
                    <a:pt x="1708342" y="1789454"/>
                    <a:pt x="1500950" y="1789454"/>
                  </a:cubicBezTo>
                  <a:close/>
                  <a:moveTo>
                    <a:pt x="376033" y="149758"/>
                  </a:moveTo>
                  <a:cubicBezTo>
                    <a:pt x="251278" y="149758"/>
                    <a:pt x="149777" y="251259"/>
                    <a:pt x="149777" y="376051"/>
                  </a:cubicBezTo>
                  <a:lnTo>
                    <a:pt x="149777" y="1413365"/>
                  </a:lnTo>
                  <a:cubicBezTo>
                    <a:pt x="149777" y="1538176"/>
                    <a:pt x="251278" y="1639658"/>
                    <a:pt x="376033" y="1639658"/>
                  </a:cubicBezTo>
                  <a:lnTo>
                    <a:pt x="1500969" y="1639658"/>
                  </a:lnTo>
                  <a:cubicBezTo>
                    <a:pt x="1625780" y="1639658"/>
                    <a:pt x="1727262" y="1538157"/>
                    <a:pt x="1727262" y="1413365"/>
                  </a:cubicBezTo>
                  <a:lnTo>
                    <a:pt x="1727262" y="376070"/>
                  </a:lnTo>
                  <a:cubicBezTo>
                    <a:pt x="1727262" y="251259"/>
                    <a:pt x="1625761" y="149777"/>
                    <a:pt x="1500969" y="149777"/>
                  </a:cubicBezTo>
                  <a:lnTo>
                    <a:pt x="376033" y="14975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2" name="任意多边形: 形状 281"/>
            <p:cNvSpPr/>
            <p:nvPr/>
          </p:nvSpPr>
          <p:spPr>
            <a:xfrm>
              <a:off x="-2896586" y="798598"/>
              <a:ext cx="777598" cy="437197"/>
            </a:xfrm>
            <a:custGeom>
              <a:avLst/>
              <a:gdLst>
                <a:gd name="connsiteX0" fmla="*/ 0 w 971996"/>
                <a:gd name="connsiteY0" fmla="*/ 0 h 546496"/>
                <a:gd name="connsiteX1" fmla="*/ 971996 w 971996"/>
                <a:gd name="connsiteY1" fmla="*/ 0 h 546496"/>
                <a:gd name="connsiteX2" fmla="*/ 971996 w 971996"/>
                <a:gd name="connsiteY2" fmla="*/ 149758 h 546496"/>
                <a:gd name="connsiteX3" fmla="*/ 0 w 971996"/>
                <a:gd name="connsiteY3" fmla="*/ 149758 h 546496"/>
                <a:gd name="connsiteX4" fmla="*/ 0 w 971996"/>
                <a:gd name="connsiteY4" fmla="*/ 396739 h 546496"/>
                <a:gd name="connsiteX5" fmla="*/ 544599 w 971996"/>
                <a:gd name="connsiteY5" fmla="*/ 396739 h 546496"/>
                <a:gd name="connsiteX6" fmla="*/ 544599 w 971996"/>
                <a:gd name="connsiteY6" fmla="*/ 546497 h 546496"/>
                <a:gd name="connsiteX7" fmla="*/ 0 w 971996"/>
                <a:gd name="connsiteY7" fmla="*/ 546497 h 546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1996" h="546496">
                  <a:moveTo>
                    <a:pt x="0" y="0"/>
                  </a:moveTo>
                  <a:lnTo>
                    <a:pt x="971996" y="0"/>
                  </a:lnTo>
                  <a:lnTo>
                    <a:pt x="971996" y="149758"/>
                  </a:lnTo>
                  <a:lnTo>
                    <a:pt x="0" y="149758"/>
                  </a:lnTo>
                  <a:close/>
                  <a:moveTo>
                    <a:pt x="0" y="396739"/>
                  </a:moveTo>
                  <a:lnTo>
                    <a:pt x="544599" y="396739"/>
                  </a:lnTo>
                  <a:lnTo>
                    <a:pt x="544599" y="546497"/>
                  </a:lnTo>
                  <a:lnTo>
                    <a:pt x="0" y="546497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cxnSp>
        <p:nvCxnSpPr>
          <p:cNvPr id="41" name="直接连接符 40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1702152" y="192619"/>
            <a:ext cx="251350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项目管理全视图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框架图</a:t>
            </a:r>
          </a:p>
        </p:txBody>
      </p:sp>
      <p:cxnSp>
        <p:nvCxnSpPr>
          <p:cNvPr id="67" name="直接连接符 66"/>
          <p:cNvCxnSpPr/>
          <p:nvPr/>
        </p:nvCxnSpPr>
        <p:spPr>
          <a:xfrm>
            <a:off x="1584758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1"/>
          <p:cNvSpPr/>
          <p:nvPr/>
        </p:nvSpPr>
        <p:spPr>
          <a:xfrm>
            <a:off x="6206305" y="930275"/>
            <a:ext cx="5530713" cy="5530713"/>
          </a:xfrm>
          <a:prstGeom prst="donut">
            <a:avLst>
              <a:gd name="adj" fmla="val 2559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Rectangle 20+"/>
          <p:cNvSpPr/>
          <p:nvPr/>
        </p:nvSpPr>
        <p:spPr>
          <a:xfrm>
            <a:off x="442913" y="841997"/>
            <a:ext cx="5699470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0149" y="149837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线上渠道集成</a:t>
            </a:r>
          </a:p>
        </p:txBody>
      </p:sp>
      <p:sp>
        <p:nvSpPr>
          <p:cNvPr id="24" name="图形 22"/>
          <p:cNvSpPr/>
          <p:nvPr/>
        </p:nvSpPr>
        <p:spPr>
          <a:xfrm>
            <a:off x="1143565" y="1124838"/>
            <a:ext cx="258161" cy="258161"/>
          </a:xfrm>
          <a:custGeom>
            <a:avLst/>
            <a:gdLst>
              <a:gd name="connsiteX0" fmla="*/ 461665 w 923329"/>
              <a:gd name="connsiteY0" fmla="*/ 923330 h 923329"/>
              <a:gd name="connsiteX1" fmla="*/ 0 w 923329"/>
              <a:gd name="connsiteY1" fmla="*/ 461665 h 923329"/>
              <a:gd name="connsiteX2" fmla="*/ 461665 w 923329"/>
              <a:gd name="connsiteY2" fmla="*/ 0 h 923329"/>
              <a:gd name="connsiteX3" fmla="*/ 923330 w 923329"/>
              <a:gd name="connsiteY3" fmla="*/ 461665 h 923329"/>
              <a:gd name="connsiteX4" fmla="*/ 461665 w 923329"/>
              <a:gd name="connsiteY4" fmla="*/ 923330 h 923329"/>
              <a:gd name="connsiteX5" fmla="*/ 346910 w 923329"/>
              <a:gd name="connsiteY5" fmla="*/ 500137 h 923329"/>
              <a:gd name="connsiteX6" fmla="*/ 389025 w 923329"/>
              <a:gd name="connsiteY6" fmla="*/ 747789 h 923329"/>
              <a:gd name="connsiteX7" fmla="*/ 430887 w 923329"/>
              <a:gd name="connsiteY7" fmla="*/ 826524 h 923329"/>
              <a:gd name="connsiteX8" fmla="*/ 461665 w 923329"/>
              <a:gd name="connsiteY8" fmla="*/ 846385 h 923329"/>
              <a:gd name="connsiteX9" fmla="*/ 492442 w 923329"/>
              <a:gd name="connsiteY9" fmla="*/ 826536 h 923329"/>
              <a:gd name="connsiteX10" fmla="*/ 534353 w 923329"/>
              <a:gd name="connsiteY10" fmla="*/ 747801 h 923329"/>
              <a:gd name="connsiteX11" fmla="*/ 576468 w 923329"/>
              <a:gd name="connsiteY11" fmla="*/ 500149 h 923329"/>
              <a:gd name="connsiteX12" fmla="*/ 346910 w 923329"/>
              <a:gd name="connsiteY12" fmla="*/ 500137 h 923329"/>
              <a:gd name="connsiteX13" fmla="*/ 653412 w 923329"/>
              <a:gd name="connsiteY13" fmla="*/ 500137 h 923329"/>
              <a:gd name="connsiteX14" fmla="*/ 606632 w 923329"/>
              <a:gd name="connsiteY14" fmla="*/ 774106 h 923329"/>
              <a:gd name="connsiteX15" fmla="*/ 583802 w 923329"/>
              <a:gd name="connsiteY15" fmla="*/ 826584 h 923329"/>
              <a:gd name="connsiteX16" fmla="*/ 844486 w 923329"/>
              <a:gd name="connsiteY16" fmla="*/ 500137 h 923329"/>
              <a:gd name="connsiteX17" fmla="*/ 653412 w 923329"/>
              <a:gd name="connsiteY17" fmla="*/ 500137 h 923329"/>
              <a:gd name="connsiteX18" fmla="*/ 78892 w 923329"/>
              <a:gd name="connsiteY18" fmla="*/ 500137 h 923329"/>
              <a:gd name="connsiteX19" fmla="*/ 339576 w 923329"/>
              <a:gd name="connsiteY19" fmla="*/ 826584 h 923329"/>
              <a:gd name="connsiteX20" fmla="*/ 316745 w 923329"/>
              <a:gd name="connsiteY20" fmla="*/ 774106 h 923329"/>
              <a:gd name="connsiteX21" fmla="*/ 269918 w 923329"/>
              <a:gd name="connsiteY21" fmla="*/ 500137 h 923329"/>
              <a:gd name="connsiteX22" fmla="*/ 78796 w 923329"/>
              <a:gd name="connsiteY22" fmla="*/ 500137 h 923329"/>
              <a:gd name="connsiteX23" fmla="*/ 78892 w 923329"/>
              <a:gd name="connsiteY23" fmla="*/ 500137 h 923329"/>
              <a:gd name="connsiteX24" fmla="*/ 583898 w 923329"/>
              <a:gd name="connsiteY24" fmla="*/ 96793 h 923329"/>
              <a:gd name="connsiteX25" fmla="*/ 606728 w 923329"/>
              <a:gd name="connsiteY25" fmla="*/ 149272 h 923329"/>
              <a:gd name="connsiteX26" fmla="*/ 653508 w 923329"/>
              <a:gd name="connsiteY26" fmla="*/ 423241 h 923329"/>
              <a:gd name="connsiteX27" fmla="*/ 844582 w 923329"/>
              <a:gd name="connsiteY27" fmla="*/ 423241 h 923329"/>
              <a:gd name="connsiteX28" fmla="*/ 583790 w 923329"/>
              <a:gd name="connsiteY28" fmla="*/ 96745 h 923329"/>
              <a:gd name="connsiteX29" fmla="*/ 583898 w 923329"/>
              <a:gd name="connsiteY29" fmla="*/ 96793 h 923329"/>
              <a:gd name="connsiteX30" fmla="*/ 461665 w 923329"/>
              <a:gd name="connsiteY30" fmla="*/ 76944 h 923329"/>
              <a:gd name="connsiteX31" fmla="*/ 430887 w 923329"/>
              <a:gd name="connsiteY31" fmla="*/ 96793 h 923329"/>
              <a:gd name="connsiteX32" fmla="*/ 388977 w 923329"/>
              <a:gd name="connsiteY32" fmla="*/ 175481 h 923329"/>
              <a:gd name="connsiteX33" fmla="*/ 346910 w 923329"/>
              <a:gd name="connsiteY33" fmla="*/ 423193 h 923329"/>
              <a:gd name="connsiteX34" fmla="*/ 576456 w 923329"/>
              <a:gd name="connsiteY34" fmla="*/ 423193 h 923329"/>
              <a:gd name="connsiteX35" fmla="*/ 534341 w 923329"/>
              <a:gd name="connsiteY35" fmla="*/ 175481 h 923329"/>
              <a:gd name="connsiteX36" fmla="*/ 492430 w 923329"/>
              <a:gd name="connsiteY36" fmla="*/ 96793 h 923329"/>
              <a:gd name="connsiteX37" fmla="*/ 461665 w 923329"/>
              <a:gd name="connsiteY37" fmla="*/ 76944 h 923329"/>
              <a:gd name="connsiteX38" fmla="*/ 339528 w 923329"/>
              <a:gd name="connsiteY38" fmla="*/ 96745 h 923329"/>
              <a:gd name="connsiteX39" fmla="*/ 78796 w 923329"/>
              <a:gd name="connsiteY39" fmla="*/ 423193 h 923329"/>
              <a:gd name="connsiteX40" fmla="*/ 269930 w 923329"/>
              <a:gd name="connsiteY40" fmla="*/ 423193 h 923329"/>
              <a:gd name="connsiteX41" fmla="*/ 316709 w 923329"/>
              <a:gd name="connsiteY41" fmla="*/ 149272 h 923329"/>
              <a:gd name="connsiteX42" fmla="*/ 339528 w 923329"/>
              <a:gd name="connsiteY42" fmla="*/ 96745 h 923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923329" h="923329">
                <a:moveTo>
                  <a:pt x="461665" y="923330"/>
                </a:moveTo>
                <a:cubicBezTo>
                  <a:pt x="206691" y="923330"/>
                  <a:pt x="0" y="716638"/>
                  <a:pt x="0" y="461665"/>
                </a:cubicBezTo>
                <a:cubicBezTo>
                  <a:pt x="0" y="206691"/>
                  <a:pt x="206691" y="0"/>
                  <a:pt x="461665" y="0"/>
                </a:cubicBezTo>
                <a:cubicBezTo>
                  <a:pt x="716638" y="0"/>
                  <a:pt x="923330" y="206691"/>
                  <a:pt x="923330" y="461665"/>
                </a:cubicBezTo>
                <a:cubicBezTo>
                  <a:pt x="923041" y="716518"/>
                  <a:pt x="716518" y="923041"/>
                  <a:pt x="461665" y="923330"/>
                </a:cubicBezTo>
                <a:close/>
                <a:moveTo>
                  <a:pt x="346910" y="500137"/>
                </a:moveTo>
                <a:cubicBezTo>
                  <a:pt x="348400" y="584337"/>
                  <a:pt x="362599" y="667829"/>
                  <a:pt x="389025" y="747789"/>
                </a:cubicBezTo>
                <a:cubicBezTo>
                  <a:pt x="398354" y="776243"/>
                  <a:pt x="412516" y="802877"/>
                  <a:pt x="430887" y="826524"/>
                </a:cubicBezTo>
                <a:cubicBezTo>
                  <a:pt x="445050" y="842947"/>
                  <a:pt x="455401" y="846385"/>
                  <a:pt x="461665" y="846385"/>
                </a:cubicBezTo>
                <a:cubicBezTo>
                  <a:pt x="467929" y="846385"/>
                  <a:pt x="478280" y="842947"/>
                  <a:pt x="492442" y="826536"/>
                </a:cubicBezTo>
                <a:cubicBezTo>
                  <a:pt x="510824" y="802889"/>
                  <a:pt x="525001" y="776255"/>
                  <a:pt x="534353" y="747801"/>
                </a:cubicBezTo>
                <a:cubicBezTo>
                  <a:pt x="560778" y="667841"/>
                  <a:pt x="574976" y="584349"/>
                  <a:pt x="576468" y="500149"/>
                </a:cubicBezTo>
                <a:lnTo>
                  <a:pt x="346910" y="500137"/>
                </a:lnTo>
                <a:close/>
                <a:moveTo>
                  <a:pt x="653412" y="500137"/>
                </a:moveTo>
                <a:cubicBezTo>
                  <a:pt x="651850" y="593308"/>
                  <a:pt x="636075" y="685695"/>
                  <a:pt x="606632" y="774106"/>
                </a:cubicBezTo>
                <a:cubicBezTo>
                  <a:pt x="600178" y="792079"/>
                  <a:pt x="592552" y="809610"/>
                  <a:pt x="583802" y="826584"/>
                </a:cubicBezTo>
                <a:cubicBezTo>
                  <a:pt x="727350" y="778530"/>
                  <a:pt x="829386" y="650767"/>
                  <a:pt x="844486" y="500137"/>
                </a:cubicBezTo>
                <a:lnTo>
                  <a:pt x="653412" y="500137"/>
                </a:lnTo>
                <a:close/>
                <a:moveTo>
                  <a:pt x="78892" y="500137"/>
                </a:moveTo>
                <a:cubicBezTo>
                  <a:pt x="94076" y="650731"/>
                  <a:pt x="196075" y="778458"/>
                  <a:pt x="339576" y="826584"/>
                </a:cubicBezTo>
                <a:cubicBezTo>
                  <a:pt x="330836" y="809605"/>
                  <a:pt x="323210" y="792075"/>
                  <a:pt x="316745" y="774106"/>
                </a:cubicBezTo>
                <a:cubicBezTo>
                  <a:pt x="287269" y="685702"/>
                  <a:pt x="271477" y="593312"/>
                  <a:pt x="269918" y="500137"/>
                </a:cubicBezTo>
                <a:lnTo>
                  <a:pt x="78796" y="500137"/>
                </a:lnTo>
                <a:lnTo>
                  <a:pt x="78892" y="500137"/>
                </a:lnTo>
                <a:close/>
                <a:moveTo>
                  <a:pt x="583898" y="96793"/>
                </a:moveTo>
                <a:cubicBezTo>
                  <a:pt x="592638" y="113769"/>
                  <a:pt x="600260" y="131298"/>
                  <a:pt x="606728" y="149272"/>
                </a:cubicBezTo>
                <a:cubicBezTo>
                  <a:pt x="636171" y="237682"/>
                  <a:pt x="651946" y="330069"/>
                  <a:pt x="653508" y="423241"/>
                </a:cubicBezTo>
                <a:lnTo>
                  <a:pt x="844582" y="423241"/>
                </a:lnTo>
                <a:cubicBezTo>
                  <a:pt x="829482" y="272563"/>
                  <a:pt x="727399" y="144763"/>
                  <a:pt x="583790" y="96745"/>
                </a:cubicBezTo>
                <a:lnTo>
                  <a:pt x="583898" y="96793"/>
                </a:lnTo>
                <a:close/>
                <a:moveTo>
                  <a:pt x="461665" y="76944"/>
                </a:moveTo>
                <a:cubicBezTo>
                  <a:pt x="455461" y="76944"/>
                  <a:pt x="445050" y="80383"/>
                  <a:pt x="430887" y="96793"/>
                </a:cubicBezTo>
                <a:cubicBezTo>
                  <a:pt x="412508" y="120425"/>
                  <a:pt x="398331" y="147042"/>
                  <a:pt x="388977" y="175481"/>
                </a:cubicBezTo>
                <a:cubicBezTo>
                  <a:pt x="362573" y="255465"/>
                  <a:pt x="348391" y="338976"/>
                  <a:pt x="346910" y="423193"/>
                </a:cubicBezTo>
                <a:lnTo>
                  <a:pt x="576456" y="423193"/>
                </a:lnTo>
                <a:cubicBezTo>
                  <a:pt x="574964" y="338973"/>
                  <a:pt x="560766" y="255461"/>
                  <a:pt x="534341" y="175481"/>
                </a:cubicBezTo>
                <a:cubicBezTo>
                  <a:pt x="524986" y="147042"/>
                  <a:pt x="510809" y="120425"/>
                  <a:pt x="492430" y="96793"/>
                </a:cubicBezTo>
                <a:cubicBezTo>
                  <a:pt x="478280" y="80383"/>
                  <a:pt x="467868" y="76944"/>
                  <a:pt x="461665" y="76944"/>
                </a:cubicBezTo>
                <a:close/>
                <a:moveTo>
                  <a:pt x="339528" y="96745"/>
                </a:moveTo>
                <a:cubicBezTo>
                  <a:pt x="196003" y="144859"/>
                  <a:pt x="93992" y="272587"/>
                  <a:pt x="78796" y="423193"/>
                </a:cubicBezTo>
                <a:lnTo>
                  <a:pt x="269930" y="423193"/>
                </a:lnTo>
                <a:cubicBezTo>
                  <a:pt x="271479" y="330036"/>
                  <a:pt x="287254" y="237663"/>
                  <a:pt x="316709" y="149272"/>
                </a:cubicBezTo>
                <a:cubicBezTo>
                  <a:pt x="323159" y="131283"/>
                  <a:pt x="330782" y="113736"/>
                  <a:pt x="339528" y="96745"/>
                </a:cubicBezTo>
                <a:close/>
              </a:path>
            </a:pathLst>
          </a:custGeom>
          <a:solidFill>
            <a:schemeClr val="accent1"/>
          </a:solidFill>
          <a:ln w="12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201894" y="1451470"/>
            <a:ext cx="1117401" cy="355149"/>
            <a:chOff x="2201894" y="1451470"/>
            <a:chExt cx="1117401" cy="355149"/>
          </a:xfrm>
        </p:grpSpPr>
        <p:sp>
          <p:nvSpPr>
            <p:cNvPr id="95" name="文本框 94"/>
            <p:cNvSpPr txBox="1"/>
            <p:nvPr/>
          </p:nvSpPr>
          <p:spPr>
            <a:xfrm>
              <a:off x="2511328" y="1552101"/>
              <a:ext cx="498534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APP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商城</a:t>
              </a:r>
            </a:p>
          </p:txBody>
        </p:sp>
        <p:sp>
          <p:nvSpPr>
            <p:cNvPr id="102" name="Rectangle 60+"/>
            <p:cNvSpPr/>
            <p:nvPr/>
          </p:nvSpPr>
          <p:spPr>
            <a:xfrm>
              <a:off x="2201894" y="1451470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518497" y="1451470"/>
            <a:ext cx="1117401" cy="355149"/>
            <a:chOff x="3518497" y="1451470"/>
            <a:chExt cx="1117401" cy="355149"/>
          </a:xfrm>
        </p:grpSpPr>
        <p:sp>
          <p:nvSpPr>
            <p:cNvPr id="97" name="文本框 96"/>
            <p:cNvSpPr txBox="1"/>
            <p:nvPr/>
          </p:nvSpPr>
          <p:spPr>
            <a:xfrm>
              <a:off x="3692477" y="1552101"/>
              <a:ext cx="76944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电子采购平台</a:t>
              </a:r>
            </a:p>
          </p:txBody>
        </p:sp>
        <p:sp>
          <p:nvSpPr>
            <p:cNvPr id="103" name="Rectangle 60+"/>
            <p:cNvSpPr/>
            <p:nvPr/>
          </p:nvSpPr>
          <p:spPr>
            <a:xfrm>
              <a:off x="3518497" y="1451470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35101" y="1451470"/>
            <a:ext cx="1117401" cy="355149"/>
            <a:chOff x="4835101" y="1451470"/>
            <a:chExt cx="1117401" cy="355149"/>
          </a:xfrm>
        </p:grpSpPr>
        <p:sp>
          <p:nvSpPr>
            <p:cNvPr id="98" name="文本框 97"/>
            <p:cNvSpPr txBox="1"/>
            <p:nvPr/>
          </p:nvSpPr>
          <p:spPr>
            <a:xfrm>
              <a:off x="5073201" y="1552101"/>
              <a:ext cx="64120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垂直类平台</a:t>
              </a:r>
            </a:p>
          </p:txBody>
        </p:sp>
        <p:sp>
          <p:nvSpPr>
            <p:cNvPr id="104" name="Rectangle 60+"/>
            <p:cNvSpPr/>
            <p:nvPr/>
          </p:nvSpPr>
          <p:spPr>
            <a:xfrm>
              <a:off x="4835101" y="1451470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201894" y="975489"/>
            <a:ext cx="1117401" cy="355149"/>
            <a:chOff x="2201894" y="975489"/>
            <a:chExt cx="1117401" cy="355149"/>
          </a:xfrm>
        </p:grpSpPr>
        <p:sp>
          <p:nvSpPr>
            <p:cNvPr id="89" name="文本框 88"/>
            <p:cNvSpPr txBox="1"/>
            <p:nvPr/>
          </p:nvSpPr>
          <p:spPr>
            <a:xfrm>
              <a:off x="2439994" y="1076119"/>
              <a:ext cx="64120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第三方平台</a:t>
              </a:r>
            </a:p>
          </p:txBody>
        </p:sp>
        <p:sp>
          <p:nvSpPr>
            <p:cNvPr id="105" name="Rectangle 60+"/>
            <p:cNvSpPr/>
            <p:nvPr/>
          </p:nvSpPr>
          <p:spPr>
            <a:xfrm>
              <a:off x="2201894" y="975489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518497" y="975489"/>
            <a:ext cx="1117401" cy="355149"/>
            <a:chOff x="3518497" y="975489"/>
            <a:chExt cx="1117401" cy="355149"/>
          </a:xfrm>
        </p:grpSpPr>
        <p:sp>
          <p:nvSpPr>
            <p:cNvPr id="91" name="文本框 90"/>
            <p:cNvSpPr txBox="1"/>
            <p:nvPr/>
          </p:nvSpPr>
          <p:spPr>
            <a:xfrm>
              <a:off x="3738964" y="1076119"/>
              <a:ext cx="676467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自建PC商城</a:t>
              </a:r>
            </a:p>
          </p:txBody>
        </p:sp>
        <p:sp>
          <p:nvSpPr>
            <p:cNvPr id="106" name="Rectangle 60+"/>
            <p:cNvSpPr/>
            <p:nvPr/>
          </p:nvSpPr>
          <p:spPr>
            <a:xfrm>
              <a:off x="3518497" y="975489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35101" y="975489"/>
            <a:ext cx="1117401" cy="355149"/>
            <a:chOff x="4835101" y="975489"/>
            <a:chExt cx="1117401" cy="355149"/>
          </a:xfrm>
        </p:grpSpPr>
        <p:sp>
          <p:nvSpPr>
            <p:cNvPr id="93" name="文本框 92"/>
            <p:cNvSpPr txBox="1"/>
            <p:nvPr/>
          </p:nvSpPr>
          <p:spPr>
            <a:xfrm>
              <a:off x="5137321" y="1076119"/>
              <a:ext cx="51296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微信商城</a:t>
              </a:r>
            </a:p>
          </p:txBody>
        </p:sp>
        <p:sp>
          <p:nvSpPr>
            <p:cNvPr id="107" name="Rectangle 60+"/>
            <p:cNvSpPr/>
            <p:nvPr/>
          </p:nvSpPr>
          <p:spPr>
            <a:xfrm>
              <a:off x="4835101" y="975489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0" name="Rectangle 20+"/>
          <p:cNvSpPr/>
          <p:nvPr/>
        </p:nvSpPr>
        <p:spPr>
          <a:xfrm>
            <a:off x="442913" y="1991109"/>
            <a:ext cx="5699470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80149" y="2657842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线下渠道集成</a:t>
            </a:r>
          </a:p>
        </p:txBody>
      </p:sp>
      <p:sp>
        <p:nvSpPr>
          <p:cNvPr id="28" name="图形 26"/>
          <p:cNvSpPr/>
          <p:nvPr/>
        </p:nvSpPr>
        <p:spPr>
          <a:xfrm>
            <a:off x="1125690" y="2269417"/>
            <a:ext cx="293913" cy="257174"/>
          </a:xfrm>
          <a:custGeom>
            <a:avLst/>
            <a:gdLst>
              <a:gd name="connsiteX0" fmla="*/ 1869430 w 1905000"/>
              <a:gd name="connsiteY0" fmla="*/ 545437 h 1666875"/>
              <a:gd name="connsiteX1" fmla="*/ 1381758 w 1905000"/>
              <a:gd name="connsiteY1" fmla="*/ 50974 h 1666875"/>
              <a:gd name="connsiteX2" fmla="*/ 1290321 w 1905000"/>
              <a:gd name="connsiteY2" fmla="*/ 10195 h 1666875"/>
              <a:gd name="connsiteX3" fmla="*/ 1198885 w 1905000"/>
              <a:gd name="connsiteY3" fmla="*/ 50974 h 1666875"/>
              <a:gd name="connsiteX4" fmla="*/ 1015994 w 1905000"/>
              <a:gd name="connsiteY4" fmla="*/ 234404 h 1666875"/>
              <a:gd name="connsiteX5" fmla="*/ 822964 w 1905000"/>
              <a:gd name="connsiteY5" fmla="*/ 40779 h 1666875"/>
              <a:gd name="connsiteX6" fmla="*/ 731527 w 1905000"/>
              <a:gd name="connsiteY6" fmla="*/ 0 h 1666875"/>
              <a:gd name="connsiteX7" fmla="*/ 640073 w 1905000"/>
              <a:gd name="connsiteY7" fmla="*/ 40779 h 1666875"/>
              <a:gd name="connsiteX8" fmla="*/ 40630 w 1905000"/>
              <a:gd name="connsiteY8" fmla="*/ 637189 h 1666875"/>
              <a:gd name="connsiteX9" fmla="*/ 0 w 1905000"/>
              <a:gd name="connsiteY9" fmla="*/ 734039 h 1666875"/>
              <a:gd name="connsiteX10" fmla="*/ 40630 w 1905000"/>
              <a:gd name="connsiteY10" fmla="*/ 830889 h 1666875"/>
              <a:gd name="connsiteX11" fmla="*/ 822964 w 1905000"/>
              <a:gd name="connsiteY11" fmla="*/ 1626096 h 1666875"/>
              <a:gd name="connsiteX12" fmla="*/ 914400 w 1905000"/>
              <a:gd name="connsiteY12" fmla="*/ 1666875 h 1666875"/>
              <a:gd name="connsiteX13" fmla="*/ 1005836 w 1905000"/>
              <a:gd name="connsiteY13" fmla="*/ 1626096 h 1666875"/>
              <a:gd name="connsiteX14" fmla="*/ 1595121 w 1905000"/>
              <a:gd name="connsiteY14" fmla="*/ 1029686 h 1666875"/>
              <a:gd name="connsiteX15" fmla="*/ 1625594 w 1905000"/>
              <a:gd name="connsiteY15" fmla="*/ 978712 h 1666875"/>
              <a:gd name="connsiteX16" fmla="*/ 1630673 w 1905000"/>
              <a:gd name="connsiteY16" fmla="*/ 968518 h 1666875"/>
              <a:gd name="connsiteX17" fmla="*/ 1635751 w 1905000"/>
              <a:gd name="connsiteY17" fmla="*/ 973615 h 1666875"/>
              <a:gd name="connsiteX18" fmla="*/ 1864351 w 1905000"/>
              <a:gd name="connsiteY18" fmla="*/ 739211 h 1666875"/>
              <a:gd name="connsiteX19" fmla="*/ 1905000 w 1905000"/>
              <a:gd name="connsiteY19" fmla="*/ 642361 h 1666875"/>
              <a:gd name="connsiteX20" fmla="*/ 1869430 w 1905000"/>
              <a:gd name="connsiteY20" fmla="*/ 545511 h 1666875"/>
              <a:gd name="connsiteX21" fmla="*/ 1092194 w 1905000"/>
              <a:gd name="connsiteY21" fmla="*/ 703455 h 1666875"/>
              <a:gd name="connsiteX22" fmla="*/ 1041388 w 1905000"/>
              <a:gd name="connsiteY22" fmla="*/ 754428 h 1666875"/>
              <a:gd name="connsiteX23" fmla="*/ 1041388 w 1905000"/>
              <a:gd name="connsiteY23" fmla="*/ 795207 h 1666875"/>
              <a:gd name="connsiteX24" fmla="*/ 1346188 w 1905000"/>
              <a:gd name="connsiteY24" fmla="*/ 1106147 h 1666875"/>
              <a:gd name="connsiteX25" fmla="*/ 1264909 w 1905000"/>
              <a:gd name="connsiteY25" fmla="*/ 1187704 h 1666875"/>
              <a:gd name="connsiteX26" fmla="*/ 924595 w 1905000"/>
              <a:gd name="connsiteY26" fmla="*/ 846181 h 1666875"/>
              <a:gd name="connsiteX27" fmla="*/ 883965 w 1905000"/>
              <a:gd name="connsiteY27" fmla="*/ 846181 h 1666875"/>
              <a:gd name="connsiteX28" fmla="*/ 833158 w 1905000"/>
              <a:gd name="connsiteY28" fmla="*/ 897155 h 1666875"/>
              <a:gd name="connsiteX29" fmla="*/ 833158 w 1905000"/>
              <a:gd name="connsiteY29" fmla="*/ 937934 h 1666875"/>
              <a:gd name="connsiteX30" fmla="*/ 1173603 w 1905000"/>
              <a:gd name="connsiteY30" fmla="*/ 1279457 h 1666875"/>
              <a:gd name="connsiteX31" fmla="*/ 1087245 w 1905000"/>
              <a:gd name="connsiteY31" fmla="*/ 1366112 h 1666875"/>
              <a:gd name="connsiteX32" fmla="*/ 716235 w 1905000"/>
              <a:gd name="connsiteY32" fmla="*/ 983810 h 1666875"/>
              <a:gd name="connsiteX33" fmla="*/ 675605 w 1905000"/>
              <a:gd name="connsiteY33" fmla="*/ 983810 h 1666875"/>
              <a:gd name="connsiteX34" fmla="*/ 624799 w 1905000"/>
              <a:gd name="connsiteY34" fmla="*/ 1034783 h 1666875"/>
              <a:gd name="connsiteX35" fmla="*/ 624799 w 1905000"/>
              <a:gd name="connsiteY35" fmla="*/ 1075562 h 1666875"/>
              <a:gd name="connsiteX36" fmla="*/ 1000758 w 1905000"/>
              <a:gd name="connsiteY36" fmla="*/ 1452786 h 1666875"/>
              <a:gd name="connsiteX37" fmla="*/ 975364 w 1905000"/>
              <a:gd name="connsiteY37" fmla="*/ 1483370 h 1666875"/>
              <a:gd name="connsiteX38" fmla="*/ 868691 w 1905000"/>
              <a:gd name="connsiteY38" fmla="*/ 1483370 h 1666875"/>
              <a:gd name="connsiteX39" fmla="*/ 177794 w 1905000"/>
              <a:gd name="connsiteY39" fmla="*/ 785068 h 1666875"/>
              <a:gd name="connsiteX40" fmla="*/ 157479 w 1905000"/>
              <a:gd name="connsiteY40" fmla="*/ 728997 h 1666875"/>
              <a:gd name="connsiteX41" fmla="*/ 177794 w 1905000"/>
              <a:gd name="connsiteY41" fmla="*/ 672926 h 1666875"/>
              <a:gd name="connsiteX42" fmla="*/ 665485 w 1905000"/>
              <a:gd name="connsiteY42" fmla="*/ 178408 h 1666875"/>
              <a:gd name="connsiteX43" fmla="*/ 721296 w 1905000"/>
              <a:gd name="connsiteY43" fmla="*/ 157944 h 1666875"/>
              <a:gd name="connsiteX44" fmla="*/ 777106 w 1905000"/>
              <a:gd name="connsiteY44" fmla="*/ 178408 h 1666875"/>
              <a:gd name="connsiteX45" fmla="*/ 1463036 w 1905000"/>
              <a:gd name="connsiteY45" fmla="*/ 871668 h 1666875"/>
              <a:gd name="connsiteX46" fmla="*/ 1483351 w 1905000"/>
              <a:gd name="connsiteY46" fmla="*/ 927739 h 1666875"/>
              <a:gd name="connsiteX47" fmla="*/ 1463036 w 1905000"/>
              <a:gd name="connsiteY47" fmla="*/ 983810 h 1666875"/>
              <a:gd name="connsiteX48" fmla="*/ 1437643 w 1905000"/>
              <a:gd name="connsiteY48" fmla="*/ 1014394 h 1666875"/>
              <a:gd name="connsiteX49" fmla="*/ 1132843 w 1905000"/>
              <a:gd name="connsiteY49" fmla="*/ 703455 h 1666875"/>
              <a:gd name="connsiteX50" fmla="*/ 1092212 w 1905000"/>
              <a:gd name="connsiteY50" fmla="*/ 703455 h 1666875"/>
              <a:gd name="connsiteX51" fmla="*/ 1752619 w 1905000"/>
              <a:gd name="connsiteY51" fmla="*/ 642286 h 1666875"/>
              <a:gd name="connsiteX52" fmla="*/ 1732304 w 1905000"/>
              <a:gd name="connsiteY52" fmla="*/ 698357 h 1666875"/>
              <a:gd name="connsiteX53" fmla="*/ 1595140 w 1905000"/>
              <a:gd name="connsiteY53" fmla="*/ 830889 h 1666875"/>
              <a:gd name="connsiteX54" fmla="*/ 1097273 w 1905000"/>
              <a:gd name="connsiteY54" fmla="*/ 326250 h 1666875"/>
              <a:gd name="connsiteX55" fmla="*/ 1234436 w 1905000"/>
              <a:gd name="connsiteY55" fmla="*/ 188584 h 1666875"/>
              <a:gd name="connsiteX56" fmla="*/ 1341109 w 1905000"/>
              <a:gd name="connsiteY56" fmla="*/ 188584 h 1666875"/>
              <a:gd name="connsiteX57" fmla="*/ 1732285 w 1905000"/>
              <a:gd name="connsiteY57" fmla="*/ 586215 h 1666875"/>
              <a:gd name="connsiteX58" fmla="*/ 1752600 w 1905000"/>
              <a:gd name="connsiteY58" fmla="*/ 642286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905000" h="1666875">
                <a:moveTo>
                  <a:pt x="1869430" y="545437"/>
                </a:moveTo>
                <a:lnTo>
                  <a:pt x="1381758" y="50974"/>
                </a:lnTo>
                <a:cubicBezTo>
                  <a:pt x="1356364" y="25487"/>
                  <a:pt x="1325947" y="10195"/>
                  <a:pt x="1290321" y="10195"/>
                </a:cubicBezTo>
                <a:cubicBezTo>
                  <a:pt x="1254696" y="10195"/>
                  <a:pt x="1219200" y="25487"/>
                  <a:pt x="1198885" y="50974"/>
                </a:cubicBezTo>
                <a:lnTo>
                  <a:pt x="1015994" y="234404"/>
                </a:lnTo>
                <a:lnTo>
                  <a:pt x="822964" y="40779"/>
                </a:lnTo>
                <a:cubicBezTo>
                  <a:pt x="797551" y="15292"/>
                  <a:pt x="767079" y="0"/>
                  <a:pt x="731527" y="0"/>
                </a:cubicBezTo>
                <a:cubicBezTo>
                  <a:pt x="695976" y="0"/>
                  <a:pt x="660425" y="15292"/>
                  <a:pt x="640073" y="40779"/>
                </a:cubicBezTo>
                <a:lnTo>
                  <a:pt x="40630" y="637189"/>
                </a:lnTo>
                <a:cubicBezTo>
                  <a:pt x="15236" y="662676"/>
                  <a:pt x="0" y="698357"/>
                  <a:pt x="0" y="734039"/>
                </a:cubicBezTo>
                <a:cubicBezTo>
                  <a:pt x="0" y="769720"/>
                  <a:pt x="15236" y="805402"/>
                  <a:pt x="40630" y="830889"/>
                </a:cubicBezTo>
                <a:lnTo>
                  <a:pt x="822964" y="1626096"/>
                </a:lnTo>
                <a:cubicBezTo>
                  <a:pt x="848320" y="1651583"/>
                  <a:pt x="878830" y="1666875"/>
                  <a:pt x="914400" y="1666875"/>
                </a:cubicBezTo>
                <a:cubicBezTo>
                  <a:pt x="949970" y="1666875"/>
                  <a:pt x="985521" y="1651583"/>
                  <a:pt x="1005836" y="1626096"/>
                </a:cubicBezTo>
                <a:lnTo>
                  <a:pt x="1595121" y="1029686"/>
                </a:lnTo>
                <a:cubicBezTo>
                  <a:pt x="1610358" y="1014394"/>
                  <a:pt x="1620515" y="999102"/>
                  <a:pt x="1625594" y="978712"/>
                </a:cubicBezTo>
                <a:lnTo>
                  <a:pt x="1630673" y="968518"/>
                </a:lnTo>
                <a:lnTo>
                  <a:pt x="1635751" y="973615"/>
                </a:lnTo>
                <a:lnTo>
                  <a:pt x="1864351" y="739211"/>
                </a:lnTo>
                <a:cubicBezTo>
                  <a:pt x="1889745" y="713724"/>
                  <a:pt x="1905000" y="678042"/>
                  <a:pt x="1905000" y="642361"/>
                </a:cubicBezTo>
                <a:cubicBezTo>
                  <a:pt x="1905000" y="606679"/>
                  <a:pt x="1894843" y="570998"/>
                  <a:pt x="1869430" y="545511"/>
                </a:cubicBezTo>
                <a:close/>
                <a:moveTo>
                  <a:pt x="1092194" y="703455"/>
                </a:moveTo>
                <a:lnTo>
                  <a:pt x="1041388" y="754428"/>
                </a:lnTo>
                <a:cubicBezTo>
                  <a:pt x="1031230" y="764623"/>
                  <a:pt x="1031230" y="785013"/>
                  <a:pt x="1041388" y="795207"/>
                </a:cubicBezTo>
                <a:lnTo>
                  <a:pt x="1346188" y="1106147"/>
                </a:lnTo>
                <a:lnTo>
                  <a:pt x="1264909" y="1187704"/>
                </a:lnTo>
                <a:lnTo>
                  <a:pt x="924595" y="846181"/>
                </a:lnTo>
                <a:cubicBezTo>
                  <a:pt x="914437" y="835986"/>
                  <a:pt x="894122" y="835986"/>
                  <a:pt x="883965" y="846181"/>
                </a:cubicBezTo>
                <a:lnTo>
                  <a:pt x="833158" y="897155"/>
                </a:lnTo>
                <a:cubicBezTo>
                  <a:pt x="823001" y="907349"/>
                  <a:pt x="823001" y="927739"/>
                  <a:pt x="833158" y="937934"/>
                </a:cubicBezTo>
                <a:lnTo>
                  <a:pt x="1173603" y="1279457"/>
                </a:lnTo>
                <a:lnTo>
                  <a:pt x="1087245" y="1366112"/>
                </a:lnTo>
                <a:lnTo>
                  <a:pt x="716235" y="983810"/>
                </a:lnTo>
                <a:cubicBezTo>
                  <a:pt x="706078" y="973615"/>
                  <a:pt x="685763" y="973615"/>
                  <a:pt x="675605" y="983810"/>
                </a:cubicBezTo>
                <a:lnTo>
                  <a:pt x="624799" y="1034783"/>
                </a:lnTo>
                <a:cubicBezTo>
                  <a:pt x="614642" y="1044978"/>
                  <a:pt x="614642" y="1065368"/>
                  <a:pt x="624799" y="1075562"/>
                </a:cubicBezTo>
                <a:lnTo>
                  <a:pt x="1000758" y="1452786"/>
                </a:lnTo>
                <a:lnTo>
                  <a:pt x="975364" y="1483370"/>
                </a:lnTo>
                <a:cubicBezTo>
                  <a:pt x="944891" y="1513954"/>
                  <a:pt x="899089" y="1513954"/>
                  <a:pt x="868691" y="1483370"/>
                </a:cubicBezTo>
                <a:lnTo>
                  <a:pt x="177794" y="785068"/>
                </a:lnTo>
                <a:cubicBezTo>
                  <a:pt x="162558" y="769776"/>
                  <a:pt x="157479" y="749387"/>
                  <a:pt x="157479" y="728997"/>
                </a:cubicBezTo>
                <a:cubicBezTo>
                  <a:pt x="157479" y="708608"/>
                  <a:pt x="167636" y="688218"/>
                  <a:pt x="177794" y="672926"/>
                </a:cubicBezTo>
                <a:lnTo>
                  <a:pt x="665485" y="178408"/>
                </a:lnTo>
                <a:cubicBezTo>
                  <a:pt x="680721" y="163116"/>
                  <a:pt x="701055" y="157944"/>
                  <a:pt x="721296" y="157944"/>
                </a:cubicBezTo>
                <a:cubicBezTo>
                  <a:pt x="741536" y="157944"/>
                  <a:pt x="761926" y="168139"/>
                  <a:pt x="777106" y="178408"/>
                </a:cubicBezTo>
                <a:lnTo>
                  <a:pt x="1463036" y="871668"/>
                </a:lnTo>
                <a:cubicBezTo>
                  <a:pt x="1478291" y="886960"/>
                  <a:pt x="1483351" y="907349"/>
                  <a:pt x="1483351" y="927739"/>
                </a:cubicBezTo>
                <a:cubicBezTo>
                  <a:pt x="1483351" y="948128"/>
                  <a:pt x="1473194" y="968518"/>
                  <a:pt x="1463036" y="983810"/>
                </a:cubicBezTo>
                <a:lnTo>
                  <a:pt x="1437643" y="1014394"/>
                </a:lnTo>
                <a:lnTo>
                  <a:pt x="1132843" y="703455"/>
                </a:lnTo>
                <a:cubicBezTo>
                  <a:pt x="1122685" y="693260"/>
                  <a:pt x="1102370" y="693260"/>
                  <a:pt x="1092212" y="703455"/>
                </a:cubicBezTo>
                <a:close/>
                <a:moveTo>
                  <a:pt x="1752619" y="642286"/>
                </a:moveTo>
                <a:cubicBezTo>
                  <a:pt x="1752619" y="662750"/>
                  <a:pt x="1742461" y="683065"/>
                  <a:pt x="1732304" y="698357"/>
                </a:cubicBezTo>
                <a:lnTo>
                  <a:pt x="1595140" y="830889"/>
                </a:lnTo>
                <a:lnTo>
                  <a:pt x="1097273" y="326250"/>
                </a:lnTo>
                <a:lnTo>
                  <a:pt x="1234436" y="188584"/>
                </a:lnTo>
                <a:cubicBezTo>
                  <a:pt x="1264909" y="158000"/>
                  <a:pt x="1310711" y="158000"/>
                  <a:pt x="1341109" y="188584"/>
                </a:cubicBezTo>
                <a:lnTo>
                  <a:pt x="1732285" y="586215"/>
                </a:lnTo>
                <a:cubicBezTo>
                  <a:pt x="1747521" y="601507"/>
                  <a:pt x="1752600" y="621897"/>
                  <a:pt x="1752600" y="642286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2439994" y="2692155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供应链体系</a:t>
            </a:r>
          </a:p>
        </p:txBody>
      </p:sp>
      <p:sp>
        <p:nvSpPr>
          <p:cNvPr id="133" name="Rectangle 60+"/>
          <p:cNvSpPr/>
          <p:nvPr/>
        </p:nvSpPr>
        <p:spPr>
          <a:xfrm>
            <a:off x="2201894" y="2591525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3884837" y="269215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体验店</a:t>
            </a:r>
          </a:p>
        </p:txBody>
      </p:sp>
      <p:sp>
        <p:nvSpPr>
          <p:cNvPr id="131" name="Rectangle 60+"/>
          <p:cNvSpPr/>
          <p:nvPr/>
        </p:nvSpPr>
        <p:spPr>
          <a:xfrm>
            <a:off x="3518497" y="2591525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5201441" y="269215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快闪店</a:t>
            </a:r>
          </a:p>
        </p:txBody>
      </p:sp>
      <p:sp>
        <p:nvSpPr>
          <p:cNvPr id="129" name="Rectangle 60+"/>
          <p:cNvSpPr/>
          <p:nvPr/>
        </p:nvSpPr>
        <p:spPr>
          <a:xfrm>
            <a:off x="4835101" y="2591525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2568234" y="2216174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加盟店</a:t>
            </a:r>
          </a:p>
        </p:txBody>
      </p:sp>
      <p:sp>
        <p:nvSpPr>
          <p:cNvPr id="127" name="Rectangle 60+"/>
          <p:cNvSpPr/>
          <p:nvPr/>
        </p:nvSpPr>
        <p:spPr>
          <a:xfrm>
            <a:off x="2201894" y="2115544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3820717" y="2216174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代理渠道</a:t>
            </a:r>
          </a:p>
        </p:txBody>
      </p:sp>
      <p:sp>
        <p:nvSpPr>
          <p:cNvPr id="125" name="Rectangle 60+"/>
          <p:cNvSpPr/>
          <p:nvPr/>
        </p:nvSpPr>
        <p:spPr>
          <a:xfrm>
            <a:off x="3518497" y="2115544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5073201" y="2216174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加盟商销售</a:t>
            </a:r>
          </a:p>
        </p:txBody>
      </p:sp>
      <p:sp>
        <p:nvSpPr>
          <p:cNvPr id="123" name="Rectangle 60+"/>
          <p:cNvSpPr/>
          <p:nvPr/>
        </p:nvSpPr>
        <p:spPr>
          <a:xfrm>
            <a:off x="4835101" y="2115544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Rectangle 20+"/>
          <p:cNvSpPr/>
          <p:nvPr/>
        </p:nvSpPr>
        <p:spPr>
          <a:xfrm>
            <a:off x="442913" y="3140221"/>
            <a:ext cx="5699470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10980" y="3822795"/>
            <a:ext cx="9233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用户集成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1123685" y="3395107"/>
            <a:ext cx="297922" cy="298033"/>
            <a:chOff x="1103805" y="3395107"/>
            <a:chExt cx="337685" cy="337811"/>
          </a:xfrm>
          <a:solidFill>
            <a:schemeClr val="accent1"/>
          </a:solidFill>
        </p:grpSpPr>
        <p:sp>
          <p:nvSpPr>
            <p:cNvPr id="33" name="任意多边形: 形状 32"/>
            <p:cNvSpPr/>
            <p:nvPr/>
          </p:nvSpPr>
          <p:spPr>
            <a:xfrm>
              <a:off x="1181582" y="3395107"/>
              <a:ext cx="182101" cy="175998"/>
            </a:xfrm>
            <a:custGeom>
              <a:avLst/>
              <a:gdLst>
                <a:gd name="connsiteX0" fmla="*/ 141770 w 430572"/>
                <a:gd name="connsiteY0" fmla="*/ 416141 h 416140"/>
                <a:gd name="connsiteX1" fmla="*/ 131481 w 430572"/>
                <a:gd name="connsiteY1" fmla="*/ 414049 h 416140"/>
                <a:gd name="connsiteX2" fmla="*/ 0 w 430572"/>
                <a:gd name="connsiteY2" fmla="*/ 215510 h 416140"/>
                <a:gd name="connsiteX3" fmla="*/ 215300 w 430572"/>
                <a:gd name="connsiteY3" fmla="*/ 0 h 416140"/>
                <a:gd name="connsiteX4" fmla="*/ 430573 w 430572"/>
                <a:gd name="connsiteY4" fmla="*/ 215510 h 416140"/>
                <a:gd name="connsiteX5" fmla="*/ 304699 w 430572"/>
                <a:gd name="connsiteY5" fmla="*/ 411587 h 416140"/>
                <a:gd name="connsiteX6" fmla="*/ 269627 w 430572"/>
                <a:gd name="connsiteY6" fmla="*/ 398535 h 416140"/>
                <a:gd name="connsiteX7" fmla="*/ 282720 w 430572"/>
                <a:gd name="connsiteY7" fmla="*/ 363455 h 416140"/>
                <a:gd name="connsiteX8" fmla="*/ 377674 w 430572"/>
                <a:gd name="connsiteY8" fmla="*/ 215510 h 416140"/>
                <a:gd name="connsiteX9" fmla="*/ 215300 w 430572"/>
                <a:gd name="connsiteY9" fmla="*/ 52951 h 416140"/>
                <a:gd name="connsiteX10" fmla="*/ 52899 w 430572"/>
                <a:gd name="connsiteY10" fmla="*/ 215510 h 416140"/>
                <a:gd name="connsiteX11" fmla="*/ 152085 w 430572"/>
                <a:gd name="connsiteY11" fmla="*/ 365281 h 416140"/>
                <a:gd name="connsiteX12" fmla="*/ 166130 w 430572"/>
                <a:gd name="connsiteY12" fmla="*/ 399991 h 416140"/>
                <a:gd name="connsiteX13" fmla="*/ 141770 w 430572"/>
                <a:gd name="connsiteY13" fmla="*/ 416141 h 416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0572" h="416140">
                  <a:moveTo>
                    <a:pt x="141770" y="416141"/>
                  </a:moveTo>
                  <a:cubicBezTo>
                    <a:pt x="138331" y="416141"/>
                    <a:pt x="134840" y="415479"/>
                    <a:pt x="131481" y="414049"/>
                  </a:cubicBezTo>
                  <a:cubicBezTo>
                    <a:pt x="51603" y="380266"/>
                    <a:pt x="0" y="302323"/>
                    <a:pt x="0" y="215510"/>
                  </a:cubicBezTo>
                  <a:cubicBezTo>
                    <a:pt x="0" y="96688"/>
                    <a:pt x="96594" y="0"/>
                    <a:pt x="215300" y="0"/>
                  </a:cubicBezTo>
                  <a:cubicBezTo>
                    <a:pt x="334005" y="0"/>
                    <a:pt x="430573" y="96688"/>
                    <a:pt x="430573" y="215510"/>
                  </a:cubicBezTo>
                  <a:cubicBezTo>
                    <a:pt x="430573" y="299649"/>
                    <a:pt x="381165" y="376613"/>
                    <a:pt x="304699" y="411587"/>
                  </a:cubicBezTo>
                  <a:cubicBezTo>
                    <a:pt x="291395" y="417650"/>
                    <a:pt x="275711" y="411825"/>
                    <a:pt x="269627" y="398535"/>
                  </a:cubicBezTo>
                  <a:cubicBezTo>
                    <a:pt x="263570" y="385217"/>
                    <a:pt x="269416" y="369517"/>
                    <a:pt x="282720" y="363455"/>
                  </a:cubicBezTo>
                  <a:cubicBezTo>
                    <a:pt x="340406" y="337059"/>
                    <a:pt x="377674" y="278972"/>
                    <a:pt x="377674" y="215510"/>
                  </a:cubicBezTo>
                  <a:cubicBezTo>
                    <a:pt x="377674" y="125864"/>
                    <a:pt x="304832" y="52951"/>
                    <a:pt x="215300" y="52951"/>
                  </a:cubicBezTo>
                  <a:cubicBezTo>
                    <a:pt x="125768" y="52951"/>
                    <a:pt x="52899" y="125864"/>
                    <a:pt x="52899" y="215510"/>
                  </a:cubicBezTo>
                  <a:cubicBezTo>
                    <a:pt x="52899" y="281010"/>
                    <a:pt x="91833" y="339786"/>
                    <a:pt x="152085" y="365281"/>
                  </a:cubicBezTo>
                  <a:cubicBezTo>
                    <a:pt x="165522" y="370974"/>
                    <a:pt x="171843" y="386515"/>
                    <a:pt x="166130" y="399991"/>
                  </a:cubicBezTo>
                  <a:cubicBezTo>
                    <a:pt x="161871" y="410078"/>
                    <a:pt x="152085" y="416141"/>
                    <a:pt x="141770" y="416141"/>
                  </a:cubicBezTo>
                </a:path>
              </a:pathLst>
            </a:custGeom>
            <a:grpFill/>
            <a:ln w="79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1103805" y="3585450"/>
              <a:ext cx="337685" cy="147468"/>
            </a:xfrm>
            <a:custGeom>
              <a:avLst/>
              <a:gdLst>
                <a:gd name="connsiteX0" fmla="*/ 539427 w 798444"/>
                <a:gd name="connsiteY0" fmla="*/ 348683 h 348683"/>
                <a:gd name="connsiteX1" fmla="*/ 539400 w 798444"/>
                <a:gd name="connsiteY1" fmla="*/ 348683 h 348683"/>
                <a:gd name="connsiteX2" fmla="*/ 82510 w 798444"/>
                <a:gd name="connsiteY2" fmla="*/ 348259 h 348683"/>
                <a:gd name="connsiteX3" fmla="*/ 12392 w 798444"/>
                <a:gd name="connsiteY3" fmla="*/ 310082 h 348683"/>
                <a:gd name="connsiteX4" fmla="*/ 7525 w 798444"/>
                <a:gd name="connsiteY4" fmla="*/ 233939 h 348683"/>
                <a:gd name="connsiteX5" fmla="*/ 405698 w 798444"/>
                <a:gd name="connsiteY5" fmla="*/ 108 h 348683"/>
                <a:gd name="connsiteX6" fmla="*/ 793740 w 798444"/>
                <a:gd name="connsiteY6" fmla="*/ 241908 h 348683"/>
                <a:gd name="connsiteX7" fmla="*/ 784033 w 798444"/>
                <a:gd name="connsiteY7" fmla="*/ 313418 h 348683"/>
                <a:gd name="connsiteX8" fmla="*/ 715634 w 798444"/>
                <a:gd name="connsiteY8" fmla="*/ 348683 h 348683"/>
                <a:gd name="connsiteX9" fmla="*/ 649642 w 798444"/>
                <a:gd name="connsiteY9" fmla="*/ 348683 h 348683"/>
                <a:gd name="connsiteX10" fmla="*/ 623193 w 798444"/>
                <a:gd name="connsiteY10" fmla="*/ 322208 h 348683"/>
                <a:gd name="connsiteX11" fmla="*/ 649642 w 798444"/>
                <a:gd name="connsiteY11" fmla="*/ 295732 h 348683"/>
                <a:gd name="connsiteX12" fmla="*/ 715634 w 798444"/>
                <a:gd name="connsiteY12" fmla="*/ 295732 h 348683"/>
                <a:gd name="connsiteX13" fmla="*/ 740735 w 798444"/>
                <a:gd name="connsiteY13" fmla="*/ 283024 h 348683"/>
                <a:gd name="connsiteX14" fmla="*/ 743988 w 798444"/>
                <a:gd name="connsiteY14" fmla="*/ 259885 h 348683"/>
                <a:gd name="connsiteX15" fmla="*/ 406544 w 798444"/>
                <a:gd name="connsiteY15" fmla="*/ 53059 h 348683"/>
                <a:gd name="connsiteX16" fmla="*/ 55452 w 798444"/>
                <a:gd name="connsiteY16" fmla="*/ 256390 h 348683"/>
                <a:gd name="connsiteX17" fmla="*/ 57066 w 798444"/>
                <a:gd name="connsiteY17" fmla="*/ 281700 h 348683"/>
                <a:gd name="connsiteX18" fmla="*/ 82589 w 798444"/>
                <a:gd name="connsiteY18" fmla="*/ 295309 h 348683"/>
                <a:gd name="connsiteX19" fmla="*/ 539453 w 798444"/>
                <a:gd name="connsiteY19" fmla="*/ 295732 h 348683"/>
                <a:gd name="connsiteX20" fmla="*/ 565876 w 798444"/>
                <a:gd name="connsiteY20" fmla="*/ 322234 h 348683"/>
                <a:gd name="connsiteX21" fmla="*/ 539427 w 798444"/>
                <a:gd name="connsiteY21" fmla="*/ 348683 h 348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8444" h="348683">
                  <a:moveTo>
                    <a:pt x="539427" y="348683"/>
                  </a:moveTo>
                  <a:lnTo>
                    <a:pt x="539400" y="348683"/>
                  </a:lnTo>
                  <a:lnTo>
                    <a:pt x="82510" y="348259"/>
                  </a:lnTo>
                  <a:cubicBezTo>
                    <a:pt x="53733" y="348207"/>
                    <a:pt x="27521" y="333936"/>
                    <a:pt x="12392" y="310082"/>
                  </a:cubicBezTo>
                  <a:cubicBezTo>
                    <a:pt x="-2208" y="287075"/>
                    <a:pt x="-4007" y="258614"/>
                    <a:pt x="7525" y="233939"/>
                  </a:cubicBezTo>
                  <a:cubicBezTo>
                    <a:pt x="47597" y="148291"/>
                    <a:pt x="152601" y="4026"/>
                    <a:pt x="405698" y="108"/>
                  </a:cubicBezTo>
                  <a:cubicBezTo>
                    <a:pt x="665856" y="-4658"/>
                    <a:pt x="760492" y="149853"/>
                    <a:pt x="793740" y="241908"/>
                  </a:cubicBezTo>
                  <a:cubicBezTo>
                    <a:pt x="802468" y="266080"/>
                    <a:pt x="798950" y="292132"/>
                    <a:pt x="784033" y="313418"/>
                  </a:cubicBezTo>
                  <a:cubicBezTo>
                    <a:pt x="768560" y="335498"/>
                    <a:pt x="742983" y="348683"/>
                    <a:pt x="715634" y="348683"/>
                  </a:cubicBezTo>
                  <a:lnTo>
                    <a:pt x="649642" y="348683"/>
                  </a:lnTo>
                  <a:cubicBezTo>
                    <a:pt x="635042" y="348683"/>
                    <a:pt x="623193" y="336849"/>
                    <a:pt x="623193" y="322208"/>
                  </a:cubicBezTo>
                  <a:cubicBezTo>
                    <a:pt x="623193" y="307567"/>
                    <a:pt x="635042" y="295732"/>
                    <a:pt x="649642" y="295732"/>
                  </a:cubicBezTo>
                  <a:lnTo>
                    <a:pt x="715634" y="295732"/>
                  </a:lnTo>
                  <a:cubicBezTo>
                    <a:pt x="725764" y="295732"/>
                    <a:pt x="735127" y="290967"/>
                    <a:pt x="740735" y="283024"/>
                  </a:cubicBezTo>
                  <a:cubicBezTo>
                    <a:pt x="743591" y="278920"/>
                    <a:pt x="747823" y="270501"/>
                    <a:pt x="743988" y="259885"/>
                  </a:cubicBezTo>
                  <a:cubicBezTo>
                    <a:pt x="709233" y="163699"/>
                    <a:pt x="621606" y="49511"/>
                    <a:pt x="406544" y="53059"/>
                  </a:cubicBezTo>
                  <a:cubicBezTo>
                    <a:pt x="193413" y="56368"/>
                    <a:pt x="97983" y="165447"/>
                    <a:pt x="55452" y="256390"/>
                  </a:cubicBezTo>
                  <a:cubicBezTo>
                    <a:pt x="51538" y="264703"/>
                    <a:pt x="52146" y="273943"/>
                    <a:pt x="57066" y="281700"/>
                  </a:cubicBezTo>
                  <a:cubicBezTo>
                    <a:pt x="62461" y="290199"/>
                    <a:pt x="72010" y="295282"/>
                    <a:pt x="82589" y="295309"/>
                  </a:cubicBezTo>
                  <a:lnTo>
                    <a:pt x="539453" y="295732"/>
                  </a:lnTo>
                  <a:cubicBezTo>
                    <a:pt x="554053" y="295759"/>
                    <a:pt x="565876" y="307593"/>
                    <a:pt x="565876" y="322234"/>
                  </a:cubicBezTo>
                  <a:cubicBezTo>
                    <a:pt x="565876" y="336849"/>
                    <a:pt x="554027" y="348683"/>
                    <a:pt x="539427" y="348683"/>
                  </a:cubicBezTo>
                </a:path>
              </a:pathLst>
            </a:custGeom>
            <a:grpFill/>
            <a:ln w="79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56" name="文本框 155"/>
          <p:cNvSpPr txBox="1"/>
          <p:nvPr/>
        </p:nvSpPr>
        <p:spPr>
          <a:xfrm>
            <a:off x="2504114" y="3841268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分销模式</a:t>
            </a:r>
          </a:p>
        </p:txBody>
      </p:sp>
      <p:sp>
        <p:nvSpPr>
          <p:cNvPr id="157" name="Rectangle 60+"/>
          <p:cNvSpPr/>
          <p:nvPr/>
        </p:nvSpPr>
        <p:spPr>
          <a:xfrm>
            <a:off x="2201894" y="3740637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3820717" y="3841268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共享经济</a:t>
            </a:r>
          </a:p>
        </p:txBody>
      </p:sp>
      <p:sp>
        <p:nvSpPr>
          <p:cNvPr id="155" name="Rectangle 60+"/>
          <p:cNvSpPr/>
          <p:nvPr/>
        </p:nvSpPr>
        <p:spPr>
          <a:xfrm>
            <a:off x="3518497" y="3740637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5137321" y="3841268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社群营销</a:t>
            </a:r>
          </a:p>
        </p:txBody>
      </p:sp>
      <p:sp>
        <p:nvSpPr>
          <p:cNvPr id="153" name="Rectangle 60+"/>
          <p:cNvSpPr/>
          <p:nvPr/>
        </p:nvSpPr>
        <p:spPr>
          <a:xfrm>
            <a:off x="4835101" y="3740637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2568234" y="3365287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会员制</a:t>
            </a:r>
          </a:p>
        </p:txBody>
      </p:sp>
      <p:sp>
        <p:nvSpPr>
          <p:cNvPr id="151" name="Rectangle 60+"/>
          <p:cNvSpPr/>
          <p:nvPr/>
        </p:nvSpPr>
        <p:spPr>
          <a:xfrm>
            <a:off x="2201894" y="3264656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3820717" y="3365287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用户共创</a:t>
            </a:r>
          </a:p>
        </p:txBody>
      </p:sp>
      <p:sp>
        <p:nvSpPr>
          <p:cNvPr id="149" name="Rectangle 60+"/>
          <p:cNvSpPr/>
          <p:nvPr/>
        </p:nvSpPr>
        <p:spPr>
          <a:xfrm>
            <a:off x="3518497" y="3264656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5265562" y="3365287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拼团</a:t>
            </a:r>
          </a:p>
        </p:txBody>
      </p:sp>
      <p:sp>
        <p:nvSpPr>
          <p:cNvPr id="147" name="Rectangle 60+"/>
          <p:cNvSpPr/>
          <p:nvPr/>
        </p:nvSpPr>
        <p:spPr>
          <a:xfrm>
            <a:off x="4835101" y="3264656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Rectangle 20+"/>
          <p:cNvSpPr/>
          <p:nvPr/>
        </p:nvSpPr>
        <p:spPr>
          <a:xfrm>
            <a:off x="442913" y="4289333"/>
            <a:ext cx="5699470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95565" y="4964837"/>
            <a:ext cx="115416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数据流集成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1133762" y="4526165"/>
            <a:ext cx="277769" cy="277769"/>
            <a:chOff x="1104348" y="4526164"/>
            <a:chExt cx="336598" cy="336598"/>
          </a:xfrm>
          <a:solidFill>
            <a:schemeClr val="accent1"/>
          </a:solidFill>
        </p:grpSpPr>
        <p:sp>
          <p:nvSpPr>
            <p:cNvPr id="40" name="任意多边形: 形状 39"/>
            <p:cNvSpPr/>
            <p:nvPr/>
          </p:nvSpPr>
          <p:spPr>
            <a:xfrm>
              <a:off x="1152433" y="4585069"/>
              <a:ext cx="287311" cy="274087"/>
            </a:xfrm>
            <a:custGeom>
              <a:avLst/>
              <a:gdLst>
                <a:gd name="connsiteX0" fmla="*/ 689292 w 766236"/>
                <a:gd name="connsiteY0" fmla="*/ 551434 h 730970"/>
                <a:gd name="connsiteX1" fmla="*/ 766236 w 766236"/>
                <a:gd name="connsiteY1" fmla="*/ 474489 h 730970"/>
                <a:gd name="connsiteX2" fmla="*/ 689292 w 766236"/>
                <a:gd name="connsiteY2" fmla="*/ 397545 h 730970"/>
                <a:gd name="connsiteX3" fmla="*/ 618760 w 766236"/>
                <a:gd name="connsiteY3" fmla="*/ 442429 h 730970"/>
                <a:gd name="connsiteX4" fmla="*/ 426399 w 766236"/>
                <a:gd name="connsiteY4" fmla="*/ 442429 h 730970"/>
                <a:gd name="connsiteX5" fmla="*/ 570670 w 766236"/>
                <a:gd name="connsiteY5" fmla="*/ 327013 h 730970"/>
                <a:gd name="connsiteX6" fmla="*/ 618760 w 766236"/>
                <a:gd name="connsiteY6" fmla="*/ 327013 h 730970"/>
                <a:gd name="connsiteX7" fmla="*/ 689292 w 766236"/>
                <a:gd name="connsiteY7" fmla="*/ 371897 h 730970"/>
                <a:gd name="connsiteX8" fmla="*/ 766236 w 766236"/>
                <a:gd name="connsiteY8" fmla="*/ 294953 h 730970"/>
                <a:gd name="connsiteX9" fmla="*/ 689292 w 766236"/>
                <a:gd name="connsiteY9" fmla="*/ 218009 h 730970"/>
                <a:gd name="connsiteX10" fmla="*/ 618760 w 766236"/>
                <a:gd name="connsiteY10" fmla="*/ 262893 h 730970"/>
                <a:gd name="connsiteX11" fmla="*/ 570670 w 766236"/>
                <a:gd name="connsiteY11" fmla="*/ 262893 h 730970"/>
                <a:gd name="connsiteX12" fmla="*/ 362279 w 766236"/>
                <a:gd name="connsiteY12" fmla="*/ 442429 h 730970"/>
                <a:gd name="connsiteX13" fmla="*/ 195567 w 766236"/>
                <a:gd name="connsiteY13" fmla="*/ 442429 h 730970"/>
                <a:gd name="connsiteX14" fmla="*/ 128240 w 766236"/>
                <a:gd name="connsiteY14" fmla="*/ 397545 h 730970"/>
                <a:gd name="connsiteX15" fmla="*/ 51296 w 766236"/>
                <a:gd name="connsiteY15" fmla="*/ 474489 h 730970"/>
                <a:gd name="connsiteX16" fmla="*/ 128240 w 766236"/>
                <a:gd name="connsiteY16" fmla="*/ 551434 h 730970"/>
                <a:gd name="connsiteX17" fmla="*/ 195567 w 766236"/>
                <a:gd name="connsiteY17" fmla="*/ 506550 h 730970"/>
                <a:gd name="connsiteX18" fmla="*/ 362279 w 766236"/>
                <a:gd name="connsiteY18" fmla="*/ 506550 h 730970"/>
                <a:gd name="connsiteX19" fmla="*/ 570670 w 766236"/>
                <a:gd name="connsiteY19" fmla="*/ 686086 h 730970"/>
                <a:gd name="connsiteX20" fmla="*/ 618760 w 766236"/>
                <a:gd name="connsiteY20" fmla="*/ 686086 h 730970"/>
                <a:gd name="connsiteX21" fmla="*/ 689292 w 766236"/>
                <a:gd name="connsiteY21" fmla="*/ 730970 h 730970"/>
                <a:gd name="connsiteX22" fmla="*/ 763030 w 766236"/>
                <a:gd name="connsiteY22" fmla="*/ 657232 h 730970"/>
                <a:gd name="connsiteX23" fmla="*/ 686086 w 766236"/>
                <a:gd name="connsiteY23" fmla="*/ 580288 h 730970"/>
                <a:gd name="connsiteX24" fmla="*/ 615554 w 766236"/>
                <a:gd name="connsiteY24" fmla="*/ 625172 h 730970"/>
                <a:gd name="connsiteX25" fmla="*/ 567464 w 766236"/>
                <a:gd name="connsiteY25" fmla="*/ 625172 h 730970"/>
                <a:gd name="connsiteX26" fmla="*/ 423193 w 766236"/>
                <a:gd name="connsiteY26" fmla="*/ 509756 h 730970"/>
                <a:gd name="connsiteX27" fmla="*/ 615554 w 766236"/>
                <a:gd name="connsiteY27" fmla="*/ 509756 h 730970"/>
                <a:gd name="connsiteX28" fmla="*/ 689292 w 766236"/>
                <a:gd name="connsiteY28" fmla="*/ 551434 h 730970"/>
                <a:gd name="connsiteX29" fmla="*/ 692498 w 766236"/>
                <a:gd name="connsiteY29" fmla="*/ 445635 h 730970"/>
                <a:gd name="connsiteX30" fmla="*/ 721352 w 766236"/>
                <a:gd name="connsiteY30" fmla="*/ 474489 h 730970"/>
                <a:gd name="connsiteX31" fmla="*/ 692498 w 766236"/>
                <a:gd name="connsiteY31" fmla="*/ 503343 h 730970"/>
                <a:gd name="connsiteX32" fmla="*/ 663644 w 766236"/>
                <a:gd name="connsiteY32" fmla="*/ 474489 h 730970"/>
                <a:gd name="connsiteX33" fmla="*/ 692498 w 766236"/>
                <a:gd name="connsiteY33" fmla="*/ 445635 h 730970"/>
                <a:gd name="connsiteX34" fmla="*/ 692498 w 766236"/>
                <a:gd name="connsiteY34" fmla="*/ 266099 h 730970"/>
                <a:gd name="connsiteX35" fmla="*/ 721352 w 766236"/>
                <a:gd name="connsiteY35" fmla="*/ 294953 h 730970"/>
                <a:gd name="connsiteX36" fmla="*/ 692498 w 766236"/>
                <a:gd name="connsiteY36" fmla="*/ 323807 h 730970"/>
                <a:gd name="connsiteX37" fmla="*/ 663644 w 766236"/>
                <a:gd name="connsiteY37" fmla="*/ 294953 h 730970"/>
                <a:gd name="connsiteX38" fmla="*/ 692498 w 766236"/>
                <a:gd name="connsiteY38" fmla="*/ 266099 h 730970"/>
                <a:gd name="connsiteX39" fmla="*/ 128240 w 766236"/>
                <a:gd name="connsiteY39" fmla="*/ 503343 h 730970"/>
                <a:gd name="connsiteX40" fmla="*/ 99386 w 766236"/>
                <a:gd name="connsiteY40" fmla="*/ 474489 h 730970"/>
                <a:gd name="connsiteX41" fmla="*/ 128240 w 766236"/>
                <a:gd name="connsiteY41" fmla="*/ 445635 h 730970"/>
                <a:gd name="connsiteX42" fmla="*/ 157094 w 766236"/>
                <a:gd name="connsiteY42" fmla="*/ 474489 h 730970"/>
                <a:gd name="connsiteX43" fmla="*/ 128240 w 766236"/>
                <a:gd name="connsiteY43" fmla="*/ 503343 h 730970"/>
                <a:gd name="connsiteX44" fmla="*/ 692498 w 766236"/>
                <a:gd name="connsiteY44" fmla="*/ 625172 h 730970"/>
                <a:gd name="connsiteX45" fmla="*/ 721352 w 766236"/>
                <a:gd name="connsiteY45" fmla="*/ 654026 h 730970"/>
                <a:gd name="connsiteX46" fmla="*/ 692498 w 766236"/>
                <a:gd name="connsiteY46" fmla="*/ 682880 h 730970"/>
                <a:gd name="connsiteX47" fmla="*/ 663644 w 766236"/>
                <a:gd name="connsiteY47" fmla="*/ 654026 h 730970"/>
                <a:gd name="connsiteX48" fmla="*/ 692498 w 766236"/>
                <a:gd name="connsiteY48" fmla="*/ 625172 h 730970"/>
                <a:gd name="connsiteX49" fmla="*/ 0 w 766236"/>
                <a:gd name="connsiteY49" fmla="*/ 0 h 730970"/>
                <a:gd name="connsiteX50" fmla="*/ 641202 w 766236"/>
                <a:gd name="connsiteY50" fmla="*/ 0 h 730970"/>
                <a:gd name="connsiteX51" fmla="*/ 641202 w 766236"/>
                <a:gd name="connsiteY51" fmla="*/ 64120 h 730970"/>
                <a:gd name="connsiteX52" fmla="*/ 0 w 766236"/>
                <a:gd name="connsiteY52" fmla="*/ 64120 h 730970"/>
                <a:gd name="connsiteX53" fmla="*/ 0 w 766236"/>
                <a:gd name="connsiteY53" fmla="*/ 160300 h 730970"/>
                <a:gd name="connsiteX54" fmla="*/ 384721 w 766236"/>
                <a:gd name="connsiteY54" fmla="*/ 160300 h 730970"/>
                <a:gd name="connsiteX55" fmla="*/ 384721 w 766236"/>
                <a:gd name="connsiteY55" fmla="*/ 224421 h 730970"/>
                <a:gd name="connsiteX56" fmla="*/ 0 w 766236"/>
                <a:gd name="connsiteY56" fmla="*/ 224421 h 730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66236" h="730970">
                  <a:moveTo>
                    <a:pt x="689292" y="551434"/>
                  </a:moveTo>
                  <a:cubicBezTo>
                    <a:pt x="730970" y="551434"/>
                    <a:pt x="766236" y="519374"/>
                    <a:pt x="766236" y="474489"/>
                  </a:cubicBezTo>
                  <a:cubicBezTo>
                    <a:pt x="766236" y="432811"/>
                    <a:pt x="730970" y="397545"/>
                    <a:pt x="689292" y="397545"/>
                  </a:cubicBezTo>
                  <a:cubicBezTo>
                    <a:pt x="657232" y="397545"/>
                    <a:pt x="631584" y="416781"/>
                    <a:pt x="618760" y="442429"/>
                  </a:cubicBezTo>
                  <a:lnTo>
                    <a:pt x="426399" y="442429"/>
                  </a:lnTo>
                  <a:cubicBezTo>
                    <a:pt x="442429" y="378309"/>
                    <a:pt x="500137" y="327013"/>
                    <a:pt x="570670" y="327013"/>
                  </a:cubicBezTo>
                  <a:lnTo>
                    <a:pt x="618760" y="327013"/>
                  </a:lnTo>
                  <a:cubicBezTo>
                    <a:pt x="631584" y="352661"/>
                    <a:pt x="657232" y="371897"/>
                    <a:pt x="689292" y="371897"/>
                  </a:cubicBezTo>
                  <a:cubicBezTo>
                    <a:pt x="730970" y="371897"/>
                    <a:pt x="766236" y="339837"/>
                    <a:pt x="766236" y="294953"/>
                  </a:cubicBezTo>
                  <a:cubicBezTo>
                    <a:pt x="766236" y="250069"/>
                    <a:pt x="730970" y="218009"/>
                    <a:pt x="689292" y="218009"/>
                  </a:cubicBezTo>
                  <a:cubicBezTo>
                    <a:pt x="657232" y="218009"/>
                    <a:pt x="631584" y="237245"/>
                    <a:pt x="618760" y="262893"/>
                  </a:cubicBezTo>
                  <a:lnTo>
                    <a:pt x="570670" y="262893"/>
                  </a:lnTo>
                  <a:cubicBezTo>
                    <a:pt x="464871" y="262893"/>
                    <a:pt x="378309" y="339837"/>
                    <a:pt x="362279" y="442429"/>
                  </a:cubicBezTo>
                  <a:lnTo>
                    <a:pt x="195567" y="442429"/>
                  </a:lnTo>
                  <a:cubicBezTo>
                    <a:pt x="182743" y="416781"/>
                    <a:pt x="157094" y="397545"/>
                    <a:pt x="128240" y="397545"/>
                  </a:cubicBezTo>
                  <a:cubicBezTo>
                    <a:pt x="83356" y="397545"/>
                    <a:pt x="51296" y="432811"/>
                    <a:pt x="51296" y="474489"/>
                  </a:cubicBezTo>
                  <a:cubicBezTo>
                    <a:pt x="51296" y="516168"/>
                    <a:pt x="86562" y="551434"/>
                    <a:pt x="128240" y="551434"/>
                  </a:cubicBezTo>
                  <a:cubicBezTo>
                    <a:pt x="157094" y="551434"/>
                    <a:pt x="185949" y="532198"/>
                    <a:pt x="195567" y="506550"/>
                  </a:cubicBezTo>
                  <a:lnTo>
                    <a:pt x="362279" y="506550"/>
                  </a:lnTo>
                  <a:cubicBezTo>
                    <a:pt x="378309" y="609142"/>
                    <a:pt x="464871" y="686086"/>
                    <a:pt x="570670" y="686086"/>
                  </a:cubicBezTo>
                  <a:lnTo>
                    <a:pt x="618760" y="686086"/>
                  </a:lnTo>
                  <a:cubicBezTo>
                    <a:pt x="631584" y="714940"/>
                    <a:pt x="657232" y="730970"/>
                    <a:pt x="689292" y="730970"/>
                  </a:cubicBezTo>
                  <a:cubicBezTo>
                    <a:pt x="730970" y="730970"/>
                    <a:pt x="763030" y="698910"/>
                    <a:pt x="763030" y="657232"/>
                  </a:cubicBezTo>
                  <a:cubicBezTo>
                    <a:pt x="763030" y="612348"/>
                    <a:pt x="727764" y="580288"/>
                    <a:pt x="686086" y="580288"/>
                  </a:cubicBezTo>
                  <a:cubicBezTo>
                    <a:pt x="654026" y="580288"/>
                    <a:pt x="628378" y="599524"/>
                    <a:pt x="615554" y="625172"/>
                  </a:cubicBezTo>
                  <a:lnTo>
                    <a:pt x="567464" y="625172"/>
                  </a:lnTo>
                  <a:cubicBezTo>
                    <a:pt x="496931" y="625172"/>
                    <a:pt x="439223" y="573876"/>
                    <a:pt x="423193" y="509756"/>
                  </a:cubicBezTo>
                  <a:lnTo>
                    <a:pt x="615554" y="509756"/>
                  </a:lnTo>
                  <a:cubicBezTo>
                    <a:pt x="634790" y="535404"/>
                    <a:pt x="660438" y="551434"/>
                    <a:pt x="689292" y="551434"/>
                  </a:cubicBezTo>
                  <a:close/>
                  <a:moveTo>
                    <a:pt x="692498" y="445635"/>
                  </a:moveTo>
                  <a:cubicBezTo>
                    <a:pt x="708528" y="445635"/>
                    <a:pt x="721352" y="458459"/>
                    <a:pt x="721352" y="474489"/>
                  </a:cubicBezTo>
                  <a:cubicBezTo>
                    <a:pt x="721352" y="490519"/>
                    <a:pt x="708528" y="503343"/>
                    <a:pt x="692498" y="503343"/>
                  </a:cubicBezTo>
                  <a:cubicBezTo>
                    <a:pt x="676468" y="503343"/>
                    <a:pt x="663644" y="490519"/>
                    <a:pt x="663644" y="474489"/>
                  </a:cubicBezTo>
                  <a:cubicBezTo>
                    <a:pt x="663644" y="458459"/>
                    <a:pt x="676468" y="445635"/>
                    <a:pt x="692498" y="445635"/>
                  </a:cubicBezTo>
                  <a:close/>
                  <a:moveTo>
                    <a:pt x="692498" y="266099"/>
                  </a:moveTo>
                  <a:cubicBezTo>
                    <a:pt x="708528" y="266099"/>
                    <a:pt x="721352" y="278923"/>
                    <a:pt x="721352" y="294953"/>
                  </a:cubicBezTo>
                  <a:cubicBezTo>
                    <a:pt x="721352" y="310983"/>
                    <a:pt x="708528" y="323807"/>
                    <a:pt x="692498" y="323807"/>
                  </a:cubicBezTo>
                  <a:cubicBezTo>
                    <a:pt x="676468" y="323807"/>
                    <a:pt x="663644" y="310983"/>
                    <a:pt x="663644" y="294953"/>
                  </a:cubicBezTo>
                  <a:cubicBezTo>
                    <a:pt x="663644" y="282129"/>
                    <a:pt x="676468" y="266099"/>
                    <a:pt x="692498" y="266099"/>
                  </a:cubicBezTo>
                  <a:close/>
                  <a:moveTo>
                    <a:pt x="128240" y="503343"/>
                  </a:moveTo>
                  <a:cubicBezTo>
                    <a:pt x="112210" y="503343"/>
                    <a:pt x="99386" y="490519"/>
                    <a:pt x="99386" y="474489"/>
                  </a:cubicBezTo>
                  <a:cubicBezTo>
                    <a:pt x="99386" y="458459"/>
                    <a:pt x="112210" y="445635"/>
                    <a:pt x="128240" y="445635"/>
                  </a:cubicBezTo>
                  <a:cubicBezTo>
                    <a:pt x="144270" y="445635"/>
                    <a:pt x="157094" y="458459"/>
                    <a:pt x="157094" y="474489"/>
                  </a:cubicBezTo>
                  <a:cubicBezTo>
                    <a:pt x="157094" y="490519"/>
                    <a:pt x="144270" y="503343"/>
                    <a:pt x="128240" y="503343"/>
                  </a:cubicBezTo>
                  <a:close/>
                  <a:moveTo>
                    <a:pt x="692498" y="625172"/>
                  </a:moveTo>
                  <a:cubicBezTo>
                    <a:pt x="708528" y="625172"/>
                    <a:pt x="721352" y="637996"/>
                    <a:pt x="721352" y="654026"/>
                  </a:cubicBezTo>
                  <a:cubicBezTo>
                    <a:pt x="721352" y="670056"/>
                    <a:pt x="708528" y="682880"/>
                    <a:pt x="692498" y="682880"/>
                  </a:cubicBezTo>
                  <a:cubicBezTo>
                    <a:pt x="676468" y="682880"/>
                    <a:pt x="663644" y="670056"/>
                    <a:pt x="663644" y="654026"/>
                  </a:cubicBezTo>
                  <a:cubicBezTo>
                    <a:pt x="663644" y="637996"/>
                    <a:pt x="676468" y="625172"/>
                    <a:pt x="692498" y="625172"/>
                  </a:cubicBezTo>
                  <a:close/>
                  <a:moveTo>
                    <a:pt x="0" y="0"/>
                  </a:moveTo>
                  <a:lnTo>
                    <a:pt x="641202" y="0"/>
                  </a:lnTo>
                  <a:lnTo>
                    <a:pt x="641202" y="64120"/>
                  </a:lnTo>
                  <a:lnTo>
                    <a:pt x="0" y="64120"/>
                  </a:lnTo>
                  <a:close/>
                  <a:moveTo>
                    <a:pt x="0" y="160300"/>
                  </a:moveTo>
                  <a:lnTo>
                    <a:pt x="384721" y="160300"/>
                  </a:lnTo>
                  <a:lnTo>
                    <a:pt x="384721" y="224421"/>
                  </a:lnTo>
                  <a:lnTo>
                    <a:pt x="0" y="224421"/>
                  </a:lnTo>
                  <a:close/>
                </a:path>
              </a:pathLst>
            </a:custGeom>
            <a:grpFill/>
            <a:ln w="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104348" y="4526164"/>
              <a:ext cx="336598" cy="336598"/>
            </a:xfrm>
            <a:custGeom>
              <a:avLst/>
              <a:gdLst>
                <a:gd name="connsiteX0" fmla="*/ 391133 w 897682"/>
                <a:gd name="connsiteY0" fmla="*/ 833562 h 897682"/>
                <a:gd name="connsiteX1" fmla="*/ 64120 w 897682"/>
                <a:gd name="connsiteY1" fmla="*/ 833562 h 897682"/>
                <a:gd name="connsiteX2" fmla="*/ 64120 w 897682"/>
                <a:gd name="connsiteY2" fmla="*/ 64120 h 897682"/>
                <a:gd name="connsiteX3" fmla="*/ 833562 w 897682"/>
                <a:gd name="connsiteY3" fmla="*/ 64120 h 897682"/>
                <a:gd name="connsiteX4" fmla="*/ 833562 w 897682"/>
                <a:gd name="connsiteY4" fmla="*/ 221215 h 897682"/>
                <a:gd name="connsiteX5" fmla="*/ 897683 w 897682"/>
                <a:gd name="connsiteY5" fmla="*/ 221215 h 897682"/>
                <a:gd name="connsiteX6" fmla="*/ 897683 w 897682"/>
                <a:gd name="connsiteY6" fmla="*/ 0 h 897682"/>
                <a:gd name="connsiteX7" fmla="*/ 0 w 897682"/>
                <a:gd name="connsiteY7" fmla="*/ 0 h 897682"/>
                <a:gd name="connsiteX8" fmla="*/ 0 w 897682"/>
                <a:gd name="connsiteY8" fmla="*/ 897683 h 897682"/>
                <a:gd name="connsiteX9" fmla="*/ 391133 w 897682"/>
                <a:gd name="connsiteY9" fmla="*/ 897683 h 89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7682" h="897682">
                  <a:moveTo>
                    <a:pt x="391133" y="833562"/>
                  </a:moveTo>
                  <a:lnTo>
                    <a:pt x="64120" y="833562"/>
                  </a:lnTo>
                  <a:lnTo>
                    <a:pt x="64120" y="64120"/>
                  </a:lnTo>
                  <a:lnTo>
                    <a:pt x="833562" y="64120"/>
                  </a:lnTo>
                  <a:lnTo>
                    <a:pt x="833562" y="221215"/>
                  </a:lnTo>
                  <a:lnTo>
                    <a:pt x="897683" y="221215"/>
                  </a:lnTo>
                  <a:lnTo>
                    <a:pt x="897683" y="0"/>
                  </a:lnTo>
                  <a:lnTo>
                    <a:pt x="0" y="0"/>
                  </a:lnTo>
                  <a:lnTo>
                    <a:pt x="0" y="897683"/>
                  </a:lnTo>
                  <a:lnTo>
                    <a:pt x="391133" y="897683"/>
                  </a:lnTo>
                  <a:close/>
                </a:path>
              </a:pathLst>
            </a:custGeom>
            <a:grpFill/>
            <a:ln w="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75" name="文本框 174"/>
          <p:cNvSpPr txBox="1"/>
          <p:nvPr/>
        </p:nvSpPr>
        <p:spPr>
          <a:xfrm>
            <a:off x="2632355" y="4990380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库存</a:t>
            </a:r>
          </a:p>
        </p:txBody>
      </p:sp>
      <p:sp>
        <p:nvSpPr>
          <p:cNvPr id="176" name="Rectangle 60+"/>
          <p:cNvSpPr/>
          <p:nvPr/>
        </p:nvSpPr>
        <p:spPr>
          <a:xfrm>
            <a:off x="2201894" y="488974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4077165" y="4959602"/>
            <a:ext cx="6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5265562" y="4990380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预测</a:t>
            </a:r>
          </a:p>
        </p:txBody>
      </p:sp>
      <p:sp>
        <p:nvSpPr>
          <p:cNvPr id="172" name="Rectangle 60+"/>
          <p:cNvSpPr/>
          <p:nvPr/>
        </p:nvSpPr>
        <p:spPr>
          <a:xfrm>
            <a:off x="4835101" y="488974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2632355" y="4514399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订单</a:t>
            </a:r>
          </a:p>
        </p:txBody>
      </p:sp>
      <p:sp>
        <p:nvSpPr>
          <p:cNvPr id="170" name="Rectangle 60+"/>
          <p:cNvSpPr/>
          <p:nvPr/>
        </p:nvSpPr>
        <p:spPr>
          <a:xfrm>
            <a:off x="2201894" y="4413768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3948957" y="4514399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</a:t>
            </a:r>
          </a:p>
        </p:txBody>
      </p:sp>
      <p:sp>
        <p:nvSpPr>
          <p:cNvPr id="168" name="Rectangle 60+"/>
          <p:cNvSpPr/>
          <p:nvPr/>
        </p:nvSpPr>
        <p:spPr>
          <a:xfrm>
            <a:off x="3518497" y="4413768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5265562" y="4514399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价格</a:t>
            </a:r>
          </a:p>
        </p:txBody>
      </p:sp>
      <p:sp>
        <p:nvSpPr>
          <p:cNvPr id="166" name="Rectangle 60+"/>
          <p:cNvSpPr/>
          <p:nvPr/>
        </p:nvSpPr>
        <p:spPr>
          <a:xfrm>
            <a:off x="4835101" y="4413768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4" name="Rectangle 60+"/>
          <p:cNvSpPr/>
          <p:nvPr/>
        </p:nvSpPr>
        <p:spPr>
          <a:xfrm>
            <a:off x="3518497" y="488974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3948957" y="4990380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</a:t>
            </a:r>
          </a:p>
        </p:txBody>
      </p:sp>
      <p:sp>
        <p:nvSpPr>
          <p:cNvPr id="19" name="Rectangle 20+"/>
          <p:cNvSpPr/>
          <p:nvPr/>
        </p:nvSpPr>
        <p:spPr>
          <a:xfrm>
            <a:off x="442913" y="5444796"/>
            <a:ext cx="5699470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80149" y="6121444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网点新型能力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1137264" y="5705427"/>
            <a:ext cx="270764" cy="270765"/>
            <a:chOff x="59140" y="57726"/>
            <a:chExt cx="1786718" cy="1786724"/>
          </a:xfrm>
          <a:solidFill>
            <a:schemeClr val="accent1"/>
          </a:solidFill>
        </p:grpSpPr>
        <p:sp>
          <p:nvSpPr>
            <p:cNvPr id="54" name="任意多边形: 形状 53"/>
            <p:cNvSpPr/>
            <p:nvPr/>
          </p:nvSpPr>
          <p:spPr>
            <a:xfrm>
              <a:off x="59140" y="57726"/>
              <a:ext cx="1786718" cy="1786724"/>
            </a:xfrm>
            <a:custGeom>
              <a:avLst/>
              <a:gdLst>
                <a:gd name="connsiteX0" fmla="*/ 893359 w 1786718"/>
                <a:gd name="connsiteY0" fmla="*/ 0 h 1786724"/>
                <a:gd name="connsiteX1" fmla="*/ 0 w 1786718"/>
                <a:gd name="connsiteY1" fmla="*/ 893359 h 1786724"/>
                <a:gd name="connsiteX2" fmla="*/ 893359 w 1786718"/>
                <a:gd name="connsiteY2" fmla="*/ 1786724 h 1786724"/>
                <a:gd name="connsiteX3" fmla="*/ 1786719 w 1786718"/>
                <a:gd name="connsiteY3" fmla="*/ 893359 h 1786724"/>
                <a:gd name="connsiteX4" fmla="*/ 893359 w 1786718"/>
                <a:gd name="connsiteY4" fmla="*/ 0 h 1786724"/>
                <a:gd name="connsiteX5" fmla="*/ 893359 w 1786718"/>
                <a:gd name="connsiteY5" fmla="*/ 1700467 h 1786724"/>
                <a:gd name="connsiteX6" fmla="*/ 86253 w 1786718"/>
                <a:gd name="connsiteY6" fmla="*/ 893359 h 1786724"/>
                <a:gd name="connsiteX7" fmla="*/ 893359 w 1786718"/>
                <a:gd name="connsiteY7" fmla="*/ 86257 h 1786724"/>
                <a:gd name="connsiteX8" fmla="*/ 1700466 w 1786718"/>
                <a:gd name="connsiteY8" fmla="*/ 893363 h 1786724"/>
                <a:gd name="connsiteX9" fmla="*/ 893359 w 1786718"/>
                <a:gd name="connsiteY9" fmla="*/ 1700467 h 1786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86718" h="1786724">
                  <a:moveTo>
                    <a:pt x="893359" y="0"/>
                  </a:moveTo>
                  <a:cubicBezTo>
                    <a:pt x="399970" y="0"/>
                    <a:pt x="0" y="399972"/>
                    <a:pt x="0" y="893359"/>
                  </a:cubicBezTo>
                  <a:cubicBezTo>
                    <a:pt x="0" y="1386751"/>
                    <a:pt x="399970" y="1786724"/>
                    <a:pt x="893359" y="1786724"/>
                  </a:cubicBezTo>
                  <a:cubicBezTo>
                    <a:pt x="1386749" y="1786724"/>
                    <a:pt x="1786719" y="1386754"/>
                    <a:pt x="1786719" y="893359"/>
                  </a:cubicBezTo>
                  <a:cubicBezTo>
                    <a:pt x="1786719" y="399972"/>
                    <a:pt x="1386749" y="0"/>
                    <a:pt x="893359" y="0"/>
                  </a:cubicBezTo>
                  <a:close/>
                  <a:moveTo>
                    <a:pt x="893359" y="1700467"/>
                  </a:moveTo>
                  <a:cubicBezTo>
                    <a:pt x="447606" y="1700467"/>
                    <a:pt x="86253" y="1339115"/>
                    <a:pt x="86253" y="893359"/>
                  </a:cubicBezTo>
                  <a:cubicBezTo>
                    <a:pt x="86253" y="447608"/>
                    <a:pt x="447608" y="86257"/>
                    <a:pt x="893359" y="86257"/>
                  </a:cubicBezTo>
                  <a:cubicBezTo>
                    <a:pt x="1339111" y="86257"/>
                    <a:pt x="1700466" y="447612"/>
                    <a:pt x="1700466" y="893363"/>
                  </a:cubicBezTo>
                  <a:cubicBezTo>
                    <a:pt x="1700466" y="1339115"/>
                    <a:pt x="1339111" y="1700467"/>
                    <a:pt x="893359" y="1700467"/>
                  </a:cubicBezTo>
                  <a:close/>
                </a:path>
              </a:pathLst>
            </a:custGeom>
            <a:grpFill/>
            <a:ln w="317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520933" y="377509"/>
              <a:ext cx="856569" cy="1141723"/>
            </a:xfrm>
            <a:custGeom>
              <a:avLst/>
              <a:gdLst>
                <a:gd name="connsiteX0" fmla="*/ 428283 w 856569"/>
                <a:gd name="connsiteY0" fmla="*/ 1141722 h 1141723"/>
                <a:gd name="connsiteX1" fmla="*/ 0 w 856569"/>
                <a:gd name="connsiteY1" fmla="*/ 428149 h 1141723"/>
                <a:gd name="connsiteX2" fmla="*/ 428283 w 856569"/>
                <a:gd name="connsiteY2" fmla="*/ 0 h 1141723"/>
                <a:gd name="connsiteX3" fmla="*/ 856569 w 856569"/>
                <a:gd name="connsiteY3" fmla="*/ 428149 h 1141723"/>
                <a:gd name="connsiteX4" fmla="*/ 428283 w 856569"/>
                <a:gd name="connsiteY4" fmla="*/ 1141724 h 1141723"/>
                <a:gd name="connsiteX5" fmla="*/ 428283 w 856569"/>
                <a:gd name="connsiteY5" fmla="*/ 71361 h 1141723"/>
                <a:gd name="connsiteX6" fmla="*/ 71382 w 856569"/>
                <a:gd name="connsiteY6" fmla="*/ 428149 h 1141723"/>
                <a:gd name="connsiteX7" fmla="*/ 428283 w 856569"/>
                <a:gd name="connsiteY7" fmla="*/ 1034687 h 1141723"/>
                <a:gd name="connsiteX8" fmla="*/ 785182 w 856569"/>
                <a:gd name="connsiteY8" fmla="*/ 428149 h 1141723"/>
                <a:gd name="connsiteX9" fmla="*/ 428283 w 856569"/>
                <a:gd name="connsiteY9" fmla="*/ 71361 h 1141723"/>
                <a:gd name="connsiteX10" fmla="*/ 428283 w 856569"/>
                <a:gd name="connsiteY10" fmla="*/ 606540 h 1141723"/>
                <a:gd name="connsiteX11" fmla="*/ 249830 w 856569"/>
                <a:gd name="connsiteY11" fmla="*/ 428149 h 1141723"/>
                <a:gd name="connsiteX12" fmla="*/ 428283 w 856569"/>
                <a:gd name="connsiteY12" fmla="*/ 249754 h 1141723"/>
                <a:gd name="connsiteX13" fmla="*/ 606733 w 856569"/>
                <a:gd name="connsiteY13" fmla="*/ 428149 h 1141723"/>
                <a:gd name="connsiteX14" fmla="*/ 428283 w 856569"/>
                <a:gd name="connsiteY14" fmla="*/ 606540 h 1141723"/>
                <a:gd name="connsiteX15" fmla="*/ 428283 w 856569"/>
                <a:gd name="connsiteY15" fmla="*/ 321113 h 1141723"/>
                <a:gd name="connsiteX16" fmla="*/ 321214 w 856569"/>
                <a:gd name="connsiteY16" fmla="*/ 428151 h 1141723"/>
                <a:gd name="connsiteX17" fmla="*/ 428283 w 856569"/>
                <a:gd name="connsiteY17" fmla="*/ 535182 h 1141723"/>
                <a:gd name="connsiteX18" fmla="*/ 535353 w 856569"/>
                <a:gd name="connsiteY18" fmla="*/ 428151 h 1141723"/>
                <a:gd name="connsiteX19" fmla="*/ 428283 w 856569"/>
                <a:gd name="connsiteY19" fmla="*/ 321113 h 114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56569" h="1141723">
                  <a:moveTo>
                    <a:pt x="428283" y="1141722"/>
                  </a:moveTo>
                  <a:cubicBezTo>
                    <a:pt x="357076" y="1142088"/>
                    <a:pt x="0" y="607155"/>
                    <a:pt x="0" y="428149"/>
                  </a:cubicBezTo>
                  <a:cubicBezTo>
                    <a:pt x="0" y="191691"/>
                    <a:pt x="191746" y="0"/>
                    <a:pt x="428283" y="0"/>
                  </a:cubicBezTo>
                  <a:cubicBezTo>
                    <a:pt x="664815" y="0"/>
                    <a:pt x="856569" y="191691"/>
                    <a:pt x="856569" y="428149"/>
                  </a:cubicBezTo>
                  <a:cubicBezTo>
                    <a:pt x="856569" y="604756"/>
                    <a:pt x="498373" y="1142090"/>
                    <a:pt x="428283" y="1141724"/>
                  </a:cubicBezTo>
                  <a:close/>
                  <a:moveTo>
                    <a:pt x="428283" y="71361"/>
                  </a:moveTo>
                  <a:cubicBezTo>
                    <a:pt x="231173" y="71361"/>
                    <a:pt x="71382" y="231102"/>
                    <a:pt x="71382" y="428149"/>
                  </a:cubicBezTo>
                  <a:cubicBezTo>
                    <a:pt x="71382" y="577321"/>
                    <a:pt x="368945" y="1034992"/>
                    <a:pt x="428283" y="1034687"/>
                  </a:cubicBezTo>
                  <a:cubicBezTo>
                    <a:pt x="486694" y="1034992"/>
                    <a:pt x="785182" y="575327"/>
                    <a:pt x="785182" y="428149"/>
                  </a:cubicBezTo>
                  <a:cubicBezTo>
                    <a:pt x="785184" y="231100"/>
                    <a:pt x="625393" y="71361"/>
                    <a:pt x="428283" y="71361"/>
                  </a:cubicBezTo>
                  <a:close/>
                  <a:moveTo>
                    <a:pt x="428283" y="606540"/>
                  </a:moveTo>
                  <a:cubicBezTo>
                    <a:pt x="329729" y="606540"/>
                    <a:pt x="249830" y="526669"/>
                    <a:pt x="249830" y="428149"/>
                  </a:cubicBezTo>
                  <a:cubicBezTo>
                    <a:pt x="249830" y="329623"/>
                    <a:pt x="329729" y="249754"/>
                    <a:pt x="428283" y="249754"/>
                  </a:cubicBezTo>
                  <a:cubicBezTo>
                    <a:pt x="526840" y="249754"/>
                    <a:pt x="606733" y="329625"/>
                    <a:pt x="606733" y="428149"/>
                  </a:cubicBezTo>
                  <a:cubicBezTo>
                    <a:pt x="606733" y="526673"/>
                    <a:pt x="526840" y="606540"/>
                    <a:pt x="428283" y="606540"/>
                  </a:cubicBezTo>
                  <a:close/>
                  <a:moveTo>
                    <a:pt x="428283" y="321113"/>
                  </a:moveTo>
                  <a:cubicBezTo>
                    <a:pt x="369151" y="321113"/>
                    <a:pt x="321214" y="369031"/>
                    <a:pt x="321214" y="428151"/>
                  </a:cubicBezTo>
                  <a:cubicBezTo>
                    <a:pt x="321214" y="487267"/>
                    <a:pt x="369151" y="535182"/>
                    <a:pt x="428283" y="535182"/>
                  </a:cubicBezTo>
                  <a:cubicBezTo>
                    <a:pt x="487416" y="535182"/>
                    <a:pt x="535353" y="487267"/>
                    <a:pt x="535353" y="428151"/>
                  </a:cubicBezTo>
                  <a:cubicBezTo>
                    <a:pt x="535353" y="369031"/>
                    <a:pt x="487418" y="321113"/>
                    <a:pt x="428283" y="321113"/>
                  </a:cubicBezTo>
                  <a:close/>
                </a:path>
              </a:pathLst>
            </a:custGeom>
            <a:grpFill/>
            <a:ln w="317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95" name="文本框 194"/>
          <p:cNvSpPr txBox="1"/>
          <p:nvPr/>
        </p:nvSpPr>
        <p:spPr>
          <a:xfrm>
            <a:off x="2504114" y="6145843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智能网点</a:t>
            </a:r>
          </a:p>
        </p:txBody>
      </p:sp>
      <p:sp>
        <p:nvSpPr>
          <p:cNvPr id="196" name="Rectangle 60+"/>
          <p:cNvSpPr/>
          <p:nvPr/>
        </p:nvSpPr>
        <p:spPr>
          <a:xfrm>
            <a:off x="2201894" y="6045212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819114" y="6145843"/>
            <a:ext cx="51616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O2O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模式</a:t>
            </a:r>
          </a:p>
        </p:txBody>
      </p:sp>
      <p:sp>
        <p:nvSpPr>
          <p:cNvPr id="194" name="Rectangle 60+"/>
          <p:cNvSpPr/>
          <p:nvPr/>
        </p:nvSpPr>
        <p:spPr>
          <a:xfrm>
            <a:off x="3518497" y="6045212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5137321" y="6145843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公益网点</a:t>
            </a:r>
          </a:p>
        </p:txBody>
      </p:sp>
      <p:sp>
        <p:nvSpPr>
          <p:cNvPr id="192" name="Rectangle 60+"/>
          <p:cNvSpPr/>
          <p:nvPr/>
        </p:nvSpPr>
        <p:spPr>
          <a:xfrm>
            <a:off x="4835101" y="6045212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2568234" y="5669862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前置仓</a:t>
            </a:r>
          </a:p>
        </p:txBody>
      </p:sp>
      <p:sp>
        <p:nvSpPr>
          <p:cNvPr id="190" name="Rectangle 60+"/>
          <p:cNvSpPr/>
          <p:nvPr/>
        </p:nvSpPr>
        <p:spPr>
          <a:xfrm>
            <a:off x="2201894" y="5569231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3820717" y="5669862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体验中心</a:t>
            </a:r>
          </a:p>
        </p:txBody>
      </p:sp>
      <p:sp>
        <p:nvSpPr>
          <p:cNvPr id="188" name="Rectangle 60+"/>
          <p:cNvSpPr/>
          <p:nvPr/>
        </p:nvSpPr>
        <p:spPr>
          <a:xfrm>
            <a:off x="3518497" y="5569231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5009081" y="5669862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社区服务中心</a:t>
            </a:r>
          </a:p>
        </p:txBody>
      </p:sp>
      <p:sp>
        <p:nvSpPr>
          <p:cNvPr id="186" name="Rectangle 60+"/>
          <p:cNvSpPr/>
          <p:nvPr/>
        </p:nvSpPr>
        <p:spPr>
          <a:xfrm>
            <a:off x="4835101" y="5569231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19"/>
          <p:cNvSpPr/>
          <p:nvPr/>
        </p:nvSpPr>
        <p:spPr>
          <a:xfrm>
            <a:off x="7975139" y="2699109"/>
            <a:ext cx="1993045" cy="199304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1" name="17"/>
          <p:cNvSpPr/>
          <p:nvPr/>
        </p:nvSpPr>
        <p:spPr>
          <a:xfrm rot="14929897" flipV="1">
            <a:off x="6924860" y="1640308"/>
            <a:ext cx="4110646" cy="4110646"/>
          </a:xfrm>
          <a:prstGeom prst="arc">
            <a:avLst>
              <a:gd name="adj1" fmla="val 6278920"/>
              <a:gd name="adj2" fmla="val 6277607"/>
            </a:avLst>
          </a:prstGeom>
          <a:noFill/>
          <a:ln w="685800" cap="rnd">
            <a:solidFill>
              <a:schemeClr val="accent3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15"/>
          <p:cNvSpPr txBox="1"/>
          <p:nvPr/>
        </p:nvSpPr>
        <p:spPr>
          <a:xfrm rot="19410092">
            <a:off x="7272189" y="2058791"/>
            <a:ext cx="1351307" cy="412335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Up">
              <a:avLst>
                <a:gd name="adj" fmla="val 11076835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微信商城</a:t>
            </a:r>
          </a:p>
        </p:txBody>
      </p:sp>
      <p:sp>
        <p:nvSpPr>
          <p:cNvPr id="68" name="10"/>
          <p:cNvSpPr txBox="1"/>
          <p:nvPr/>
        </p:nvSpPr>
        <p:spPr>
          <a:xfrm rot="1581943">
            <a:off x="7576133" y="5284176"/>
            <a:ext cx="1133762" cy="272103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</a:t>
            </a:r>
          </a:p>
        </p:txBody>
      </p:sp>
      <p:sp>
        <p:nvSpPr>
          <p:cNvPr id="71" name="9"/>
          <p:cNvSpPr txBox="1"/>
          <p:nvPr/>
        </p:nvSpPr>
        <p:spPr>
          <a:xfrm rot="4818544">
            <a:off x="6482220" y="3791993"/>
            <a:ext cx="1133762" cy="272103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PC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商城</a:t>
            </a:r>
          </a:p>
        </p:txBody>
      </p:sp>
      <p:sp>
        <p:nvSpPr>
          <p:cNvPr id="136" name="8"/>
          <p:cNvSpPr/>
          <p:nvPr/>
        </p:nvSpPr>
        <p:spPr>
          <a:xfrm>
            <a:off x="7975139" y="2699109"/>
            <a:ext cx="1993045" cy="199304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7" name="7"/>
          <p:cNvSpPr txBox="1"/>
          <p:nvPr/>
        </p:nvSpPr>
        <p:spPr>
          <a:xfrm>
            <a:off x="8368670" y="3743705"/>
            <a:ext cx="1205983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全渠道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联网发展</a:t>
            </a:r>
          </a:p>
        </p:txBody>
      </p:sp>
      <p:sp>
        <p:nvSpPr>
          <p:cNvPr id="119" name="2"/>
          <p:cNvSpPr/>
          <p:nvPr/>
        </p:nvSpPr>
        <p:spPr>
          <a:xfrm>
            <a:off x="7621280" y="2345250"/>
            <a:ext cx="2700762" cy="2700762"/>
          </a:xfrm>
          <a:prstGeom prst="arc">
            <a:avLst>
              <a:gd name="adj1" fmla="val 7601853"/>
              <a:gd name="adj2" fmla="val 7599135"/>
            </a:avLst>
          </a:prstGeom>
          <a:noFill/>
          <a:ln w="15875">
            <a:gradFill flip="none" rotWithShape="1">
              <a:gsLst>
                <a:gs pos="90000">
                  <a:schemeClr val="accent1"/>
                </a:gs>
                <a:gs pos="0">
                  <a:schemeClr val="accent4"/>
                </a:gs>
              </a:gsLst>
              <a:lin ang="16200000" scaled="1"/>
              <a:tileRect/>
            </a:gradFill>
            <a:prstDash val="sysDash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0" name="图形 198"/>
          <p:cNvSpPr/>
          <p:nvPr/>
        </p:nvSpPr>
        <p:spPr>
          <a:xfrm>
            <a:off x="8661519" y="3001188"/>
            <a:ext cx="620286" cy="612248"/>
          </a:xfrm>
          <a:custGeom>
            <a:avLst/>
            <a:gdLst>
              <a:gd name="connsiteX0" fmla="*/ 1700718 w 1795363"/>
              <a:gd name="connsiteY0" fmla="*/ 811515 h 1736416"/>
              <a:gd name="connsiteX1" fmla="*/ 1336259 w 1795363"/>
              <a:gd name="connsiteY1" fmla="*/ 826487 h 1736416"/>
              <a:gd name="connsiteX2" fmla="*/ 1319666 w 1795363"/>
              <a:gd name="connsiteY2" fmla="*/ 844858 h 1736416"/>
              <a:gd name="connsiteX3" fmla="*/ 1020055 w 1795363"/>
              <a:gd name="connsiteY3" fmla="*/ 687853 h 1736416"/>
              <a:gd name="connsiteX4" fmla="*/ 1227526 w 1795363"/>
              <a:gd name="connsiteY4" fmla="*/ 687853 h 1736416"/>
              <a:gd name="connsiteX5" fmla="*/ 1436868 w 1795363"/>
              <a:gd name="connsiteY5" fmla="*/ 478511 h 1736416"/>
              <a:gd name="connsiteX6" fmla="*/ 1255357 w 1795363"/>
              <a:gd name="connsiteY6" fmla="*/ 271243 h 1736416"/>
              <a:gd name="connsiteX7" fmla="*/ 1048089 w 1795363"/>
              <a:gd name="connsiteY7" fmla="*/ 89731 h 1736416"/>
              <a:gd name="connsiteX8" fmla="*/ 1011870 w 1795363"/>
              <a:gd name="connsiteY8" fmla="*/ 93280 h 1736416"/>
              <a:gd name="connsiteX9" fmla="*/ 714571 w 1795363"/>
              <a:gd name="connsiteY9" fmla="*/ 16914 h 1736416"/>
              <a:gd name="connsiteX10" fmla="*/ 539684 w 1795363"/>
              <a:gd name="connsiteY10" fmla="*/ 269169 h 1736416"/>
              <a:gd name="connsiteX11" fmla="*/ 539823 w 1795363"/>
              <a:gd name="connsiteY11" fmla="*/ 271499 h 1736416"/>
              <a:gd name="connsiteX12" fmla="*/ 360246 w 1795363"/>
              <a:gd name="connsiteY12" fmla="*/ 478511 h 1736416"/>
              <a:gd name="connsiteX13" fmla="*/ 569588 w 1795363"/>
              <a:gd name="connsiteY13" fmla="*/ 687853 h 1736416"/>
              <a:gd name="connsiteX14" fmla="*/ 777063 w 1795363"/>
              <a:gd name="connsiteY14" fmla="*/ 687853 h 1736416"/>
              <a:gd name="connsiteX15" fmla="*/ 477452 w 1795363"/>
              <a:gd name="connsiteY15" fmla="*/ 844861 h 1736416"/>
              <a:gd name="connsiteX16" fmla="*/ 460859 w 1795363"/>
              <a:gd name="connsiteY16" fmla="*/ 826491 h 1736416"/>
              <a:gd name="connsiteX17" fmla="*/ 95036 w 1795363"/>
              <a:gd name="connsiteY17" fmla="*/ 811308 h 1736416"/>
              <a:gd name="connsiteX18" fmla="*/ 51118 w 1795363"/>
              <a:gd name="connsiteY18" fmla="*/ 1174798 h 1736416"/>
              <a:gd name="connsiteX19" fmla="*/ 410029 w 1795363"/>
              <a:gd name="connsiteY19" fmla="*/ 1247191 h 1736416"/>
              <a:gd name="connsiteX20" fmla="*/ 510442 w 1795363"/>
              <a:gd name="connsiteY20" fmla="*/ 895090 h 1736416"/>
              <a:gd name="connsiteX21" fmla="*/ 868658 w 1795363"/>
              <a:gd name="connsiteY21" fmla="*/ 707386 h 1736416"/>
              <a:gd name="connsiteX22" fmla="*/ 868658 w 1795363"/>
              <a:gd name="connsiteY22" fmla="*/ 1198214 h 1736416"/>
              <a:gd name="connsiteX23" fmla="*/ 629048 w 1795363"/>
              <a:gd name="connsiteY23" fmla="*/ 1481460 h 1736416"/>
              <a:gd name="connsiteX24" fmla="*/ 898566 w 1795363"/>
              <a:gd name="connsiteY24" fmla="*/ 1736416 h 1736416"/>
              <a:gd name="connsiteX25" fmla="*/ 1168084 w 1795363"/>
              <a:gd name="connsiteY25" fmla="*/ 1481460 h 1736416"/>
              <a:gd name="connsiteX26" fmla="*/ 928474 w 1795363"/>
              <a:gd name="connsiteY26" fmla="*/ 1198214 h 1736416"/>
              <a:gd name="connsiteX27" fmla="*/ 928474 w 1795363"/>
              <a:gd name="connsiteY27" fmla="*/ 707371 h 1736416"/>
              <a:gd name="connsiteX28" fmla="*/ 1286690 w 1795363"/>
              <a:gd name="connsiteY28" fmla="*/ 895086 h 1736416"/>
              <a:gd name="connsiteX29" fmla="*/ 1386879 w 1795363"/>
              <a:gd name="connsiteY29" fmla="*/ 1245823 h 1736416"/>
              <a:gd name="connsiteX30" fmla="*/ 1744436 w 1795363"/>
              <a:gd name="connsiteY30" fmla="*/ 1173651 h 1736416"/>
              <a:gd name="connsiteX31" fmla="*/ 1700718 w 1795363"/>
              <a:gd name="connsiteY31" fmla="*/ 811515 h 1736416"/>
              <a:gd name="connsiteX32" fmla="*/ 378257 w 1795363"/>
              <a:gd name="connsiteY32" fmla="*/ 1196058 h 1736416"/>
              <a:gd name="connsiteX33" fmla="*/ 162819 w 1795363"/>
              <a:gd name="connsiteY33" fmla="*/ 1196073 h 1736416"/>
              <a:gd name="connsiteX34" fmla="*/ 156897 w 1795363"/>
              <a:gd name="connsiteY34" fmla="*/ 1164045 h 1736416"/>
              <a:gd name="connsiteX35" fmla="*/ 199725 w 1795363"/>
              <a:gd name="connsiteY35" fmla="*/ 1082815 h 1736416"/>
              <a:gd name="connsiteX36" fmla="*/ 341341 w 1795363"/>
              <a:gd name="connsiteY36" fmla="*/ 1082815 h 1736416"/>
              <a:gd name="connsiteX37" fmla="*/ 384168 w 1795363"/>
              <a:gd name="connsiteY37" fmla="*/ 1164045 h 1736416"/>
              <a:gd name="connsiteX38" fmla="*/ 378257 w 1795363"/>
              <a:gd name="connsiteY38" fmla="*/ 1196058 h 1736416"/>
              <a:gd name="connsiteX39" fmla="*/ 210724 w 1795363"/>
              <a:gd name="connsiteY39" fmla="*/ 986909 h 1736416"/>
              <a:gd name="connsiteX40" fmla="*/ 270536 w 1795363"/>
              <a:gd name="connsiteY40" fmla="*/ 927096 h 1736416"/>
              <a:gd name="connsiteX41" fmla="*/ 330349 w 1795363"/>
              <a:gd name="connsiteY41" fmla="*/ 986909 h 1736416"/>
              <a:gd name="connsiteX42" fmla="*/ 270536 w 1795363"/>
              <a:gd name="connsiteY42" fmla="*/ 1046721 h 1736416"/>
              <a:gd name="connsiteX43" fmla="*/ 210724 w 1795363"/>
              <a:gd name="connsiteY43" fmla="*/ 986909 h 1736416"/>
              <a:gd name="connsiteX44" fmla="*/ 441430 w 1795363"/>
              <a:gd name="connsiteY44" fmla="*/ 1137386 h 1736416"/>
              <a:gd name="connsiteX45" fmla="*/ 379063 w 1795363"/>
              <a:gd name="connsiteY45" fmla="*/ 1036538 h 1736416"/>
              <a:gd name="connsiteX46" fmla="*/ 390161 w 1795363"/>
              <a:gd name="connsiteY46" fmla="*/ 986912 h 1736416"/>
              <a:gd name="connsiteX47" fmla="*/ 270536 w 1795363"/>
              <a:gd name="connsiteY47" fmla="*/ 867287 h 1736416"/>
              <a:gd name="connsiteX48" fmla="*/ 150911 w 1795363"/>
              <a:gd name="connsiteY48" fmla="*/ 986912 h 1736416"/>
              <a:gd name="connsiteX49" fmla="*/ 162010 w 1795363"/>
              <a:gd name="connsiteY49" fmla="*/ 1036538 h 1736416"/>
              <a:gd name="connsiteX50" fmla="*/ 99643 w 1795363"/>
              <a:gd name="connsiteY50" fmla="*/ 1137386 h 1736416"/>
              <a:gd name="connsiteX51" fmla="*/ 131215 w 1795363"/>
              <a:gd name="connsiteY51" fmla="*/ 860535 h 1736416"/>
              <a:gd name="connsiteX52" fmla="*/ 409861 w 1795363"/>
              <a:gd name="connsiteY52" fmla="*/ 860535 h 1736416"/>
              <a:gd name="connsiteX53" fmla="*/ 441430 w 1795363"/>
              <a:gd name="connsiteY53" fmla="*/ 1137386 h 1736416"/>
              <a:gd name="connsiteX54" fmla="*/ 1006287 w 1795363"/>
              <a:gd name="connsiteY54" fmla="*/ 1644647 h 1736416"/>
              <a:gd name="connsiteX55" fmla="*/ 790849 w 1795363"/>
              <a:gd name="connsiteY55" fmla="*/ 1644661 h 1736416"/>
              <a:gd name="connsiteX56" fmla="*/ 784927 w 1795363"/>
              <a:gd name="connsiteY56" fmla="*/ 1612633 h 1736416"/>
              <a:gd name="connsiteX57" fmla="*/ 827755 w 1795363"/>
              <a:gd name="connsiteY57" fmla="*/ 1531403 h 1736416"/>
              <a:gd name="connsiteX58" fmla="*/ 969371 w 1795363"/>
              <a:gd name="connsiteY58" fmla="*/ 1531403 h 1736416"/>
              <a:gd name="connsiteX59" fmla="*/ 1012198 w 1795363"/>
              <a:gd name="connsiteY59" fmla="*/ 1612633 h 1736416"/>
              <a:gd name="connsiteX60" fmla="*/ 1006287 w 1795363"/>
              <a:gd name="connsiteY60" fmla="*/ 1644647 h 1736416"/>
              <a:gd name="connsiteX61" fmla="*/ 838750 w 1795363"/>
              <a:gd name="connsiteY61" fmla="*/ 1435501 h 1736416"/>
              <a:gd name="connsiteX62" fmla="*/ 898563 w 1795363"/>
              <a:gd name="connsiteY62" fmla="*/ 1375688 h 1736416"/>
              <a:gd name="connsiteX63" fmla="*/ 958375 w 1795363"/>
              <a:gd name="connsiteY63" fmla="*/ 1435501 h 1736416"/>
              <a:gd name="connsiteX64" fmla="*/ 898563 w 1795363"/>
              <a:gd name="connsiteY64" fmla="*/ 1495314 h 1736416"/>
              <a:gd name="connsiteX65" fmla="*/ 838750 w 1795363"/>
              <a:gd name="connsiteY65" fmla="*/ 1435501 h 1736416"/>
              <a:gd name="connsiteX66" fmla="*/ 1037888 w 1795363"/>
              <a:gd name="connsiteY66" fmla="*/ 1309124 h 1736416"/>
              <a:gd name="connsiteX67" fmla="*/ 1069460 w 1795363"/>
              <a:gd name="connsiteY67" fmla="*/ 1585975 h 1736416"/>
              <a:gd name="connsiteX68" fmla="*/ 1007092 w 1795363"/>
              <a:gd name="connsiteY68" fmla="*/ 1485127 h 1736416"/>
              <a:gd name="connsiteX69" fmla="*/ 1018191 w 1795363"/>
              <a:gd name="connsiteY69" fmla="*/ 1435501 h 1736416"/>
              <a:gd name="connsiteX70" fmla="*/ 898566 w 1795363"/>
              <a:gd name="connsiteY70" fmla="*/ 1315876 h 1736416"/>
              <a:gd name="connsiteX71" fmla="*/ 778941 w 1795363"/>
              <a:gd name="connsiteY71" fmla="*/ 1435501 h 1736416"/>
              <a:gd name="connsiteX72" fmla="*/ 790040 w 1795363"/>
              <a:gd name="connsiteY72" fmla="*/ 1485127 h 1736416"/>
              <a:gd name="connsiteX73" fmla="*/ 727673 w 1795363"/>
              <a:gd name="connsiteY73" fmla="*/ 1585975 h 1736416"/>
              <a:gd name="connsiteX74" fmla="*/ 759245 w 1795363"/>
              <a:gd name="connsiteY74" fmla="*/ 1309124 h 1736416"/>
              <a:gd name="connsiteX75" fmla="*/ 1037888 w 1795363"/>
              <a:gd name="connsiteY75" fmla="*/ 1309124 h 1736416"/>
              <a:gd name="connsiteX76" fmla="*/ 569595 w 1795363"/>
              <a:gd name="connsiteY76" fmla="*/ 628037 h 1736416"/>
              <a:gd name="connsiteX77" fmla="*/ 420066 w 1795363"/>
              <a:gd name="connsiteY77" fmla="*/ 478507 h 1736416"/>
              <a:gd name="connsiteX78" fmla="*/ 570108 w 1795363"/>
              <a:gd name="connsiteY78" fmla="*/ 328970 h 1736416"/>
              <a:gd name="connsiteX79" fmla="*/ 571377 w 1795363"/>
              <a:gd name="connsiteY79" fmla="*/ 328978 h 1736416"/>
              <a:gd name="connsiteX80" fmla="*/ 571388 w 1795363"/>
              <a:gd name="connsiteY80" fmla="*/ 328978 h 1736416"/>
              <a:gd name="connsiteX81" fmla="*/ 574968 w 1795363"/>
              <a:gd name="connsiteY81" fmla="*/ 328775 h 1736416"/>
              <a:gd name="connsiteX82" fmla="*/ 584222 w 1795363"/>
              <a:gd name="connsiteY82" fmla="*/ 325700 h 1736416"/>
              <a:gd name="connsiteX83" fmla="*/ 590589 w 1795363"/>
              <a:gd name="connsiteY83" fmla="*/ 321268 h 1736416"/>
              <a:gd name="connsiteX84" fmla="*/ 592459 w 1795363"/>
              <a:gd name="connsiteY84" fmla="*/ 319646 h 1736416"/>
              <a:gd name="connsiteX85" fmla="*/ 601078 w 1795363"/>
              <a:gd name="connsiteY85" fmla="*/ 295478 h 1736416"/>
              <a:gd name="connsiteX86" fmla="*/ 599500 w 1795363"/>
              <a:gd name="connsiteY86" fmla="*/ 269165 h 1736416"/>
              <a:gd name="connsiteX87" fmla="*/ 724256 w 1795363"/>
              <a:gd name="connsiteY87" fmla="*/ 77510 h 1736416"/>
              <a:gd name="connsiteX88" fmla="*/ 949842 w 1795363"/>
              <a:gd name="connsiteY88" fmla="*/ 115022 h 1736416"/>
              <a:gd name="connsiteX89" fmla="*/ 838750 w 1795363"/>
              <a:gd name="connsiteY89" fmla="*/ 299073 h 1736416"/>
              <a:gd name="connsiteX90" fmla="*/ 868647 w 1795363"/>
              <a:gd name="connsiteY90" fmla="*/ 328985 h 1736416"/>
              <a:gd name="connsiteX91" fmla="*/ 898559 w 1795363"/>
              <a:gd name="connsiteY91" fmla="*/ 299088 h 1736416"/>
              <a:gd name="connsiteX92" fmla="*/ 898559 w 1795363"/>
              <a:gd name="connsiteY92" fmla="*/ 299073 h 1736416"/>
              <a:gd name="connsiteX93" fmla="*/ 1008956 w 1795363"/>
              <a:gd name="connsiteY93" fmla="*/ 154917 h 1736416"/>
              <a:gd name="connsiteX94" fmla="*/ 1048092 w 1795363"/>
              <a:gd name="connsiteY94" fmla="*/ 149544 h 1736416"/>
              <a:gd name="connsiteX95" fmla="*/ 1197622 w 1795363"/>
              <a:gd name="connsiteY95" fmla="*/ 299073 h 1736416"/>
              <a:gd name="connsiteX96" fmla="*/ 1227505 w 1795363"/>
              <a:gd name="connsiteY96" fmla="*/ 328978 h 1736416"/>
              <a:gd name="connsiteX97" fmla="*/ 1227526 w 1795363"/>
              <a:gd name="connsiteY97" fmla="*/ 328978 h 1736416"/>
              <a:gd name="connsiteX98" fmla="*/ 1377056 w 1795363"/>
              <a:gd name="connsiteY98" fmla="*/ 478507 h 1736416"/>
              <a:gd name="connsiteX99" fmla="*/ 1227526 w 1795363"/>
              <a:gd name="connsiteY99" fmla="*/ 628037 h 1736416"/>
              <a:gd name="connsiteX100" fmla="*/ 569595 w 1795363"/>
              <a:gd name="connsiteY100" fmla="*/ 628037 h 1736416"/>
              <a:gd name="connsiteX101" fmla="*/ 1634313 w 1795363"/>
              <a:gd name="connsiteY101" fmla="*/ 1196058 h 1736416"/>
              <a:gd name="connsiteX102" fmla="*/ 1418875 w 1795363"/>
              <a:gd name="connsiteY102" fmla="*/ 1196073 h 1736416"/>
              <a:gd name="connsiteX103" fmla="*/ 1412953 w 1795363"/>
              <a:gd name="connsiteY103" fmla="*/ 1164045 h 1736416"/>
              <a:gd name="connsiteX104" fmla="*/ 1455781 w 1795363"/>
              <a:gd name="connsiteY104" fmla="*/ 1082815 h 1736416"/>
              <a:gd name="connsiteX105" fmla="*/ 1597397 w 1795363"/>
              <a:gd name="connsiteY105" fmla="*/ 1082815 h 1736416"/>
              <a:gd name="connsiteX106" fmla="*/ 1640225 w 1795363"/>
              <a:gd name="connsiteY106" fmla="*/ 1164045 h 1736416"/>
              <a:gd name="connsiteX107" fmla="*/ 1634314 w 1795363"/>
              <a:gd name="connsiteY107" fmla="*/ 1196058 h 1736416"/>
              <a:gd name="connsiteX108" fmla="*/ 1466780 w 1795363"/>
              <a:gd name="connsiteY108" fmla="*/ 986909 h 1736416"/>
              <a:gd name="connsiteX109" fmla="*/ 1526592 w 1795363"/>
              <a:gd name="connsiteY109" fmla="*/ 927096 h 1736416"/>
              <a:gd name="connsiteX110" fmla="*/ 1586405 w 1795363"/>
              <a:gd name="connsiteY110" fmla="*/ 986909 h 1736416"/>
              <a:gd name="connsiteX111" fmla="*/ 1526592 w 1795363"/>
              <a:gd name="connsiteY111" fmla="*/ 1046721 h 1736416"/>
              <a:gd name="connsiteX112" fmla="*/ 1466780 w 1795363"/>
              <a:gd name="connsiteY112" fmla="*/ 986909 h 1736416"/>
              <a:gd name="connsiteX113" fmla="*/ 1697486 w 1795363"/>
              <a:gd name="connsiteY113" fmla="*/ 1137386 h 1736416"/>
              <a:gd name="connsiteX114" fmla="*/ 1635119 w 1795363"/>
              <a:gd name="connsiteY114" fmla="*/ 1036538 h 1736416"/>
              <a:gd name="connsiteX115" fmla="*/ 1646218 w 1795363"/>
              <a:gd name="connsiteY115" fmla="*/ 986912 h 1736416"/>
              <a:gd name="connsiteX116" fmla="*/ 1526592 w 1795363"/>
              <a:gd name="connsiteY116" fmla="*/ 867287 h 1736416"/>
              <a:gd name="connsiteX117" fmla="*/ 1406967 w 1795363"/>
              <a:gd name="connsiteY117" fmla="*/ 986912 h 1736416"/>
              <a:gd name="connsiteX118" fmla="*/ 1418066 w 1795363"/>
              <a:gd name="connsiteY118" fmla="*/ 1036538 h 1736416"/>
              <a:gd name="connsiteX119" fmla="*/ 1355699 w 1795363"/>
              <a:gd name="connsiteY119" fmla="*/ 1137386 h 1736416"/>
              <a:gd name="connsiteX120" fmla="*/ 1405582 w 1795363"/>
              <a:gd name="connsiteY120" fmla="*/ 845994 h 1736416"/>
              <a:gd name="connsiteX121" fmla="*/ 1526592 w 1795363"/>
              <a:gd name="connsiteY121" fmla="*/ 807589 h 1736416"/>
              <a:gd name="connsiteX122" fmla="*/ 1735894 w 1795363"/>
              <a:gd name="connsiteY122" fmla="*/ 1016365 h 1736416"/>
              <a:gd name="connsiteX123" fmla="*/ 1697486 w 1795363"/>
              <a:gd name="connsiteY123" fmla="*/ 1137386 h 1736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795363" h="1736416">
                <a:moveTo>
                  <a:pt x="1700718" y="811515"/>
                </a:moveTo>
                <a:cubicBezTo>
                  <a:pt x="1593923" y="720679"/>
                  <a:pt x="1435244" y="727196"/>
                  <a:pt x="1336259" y="826487"/>
                </a:cubicBezTo>
                <a:cubicBezTo>
                  <a:pt x="1330359" y="832387"/>
                  <a:pt x="1324904" y="838562"/>
                  <a:pt x="1319666" y="844858"/>
                </a:cubicBezTo>
                <a:lnTo>
                  <a:pt x="1020055" y="687853"/>
                </a:lnTo>
                <a:lnTo>
                  <a:pt x="1227526" y="687853"/>
                </a:lnTo>
                <a:cubicBezTo>
                  <a:pt x="1343086" y="687714"/>
                  <a:pt x="1436729" y="594071"/>
                  <a:pt x="1436868" y="478511"/>
                </a:cubicBezTo>
                <a:cubicBezTo>
                  <a:pt x="1436687" y="373762"/>
                  <a:pt x="1359169" y="285242"/>
                  <a:pt x="1255357" y="271243"/>
                </a:cubicBezTo>
                <a:cubicBezTo>
                  <a:pt x="1241358" y="167434"/>
                  <a:pt x="1152838" y="89917"/>
                  <a:pt x="1048089" y="89731"/>
                </a:cubicBezTo>
                <a:cubicBezTo>
                  <a:pt x="1035934" y="89832"/>
                  <a:pt x="1023813" y="91020"/>
                  <a:pt x="1011870" y="93280"/>
                </a:cubicBezTo>
                <a:cubicBezTo>
                  <a:pt x="938497" y="8149"/>
                  <a:pt x="819891" y="-22319"/>
                  <a:pt x="714571" y="16914"/>
                </a:cubicBezTo>
                <a:cubicBezTo>
                  <a:pt x="609255" y="56143"/>
                  <a:pt x="539481" y="156780"/>
                  <a:pt x="539684" y="269169"/>
                </a:cubicBezTo>
                <a:cubicBezTo>
                  <a:pt x="539684" y="269963"/>
                  <a:pt x="539816" y="270705"/>
                  <a:pt x="539823" y="271499"/>
                </a:cubicBezTo>
                <a:cubicBezTo>
                  <a:pt x="436812" y="286243"/>
                  <a:pt x="360296" y="374453"/>
                  <a:pt x="360246" y="478511"/>
                </a:cubicBezTo>
                <a:cubicBezTo>
                  <a:pt x="360385" y="594071"/>
                  <a:pt x="454029" y="687714"/>
                  <a:pt x="569588" y="687853"/>
                </a:cubicBezTo>
                <a:lnTo>
                  <a:pt x="777063" y="687853"/>
                </a:lnTo>
                <a:lnTo>
                  <a:pt x="477452" y="844861"/>
                </a:lnTo>
                <a:cubicBezTo>
                  <a:pt x="472214" y="838569"/>
                  <a:pt x="466759" y="832391"/>
                  <a:pt x="460859" y="826491"/>
                </a:cubicBezTo>
                <a:cubicBezTo>
                  <a:pt x="361554" y="726769"/>
                  <a:pt x="202265" y="720156"/>
                  <a:pt x="95036" y="811308"/>
                </a:cubicBezTo>
                <a:cubicBezTo>
                  <a:pt x="-12186" y="902454"/>
                  <a:pt x="-31313" y="1060728"/>
                  <a:pt x="51118" y="1174798"/>
                </a:cubicBezTo>
                <a:cubicBezTo>
                  <a:pt x="133549" y="1288868"/>
                  <a:pt x="289826" y="1320390"/>
                  <a:pt x="410029" y="1247191"/>
                </a:cubicBezTo>
                <a:cubicBezTo>
                  <a:pt x="530231" y="1173993"/>
                  <a:pt x="573953" y="1020683"/>
                  <a:pt x="510442" y="895090"/>
                </a:cubicBezTo>
                <a:lnTo>
                  <a:pt x="868658" y="707386"/>
                </a:lnTo>
                <a:lnTo>
                  <a:pt x="868658" y="1198214"/>
                </a:lnTo>
                <a:cubicBezTo>
                  <a:pt x="726280" y="1214087"/>
                  <a:pt x="621099" y="1338419"/>
                  <a:pt x="629048" y="1481460"/>
                </a:cubicBezTo>
                <a:cubicBezTo>
                  <a:pt x="636997" y="1624502"/>
                  <a:pt x="755304" y="1736416"/>
                  <a:pt x="898566" y="1736416"/>
                </a:cubicBezTo>
                <a:cubicBezTo>
                  <a:pt x="1041828" y="1736416"/>
                  <a:pt x="1160135" y="1624502"/>
                  <a:pt x="1168084" y="1481460"/>
                </a:cubicBezTo>
                <a:cubicBezTo>
                  <a:pt x="1176033" y="1338419"/>
                  <a:pt x="1070853" y="1214087"/>
                  <a:pt x="928474" y="1198214"/>
                </a:cubicBezTo>
                <a:lnTo>
                  <a:pt x="928474" y="707371"/>
                </a:lnTo>
                <a:lnTo>
                  <a:pt x="1286690" y="895086"/>
                </a:lnTo>
                <a:cubicBezTo>
                  <a:pt x="1223493" y="1020234"/>
                  <a:pt x="1267111" y="1172938"/>
                  <a:pt x="1386879" y="1245823"/>
                </a:cubicBezTo>
                <a:cubicBezTo>
                  <a:pt x="1506647" y="1318708"/>
                  <a:pt x="1662319" y="1287286"/>
                  <a:pt x="1744436" y="1173651"/>
                </a:cubicBezTo>
                <a:cubicBezTo>
                  <a:pt x="1826546" y="1060018"/>
                  <a:pt x="1807516" y="902351"/>
                  <a:pt x="1700718" y="811515"/>
                </a:cubicBezTo>
                <a:close/>
                <a:moveTo>
                  <a:pt x="378257" y="1196058"/>
                </a:moveTo>
                <a:cubicBezTo>
                  <a:pt x="311928" y="1235740"/>
                  <a:pt x="229154" y="1235746"/>
                  <a:pt x="162819" y="1196073"/>
                </a:cubicBezTo>
                <a:cubicBezTo>
                  <a:pt x="159046" y="1185809"/>
                  <a:pt x="157043" y="1174979"/>
                  <a:pt x="156897" y="1164045"/>
                </a:cubicBezTo>
                <a:cubicBezTo>
                  <a:pt x="157354" y="1131675"/>
                  <a:pt x="173274" y="1101479"/>
                  <a:pt x="199725" y="1082815"/>
                </a:cubicBezTo>
                <a:cubicBezTo>
                  <a:pt x="241629" y="1114447"/>
                  <a:pt x="299436" y="1114447"/>
                  <a:pt x="341341" y="1082815"/>
                </a:cubicBezTo>
                <a:cubicBezTo>
                  <a:pt x="367792" y="1101478"/>
                  <a:pt x="383713" y="1131675"/>
                  <a:pt x="384168" y="1164045"/>
                </a:cubicBezTo>
                <a:cubicBezTo>
                  <a:pt x="384025" y="1174974"/>
                  <a:pt x="382026" y="1185799"/>
                  <a:pt x="378257" y="1196058"/>
                </a:cubicBezTo>
                <a:close/>
                <a:moveTo>
                  <a:pt x="210724" y="986909"/>
                </a:moveTo>
                <a:cubicBezTo>
                  <a:pt x="210724" y="953876"/>
                  <a:pt x="237503" y="927096"/>
                  <a:pt x="270536" y="927096"/>
                </a:cubicBezTo>
                <a:cubicBezTo>
                  <a:pt x="303569" y="927096"/>
                  <a:pt x="330349" y="953876"/>
                  <a:pt x="330349" y="986909"/>
                </a:cubicBezTo>
                <a:cubicBezTo>
                  <a:pt x="330306" y="1019924"/>
                  <a:pt x="303551" y="1046679"/>
                  <a:pt x="270536" y="1046721"/>
                </a:cubicBezTo>
                <a:cubicBezTo>
                  <a:pt x="237503" y="1046721"/>
                  <a:pt x="210724" y="1019945"/>
                  <a:pt x="210724" y="986909"/>
                </a:cubicBezTo>
                <a:close/>
                <a:moveTo>
                  <a:pt x="441430" y="1137386"/>
                </a:moveTo>
                <a:cubicBezTo>
                  <a:pt x="434158" y="1097087"/>
                  <a:pt x="411869" y="1061046"/>
                  <a:pt x="379063" y="1036538"/>
                </a:cubicBezTo>
                <a:cubicBezTo>
                  <a:pt x="386310" y="1020994"/>
                  <a:pt x="390097" y="1004062"/>
                  <a:pt x="390161" y="986912"/>
                </a:cubicBezTo>
                <a:cubicBezTo>
                  <a:pt x="390161" y="920847"/>
                  <a:pt x="336605" y="867287"/>
                  <a:pt x="270536" y="867287"/>
                </a:cubicBezTo>
                <a:cubicBezTo>
                  <a:pt x="204467" y="867287"/>
                  <a:pt x="150911" y="920843"/>
                  <a:pt x="150911" y="986912"/>
                </a:cubicBezTo>
                <a:cubicBezTo>
                  <a:pt x="150976" y="1004062"/>
                  <a:pt x="154762" y="1020994"/>
                  <a:pt x="162010" y="1036538"/>
                </a:cubicBezTo>
                <a:cubicBezTo>
                  <a:pt x="129206" y="1061048"/>
                  <a:pt x="106918" y="1097088"/>
                  <a:pt x="99643" y="1137386"/>
                </a:cubicBezTo>
                <a:cubicBezTo>
                  <a:pt x="38255" y="1050494"/>
                  <a:pt x="51838" y="931372"/>
                  <a:pt x="131215" y="860535"/>
                </a:cubicBezTo>
                <a:cubicBezTo>
                  <a:pt x="210592" y="789699"/>
                  <a:pt x="330484" y="789699"/>
                  <a:pt x="409861" y="860535"/>
                </a:cubicBezTo>
                <a:cubicBezTo>
                  <a:pt x="489235" y="931372"/>
                  <a:pt x="502817" y="1050494"/>
                  <a:pt x="441430" y="1137386"/>
                </a:cubicBezTo>
                <a:close/>
                <a:moveTo>
                  <a:pt x="1006287" y="1644647"/>
                </a:moveTo>
                <a:cubicBezTo>
                  <a:pt x="939958" y="1684329"/>
                  <a:pt x="857184" y="1684335"/>
                  <a:pt x="790849" y="1644661"/>
                </a:cubicBezTo>
                <a:cubicBezTo>
                  <a:pt x="787076" y="1634398"/>
                  <a:pt x="785073" y="1623568"/>
                  <a:pt x="784927" y="1612633"/>
                </a:cubicBezTo>
                <a:cubicBezTo>
                  <a:pt x="785384" y="1580264"/>
                  <a:pt x="801304" y="1550068"/>
                  <a:pt x="827755" y="1531403"/>
                </a:cubicBezTo>
                <a:cubicBezTo>
                  <a:pt x="869659" y="1563036"/>
                  <a:pt x="927466" y="1563036"/>
                  <a:pt x="969371" y="1531403"/>
                </a:cubicBezTo>
                <a:cubicBezTo>
                  <a:pt x="995822" y="1550067"/>
                  <a:pt x="1011743" y="1580263"/>
                  <a:pt x="1012198" y="1612633"/>
                </a:cubicBezTo>
                <a:cubicBezTo>
                  <a:pt x="1012052" y="1623562"/>
                  <a:pt x="1010053" y="1634387"/>
                  <a:pt x="1006287" y="1644647"/>
                </a:cubicBezTo>
                <a:close/>
                <a:moveTo>
                  <a:pt x="838750" y="1435501"/>
                </a:moveTo>
                <a:cubicBezTo>
                  <a:pt x="838750" y="1402468"/>
                  <a:pt x="865530" y="1375688"/>
                  <a:pt x="898563" y="1375688"/>
                </a:cubicBezTo>
                <a:cubicBezTo>
                  <a:pt x="931595" y="1375688"/>
                  <a:pt x="958375" y="1402468"/>
                  <a:pt x="958375" y="1435501"/>
                </a:cubicBezTo>
                <a:cubicBezTo>
                  <a:pt x="958332" y="1468516"/>
                  <a:pt x="931578" y="1495271"/>
                  <a:pt x="898563" y="1495314"/>
                </a:cubicBezTo>
                <a:cubicBezTo>
                  <a:pt x="865530" y="1495314"/>
                  <a:pt x="838750" y="1468534"/>
                  <a:pt x="838750" y="1435501"/>
                </a:cubicBezTo>
                <a:close/>
                <a:moveTo>
                  <a:pt x="1037888" y="1309124"/>
                </a:moveTo>
                <a:cubicBezTo>
                  <a:pt x="1117265" y="1379960"/>
                  <a:pt x="1130847" y="1499087"/>
                  <a:pt x="1069460" y="1585975"/>
                </a:cubicBezTo>
                <a:cubicBezTo>
                  <a:pt x="1062188" y="1545675"/>
                  <a:pt x="1039899" y="1509635"/>
                  <a:pt x="1007092" y="1485127"/>
                </a:cubicBezTo>
                <a:cubicBezTo>
                  <a:pt x="1014339" y="1469583"/>
                  <a:pt x="1018126" y="1452651"/>
                  <a:pt x="1018191" y="1435501"/>
                </a:cubicBezTo>
                <a:cubicBezTo>
                  <a:pt x="1018191" y="1369435"/>
                  <a:pt x="964635" y="1315876"/>
                  <a:pt x="898566" y="1315876"/>
                </a:cubicBezTo>
                <a:cubicBezTo>
                  <a:pt x="832497" y="1315876"/>
                  <a:pt x="778941" y="1369432"/>
                  <a:pt x="778941" y="1435501"/>
                </a:cubicBezTo>
                <a:cubicBezTo>
                  <a:pt x="779005" y="1452651"/>
                  <a:pt x="782792" y="1469583"/>
                  <a:pt x="790040" y="1485127"/>
                </a:cubicBezTo>
                <a:cubicBezTo>
                  <a:pt x="757235" y="1509637"/>
                  <a:pt x="734948" y="1545676"/>
                  <a:pt x="727673" y="1585975"/>
                </a:cubicBezTo>
                <a:cubicBezTo>
                  <a:pt x="666285" y="1499083"/>
                  <a:pt x="679868" y="1379960"/>
                  <a:pt x="759245" y="1309124"/>
                </a:cubicBezTo>
                <a:cubicBezTo>
                  <a:pt x="838615" y="1238287"/>
                  <a:pt x="958510" y="1238287"/>
                  <a:pt x="1037888" y="1309124"/>
                </a:cubicBezTo>
                <a:close/>
                <a:moveTo>
                  <a:pt x="569595" y="628037"/>
                </a:moveTo>
                <a:cubicBezTo>
                  <a:pt x="487051" y="627941"/>
                  <a:pt x="420162" y="561049"/>
                  <a:pt x="420066" y="478507"/>
                </a:cubicBezTo>
                <a:cubicBezTo>
                  <a:pt x="420205" y="395781"/>
                  <a:pt x="487381" y="328831"/>
                  <a:pt x="570108" y="328970"/>
                </a:cubicBezTo>
                <a:cubicBezTo>
                  <a:pt x="570531" y="328971"/>
                  <a:pt x="570954" y="328974"/>
                  <a:pt x="571377" y="328978"/>
                </a:cubicBezTo>
                <a:lnTo>
                  <a:pt x="571388" y="328978"/>
                </a:lnTo>
                <a:cubicBezTo>
                  <a:pt x="572584" y="328982"/>
                  <a:pt x="573780" y="328914"/>
                  <a:pt x="574968" y="328775"/>
                </a:cubicBezTo>
                <a:lnTo>
                  <a:pt x="584222" y="325700"/>
                </a:lnTo>
                <a:cubicBezTo>
                  <a:pt x="586533" y="324515"/>
                  <a:pt x="588675" y="323024"/>
                  <a:pt x="590589" y="321268"/>
                </a:cubicBezTo>
                <a:cubicBezTo>
                  <a:pt x="591205" y="320701"/>
                  <a:pt x="591893" y="320266"/>
                  <a:pt x="592459" y="319646"/>
                </a:cubicBezTo>
                <a:cubicBezTo>
                  <a:pt x="598886" y="313338"/>
                  <a:pt x="602062" y="304430"/>
                  <a:pt x="601078" y="295478"/>
                </a:cubicBezTo>
                <a:cubicBezTo>
                  <a:pt x="600009" y="286749"/>
                  <a:pt x="599482" y="277959"/>
                  <a:pt x="599500" y="269165"/>
                </a:cubicBezTo>
                <a:cubicBezTo>
                  <a:pt x="599313" y="186168"/>
                  <a:pt x="648286" y="110934"/>
                  <a:pt x="724256" y="77510"/>
                </a:cubicBezTo>
                <a:cubicBezTo>
                  <a:pt x="800225" y="44084"/>
                  <a:pt x="888777" y="58809"/>
                  <a:pt x="949842" y="115022"/>
                </a:cubicBezTo>
                <a:cubicBezTo>
                  <a:pt x="881698" y="151186"/>
                  <a:pt x="838999" y="221929"/>
                  <a:pt x="838750" y="299073"/>
                </a:cubicBezTo>
                <a:cubicBezTo>
                  <a:pt x="838746" y="315589"/>
                  <a:pt x="852131" y="328981"/>
                  <a:pt x="868647" y="328985"/>
                </a:cubicBezTo>
                <a:cubicBezTo>
                  <a:pt x="885163" y="328989"/>
                  <a:pt x="898555" y="315604"/>
                  <a:pt x="898559" y="299088"/>
                </a:cubicBezTo>
                <a:cubicBezTo>
                  <a:pt x="898559" y="299083"/>
                  <a:pt x="898559" y="299078"/>
                  <a:pt x="898559" y="299073"/>
                </a:cubicBezTo>
                <a:cubicBezTo>
                  <a:pt x="898644" y="231625"/>
                  <a:pt x="943863" y="172582"/>
                  <a:pt x="1008956" y="154917"/>
                </a:cubicBezTo>
                <a:cubicBezTo>
                  <a:pt x="1021679" y="151271"/>
                  <a:pt x="1034857" y="149462"/>
                  <a:pt x="1048092" y="149544"/>
                </a:cubicBezTo>
                <a:cubicBezTo>
                  <a:pt x="1130637" y="149640"/>
                  <a:pt x="1197526" y="216532"/>
                  <a:pt x="1197622" y="299073"/>
                </a:cubicBezTo>
                <a:cubicBezTo>
                  <a:pt x="1197616" y="315583"/>
                  <a:pt x="1210995" y="328972"/>
                  <a:pt x="1227505" y="328978"/>
                </a:cubicBezTo>
                <a:cubicBezTo>
                  <a:pt x="1227512" y="328978"/>
                  <a:pt x="1227519" y="328978"/>
                  <a:pt x="1227526" y="328978"/>
                </a:cubicBezTo>
                <a:cubicBezTo>
                  <a:pt x="1310071" y="329074"/>
                  <a:pt x="1376960" y="395966"/>
                  <a:pt x="1377056" y="478507"/>
                </a:cubicBezTo>
                <a:cubicBezTo>
                  <a:pt x="1376924" y="561038"/>
                  <a:pt x="1310053" y="627905"/>
                  <a:pt x="1227526" y="628037"/>
                </a:cubicBezTo>
                <a:lnTo>
                  <a:pt x="569595" y="628037"/>
                </a:lnTo>
                <a:close/>
                <a:moveTo>
                  <a:pt x="1634313" y="1196058"/>
                </a:moveTo>
                <a:cubicBezTo>
                  <a:pt x="1567984" y="1235740"/>
                  <a:pt x="1485210" y="1235746"/>
                  <a:pt x="1418875" y="1196073"/>
                </a:cubicBezTo>
                <a:cubicBezTo>
                  <a:pt x="1415102" y="1185809"/>
                  <a:pt x="1413099" y="1174979"/>
                  <a:pt x="1412953" y="1164045"/>
                </a:cubicBezTo>
                <a:cubicBezTo>
                  <a:pt x="1413410" y="1131675"/>
                  <a:pt x="1429331" y="1101479"/>
                  <a:pt x="1455781" y="1082815"/>
                </a:cubicBezTo>
                <a:cubicBezTo>
                  <a:pt x="1497686" y="1114447"/>
                  <a:pt x="1555492" y="1114447"/>
                  <a:pt x="1597397" y="1082815"/>
                </a:cubicBezTo>
                <a:cubicBezTo>
                  <a:pt x="1623849" y="1101478"/>
                  <a:pt x="1639769" y="1131675"/>
                  <a:pt x="1640225" y="1164045"/>
                </a:cubicBezTo>
                <a:cubicBezTo>
                  <a:pt x="1640080" y="1174973"/>
                  <a:pt x="1638081" y="1185798"/>
                  <a:pt x="1634314" y="1196058"/>
                </a:cubicBezTo>
                <a:close/>
                <a:moveTo>
                  <a:pt x="1466780" y="986909"/>
                </a:moveTo>
                <a:cubicBezTo>
                  <a:pt x="1466780" y="953876"/>
                  <a:pt x="1493560" y="927096"/>
                  <a:pt x="1526592" y="927096"/>
                </a:cubicBezTo>
                <a:cubicBezTo>
                  <a:pt x="1559625" y="927096"/>
                  <a:pt x="1586405" y="953876"/>
                  <a:pt x="1586405" y="986909"/>
                </a:cubicBezTo>
                <a:cubicBezTo>
                  <a:pt x="1586362" y="1019924"/>
                  <a:pt x="1559607" y="1046679"/>
                  <a:pt x="1526592" y="1046721"/>
                </a:cubicBezTo>
                <a:cubicBezTo>
                  <a:pt x="1493556" y="1046721"/>
                  <a:pt x="1466780" y="1019945"/>
                  <a:pt x="1466780" y="986909"/>
                </a:cubicBezTo>
                <a:close/>
                <a:moveTo>
                  <a:pt x="1697486" y="1137386"/>
                </a:moveTo>
                <a:cubicBezTo>
                  <a:pt x="1690214" y="1097087"/>
                  <a:pt x="1667926" y="1061046"/>
                  <a:pt x="1635119" y="1036538"/>
                </a:cubicBezTo>
                <a:cubicBezTo>
                  <a:pt x="1642366" y="1020994"/>
                  <a:pt x="1646153" y="1004062"/>
                  <a:pt x="1646218" y="986912"/>
                </a:cubicBezTo>
                <a:cubicBezTo>
                  <a:pt x="1646218" y="920847"/>
                  <a:pt x="1592662" y="867287"/>
                  <a:pt x="1526592" y="867287"/>
                </a:cubicBezTo>
                <a:cubicBezTo>
                  <a:pt x="1460523" y="867287"/>
                  <a:pt x="1406967" y="920843"/>
                  <a:pt x="1406967" y="986912"/>
                </a:cubicBezTo>
                <a:cubicBezTo>
                  <a:pt x="1407032" y="1004062"/>
                  <a:pt x="1410819" y="1020994"/>
                  <a:pt x="1418066" y="1036538"/>
                </a:cubicBezTo>
                <a:cubicBezTo>
                  <a:pt x="1385262" y="1061048"/>
                  <a:pt x="1362974" y="1097088"/>
                  <a:pt x="1355699" y="1137386"/>
                </a:cubicBezTo>
                <a:cubicBezTo>
                  <a:pt x="1289008" y="1043145"/>
                  <a:pt x="1311341" y="912685"/>
                  <a:pt x="1405582" y="845994"/>
                </a:cubicBezTo>
                <a:cubicBezTo>
                  <a:pt x="1440962" y="820956"/>
                  <a:pt x="1483250" y="807536"/>
                  <a:pt x="1526592" y="807589"/>
                </a:cubicBezTo>
                <a:cubicBezTo>
                  <a:pt x="1642041" y="807443"/>
                  <a:pt x="1735749" y="900916"/>
                  <a:pt x="1735894" y="1016365"/>
                </a:cubicBezTo>
                <a:cubicBezTo>
                  <a:pt x="1735949" y="1059712"/>
                  <a:pt x="1722527" y="1102004"/>
                  <a:pt x="1697486" y="1137386"/>
                </a:cubicBezTo>
                <a:close/>
              </a:path>
            </a:pathLst>
          </a:custGeom>
          <a:solidFill>
            <a:schemeClr val="bg1"/>
          </a:solidFill>
          <a:ln w="17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9"/>
          <p:cNvSpPr txBox="1"/>
          <p:nvPr/>
        </p:nvSpPr>
        <p:spPr>
          <a:xfrm rot="1370804">
            <a:off x="9176936" y="1849735"/>
            <a:ext cx="1133762" cy="272103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线下自营店</a:t>
            </a:r>
          </a:p>
        </p:txBody>
      </p:sp>
      <p:sp>
        <p:nvSpPr>
          <p:cNvPr id="50" name="6"/>
          <p:cNvSpPr txBox="1"/>
          <p:nvPr/>
        </p:nvSpPr>
        <p:spPr>
          <a:xfrm rot="5081810">
            <a:off x="10258049" y="3327473"/>
            <a:ext cx="1133762" cy="272103"/>
          </a:xfrm>
          <a:prstGeom prst="rect">
            <a:avLst/>
          </a:prstGeom>
          <a:noFill/>
        </p:spPr>
        <p:txBody>
          <a:bodyPr vert="horz" wrap="non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实体加盟店</a:t>
            </a:r>
          </a:p>
        </p:txBody>
      </p:sp>
      <p:sp>
        <p:nvSpPr>
          <p:cNvPr id="64" name="11"/>
          <p:cNvSpPr txBox="1"/>
          <p:nvPr/>
        </p:nvSpPr>
        <p:spPr>
          <a:xfrm rot="19275229">
            <a:off x="9462144" y="5084608"/>
            <a:ext cx="1449591" cy="316795"/>
          </a:xfrm>
          <a:prstGeom prst="rect">
            <a:avLst/>
          </a:prstGeom>
          <a:noFill/>
        </p:spPr>
        <p:txBody>
          <a:bodyPr wrap="none" lIns="0" tIns="0" rIns="0" bIns="0" rtlCol="0" anchor="ctr">
            <a:prstTxWarp prst="textArchDown">
              <a:avLst>
                <a:gd name="adj" fmla="val 593153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上下游合作商</a:t>
            </a:r>
          </a:p>
        </p:txBody>
      </p:sp>
      <p:sp>
        <p:nvSpPr>
          <p:cNvPr id="26" name="箭头: V 形 25"/>
          <p:cNvSpPr/>
          <p:nvPr/>
        </p:nvSpPr>
        <p:spPr>
          <a:xfrm rot="17270509">
            <a:off x="6860475" y="2582916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Chevron 25+"/>
          <p:cNvSpPr/>
          <p:nvPr/>
        </p:nvSpPr>
        <p:spPr>
          <a:xfrm rot="20912850">
            <a:off x="8539554" y="1300679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Chevron 25++"/>
          <p:cNvSpPr/>
          <p:nvPr/>
        </p:nvSpPr>
        <p:spPr>
          <a:xfrm rot="2973289">
            <a:off x="10454779" y="2141745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Chevron 25+++"/>
          <p:cNvSpPr/>
          <p:nvPr/>
        </p:nvSpPr>
        <p:spPr>
          <a:xfrm rot="6417721">
            <a:off x="10714088" y="4039054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Chevron 25++++"/>
          <p:cNvSpPr/>
          <p:nvPr/>
        </p:nvSpPr>
        <p:spPr>
          <a:xfrm rot="10174125">
            <a:off x="9017371" y="5382125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Chevron 25+++++"/>
          <p:cNvSpPr/>
          <p:nvPr/>
        </p:nvSpPr>
        <p:spPr>
          <a:xfrm rot="13881845">
            <a:off x="7142005" y="4588130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1669466" y="196403"/>
            <a:ext cx="287258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全渠道营销整合图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环形图</a:t>
            </a:r>
          </a:p>
        </p:txBody>
      </p:sp>
      <p:cxnSp>
        <p:nvCxnSpPr>
          <p:cNvPr id="52" name="直接连接符 51"/>
          <p:cNvCxnSpPr/>
          <p:nvPr/>
        </p:nvCxnSpPr>
        <p:spPr>
          <a:xfrm>
            <a:off x="1584758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/>
          <p:cNvSpPr/>
          <p:nvPr/>
        </p:nvSpPr>
        <p:spPr>
          <a:xfrm>
            <a:off x="442913" y="5569070"/>
            <a:ext cx="11269662" cy="9564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42913" y="4459488"/>
            <a:ext cx="11269662" cy="10005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442913" y="3349906"/>
            <a:ext cx="11269662" cy="104989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42913" y="1201829"/>
            <a:ext cx="11269662" cy="20826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3115689" y="743615"/>
            <a:ext cx="5960623" cy="5295552"/>
          </a:xfrm>
          <a:custGeom>
            <a:avLst/>
            <a:gdLst>
              <a:gd name="connsiteX0" fmla="*/ 2265887 w 4531775"/>
              <a:gd name="connsiteY0" fmla="*/ 0 h 4997002"/>
              <a:gd name="connsiteX1" fmla="*/ 3382614 w 4531775"/>
              <a:gd name="connsiteY1" fmla="*/ 1352282 h 4997002"/>
              <a:gd name="connsiteX2" fmla="*/ 2763357 w 4531775"/>
              <a:gd name="connsiteY2" fmla="*/ 1352282 h 4997002"/>
              <a:gd name="connsiteX3" fmla="*/ 4531775 w 4531775"/>
              <a:gd name="connsiteY3" fmla="*/ 4997002 h 4997002"/>
              <a:gd name="connsiteX4" fmla="*/ 0 w 4531775"/>
              <a:gd name="connsiteY4" fmla="*/ 4997002 h 4997002"/>
              <a:gd name="connsiteX5" fmla="*/ 1768418 w 4531775"/>
              <a:gd name="connsiteY5" fmla="*/ 1352282 h 4997002"/>
              <a:gd name="connsiteX6" fmla="*/ 1149160 w 4531775"/>
              <a:gd name="connsiteY6" fmla="*/ 1352282 h 4997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1775" h="4997002">
                <a:moveTo>
                  <a:pt x="2265887" y="0"/>
                </a:moveTo>
                <a:lnTo>
                  <a:pt x="3382614" y="1352282"/>
                </a:lnTo>
                <a:lnTo>
                  <a:pt x="2763357" y="1352282"/>
                </a:lnTo>
                <a:lnTo>
                  <a:pt x="4531775" y="4997002"/>
                </a:lnTo>
                <a:lnTo>
                  <a:pt x="0" y="4997002"/>
                </a:lnTo>
                <a:lnTo>
                  <a:pt x="1768418" y="1352282"/>
                </a:lnTo>
                <a:lnTo>
                  <a:pt x="1149160" y="1352282"/>
                </a:lnTo>
                <a:close/>
              </a:path>
            </a:pathLst>
          </a:custGeom>
          <a:gradFill>
            <a:gsLst>
              <a:gs pos="79000">
                <a:schemeClr val="accent2">
                  <a:alpha val="0"/>
                </a:schemeClr>
              </a:gs>
              <a:gs pos="37000">
                <a:schemeClr val="accent2">
                  <a:alpha val="40000"/>
                </a:schemeClr>
              </a:gs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0" name="Trapezoid 10+"/>
          <p:cNvSpPr/>
          <p:nvPr/>
        </p:nvSpPr>
        <p:spPr>
          <a:xfrm>
            <a:off x="1892300" y="5027766"/>
            <a:ext cx="8407400" cy="424980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Trapezoid 10+"/>
          <p:cNvSpPr/>
          <p:nvPr/>
        </p:nvSpPr>
        <p:spPr>
          <a:xfrm>
            <a:off x="2139950" y="3896223"/>
            <a:ext cx="7791450" cy="494442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梯形 25"/>
          <p:cNvSpPr/>
          <p:nvPr/>
        </p:nvSpPr>
        <p:spPr>
          <a:xfrm>
            <a:off x="2139950" y="3275329"/>
            <a:ext cx="7791450" cy="623213"/>
          </a:xfrm>
          <a:prstGeom prst="trapezoid">
            <a:avLst>
              <a:gd name="adj" fmla="val 105769"/>
            </a:avLst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26558" y="1745019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营销活动主题</a:t>
            </a:r>
          </a:p>
        </p:txBody>
      </p:sp>
      <p:sp>
        <p:nvSpPr>
          <p:cNvPr id="12" name="Trapezoid 10+"/>
          <p:cNvSpPr/>
          <p:nvPr/>
        </p:nvSpPr>
        <p:spPr>
          <a:xfrm>
            <a:off x="2768601" y="2914650"/>
            <a:ext cx="6661150" cy="365637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梯形 10"/>
          <p:cNvSpPr/>
          <p:nvPr/>
        </p:nvSpPr>
        <p:spPr>
          <a:xfrm>
            <a:off x="2774953" y="2297788"/>
            <a:ext cx="6654798" cy="623213"/>
          </a:xfrm>
          <a:prstGeom prst="trapezoid">
            <a:avLst>
              <a:gd name="adj" fmla="val 133726"/>
            </a:avLst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430270" y="2460581"/>
            <a:ext cx="1002661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23824" y="2551067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官宣蓄势</a:t>
            </a:r>
          </a:p>
        </p:txBody>
      </p:sp>
      <p:sp>
        <p:nvSpPr>
          <p:cNvPr id="18" name="矩形 17"/>
          <p:cNvSpPr/>
          <p:nvPr/>
        </p:nvSpPr>
        <p:spPr>
          <a:xfrm>
            <a:off x="5596881" y="2460581"/>
            <a:ext cx="1002661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90435" y="2551067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话题造热</a:t>
            </a:r>
          </a:p>
        </p:txBody>
      </p:sp>
      <p:sp>
        <p:nvSpPr>
          <p:cNvPr id="21" name="矩形 20"/>
          <p:cNvSpPr/>
          <p:nvPr/>
        </p:nvSpPr>
        <p:spPr>
          <a:xfrm>
            <a:off x="7695717" y="2460581"/>
            <a:ext cx="1002661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89270" y="2551067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事件引爆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085215" y="3020525"/>
            <a:ext cx="141064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寻找最会不出门生活的人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025605" y="3020525"/>
            <a:ext cx="158697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不出门生活节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全民生活共创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119830" y="3020525"/>
            <a:ext cx="179536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线下「不出门生活节」场景体验</a:t>
            </a:r>
          </a:p>
        </p:txBody>
      </p:sp>
      <p:sp>
        <p:nvSpPr>
          <p:cNvPr id="45" name="矩形 44"/>
          <p:cNvSpPr/>
          <p:nvPr/>
        </p:nvSpPr>
        <p:spPr>
          <a:xfrm>
            <a:off x="5097537" y="3400838"/>
            <a:ext cx="2001990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406035" y="3491324"/>
            <a:ext cx="138499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输出不出门生活提案</a:t>
            </a:r>
          </a:p>
        </p:txBody>
      </p:sp>
      <p:sp>
        <p:nvSpPr>
          <p:cNvPr id="46" name="矩形 45"/>
          <p:cNvSpPr/>
          <p:nvPr/>
        </p:nvSpPr>
        <p:spPr>
          <a:xfrm>
            <a:off x="7272276" y="3400838"/>
            <a:ext cx="2001990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370016" y="3491324"/>
            <a:ext cx="18065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家居卖场打造体验空间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460894" y="3989556"/>
            <a:ext cx="769441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品牌联名号召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锁定目标用户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200850" y="3989556"/>
            <a:ext cx="179536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发起明星主题示范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垂类专业博主引领生活方式共创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760310" y="3989556"/>
            <a:ext cx="102592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系列不出门生活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提案场景复刻搭建</a:t>
            </a:r>
          </a:p>
        </p:txBody>
      </p:sp>
      <p:sp>
        <p:nvSpPr>
          <p:cNvPr id="43" name="矩形 42"/>
          <p:cNvSpPr/>
          <p:nvPr/>
        </p:nvSpPr>
        <p:spPr>
          <a:xfrm>
            <a:off x="2706286" y="3400838"/>
            <a:ext cx="2278658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939116" y="3491324"/>
            <a:ext cx="181299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《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不出门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个理由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》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上线</a:t>
            </a:r>
          </a:p>
        </p:txBody>
      </p:sp>
      <p:sp>
        <p:nvSpPr>
          <p:cNvPr id="50" name="梯形 49"/>
          <p:cNvSpPr/>
          <p:nvPr/>
        </p:nvSpPr>
        <p:spPr>
          <a:xfrm>
            <a:off x="1892300" y="4384187"/>
            <a:ext cx="8407400" cy="649382"/>
          </a:xfrm>
          <a:prstGeom prst="trapezoid">
            <a:avLst>
              <a:gd name="adj" fmla="val 66269"/>
            </a:avLst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295945" y="4511266"/>
            <a:ext cx="2278658" cy="365198"/>
            <a:chOff x="2295945" y="4511266"/>
            <a:chExt cx="2278658" cy="365198"/>
          </a:xfrm>
        </p:grpSpPr>
        <p:sp>
          <p:nvSpPr>
            <p:cNvPr id="51" name="矩形 50"/>
            <p:cNvSpPr/>
            <p:nvPr/>
          </p:nvSpPr>
          <p:spPr>
            <a:xfrm>
              <a:off x="2295945" y="4511266"/>
              <a:ext cx="2278658" cy="36519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819720" y="4601532"/>
              <a:ext cx="1231107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初步形成产品认知</a:t>
              </a:r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2496555" y="5117145"/>
            <a:ext cx="159530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细分赛道不出门场景笔记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942552" y="4511266"/>
            <a:ext cx="2278658" cy="365198"/>
            <a:chOff x="4942552" y="4511266"/>
            <a:chExt cx="2278658" cy="365198"/>
          </a:xfrm>
        </p:grpSpPr>
        <p:sp>
          <p:nvSpPr>
            <p:cNvPr id="57" name="矩形 56"/>
            <p:cNvSpPr/>
            <p:nvPr/>
          </p:nvSpPr>
          <p:spPr>
            <a:xfrm>
              <a:off x="4942552" y="4511266"/>
              <a:ext cx="2278658" cy="36519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5158551" y="4601532"/>
              <a:ext cx="1846660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情绪价值赋能种草声量造势</a:t>
              </a: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5143163" y="5117145"/>
            <a:ext cx="159530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多领域博主主题场景演绎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589160" y="4511266"/>
            <a:ext cx="2278658" cy="365198"/>
            <a:chOff x="7589160" y="4511266"/>
            <a:chExt cx="2278658" cy="365198"/>
          </a:xfrm>
        </p:grpSpPr>
        <p:sp>
          <p:nvSpPr>
            <p:cNvPr id="61" name="矩形 60"/>
            <p:cNvSpPr/>
            <p:nvPr/>
          </p:nvSpPr>
          <p:spPr>
            <a:xfrm>
              <a:off x="7589160" y="4511266"/>
              <a:ext cx="2278658" cy="36519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959048" y="4601532"/>
              <a:ext cx="15388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线下体验完成最后一环</a:t>
              </a:r>
            </a:p>
          </p:txBody>
        </p:sp>
      </p:grpSp>
      <p:sp>
        <p:nvSpPr>
          <p:cNvPr id="63" name="文本框 62"/>
          <p:cNvSpPr txBox="1"/>
          <p:nvPr/>
        </p:nvSpPr>
        <p:spPr>
          <a:xfrm>
            <a:off x="7590197" y="5117145"/>
            <a:ext cx="19271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多圈层博主线下打卡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笔记输出</a:t>
            </a:r>
          </a:p>
        </p:txBody>
      </p:sp>
      <p:sp>
        <p:nvSpPr>
          <p:cNvPr id="66" name="梯形 65"/>
          <p:cNvSpPr/>
          <p:nvPr/>
        </p:nvSpPr>
        <p:spPr>
          <a:xfrm>
            <a:off x="1695450" y="5368625"/>
            <a:ext cx="8738700" cy="650981"/>
          </a:xfrm>
          <a:prstGeom prst="trapezoid">
            <a:avLst>
              <a:gd name="adj" fmla="val 89863"/>
            </a:avLst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Trapezoid 10+"/>
          <p:cNvSpPr/>
          <p:nvPr/>
        </p:nvSpPr>
        <p:spPr>
          <a:xfrm>
            <a:off x="1695450" y="6011529"/>
            <a:ext cx="8738700" cy="442229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558732" y="5543839"/>
            <a:ext cx="5074536" cy="36519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018782" y="5634105"/>
            <a:ext cx="215443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深度赋能品牌电商节点拔草收割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544346" y="6088854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资源赋能</a:t>
            </a:r>
          </a:p>
        </p:txBody>
      </p:sp>
      <p:sp>
        <p:nvSpPr>
          <p:cNvPr id="90" name="图形 2169"/>
          <p:cNvSpPr/>
          <p:nvPr/>
        </p:nvSpPr>
        <p:spPr>
          <a:xfrm>
            <a:off x="1378733" y="6070326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44346" y="3921243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声量种草</a:t>
            </a:r>
          </a:p>
        </p:txBody>
      </p:sp>
      <p:sp>
        <p:nvSpPr>
          <p:cNvPr id="94" name="图形 2169"/>
          <p:cNvSpPr/>
          <p:nvPr/>
        </p:nvSpPr>
        <p:spPr>
          <a:xfrm>
            <a:off x="1378733" y="3902715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544346" y="5033109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拨草收割</a:t>
            </a:r>
          </a:p>
        </p:txBody>
      </p:sp>
      <p:sp>
        <p:nvSpPr>
          <p:cNvPr id="97" name="图形 2169"/>
          <p:cNvSpPr/>
          <p:nvPr/>
        </p:nvSpPr>
        <p:spPr>
          <a:xfrm>
            <a:off x="1378733" y="5014581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44346" y="2857075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声势打造</a:t>
            </a:r>
          </a:p>
        </p:txBody>
      </p:sp>
      <p:sp>
        <p:nvSpPr>
          <p:cNvPr id="100" name="图形 2169"/>
          <p:cNvSpPr/>
          <p:nvPr/>
        </p:nvSpPr>
        <p:spPr>
          <a:xfrm>
            <a:off x="1378733" y="2838547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548296" y="1371523"/>
            <a:ext cx="2051844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营销活动核心目标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469305" y="1733353"/>
            <a:ext cx="2914646" cy="44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赋能电商大促节点，推动合作品牌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GMV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，种草笔记转化率提升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9582788" y="1371523"/>
            <a:ext cx="2051844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营销活动执行亮点</a:t>
            </a:r>
          </a:p>
        </p:txBody>
      </p:sp>
      <p:sp>
        <p:nvSpPr>
          <p:cNvPr id="106" name="文本框 105"/>
          <p:cNvSpPr txBox="1"/>
          <p:nvPr/>
        </p:nvSpPr>
        <p:spPr>
          <a:xfrm flipH="1">
            <a:off x="10790542" y="2857075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活动蓄势</a:t>
            </a:r>
          </a:p>
        </p:txBody>
      </p:sp>
      <p:sp>
        <p:nvSpPr>
          <p:cNvPr id="107" name="图形 2169"/>
          <p:cNvSpPr/>
          <p:nvPr/>
        </p:nvSpPr>
        <p:spPr>
          <a:xfrm flipH="1">
            <a:off x="10439233" y="2838547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 flipH="1">
            <a:off x="10790542" y="3921243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活动造热</a:t>
            </a:r>
          </a:p>
        </p:txBody>
      </p:sp>
      <p:sp>
        <p:nvSpPr>
          <p:cNvPr id="110" name="图形 2169"/>
          <p:cNvSpPr/>
          <p:nvPr/>
        </p:nvSpPr>
        <p:spPr>
          <a:xfrm flipH="1">
            <a:off x="10439233" y="3902715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 flipH="1">
            <a:off x="10790542" y="5033109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活动引爆</a:t>
            </a:r>
          </a:p>
        </p:txBody>
      </p:sp>
      <p:sp>
        <p:nvSpPr>
          <p:cNvPr id="113" name="图形 2169"/>
          <p:cNvSpPr/>
          <p:nvPr/>
        </p:nvSpPr>
        <p:spPr>
          <a:xfrm flipH="1">
            <a:off x="10439233" y="5014581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5" name="文本框 114"/>
          <p:cNvSpPr txBox="1"/>
          <p:nvPr/>
        </p:nvSpPr>
        <p:spPr>
          <a:xfrm flipH="1">
            <a:off x="10790542" y="6183233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活动收割</a:t>
            </a:r>
          </a:p>
        </p:txBody>
      </p:sp>
      <p:sp>
        <p:nvSpPr>
          <p:cNvPr id="116" name="图形 2169"/>
          <p:cNvSpPr/>
          <p:nvPr/>
        </p:nvSpPr>
        <p:spPr>
          <a:xfrm flipH="1">
            <a:off x="10439233" y="6164705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8562471" y="1733353"/>
            <a:ext cx="3143250" cy="4492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开屏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火焰话题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信息流爆破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实现声量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&amp;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销量的双爆发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2506248" y="6109533"/>
            <a:ext cx="44114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开屏</a:t>
            </a:r>
          </a:p>
        </p:txBody>
      </p:sp>
      <p:pic>
        <p:nvPicPr>
          <p:cNvPr id="122" name="图形 12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240645" y="6100999"/>
            <a:ext cx="287296" cy="287296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4406568" y="6109533"/>
            <a:ext cx="56938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信息流</a:t>
            </a:r>
          </a:p>
        </p:txBody>
      </p:sp>
      <p:sp>
        <p:nvSpPr>
          <p:cNvPr id="126" name="任意多边形: 形状 125"/>
          <p:cNvSpPr/>
          <p:nvPr/>
        </p:nvSpPr>
        <p:spPr>
          <a:xfrm>
            <a:off x="4172712" y="6145684"/>
            <a:ext cx="185263" cy="202105"/>
          </a:xfrm>
          <a:custGeom>
            <a:avLst/>
            <a:gdLst>
              <a:gd name="connsiteX0" fmla="*/ 1250156 w 1309687"/>
              <a:gd name="connsiteY0" fmla="*/ 1428750 h 1428750"/>
              <a:gd name="connsiteX1" fmla="*/ 59531 w 1309687"/>
              <a:gd name="connsiteY1" fmla="*/ 1428750 h 1428750"/>
              <a:gd name="connsiteX2" fmla="*/ 0 w 1309687"/>
              <a:gd name="connsiteY2" fmla="*/ 1369219 h 1428750"/>
              <a:gd name="connsiteX3" fmla="*/ 0 w 1309687"/>
              <a:gd name="connsiteY3" fmla="*/ 59531 h 1428750"/>
              <a:gd name="connsiteX4" fmla="*/ 59531 w 1309687"/>
              <a:gd name="connsiteY4" fmla="*/ 0 h 1428750"/>
              <a:gd name="connsiteX5" fmla="*/ 1250156 w 1309687"/>
              <a:gd name="connsiteY5" fmla="*/ 0 h 1428750"/>
              <a:gd name="connsiteX6" fmla="*/ 1309688 w 1309687"/>
              <a:gd name="connsiteY6" fmla="*/ 59531 h 1428750"/>
              <a:gd name="connsiteX7" fmla="*/ 1309688 w 1309687"/>
              <a:gd name="connsiteY7" fmla="*/ 1369219 h 1428750"/>
              <a:gd name="connsiteX8" fmla="*/ 1250156 w 1309687"/>
              <a:gd name="connsiteY8" fmla="*/ 1428750 h 1428750"/>
              <a:gd name="connsiteX9" fmla="*/ 119063 w 1309687"/>
              <a:gd name="connsiteY9" fmla="*/ 1309688 h 1428750"/>
              <a:gd name="connsiteX10" fmla="*/ 1190625 w 1309687"/>
              <a:gd name="connsiteY10" fmla="*/ 1309688 h 1428750"/>
              <a:gd name="connsiteX11" fmla="*/ 1190625 w 1309687"/>
              <a:gd name="connsiteY11" fmla="*/ 119063 h 1428750"/>
              <a:gd name="connsiteX12" fmla="*/ 119063 w 1309687"/>
              <a:gd name="connsiteY12" fmla="*/ 119063 h 1428750"/>
              <a:gd name="connsiteX13" fmla="*/ 119063 w 1309687"/>
              <a:gd name="connsiteY13" fmla="*/ 1309688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09687" h="1428750">
                <a:moveTo>
                  <a:pt x="1250156" y="1428750"/>
                </a:moveTo>
                <a:lnTo>
                  <a:pt x="59531" y="1428750"/>
                </a:lnTo>
                <a:cubicBezTo>
                  <a:pt x="26659" y="1428750"/>
                  <a:pt x="0" y="1402091"/>
                  <a:pt x="0" y="1369219"/>
                </a:cubicBezTo>
                <a:lnTo>
                  <a:pt x="0" y="59531"/>
                </a:lnTo>
                <a:cubicBezTo>
                  <a:pt x="0" y="26659"/>
                  <a:pt x="26659" y="0"/>
                  <a:pt x="59531" y="0"/>
                </a:cubicBezTo>
                <a:lnTo>
                  <a:pt x="1250156" y="0"/>
                </a:lnTo>
                <a:cubicBezTo>
                  <a:pt x="1283029" y="0"/>
                  <a:pt x="1309688" y="26659"/>
                  <a:pt x="1309688" y="59531"/>
                </a:cubicBezTo>
                <a:lnTo>
                  <a:pt x="1309688" y="1369219"/>
                </a:lnTo>
                <a:cubicBezTo>
                  <a:pt x="1309688" y="1402091"/>
                  <a:pt x="1283029" y="1428750"/>
                  <a:pt x="1250156" y="1428750"/>
                </a:cubicBezTo>
                <a:close/>
                <a:moveTo>
                  <a:pt x="119063" y="1309688"/>
                </a:moveTo>
                <a:lnTo>
                  <a:pt x="1190625" y="1309688"/>
                </a:lnTo>
                <a:lnTo>
                  <a:pt x="1190625" y="119063"/>
                </a:lnTo>
                <a:lnTo>
                  <a:pt x="119063" y="119063"/>
                </a:lnTo>
                <a:lnTo>
                  <a:pt x="119063" y="1309688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7" name="任意多边形: 形状 126"/>
          <p:cNvSpPr/>
          <p:nvPr/>
        </p:nvSpPr>
        <p:spPr>
          <a:xfrm>
            <a:off x="4198238" y="6112000"/>
            <a:ext cx="193421" cy="210526"/>
          </a:xfrm>
          <a:custGeom>
            <a:avLst/>
            <a:gdLst>
              <a:gd name="connsiteX0" fmla="*/ 1307827 w 1367358"/>
              <a:gd name="connsiteY0" fmla="*/ 1488281 h 1488281"/>
              <a:gd name="connsiteX1" fmla="*/ 1248296 w 1367358"/>
              <a:gd name="connsiteY1" fmla="*/ 1428750 h 1488281"/>
              <a:gd name="connsiteX2" fmla="*/ 1248296 w 1367358"/>
              <a:gd name="connsiteY2" fmla="*/ 119063 h 1488281"/>
              <a:gd name="connsiteX3" fmla="*/ 59531 w 1367358"/>
              <a:gd name="connsiteY3" fmla="*/ 119063 h 1488281"/>
              <a:gd name="connsiteX4" fmla="*/ 0 w 1367358"/>
              <a:gd name="connsiteY4" fmla="*/ 59531 h 1488281"/>
              <a:gd name="connsiteX5" fmla="*/ 59531 w 1367358"/>
              <a:gd name="connsiteY5" fmla="*/ 0 h 1488281"/>
              <a:gd name="connsiteX6" fmla="*/ 1307827 w 1367358"/>
              <a:gd name="connsiteY6" fmla="*/ 0 h 1488281"/>
              <a:gd name="connsiteX7" fmla="*/ 1367358 w 1367358"/>
              <a:gd name="connsiteY7" fmla="*/ 59531 h 1488281"/>
              <a:gd name="connsiteX8" fmla="*/ 1367358 w 1367358"/>
              <a:gd name="connsiteY8" fmla="*/ 1428750 h 1488281"/>
              <a:gd name="connsiteX9" fmla="*/ 1307827 w 1367358"/>
              <a:gd name="connsiteY9" fmla="*/ 1488281 h 1488281"/>
              <a:gd name="connsiteX10" fmla="*/ 176733 w 1367358"/>
              <a:gd name="connsiteY10" fmla="*/ 1428750 h 1488281"/>
              <a:gd name="connsiteX11" fmla="*/ 57671 w 1367358"/>
              <a:gd name="connsiteY11" fmla="*/ 1428750 h 1488281"/>
              <a:gd name="connsiteX12" fmla="*/ 57671 w 1367358"/>
              <a:gd name="connsiteY12" fmla="*/ 1012031 h 1488281"/>
              <a:gd name="connsiteX13" fmla="*/ 117202 w 1367358"/>
              <a:gd name="connsiteY13" fmla="*/ 952500 h 1488281"/>
              <a:gd name="connsiteX14" fmla="*/ 176733 w 1367358"/>
              <a:gd name="connsiteY14" fmla="*/ 1012031 h 1488281"/>
              <a:gd name="connsiteX15" fmla="*/ 176733 w 1367358"/>
              <a:gd name="connsiteY15" fmla="*/ 1428750 h 1488281"/>
              <a:gd name="connsiteX16" fmla="*/ 533921 w 1367358"/>
              <a:gd name="connsiteY16" fmla="*/ 1428750 h 1488281"/>
              <a:gd name="connsiteX17" fmla="*/ 414858 w 1367358"/>
              <a:gd name="connsiteY17" fmla="*/ 1428750 h 1488281"/>
              <a:gd name="connsiteX18" fmla="*/ 414858 w 1367358"/>
              <a:gd name="connsiteY18" fmla="*/ 1131094 h 1488281"/>
              <a:gd name="connsiteX19" fmla="*/ 474390 w 1367358"/>
              <a:gd name="connsiteY19" fmla="*/ 1071563 h 1488281"/>
              <a:gd name="connsiteX20" fmla="*/ 533921 w 1367358"/>
              <a:gd name="connsiteY20" fmla="*/ 1131094 h 1488281"/>
              <a:gd name="connsiteX21" fmla="*/ 533921 w 1367358"/>
              <a:gd name="connsiteY21" fmla="*/ 1428750 h 1488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67358" h="1488281">
                <a:moveTo>
                  <a:pt x="1307827" y="1488281"/>
                </a:moveTo>
                <a:cubicBezTo>
                  <a:pt x="1274955" y="1488281"/>
                  <a:pt x="1248296" y="1461622"/>
                  <a:pt x="1248296" y="1428750"/>
                </a:cubicBezTo>
                <a:lnTo>
                  <a:pt x="1248296" y="119063"/>
                </a:lnTo>
                <a:lnTo>
                  <a:pt x="59531" y="119063"/>
                </a:lnTo>
                <a:cubicBezTo>
                  <a:pt x="26659" y="119063"/>
                  <a:pt x="0" y="92404"/>
                  <a:pt x="0" y="59531"/>
                </a:cubicBezTo>
                <a:cubicBezTo>
                  <a:pt x="0" y="26659"/>
                  <a:pt x="26659" y="0"/>
                  <a:pt x="59531" y="0"/>
                </a:cubicBezTo>
                <a:lnTo>
                  <a:pt x="1307827" y="0"/>
                </a:lnTo>
                <a:cubicBezTo>
                  <a:pt x="1340700" y="0"/>
                  <a:pt x="1367358" y="26659"/>
                  <a:pt x="1367358" y="59531"/>
                </a:cubicBezTo>
                <a:lnTo>
                  <a:pt x="1367358" y="1428750"/>
                </a:lnTo>
                <a:cubicBezTo>
                  <a:pt x="1367358" y="1461622"/>
                  <a:pt x="1340700" y="1488281"/>
                  <a:pt x="1307827" y="1488281"/>
                </a:cubicBezTo>
                <a:close/>
                <a:moveTo>
                  <a:pt x="176733" y="1428750"/>
                </a:moveTo>
                <a:lnTo>
                  <a:pt x="57671" y="1428750"/>
                </a:lnTo>
                <a:lnTo>
                  <a:pt x="57671" y="1012031"/>
                </a:lnTo>
                <a:cubicBezTo>
                  <a:pt x="57671" y="979159"/>
                  <a:pt x="84330" y="952500"/>
                  <a:pt x="117202" y="952500"/>
                </a:cubicBezTo>
                <a:cubicBezTo>
                  <a:pt x="150075" y="952500"/>
                  <a:pt x="176733" y="979159"/>
                  <a:pt x="176733" y="1012031"/>
                </a:cubicBezTo>
                <a:lnTo>
                  <a:pt x="176733" y="1428750"/>
                </a:lnTo>
                <a:close/>
                <a:moveTo>
                  <a:pt x="533921" y="1428750"/>
                </a:moveTo>
                <a:lnTo>
                  <a:pt x="414858" y="1428750"/>
                </a:lnTo>
                <a:lnTo>
                  <a:pt x="414858" y="1131094"/>
                </a:lnTo>
                <a:cubicBezTo>
                  <a:pt x="414858" y="1098221"/>
                  <a:pt x="441517" y="1071563"/>
                  <a:pt x="474390" y="1071563"/>
                </a:cubicBezTo>
                <a:cubicBezTo>
                  <a:pt x="507262" y="1071563"/>
                  <a:pt x="533921" y="1098221"/>
                  <a:pt x="533921" y="1131094"/>
                </a:cubicBezTo>
                <a:lnTo>
                  <a:pt x="533921" y="142875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>
            <a:off x="4307449" y="6229895"/>
            <a:ext cx="16842" cy="84210"/>
          </a:xfrm>
          <a:custGeom>
            <a:avLst/>
            <a:gdLst>
              <a:gd name="connsiteX0" fmla="*/ 119063 w 119062"/>
              <a:gd name="connsiteY0" fmla="*/ 595313 h 595312"/>
              <a:gd name="connsiteX1" fmla="*/ 0 w 119062"/>
              <a:gd name="connsiteY1" fmla="*/ 595313 h 595312"/>
              <a:gd name="connsiteX2" fmla="*/ 0 w 119062"/>
              <a:gd name="connsiteY2" fmla="*/ 59531 h 595312"/>
              <a:gd name="connsiteX3" fmla="*/ 59531 w 119062"/>
              <a:gd name="connsiteY3" fmla="*/ 0 h 595312"/>
              <a:gd name="connsiteX4" fmla="*/ 119063 w 119062"/>
              <a:gd name="connsiteY4" fmla="*/ 59531 h 595312"/>
              <a:gd name="connsiteX5" fmla="*/ 119063 w 119062"/>
              <a:gd name="connsiteY5" fmla="*/ 595313 h 595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062" h="595312">
                <a:moveTo>
                  <a:pt x="119063" y="595313"/>
                </a:moveTo>
                <a:lnTo>
                  <a:pt x="0" y="595313"/>
                </a:lnTo>
                <a:lnTo>
                  <a:pt x="0" y="59531"/>
                </a:lnTo>
                <a:cubicBezTo>
                  <a:pt x="0" y="26659"/>
                  <a:pt x="26659" y="0"/>
                  <a:pt x="59531" y="0"/>
                </a:cubicBezTo>
                <a:cubicBezTo>
                  <a:pt x="92404" y="0"/>
                  <a:pt x="119063" y="26659"/>
                  <a:pt x="119063" y="59531"/>
                </a:cubicBezTo>
                <a:lnTo>
                  <a:pt x="119063" y="59531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9" name="任意多边形: 形状 128"/>
          <p:cNvSpPr/>
          <p:nvPr/>
        </p:nvSpPr>
        <p:spPr>
          <a:xfrm>
            <a:off x="4206398" y="6179367"/>
            <a:ext cx="117900" cy="50528"/>
          </a:xfrm>
          <a:custGeom>
            <a:avLst/>
            <a:gdLst>
              <a:gd name="connsiteX0" fmla="*/ 416746 w 833476"/>
              <a:gd name="connsiteY0" fmla="*/ 357199 h 357198"/>
              <a:gd name="connsiteX1" fmla="*/ 371521 w 833476"/>
              <a:gd name="connsiteY1" fmla="*/ 336400 h 357198"/>
              <a:gd name="connsiteX2" fmla="*/ 238115 w 833476"/>
              <a:gd name="connsiteY2" fmla="*/ 180782 h 357198"/>
              <a:gd name="connsiteX3" fmla="*/ 104728 w 833476"/>
              <a:gd name="connsiteY3" fmla="*/ 336400 h 357198"/>
              <a:gd name="connsiteX4" fmla="*/ 20789 w 833476"/>
              <a:gd name="connsiteY4" fmla="*/ 342856 h 357198"/>
              <a:gd name="connsiteX5" fmla="*/ 14333 w 833476"/>
              <a:gd name="connsiteY5" fmla="*/ 258917 h 357198"/>
              <a:gd name="connsiteX6" fmla="*/ 192927 w 833476"/>
              <a:gd name="connsiteY6" fmla="*/ 50557 h 357198"/>
              <a:gd name="connsiteX7" fmla="*/ 238134 w 833476"/>
              <a:gd name="connsiteY7" fmla="*/ 29777 h 357198"/>
              <a:gd name="connsiteX8" fmla="*/ 283340 w 833476"/>
              <a:gd name="connsiteY8" fmla="*/ 50557 h 357198"/>
              <a:gd name="connsiteX9" fmla="*/ 427610 w 833476"/>
              <a:gd name="connsiteY9" fmla="*/ 218863 h 357198"/>
              <a:gd name="connsiteX10" fmla="*/ 740912 w 833476"/>
              <a:gd name="connsiteY10" fmla="*/ 10002 h 357198"/>
              <a:gd name="connsiteX11" fmla="*/ 823475 w 833476"/>
              <a:gd name="connsiteY11" fmla="*/ 26521 h 357198"/>
              <a:gd name="connsiteX12" fmla="*/ 806955 w 833476"/>
              <a:gd name="connsiteY12" fmla="*/ 109084 h 357198"/>
              <a:gd name="connsiteX13" fmla="*/ 449767 w 833476"/>
              <a:gd name="connsiteY13" fmla="*/ 347209 h 357198"/>
              <a:gd name="connsiteX14" fmla="*/ 416746 w 833476"/>
              <a:gd name="connsiteY14" fmla="*/ 357199 h 35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33476" h="357198">
                <a:moveTo>
                  <a:pt x="416746" y="357199"/>
                </a:moveTo>
                <a:cubicBezTo>
                  <a:pt x="399873" y="357199"/>
                  <a:pt x="383204" y="350055"/>
                  <a:pt x="371521" y="336400"/>
                </a:cubicBezTo>
                <a:lnTo>
                  <a:pt x="238115" y="180782"/>
                </a:lnTo>
                <a:lnTo>
                  <a:pt x="104728" y="336400"/>
                </a:lnTo>
                <a:cubicBezTo>
                  <a:pt x="83334" y="361366"/>
                  <a:pt x="45755" y="364250"/>
                  <a:pt x="20789" y="342856"/>
                </a:cubicBezTo>
                <a:cubicBezTo>
                  <a:pt x="-4177" y="321462"/>
                  <a:pt x="-7061" y="283883"/>
                  <a:pt x="14333" y="258917"/>
                </a:cubicBezTo>
                <a:lnTo>
                  <a:pt x="192927" y="50557"/>
                </a:lnTo>
                <a:cubicBezTo>
                  <a:pt x="204240" y="37364"/>
                  <a:pt x="220754" y="29773"/>
                  <a:pt x="238134" y="29777"/>
                </a:cubicBezTo>
                <a:cubicBezTo>
                  <a:pt x="255513" y="29773"/>
                  <a:pt x="272027" y="37364"/>
                  <a:pt x="283340" y="50557"/>
                </a:cubicBezTo>
                <a:lnTo>
                  <a:pt x="427610" y="218863"/>
                </a:lnTo>
                <a:lnTo>
                  <a:pt x="740912" y="10002"/>
                </a:lnTo>
                <a:cubicBezTo>
                  <a:pt x="768259" y="-8230"/>
                  <a:pt x="805225" y="-844"/>
                  <a:pt x="823475" y="26521"/>
                </a:cubicBezTo>
                <a:cubicBezTo>
                  <a:pt x="841706" y="53887"/>
                  <a:pt x="834321" y="90834"/>
                  <a:pt x="806955" y="109084"/>
                </a:cubicBezTo>
                <a:lnTo>
                  <a:pt x="449767" y="347209"/>
                </a:lnTo>
                <a:cubicBezTo>
                  <a:pt x="439987" y="353724"/>
                  <a:pt x="428498" y="357200"/>
                  <a:pt x="416746" y="35719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518761" y="6109533"/>
            <a:ext cx="69762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活动专品</a:t>
            </a:r>
          </a:p>
        </p:txBody>
      </p:sp>
      <p:sp>
        <p:nvSpPr>
          <p:cNvPr id="133" name="图形 131"/>
          <p:cNvSpPr/>
          <p:nvPr/>
        </p:nvSpPr>
        <p:spPr>
          <a:xfrm>
            <a:off x="6252568" y="6103415"/>
            <a:ext cx="227274" cy="236584"/>
          </a:xfrm>
          <a:custGeom>
            <a:avLst/>
            <a:gdLst>
              <a:gd name="connsiteX0" fmla="*/ 35026 w 646642"/>
              <a:gd name="connsiteY0" fmla="*/ 205679 h 673132"/>
              <a:gd name="connsiteX1" fmla="*/ 247196 w 646642"/>
              <a:gd name="connsiteY1" fmla="*/ 292481 h 673132"/>
              <a:gd name="connsiteX2" fmla="*/ 269364 w 646642"/>
              <a:gd name="connsiteY2" fmla="*/ 334151 h 673132"/>
              <a:gd name="connsiteX3" fmla="*/ 269364 w 646642"/>
              <a:gd name="connsiteY3" fmla="*/ 627640 h 673132"/>
              <a:gd name="connsiteX4" fmla="*/ 261314 w 646642"/>
              <a:gd name="connsiteY4" fmla="*/ 638106 h 673132"/>
              <a:gd name="connsiteX5" fmla="*/ 258909 w 646642"/>
              <a:gd name="connsiteY5" fmla="*/ 637581 h 673132"/>
              <a:gd name="connsiteX6" fmla="*/ 55804 w 646642"/>
              <a:gd name="connsiteY6" fmla="*/ 552632 h 673132"/>
              <a:gd name="connsiteX7" fmla="*/ 55728 w 646642"/>
              <a:gd name="connsiteY7" fmla="*/ 552600 h 673132"/>
              <a:gd name="connsiteX8" fmla="*/ 55652 w 646642"/>
              <a:gd name="connsiteY8" fmla="*/ 552568 h 673132"/>
              <a:gd name="connsiteX9" fmla="*/ 35025 w 646642"/>
              <a:gd name="connsiteY9" fmla="*/ 510891 h 673132"/>
              <a:gd name="connsiteX10" fmla="*/ 35025 w 646642"/>
              <a:gd name="connsiteY10" fmla="*/ 205679 h 673132"/>
              <a:gd name="connsiteX11" fmla="*/ 0 w 646642"/>
              <a:gd name="connsiteY11" fmla="*/ 153331 h 673132"/>
              <a:gd name="connsiteX12" fmla="*/ 0 w 646642"/>
              <a:gd name="connsiteY12" fmla="*/ 510892 h 673132"/>
              <a:gd name="connsiteX13" fmla="*/ 42185 w 646642"/>
              <a:gd name="connsiteY13" fmla="*/ 584903 h 673132"/>
              <a:gd name="connsiteX14" fmla="*/ 245534 w 646642"/>
              <a:gd name="connsiteY14" fmla="*/ 669953 h 673132"/>
              <a:gd name="connsiteX15" fmla="*/ 261314 w 646642"/>
              <a:gd name="connsiteY15" fmla="*/ 673132 h 673132"/>
              <a:gd name="connsiteX16" fmla="*/ 304390 w 646642"/>
              <a:gd name="connsiteY16" fmla="*/ 627639 h 673132"/>
              <a:gd name="connsiteX17" fmla="*/ 304390 w 646642"/>
              <a:gd name="connsiteY17" fmla="*/ 334150 h 673132"/>
              <a:gd name="connsiteX18" fmla="*/ 260588 w 646642"/>
              <a:gd name="connsiteY18" fmla="*/ 260115 h 673132"/>
              <a:gd name="connsiteX19" fmla="*/ 0 w 646642"/>
              <a:gd name="connsiteY19" fmla="*/ 153331 h 673132"/>
              <a:gd name="connsiteX20" fmla="*/ 611615 w 646642"/>
              <a:gd name="connsiteY20" fmla="*/ 205679 h 673132"/>
              <a:gd name="connsiteX21" fmla="*/ 611615 w 646642"/>
              <a:gd name="connsiteY21" fmla="*/ 510891 h 673132"/>
              <a:gd name="connsiteX22" fmla="*/ 590989 w 646642"/>
              <a:gd name="connsiteY22" fmla="*/ 552568 h 673132"/>
              <a:gd name="connsiteX23" fmla="*/ 590913 w 646642"/>
              <a:gd name="connsiteY23" fmla="*/ 552600 h 673132"/>
              <a:gd name="connsiteX24" fmla="*/ 590837 w 646642"/>
              <a:gd name="connsiteY24" fmla="*/ 552632 h 673132"/>
              <a:gd name="connsiteX25" fmla="*/ 387731 w 646642"/>
              <a:gd name="connsiteY25" fmla="*/ 637581 h 673132"/>
              <a:gd name="connsiteX26" fmla="*/ 385327 w 646642"/>
              <a:gd name="connsiteY26" fmla="*/ 638106 h 673132"/>
              <a:gd name="connsiteX27" fmla="*/ 377277 w 646642"/>
              <a:gd name="connsiteY27" fmla="*/ 627640 h 673132"/>
              <a:gd name="connsiteX28" fmla="*/ 377277 w 646642"/>
              <a:gd name="connsiteY28" fmla="*/ 334164 h 673132"/>
              <a:gd name="connsiteX29" fmla="*/ 399445 w 646642"/>
              <a:gd name="connsiteY29" fmla="*/ 292480 h 673132"/>
              <a:gd name="connsiteX30" fmla="*/ 611615 w 646642"/>
              <a:gd name="connsiteY30" fmla="*/ 205679 h 673132"/>
              <a:gd name="connsiteX31" fmla="*/ 646642 w 646642"/>
              <a:gd name="connsiteY31" fmla="*/ 153331 h 673132"/>
              <a:gd name="connsiteX32" fmla="*/ 386053 w 646642"/>
              <a:gd name="connsiteY32" fmla="*/ 260116 h 673132"/>
              <a:gd name="connsiteX33" fmla="*/ 342251 w 646642"/>
              <a:gd name="connsiteY33" fmla="*/ 334151 h 673132"/>
              <a:gd name="connsiteX34" fmla="*/ 342251 w 646642"/>
              <a:gd name="connsiteY34" fmla="*/ 627640 h 673132"/>
              <a:gd name="connsiteX35" fmla="*/ 385327 w 646642"/>
              <a:gd name="connsiteY35" fmla="*/ 673133 h 673132"/>
              <a:gd name="connsiteX36" fmla="*/ 401108 w 646642"/>
              <a:gd name="connsiteY36" fmla="*/ 669954 h 673132"/>
              <a:gd name="connsiteX37" fmla="*/ 604456 w 646642"/>
              <a:gd name="connsiteY37" fmla="*/ 584903 h 673132"/>
              <a:gd name="connsiteX38" fmla="*/ 646642 w 646642"/>
              <a:gd name="connsiteY38" fmla="*/ 510893 h 673132"/>
              <a:gd name="connsiteX39" fmla="*/ 646642 w 646642"/>
              <a:gd name="connsiteY39" fmla="*/ 153331 h 673132"/>
              <a:gd name="connsiteX40" fmla="*/ 646642 w 646642"/>
              <a:gd name="connsiteY40" fmla="*/ 153331 h 673132"/>
              <a:gd name="connsiteX41" fmla="*/ 323321 w 646642"/>
              <a:gd name="connsiteY41" fmla="*/ 35026 h 673132"/>
              <a:gd name="connsiteX42" fmla="*/ 359863 w 646642"/>
              <a:gd name="connsiteY42" fmla="*/ 40740 h 673132"/>
              <a:gd name="connsiteX43" fmla="*/ 552462 w 646642"/>
              <a:gd name="connsiteY43" fmla="*/ 117903 h 673132"/>
              <a:gd name="connsiteX44" fmla="*/ 359863 w 646642"/>
              <a:gd name="connsiteY44" fmla="*/ 195067 h 673132"/>
              <a:gd name="connsiteX45" fmla="*/ 323321 w 646642"/>
              <a:gd name="connsiteY45" fmla="*/ 200780 h 673132"/>
              <a:gd name="connsiteX46" fmla="*/ 286779 w 646642"/>
              <a:gd name="connsiteY46" fmla="*/ 195067 h 673132"/>
              <a:gd name="connsiteX47" fmla="*/ 94180 w 646642"/>
              <a:gd name="connsiteY47" fmla="*/ 117903 h 673132"/>
              <a:gd name="connsiteX48" fmla="*/ 286778 w 646642"/>
              <a:gd name="connsiteY48" fmla="*/ 40740 h 673132"/>
              <a:gd name="connsiteX49" fmla="*/ 323321 w 646642"/>
              <a:gd name="connsiteY49" fmla="*/ 35026 h 673132"/>
              <a:gd name="connsiteX50" fmla="*/ 323321 w 646642"/>
              <a:gd name="connsiteY50" fmla="*/ 0 h 673132"/>
              <a:gd name="connsiteX51" fmla="*/ 273752 w 646642"/>
              <a:gd name="connsiteY51" fmla="*/ 8226 h 673132"/>
              <a:gd name="connsiteX52" fmla="*/ 0 w 646642"/>
              <a:gd name="connsiteY52" fmla="*/ 117903 h 673132"/>
              <a:gd name="connsiteX53" fmla="*/ 273752 w 646642"/>
              <a:gd name="connsiteY53" fmla="*/ 227581 h 673132"/>
              <a:gd name="connsiteX54" fmla="*/ 323320 w 646642"/>
              <a:gd name="connsiteY54" fmla="*/ 235807 h 673132"/>
              <a:gd name="connsiteX55" fmla="*/ 372889 w 646642"/>
              <a:gd name="connsiteY55" fmla="*/ 227581 h 673132"/>
              <a:gd name="connsiteX56" fmla="*/ 646641 w 646642"/>
              <a:gd name="connsiteY56" fmla="*/ 117903 h 673132"/>
              <a:gd name="connsiteX57" fmla="*/ 372890 w 646642"/>
              <a:gd name="connsiteY57" fmla="*/ 8226 h 673132"/>
              <a:gd name="connsiteX58" fmla="*/ 323321 w 646642"/>
              <a:gd name="connsiteY58" fmla="*/ 0 h 67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646642" h="673132">
                <a:moveTo>
                  <a:pt x="35026" y="205679"/>
                </a:moveTo>
                <a:cubicBezTo>
                  <a:pt x="117613" y="239636"/>
                  <a:pt x="241804" y="290282"/>
                  <a:pt x="247196" y="292481"/>
                </a:cubicBezTo>
                <a:cubicBezTo>
                  <a:pt x="257695" y="296929"/>
                  <a:pt x="269357" y="315094"/>
                  <a:pt x="269364" y="334151"/>
                </a:cubicBezTo>
                <a:lnTo>
                  <a:pt x="269364" y="627640"/>
                </a:lnTo>
                <a:cubicBezTo>
                  <a:pt x="269364" y="634469"/>
                  <a:pt x="264689" y="638106"/>
                  <a:pt x="261314" y="638106"/>
                </a:cubicBezTo>
                <a:cubicBezTo>
                  <a:pt x="260551" y="638106"/>
                  <a:pt x="259764" y="637934"/>
                  <a:pt x="258909" y="637581"/>
                </a:cubicBezTo>
                <a:cubicBezTo>
                  <a:pt x="172991" y="602079"/>
                  <a:pt x="56966" y="553122"/>
                  <a:pt x="55804" y="552632"/>
                </a:cubicBezTo>
                <a:lnTo>
                  <a:pt x="55728" y="552600"/>
                </a:lnTo>
                <a:lnTo>
                  <a:pt x="55652" y="552568"/>
                </a:lnTo>
                <a:cubicBezTo>
                  <a:pt x="44471" y="547912"/>
                  <a:pt x="35025" y="528826"/>
                  <a:pt x="35025" y="510891"/>
                </a:cubicBezTo>
                <a:lnTo>
                  <a:pt x="35025" y="205679"/>
                </a:lnTo>
                <a:moveTo>
                  <a:pt x="0" y="153331"/>
                </a:moveTo>
                <a:lnTo>
                  <a:pt x="0" y="510892"/>
                </a:lnTo>
                <a:cubicBezTo>
                  <a:pt x="0" y="538930"/>
                  <a:pt x="14506" y="573374"/>
                  <a:pt x="42185" y="584903"/>
                </a:cubicBezTo>
                <a:cubicBezTo>
                  <a:pt x="42185" y="584903"/>
                  <a:pt x="158494" y="633987"/>
                  <a:pt x="245534" y="669953"/>
                </a:cubicBezTo>
                <a:cubicBezTo>
                  <a:pt x="250784" y="672122"/>
                  <a:pt x="256117" y="673132"/>
                  <a:pt x="261314" y="673132"/>
                </a:cubicBezTo>
                <a:cubicBezTo>
                  <a:pt x="284119" y="673132"/>
                  <a:pt x="304390" y="653716"/>
                  <a:pt x="304390" y="627639"/>
                </a:cubicBezTo>
                <a:lnTo>
                  <a:pt x="304390" y="334150"/>
                </a:lnTo>
                <a:cubicBezTo>
                  <a:pt x="304378" y="302349"/>
                  <a:pt x="285544" y="270519"/>
                  <a:pt x="260588" y="260115"/>
                </a:cubicBezTo>
                <a:cubicBezTo>
                  <a:pt x="260588" y="260116"/>
                  <a:pt x="69146" y="182057"/>
                  <a:pt x="0" y="153331"/>
                </a:cubicBezTo>
                <a:close/>
                <a:moveTo>
                  <a:pt x="611615" y="205679"/>
                </a:moveTo>
                <a:lnTo>
                  <a:pt x="611615" y="510891"/>
                </a:lnTo>
                <a:cubicBezTo>
                  <a:pt x="611615" y="528825"/>
                  <a:pt x="602169" y="547911"/>
                  <a:pt x="590989" y="552568"/>
                </a:cubicBezTo>
                <a:lnTo>
                  <a:pt x="590913" y="552600"/>
                </a:lnTo>
                <a:lnTo>
                  <a:pt x="590837" y="552632"/>
                </a:lnTo>
                <a:cubicBezTo>
                  <a:pt x="589675" y="553122"/>
                  <a:pt x="473651" y="602078"/>
                  <a:pt x="387731" y="637581"/>
                </a:cubicBezTo>
                <a:cubicBezTo>
                  <a:pt x="386877" y="637934"/>
                  <a:pt x="386091" y="638106"/>
                  <a:pt x="385327" y="638106"/>
                </a:cubicBezTo>
                <a:cubicBezTo>
                  <a:pt x="381952" y="638106"/>
                  <a:pt x="377277" y="634468"/>
                  <a:pt x="377277" y="627640"/>
                </a:cubicBezTo>
                <a:lnTo>
                  <a:pt x="377277" y="334164"/>
                </a:lnTo>
                <a:cubicBezTo>
                  <a:pt x="377285" y="315094"/>
                  <a:pt x="388948" y="296928"/>
                  <a:pt x="399445" y="292480"/>
                </a:cubicBezTo>
                <a:cubicBezTo>
                  <a:pt x="404837" y="290282"/>
                  <a:pt x="529028" y="239635"/>
                  <a:pt x="611615" y="205679"/>
                </a:cubicBezTo>
                <a:moveTo>
                  <a:pt x="646642" y="153331"/>
                </a:moveTo>
                <a:cubicBezTo>
                  <a:pt x="577495" y="182057"/>
                  <a:pt x="386053" y="260116"/>
                  <a:pt x="386053" y="260116"/>
                </a:cubicBezTo>
                <a:cubicBezTo>
                  <a:pt x="361097" y="270520"/>
                  <a:pt x="342263" y="302350"/>
                  <a:pt x="342251" y="334151"/>
                </a:cubicBezTo>
                <a:lnTo>
                  <a:pt x="342251" y="627640"/>
                </a:lnTo>
                <a:cubicBezTo>
                  <a:pt x="342251" y="653715"/>
                  <a:pt x="362525" y="673133"/>
                  <a:pt x="385327" y="673133"/>
                </a:cubicBezTo>
                <a:cubicBezTo>
                  <a:pt x="390527" y="673133"/>
                  <a:pt x="395856" y="672124"/>
                  <a:pt x="401108" y="669954"/>
                </a:cubicBezTo>
                <a:cubicBezTo>
                  <a:pt x="488148" y="633987"/>
                  <a:pt x="604456" y="584903"/>
                  <a:pt x="604456" y="584903"/>
                </a:cubicBezTo>
                <a:cubicBezTo>
                  <a:pt x="632136" y="573375"/>
                  <a:pt x="646642" y="538931"/>
                  <a:pt x="646642" y="510893"/>
                </a:cubicBezTo>
                <a:lnTo>
                  <a:pt x="646642" y="153331"/>
                </a:lnTo>
                <a:lnTo>
                  <a:pt x="646642" y="153331"/>
                </a:lnTo>
                <a:close/>
                <a:moveTo>
                  <a:pt x="323321" y="35026"/>
                </a:moveTo>
                <a:cubicBezTo>
                  <a:pt x="337274" y="35026"/>
                  <a:pt x="350934" y="37162"/>
                  <a:pt x="359863" y="40740"/>
                </a:cubicBezTo>
                <a:lnTo>
                  <a:pt x="552462" y="117903"/>
                </a:lnTo>
                <a:lnTo>
                  <a:pt x="359863" y="195067"/>
                </a:lnTo>
                <a:cubicBezTo>
                  <a:pt x="350933" y="198645"/>
                  <a:pt x="337273" y="200780"/>
                  <a:pt x="323321" y="200780"/>
                </a:cubicBezTo>
                <a:cubicBezTo>
                  <a:pt x="309370" y="200780"/>
                  <a:pt x="295709" y="198645"/>
                  <a:pt x="286779" y="195067"/>
                </a:cubicBezTo>
                <a:lnTo>
                  <a:pt x="94180" y="117903"/>
                </a:lnTo>
                <a:lnTo>
                  <a:pt x="286778" y="40740"/>
                </a:lnTo>
                <a:cubicBezTo>
                  <a:pt x="295708" y="37162"/>
                  <a:pt x="309369" y="35026"/>
                  <a:pt x="323321" y="35026"/>
                </a:cubicBezTo>
                <a:moveTo>
                  <a:pt x="323321" y="0"/>
                </a:moveTo>
                <a:cubicBezTo>
                  <a:pt x="305380" y="0"/>
                  <a:pt x="287441" y="2742"/>
                  <a:pt x="273752" y="8226"/>
                </a:cubicBezTo>
                <a:lnTo>
                  <a:pt x="0" y="117903"/>
                </a:lnTo>
                <a:lnTo>
                  <a:pt x="273752" y="227581"/>
                </a:lnTo>
                <a:cubicBezTo>
                  <a:pt x="287440" y="233065"/>
                  <a:pt x="305380" y="235807"/>
                  <a:pt x="323320" y="235807"/>
                </a:cubicBezTo>
                <a:cubicBezTo>
                  <a:pt x="341261" y="235807"/>
                  <a:pt x="359201" y="233065"/>
                  <a:pt x="372889" y="227581"/>
                </a:cubicBezTo>
                <a:lnTo>
                  <a:pt x="646641" y="117903"/>
                </a:lnTo>
                <a:lnTo>
                  <a:pt x="372890" y="8226"/>
                </a:lnTo>
                <a:cubicBezTo>
                  <a:pt x="359202" y="2741"/>
                  <a:pt x="341261" y="0"/>
                  <a:pt x="323321" y="0"/>
                </a:cubicBezTo>
                <a:close/>
              </a:path>
            </a:pathLst>
          </a:custGeom>
          <a:solidFill>
            <a:schemeClr val="bg1"/>
          </a:solidFill>
          <a:ln w="781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817753" y="6109533"/>
            <a:ext cx="69762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火焰话题</a:t>
            </a:r>
          </a:p>
        </p:txBody>
      </p:sp>
      <p:sp>
        <p:nvSpPr>
          <p:cNvPr id="136" name="图形 134"/>
          <p:cNvSpPr/>
          <p:nvPr/>
        </p:nvSpPr>
        <p:spPr>
          <a:xfrm>
            <a:off x="8544296" y="6124874"/>
            <a:ext cx="243860" cy="244293"/>
          </a:xfrm>
          <a:custGeom>
            <a:avLst/>
            <a:gdLst>
              <a:gd name="connsiteX0" fmla="*/ 203299 w 230607"/>
              <a:gd name="connsiteY0" fmla="*/ 0 h 231016"/>
              <a:gd name="connsiteX1" fmla="*/ 230578 w 230607"/>
              <a:gd name="connsiteY1" fmla="*/ 26023 h 231016"/>
              <a:gd name="connsiteX2" fmla="*/ 230608 w 230607"/>
              <a:gd name="connsiteY2" fmla="*/ 27309 h 231016"/>
              <a:gd name="connsiteX3" fmla="*/ 230608 w 230607"/>
              <a:gd name="connsiteY3" fmla="*/ 185093 h 231016"/>
              <a:gd name="connsiteX4" fmla="*/ 204585 w 230607"/>
              <a:gd name="connsiteY4" fmla="*/ 212372 h 231016"/>
              <a:gd name="connsiteX5" fmla="*/ 203299 w 230607"/>
              <a:gd name="connsiteY5" fmla="*/ 212402 h 231016"/>
              <a:gd name="connsiteX6" fmla="*/ 59533 w 230607"/>
              <a:gd name="connsiteY6" fmla="*/ 212402 h 231016"/>
              <a:gd name="connsiteX7" fmla="*/ 26385 w 230607"/>
              <a:gd name="connsiteY7" fmla="*/ 229072 h 231016"/>
              <a:gd name="connsiteX8" fmla="*/ 3047 w 230607"/>
              <a:gd name="connsiteY8" fmla="*/ 222893 h 231016"/>
              <a:gd name="connsiteX9" fmla="*/ 2469 w 230607"/>
              <a:gd name="connsiteY9" fmla="*/ 221962 h 231016"/>
              <a:gd name="connsiteX10" fmla="*/ 1941 w 230607"/>
              <a:gd name="connsiteY10" fmla="*/ 220986 h 231016"/>
              <a:gd name="connsiteX11" fmla="*/ 55 w 230607"/>
              <a:gd name="connsiteY11" fmla="*/ 214223 h 231016"/>
              <a:gd name="connsiteX12" fmla="*/ 0 w 230607"/>
              <a:gd name="connsiteY12" fmla="*/ 212807 h 231016"/>
              <a:gd name="connsiteX13" fmla="*/ 0 w 230607"/>
              <a:gd name="connsiteY13" fmla="*/ 27309 h 231016"/>
              <a:gd name="connsiteX14" fmla="*/ 26023 w 230607"/>
              <a:gd name="connsiteY14" fmla="*/ 30 h 231016"/>
              <a:gd name="connsiteX15" fmla="*/ 27309 w 230607"/>
              <a:gd name="connsiteY15" fmla="*/ 0 h 231016"/>
              <a:gd name="connsiteX16" fmla="*/ 203299 w 230607"/>
              <a:gd name="connsiteY16" fmla="*/ 0 h 231016"/>
              <a:gd name="connsiteX17" fmla="*/ 203299 w 230607"/>
              <a:gd name="connsiteY17" fmla="*/ 18206 h 231016"/>
              <a:gd name="connsiteX18" fmla="*/ 27309 w 230607"/>
              <a:gd name="connsiteY18" fmla="*/ 18206 h 231016"/>
              <a:gd name="connsiteX19" fmla="*/ 18247 w 230607"/>
              <a:gd name="connsiteY19" fmla="*/ 26432 h 231016"/>
              <a:gd name="connsiteX20" fmla="*/ 18206 w 230607"/>
              <a:gd name="connsiteY20" fmla="*/ 27309 h 231016"/>
              <a:gd name="connsiteX21" fmla="*/ 18206 w 230607"/>
              <a:gd name="connsiteY21" fmla="*/ 212807 h 231016"/>
              <a:gd name="connsiteX22" fmla="*/ 55216 w 230607"/>
              <a:gd name="connsiteY22" fmla="*/ 194196 h 231016"/>
              <a:gd name="connsiteX23" fmla="*/ 203299 w 230607"/>
              <a:gd name="connsiteY23" fmla="*/ 194196 h 231016"/>
              <a:gd name="connsiteX24" fmla="*/ 212360 w 230607"/>
              <a:gd name="connsiteY24" fmla="*/ 185970 h 231016"/>
              <a:gd name="connsiteX25" fmla="*/ 212402 w 230607"/>
              <a:gd name="connsiteY25" fmla="*/ 185093 h 231016"/>
              <a:gd name="connsiteX26" fmla="*/ 212402 w 230607"/>
              <a:gd name="connsiteY26" fmla="*/ 27309 h 231016"/>
              <a:gd name="connsiteX27" fmla="*/ 204175 w 230607"/>
              <a:gd name="connsiteY27" fmla="*/ 18247 h 231016"/>
              <a:gd name="connsiteX28" fmla="*/ 203299 w 230607"/>
              <a:gd name="connsiteY28" fmla="*/ 18206 h 231016"/>
              <a:gd name="connsiteX29" fmla="*/ 147432 w 230607"/>
              <a:gd name="connsiteY29" fmla="*/ 51760 h 231016"/>
              <a:gd name="connsiteX30" fmla="*/ 154704 w 230607"/>
              <a:gd name="connsiteY30" fmla="*/ 61603 h 231016"/>
              <a:gd name="connsiteX31" fmla="*/ 154573 w 230607"/>
              <a:gd name="connsiteY31" fmla="*/ 62471 h 231016"/>
              <a:gd name="connsiteX32" fmla="*/ 151285 w 230607"/>
              <a:gd name="connsiteY32" fmla="*/ 78892 h 231016"/>
              <a:gd name="connsiteX33" fmla="*/ 160818 w 230607"/>
              <a:gd name="connsiteY33" fmla="*/ 78892 h 231016"/>
              <a:gd name="connsiteX34" fmla="*/ 169921 w 230607"/>
              <a:gd name="connsiteY34" fmla="*/ 87995 h 231016"/>
              <a:gd name="connsiteX35" fmla="*/ 161695 w 230607"/>
              <a:gd name="connsiteY35" fmla="*/ 97056 h 231016"/>
              <a:gd name="connsiteX36" fmla="*/ 160818 w 230607"/>
              <a:gd name="connsiteY36" fmla="*/ 97098 h 231016"/>
              <a:gd name="connsiteX37" fmla="*/ 147643 w 230607"/>
              <a:gd name="connsiteY37" fmla="*/ 97098 h 231016"/>
              <a:gd name="connsiteX38" fmla="*/ 144002 w 230607"/>
              <a:gd name="connsiteY38" fmla="*/ 115304 h 231016"/>
              <a:gd name="connsiteX39" fmla="*/ 160818 w 230607"/>
              <a:gd name="connsiteY39" fmla="*/ 115304 h 231016"/>
              <a:gd name="connsiteX40" fmla="*/ 169921 w 230607"/>
              <a:gd name="connsiteY40" fmla="*/ 124407 h 231016"/>
              <a:gd name="connsiteX41" fmla="*/ 161695 w 230607"/>
              <a:gd name="connsiteY41" fmla="*/ 133468 h 231016"/>
              <a:gd name="connsiteX42" fmla="*/ 160818 w 230607"/>
              <a:gd name="connsiteY42" fmla="*/ 133510 h 231016"/>
              <a:gd name="connsiteX43" fmla="*/ 140361 w 230607"/>
              <a:gd name="connsiteY43" fmla="*/ 133510 h 231016"/>
              <a:gd name="connsiteX44" fmla="*/ 136367 w 230607"/>
              <a:gd name="connsiteY44" fmla="*/ 153501 h 231016"/>
              <a:gd name="connsiteX45" fmla="*/ 125656 w 230607"/>
              <a:gd name="connsiteY45" fmla="*/ 160642 h 231016"/>
              <a:gd name="connsiteX46" fmla="*/ 118384 w 230607"/>
              <a:gd name="connsiteY46" fmla="*/ 150798 h 231016"/>
              <a:gd name="connsiteX47" fmla="*/ 118515 w 230607"/>
              <a:gd name="connsiteY47" fmla="*/ 149931 h 231016"/>
              <a:gd name="connsiteX48" fmla="*/ 121797 w 230607"/>
              <a:gd name="connsiteY48" fmla="*/ 133510 h 231016"/>
              <a:gd name="connsiteX49" fmla="*/ 97881 w 230607"/>
              <a:gd name="connsiteY49" fmla="*/ 133510 h 231016"/>
              <a:gd name="connsiteX50" fmla="*/ 93887 w 230607"/>
              <a:gd name="connsiteY50" fmla="*/ 153501 h 231016"/>
              <a:gd name="connsiteX51" fmla="*/ 83176 w 230607"/>
              <a:gd name="connsiteY51" fmla="*/ 160642 h 231016"/>
              <a:gd name="connsiteX52" fmla="*/ 75903 w 230607"/>
              <a:gd name="connsiteY52" fmla="*/ 150798 h 231016"/>
              <a:gd name="connsiteX53" fmla="*/ 76034 w 230607"/>
              <a:gd name="connsiteY53" fmla="*/ 149931 h 231016"/>
              <a:gd name="connsiteX54" fmla="*/ 79317 w 230607"/>
              <a:gd name="connsiteY54" fmla="*/ 133510 h 231016"/>
              <a:gd name="connsiteX55" fmla="*/ 69789 w 230607"/>
              <a:gd name="connsiteY55" fmla="*/ 133510 h 231016"/>
              <a:gd name="connsiteX56" fmla="*/ 60686 w 230607"/>
              <a:gd name="connsiteY56" fmla="*/ 124407 h 231016"/>
              <a:gd name="connsiteX57" fmla="*/ 68912 w 230607"/>
              <a:gd name="connsiteY57" fmla="*/ 115345 h 231016"/>
              <a:gd name="connsiteX58" fmla="*/ 69789 w 230607"/>
              <a:gd name="connsiteY58" fmla="*/ 115304 h 231016"/>
              <a:gd name="connsiteX59" fmla="*/ 82958 w 230607"/>
              <a:gd name="connsiteY59" fmla="*/ 115304 h 231016"/>
              <a:gd name="connsiteX60" fmla="*/ 86599 w 230607"/>
              <a:gd name="connsiteY60" fmla="*/ 97098 h 231016"/>
              <a:gd name="connsiteX61" fmla="*/ 69789 w 230607"/>
              <a:gd name="connsiteY61" fmla="*/ 97098 h 231016"/>
              <a:gd name="connsiteX62" fmla="*/ 60686 w 230607"/>
              <a:gd name="connsiteY62" fmla="*/ 87995 h 231016"/>
              <a:gd name="connsiteX63" fmla="*/ 68912 w 230607"/>
              <a:gd name="connsiteY63" fmla="*/ 78934 h 231016"/>
              <a:gd name="connsiteX64" fmla="*/ 69789 w 230607"/>
              <a:gd name="connsiteY64" fmla="*/ 78892 h 231016"/>
              <a:gd name="connsiteX65" fmla="*/ 90240 w 230607"/>
              <a:gd name="connsiteY65" fmla="*/ 78892 h 231016"/>
              <a:gd name="connsiteX66" fmla="*/ 94240 w 230607"/>
              <a:gd name="connsiteY66" fmla="*/ 58901 h 231016"/>
              <a:gd name="connsiteX67" fmla="*/ 104952 w 230607"/>
              <a:gd name="connsiteY67" fmla="*/ 51760 h 231016"/>
              <a:gd name="connsiteX68" fmla="*/ 112224 w 230607"/>
              <a:gd name="connsiteY68" fmla="*/ 61604 h 231016"/>
              <a:gd name="connsiteX69" fmla="*/ 112093 w 230607"/>
              <a:gd name="connsiteY69" fmla="*/ 62471 h 231016"/>
              <a:gd name="connsiteX70" fmla="*/ 108804 w 230607"/>
              <a:gd name="connsiteY70" fmla="*/ 78892 h 231016"/>
              <a:gd name="connsiteX71" fmla="*/ 132721 w 230607"/>
              <a:gd name="connsiteY71" fmla="*/ 78892 h 231016"/>
              <a:gd name="connsiteX72" fmla="*/ 136721 w 230607"/>
              <a:gd name="connsiteY72" fmla="*/ 58901 h 231016"/>
              <a:gd name="connsiteX73" fmla="*/ 147432 w 230607"/>
              <a:gd name="connsiteY73" fmla="*/ 51760 h 231016"/>
              <a:gd name="connsiteX74" fmla="*/ 129079 w 230607"/>
              <a:gd name="connsiteY74" fmla="*/ 97098 h 231016"/>
              <a:gd name="connsiteX75" fmla="*/ 105163 w 230607"/>
              <a:gd name="connsiteY75" fmla="*/ 97098 h 231016"/>
              <a:gd name="connsiteX76" fmla="*/ 101522 w 230607"/>
              <a:gd name="connsiteY76" fmla="*/ 115304 h 231016"/>
              <a:gd name="connsiteX77" fmla="*/ 125438 w 230607"/>
              <a:gd name="connsiteY77" fmla="*/ 115304 h 231016"/>
              <a:gd name="connsiteX78" fmla="*/ 129079 w 230607"/>
              <a:gd name="connsiteY78" fmla="*/ 97098 h 23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230607" h="231016">
                <a:moveTo>
                  <a:pt x="203299" y="0"/>
                </a:moveTo>
                <a:cubicBezTo>
                  <a:pt x="217950" y="0"/>
                  <a:pt x="229907" y="11538"/>
                  <a:pt x="230578" y="26023"/>
                </a:cubicBezTo>
                <a:lnTo>
                  <a:pt x="230608" y="27309"/>
                </a:lnTo>
                <a:lnTo>
                  <a:pt x="230608" y="185093"/>
                </a:lnTo>
                <a:cubicBezTo>
                  <a:pt x="230608" y="199744"/>
                  <a:pt x="219070" y="211701"/>
                  <a:pt x="204585" y="212372"/>
                </a:cubicBezTo>
                <a:lnTo>
                  <a:pt x="203299" y="212402"/>
                </a:lnTo>
                <a:lnTo>
                  <a:pt x="59533" y="212402"/>
                </a:lnTo>
                <a:lnTo>
                  <a:pt x="26385" y="229072"/>
                </a:lnTo>
                <a:cubicBezTo>
                  <a:pt x="18067" y="233255"/>
                  <a:pt x="8068" y="230460"/>
                  <a:pt x="3047" y="222893"/>
                </a:cubicBezTo>
                <a:lnTo>
                  <a:pt x="2469" y="221962"/>
                </a:lnTo>
                <a:lnTo>
                  <a:pt x="1941" y="220986"/>
                </a:lnTo>
                <a:cubicBezTo>
                  <a:pt x="879" y="218875"/>
                  <a:pt x="239" y="216578"/>
                  <a:pt x="55" y="214223"/>
                </a:cubicBezTo>
                <a:lnTo>
                  <a:pt x="0" y="212807"/>
                </a:lnTo>
                <a:lnTo>
                  <a:pt x="0" y="27309"/>
                </a:lnTo>
                <a:cubicBezTo>
                  <a:pt x="0" y="12657"/>
                  <a:pt x="11538" y="701"/>
                  <a:pt x="26023" y="30"/>
                </a:cubicBezTo>
                <a:lnTo>
                  <a:pt x="27309" y="0"/>
                </a:lnTo>
                <a:lnTo>
                  <a:pt x="203299" y="0"/>
                </a:lnTo>
                <a:close/>
                <a:moveTo>
                  <a:pt x="203299" y="18206"/>
                </a:moveTo>
                <a:lnTo>
                  <a:pt x="27309" y="18206"/>
                </a:lnTo>
                <a:cubicBezTo>
                  <a:pt x="22577" y="18206"/>
                  <a:pt x="18689" y="21816"/>
                  <a:pt x="18247" y="26432"/>
                </a:cubicBezTo>
                <a:lnTo>
                  <a:pt x="18206" y="27309"/>
                </a:lnTo>
                <a:lnTo>
                  <a:pt x="18206" y="212807"/>
                </a:lnTo>
                <a:lnTo>
                  <a:pt x="55216" y="194196"/>
                </a:lnTo>
                <a:lnTo>
                  <a:pt x="203299" y="194196"/>
                </a:lnTo>
                <a:cubicBezTo>
                  <a:pt x="208031" y="194196"/>
                  <a:pt x="211919" y="190586"/>
                  <a:pt x="212360" y="185970"/>
                </a:cubicBezTo>
                <a:lnTo>
                  <a:pt x="212402" y="185093"/>
                </a:lnTo>
                <a:lnTo>
                  <a:pt x="212402" y="27309"/>
                </a:lnTo>
                <a:cubicBezTo>
                  <a:pt x="212402" y="22577"/>
                  <a:pt x="208792" y="18689"/>
                  <a:pt x="204175" y="18247"/>
                </a:cubicBezTo>
                <a:lnTo>
                  <a:pt x="203299" y="18206"/>
                </a:lnTo>
                <a:close/>
                <a:moveTo>
                  <a:pt x="147432" y="51760"/>
                </a:moveTo>
                <a:cubicBezTo>
                  <a:pt x="152072" y="52688"/>
                  <a:pt x="155177" y="56990"/>
                  <a:pt x="154704" y="61603"/>
                </a:cubicBezTo>
                <a:lnTo>
                  <a:pt x="154573" y="62471"/>
                </a:lnTo>
                <a:lnTo>
                  <a:pt x="151285" y="78892"/>
                </a:lnTo>
                <a:lnTo>
                  <a:pt x="160818" y="78892"/>
                </a:lnTo>
                <a:cubicBezTo>
                  <a:pt x="165846" y="78892"/>
                  <a:pt x="169921" y="82968"/>
                  <a:pt x="169921" y="87995"/>
                </a:cubicBezTo>
                <a:cubicBezTo>
                  <a:pt x="169921" y="92727"/>
                  <a:pt x="166312" y="96615"/>
                  <a:pt x="161695" y="97056"/>
                </a:cubicBezTo>
                <a:lnTo>
                  <a:pt x="160818" y="97098"/>
                </a:lnTo>
                <a:lnTo>
                  <a:pt x="147643" y="97098"/>
                </a:lnTo>
                <a:lnTo>
                  <a:pt x="144002" y="115304"/>
                </a:lnTo>
                <a:lnTo>
                  <a:pt x="160818" y="115304"/>
                </a:lnTo>
                <a:cubicBezTo>
                  <a:pt x="165846" y="115304"/>
                  <a:pt x="169921" y="119379"/>
                  <a:pt x="169921" y="124407"/>
                </a:cubicBezTo>
                <a:cubicBezTo>
                  <a:pt x="169921" y="129139"/>
                  <a:pt x="166312" y="133027"/>
                  <a:pt x="161695" y="133468"/>
                </a:cubicBezTo>
                <a:lnTo>
                  <a:pt x="160818" y="133510"/>
                </a:lnTo>
                <a:lnTo>
                  <a:pt x="140361" y="133510"/>
                </a:lnTo>
                <a:lnTo>
                  <a:pt x="136367" y="153501"/>
                </a:lnTo>
                <a:cubicBezTo>
                  <a:pt x="135381" y="158431"/>
                  <a:pt x="130586" y="161628"/>
                  <a:pt x="125656" y="160642"/>
                </a:cubicBezTo>
                <a:cubicBezTo>
                  <a:pt x="121016" y="159714"/>
                  <a:pt x="117911" y="155411"/>
                  <a:pt x="118384" y="150798"/>
                </a:cubicBezTo>
                <a:lnTo>
                  <a:pt x="118515" y="149931"/>
                </a:lnTo>
                <a:lnTo>
                  <a:pt x="121797" y="133510"/>
                </a:lnTo>
                <a:lnTo>
                  <a:pt x="97881" y="133510"/>
                </a:lnTo>
                <a:lnTo>
                  <a:pt x="93887" y="153501"/>
                </a:lnTo>
                <a:cubicBezTo>
                  <a:pt x="92901" y="158431"/>
                  <a:pt x="88105" y="161628"/>
                  <a:pt x="83176" y="160642"/>
                </a:cubicBezTo>
                <a:cubicBezTo>
                  <a:pt x="78536" y="159714"/>
                  <a:pt x="75431" y="155411"/>
                  <a:pt x="75903" y="150798"/>
                </a:cubicBezTo>
                <a:lnTo>
                  <a:pt x="76034" y="149931"/>
                </a:lnTo>
                <a:lnTo>
                  <a:pt x="79317" y="133510"/>
                </a:lnTo>
                <a:lnTo>
                  <a:pt x="69789" y="133510"/>
                </a:lnTo>
                <a:cubicBezTo>
                  <a:pt x="64762" y="133510"/>
                  <a:pt x="60686" y="129434"/>
                  <a:pt x="60686" y="124407"/>
                </a:cubicBezTo>
                <a:cubicBezTo>
                  <a:pt x="60686" y="119675"/>
                  <a:pt x="64296" y="115787"/>
                  <a:pt x="68912" y="115345"/>
                </a:cubicBezTo>
                <a:lnTo>
                  <a:pt x="69789" y="115304"/>
                </a:lnTo>
                <a:lnTo>
                  <a:pt x="82958" y="115304"/>
                </a:lnTo>
                <a:lnTo>
                  <a:pt x="86599" y="97098"/>
                </a:lnTo>
                <a:lnTo>
                  <a:pt x="69789" y="97098"/>
                </a:lnTo>
                <a:cubicBezTo>
                  <a:pt x="64762" y="97098"/>
                  <a:pt x="60686" y="93022"/>
                  <a:pt x="60686" y="87995"/>
                </a:cubicBezTo>
                <a:cubicBezTo>
                  <a:pt x="60686" y="83263"/>
                  <a:pt x="64296" y="79375"/>
                  <a:pt x="68912" y="78934"/>
                </a:cubicBezTo>
                <a:lnTo>
                  <a:pt x="69789" y="78892"/>
                </a:lnTo>
                <a:lnTo>
                  <a:pt x="90240" y="78892"/>
                </a:lnTo>
                <a:lnTo>
                  <a:pt x="94240" y="58901"/>
                </a:lnTo>
                <a:cubicBezTo>
                  <a:pt x="95226" y="53971"/>
                  <a:pt x="100022" y="50774"/>
                  <a:pt x="104952" y="51760"/>
                </a:cubicBezTo>
                <a:cubicBezTo>
                  <a:pt x="109591" y="52688"/>
                  <a:pt x="112697" y="56991"/>
                  <a:pt x="112224" y="61604"/>
                </a:cubicBezTo>
                <a:lnTo>
                  <a:pt x="112093" y="62471"/>
                </a:lnTo>
                <a:lnTo>
                  <a:pt x="108804" y="78892"/>
                </a:lnTo>
                <a:lnTo>
                  <a:pt x="132721" y="78892"/>
                </a:lnTo>
                <a:lnTo>
                  <a:pt x="136721" y="58901"/>
                </a:lnTo>
                <a:cubicBezTo>
                  <a:pt x="137707" y="53971"/>
                  <a:pt x="142502" y="50774"/>
                  <a:pt x="147432" y="51760"/>
                </a:cubicBezTo>
                <a:close/>
                <a:moveTo>
                  <a:pt x="129079" y="97098"/>
                </a:moveTo>
                <a:lnTo>
                  <a:pt x="105163" y="97098"/>
                </a:lnTo>
                <a:lnTo>
                  <a:pt x="101522" y="115304"/>
                </a:lnTo>
                <a:lnTo>
                  <a:pt x="125438" y="115304"/>
                </a:lnTo>
                <a:lnTo>
                  <a:pt x="129079" y="97098"/>
                </a:lnTo>
                <a:close/>
              </a:path>
            </a:pathLst>
          </a:custGeom>
          <a:solidFill>
            <a:schemeClr val="bg1"/>
          </a:solidFill>
          <a:ln w="2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836303" y="2511920"/>
            <a:ext cx="236824" cy="236824"/>
            <a:chOff x="751295" y="2501562"/>
            <a:chExt cx="302023" cy="302023"/>
          </a:xfrm>
          <a:solidFill>
            <a:schemeClr val="accent1"/>
          </a:solidFill>
        </p:grpSpPr>
        <p:sp>
          <p:nvSpPr>
            <p:cNvPr id="140" name="任意多边形: 形状 139"/>
            <p:cNvSpPr/>
            <p:nvPr/>
          </p:nvSpPr>
          <p:spPr>
            <a:xfrm>
              <a:off x="751295" y="2501562"/>
              <a:ext cx="302023" cy="302023"/>
            </a:xfrm>
            <a:custGeom>
              <a:avLst/>
              <a:gdLst>
                <a:gd name="connsiteX0" fmla="*/ 282321 w 302023"/>
                <a:gd name="connsiteY0" fmla="*/ 0 h 302023"/>
                <a:gd name="connsiteX1" fmla="*/ 19702 w 302023"/>
                <a:gd name="connsiteY1" fmla="*/ 0 h 302023"/>
                <a:gd name="connsiteX2" fmla="*/ 0 w 302023"/>
                <a:gd name="connsiteY2" fmla="*/ 19702 h 302023"/>
                <a:gd name="connsiteX3" fmla="*/ 0 w 302023"/>
                <a:gd name="connsiteY3" fmla="*/ 282321 h 302023"/>
                <a:gd name="connsiteX4" fmla="*/ 19702 w 302023"/>
                <a:gd name="connsiteY4" fmla="*/ 302023 h 302023"/>
                <a:gd name="connsiteX5" fmla="*/ 282321 w 302023"/>
                <a:gd name="connsiteY5" fmla="*/ 302023 h 302023"/>
                <a:gd name="connsiteX6" fmla="*/ 302023 w 302023"/>
                <a:gd name="connsiteY6" fmla="*/ 282321 h 302023"/>
                <a:gd name="connsiteX7" fmla="*/ 302023 w 302023"/>
                <a:gd name="connsiteY7" fmla="*/ 19702 h 302023"/>
                <a:gd name="connsiteX8" fmla="*/ 282321 w 302023"/>
                <a:gd name="connsiteY8" fmla="*/ 0 h 302023"/>
                <a:gd name="connsiteX9" fmla="*/ 288898 w 302023"/>
                <a:gd name="connsiteY9" fmla="*/ 282321 h 302023"/>
                <a:gd name="connsiteX10" fmla="*/ 282321 w 302023"/>
                <a:gd name="connsiteY10" fmla="*/ 288898 h 302023"/>
                <a:gd name="connsiteX11" fmla="*/ 19702 w 302023"/>
                <a:gd name="connsiteY11" fmla="*/ 288898 h 302023"/>
                <a:gd name="connsiteX12" fmla="*/ 13125 w 302023"/>
                <a:gd name="connsiteY12" fmla="*/ 282321 h 302023"/>
                <a:gd name="connsiteX13" fmla="*/ 13125 w 302023"/>
                <a:gd name="connsiteY13" fmla="*/ 19702 h 302023"/>
                <a:gd name="connsiteX14" fmla="*/ 19702 w 302023"/>
                <a:gd name="connsiteY14" fmla="*/ 13125 h 302023"/>
                <a:gd name="connsiteX15" fmla="*/ 282321 w 302023"/>
                <a:gd name="connsiteY15" fmla="*/ 13125 h 302023"/>
                <a:gd name="connsiteX16" fmla="*/ 288898 w 302023"/>
                <a:gd name="connsiteY16" fmla="*/ 19702 h 302023"/>
                <a:gd name="connsiteX17" fmla="*/ 288898 w 302023"/>
                <a:gd name="connsiteY17" fmla="*/ 282321 h 30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2023" h="302023">
                  <a:moveTo>
                    <a:pt x="282321" y="0"/>
                  </a:moveTo>
                  <a:lnTo>
                    <a:pt x="19702" y="0"/>
                  </a:lnTo>
                  <a:cubicBezTo>
                    <a:pt x="8848" y="0"/>
                    <a:pt x="0" y="8848"/>
                    <a:pt x="0" y="19702"/>
                  </a:cubicBezTo>
                  <a:lnTo>
                    <a:pt x="0" y="282321"/>
                  </a:lnTo>
                  <a:cubicBezTo>
                    <a:pt x="0" y="293175"/>
                    <a:pt x="8848" y="302023"/>
                    <a:pt x="19702" y="302023"/>
                  </a:cubicBezTo>
                  <a:lnTo>
                    <a:pt x="282321" y="302023"/>
                  </a:lnTo>
                  <a:cubicBezTo>
                    <a:pt x="293175" y="302023"/>
                    <a:pt x="302023" y="293175"/>
                    <a:pt x="302023" y="282321"/>
                  </a:cubicBezTo>
                  <a:lnTo>
                    <a:pt x="302023" y="19702"/>
                  </a:lnTo>
                  <a:cubicBezTo>
                    <a:pt x="302023" y="8848"/>
                    <a:pt x="293175" y="0"/>
                    <a:pt x="282321" y="0"/>
                  </a:cubicBezTo>
                  <a:close/>
                  <a:moveTo>
                    <a:pt x="288898" y="282321"/>
                  </a:moveTo>
                  <a:cubicBezTo>
                    <a:pt x="288898" y="285949"/>
                    <a:pt x="285949" y="288898"/>
                    <a:pt x="282321" y="288898"/>
                  </a:cubicBezTo>
                  <a:lnTo>
                    <a:pt x="19702" y="288898"/>
                  </a:lnTo>
                  <a:cubicBezTo>
                    <a:pt x="16074" y="288898"/>
                    <a:pt x="13125" y="285949"/>
                    <a:pt x="13125" y="282321"/>
                  </a:cubicBezTo>
                  <a:lnTo>
                    <a:pt x="13125" y="19702"/>
                  </a:lnTo>
                  <a:cubicBezTo>
                    <a:pt x="13125" y="16074"/>
                    <a:pt x="16074" y="13125"/>
                    <a:pt x="19702" y="13125"/>
                  </a:cubicBezTo>
                  <a:lnTo>
                    <a:pt x="282321" y="13125"/>
                  </a:lnTo>
                  <a:cubicBezTo>
                    <a:pt x="285949" y="13125"/>
                    <a:pt x="288898" y="16074"/>
                    <a:pt x="288898" y="19702"/>
                  </a:cubicBezTo>
                  <a:lnTo>
                    <a:pt x="288898" y="282321"/>
                  </a:ln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823526" y="2560639"/>
              <a:ext cx="157559" cy="181243"/>
            </a:xfrm>
            <a:custGeom>
              <a:avLst/>
              <a:gdLst>
                <a:gd name="connsiteX0" fmla="*/ 137857 w 157559"/>
                <a:gd name="connsiteY0" fmla="*/ 0 h 181243"/>
                <a:gd name="connsiteX1" fmla="*/ 19702 w 157559"/>
                <a:gd name="connsiteY1" fmla="*/ 0 h 181243"/>
                <a:gd name="connsiteX2" fmla="*/ 0 w 157559"/>
                <a:gd name="connsiteY2" fmla="*/ 19702 h 181243"/>
                <a:gd name="connsiteX3" fmla="*/ 0 w 157559"/>
                <a:gd name="connsiteY3" fmla="*/ 164137 h 181243"/>
                <a:gd name="connsiteX4" fmla="*/ 59 w 157559"/>
                <a:gd name="connsiteY4" fmla="*/ 165759 h 181243"/>
                <a:gd name="connsiteX5" fmla="*/ 11532 w 157559"/>
                <a:gd name="connsiteY5" fmla="*/ 180299 h 181243"/>
                <a:gd name="connsiteX6" fmla="*/ 17195 w 157559"/>
                <a:gd name="connsiteY6" fmla="*/ 181243 h 181243"/>
                <a:gd name="connsiteX7" fmla="*/ 30143 w 157559"/>
                <a:gd name="connsiteY7" fmla="*/ 175492 h 181243"/>
                <a:gd name="connsiteX8" fmla="*/ 75624 w 157559"/>
                <a:gd name="connsiteY8" fmla="*/ 124938 h 181243"/>
                <a:gd name="connsiteX9" fmla="*/ 78780 w 157559"/>
                <a:gd name="connsiteY9" fmla="*/ 123523 h 181243"/>
                <a:gd name="connsiteX10" fmla="*/ 81936 w 157559"/>
                <a:gd name="connsiteY10" fmla="*/ 124938 h 181243"/>
                <a:gd name="connsiteX11" fmla="*/ 127416 w 157559"/>
                <a:gd name="connsiteY11" fmla="*/ 175492 h 181243"/>
                <a:gd name="connsiteX12" fmla="*/ 146027 w 157559"/>
                <a:gd name="connsiteY12" fmla="*/ 180299 h 181243"/>
                <a:gd name="connsiteX13" fmla="*/ 157500 w 157559"/>
                <a:gd name="connsiteY13" fmla="*/ 165729 h 181243"/>
                <a:gd name="connsiteX14" fmla="*/ 157559 w 157559"/>
                <a:gd name="connsiteY14" fmla="*/ 164137 h 181243"/>
                <a:gd name="connsiteX15" fmla="*/ 157559 w 157559"/>
                <a:gd name="connsiteY15" fmla="*/ 19702 h 181243"/>
                <a:gd name="connsiteX16" fmla="*/ 137857 w 157559"/>
                <a:gd name="connsiteY16" fmla="*/ 0 h 181243"/>
                <a:gd name="connsiteX17" fmla="*/ 144434 w 157559"/>
                <a:gd name="connsiteY17" fmla="*/ 164166 h 181243"/>
                <a:gd name="connsiteX18" fmla="*/ 144405 w 157559"/>
                <a:gd name="connsiteY18" fmla="*/ 164697 h 181243"/>
                <a:gd name="connsiteX19" fmla="*/ 141809 w 157559"/>
                <a:gd name="connsiteY19" fmla="*/ 167882 h 181243"/>
                <a:gd name="connsiteX20" fmla="*/ 137179 w 157559"/>
                <a:gd name="connsiteY20" fmla="*/ 166732 h 181243"/>
                <a:gd name="connsiteX21" fmla="*/ 91698 w 157559"/>
                <a:gd name="connsiteY21" fmla="*/ 116179 h 181243"/>
                <a:gd name="connsiteX22" fmla="*/ 78780 w 157559"/>
                <a:gd name="connsiteY22" fmla="*/ 110427 h 181243"/>
                <a:gd name="connsiteX23" fmla="*/ 65861 w 157559"/>
                <a:gd name="connsiteY23" fmla="*/ 116179 h 181243"/>
                <a:gd name="connsiteX24" fmla="*/ 20381 w 157559"/>
                <a:gd name="connsiteY24" fmla="*/ 166703 h 181243"/>
                <a:gd name="connsiteX25" fmla="*/ 15750 w 157559"/>
                <a:gd name="connsiteY25" fmla="*/ 167853 h 181243"/>
                <a:gd name="connsiteX26" fmla="*/ 13155 w 157559"/>
                <a:gd name="connsiteY26" fmla="*/ 164667 h 181243"/>
                <a:gd name="connsiteX27" fmla="*/ 13125 w 157559"/>
                <a:gd name="connsiteY27" fmla="*/ 164137 h 181243"/>
                <a:gd name="connsiteX28" fmla="*/ 13125 w 157559"/>
                <a:gd name="connsiteY28" fmla="*/ 19702 h 181243"/>
                <a:gd name="connsiteX29" fmla="*/ 19702 w 157559"/>
                <a:gd name="connsiteY29" fmla="*/ 13125 h 181243"/>
                <a:gd name="connsiteX30" fmla="*/ 137886 w 157559"/>
                <a:gd name="connsiteY30" fmla="*/ 13125 h 181243"/>
                <a:gd name="connsiteX31" fmla="*/ 144464 w 157559"/>
                <a:gd name="connsiteY31" fmla="*/ 19702 h 181243"/>
                <a:gd name="connsiteX32" fmla="*/ 144464 w 157559"/>
                <a:gd name="connsiteY32" fmla="*/ 164166 h 181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7559" h="181243">
                  <a:moveTo>
                    <a:pt x="137857" y="0"/>
                  </a:moveTo>
                  <a:lnTo>
                    <a:pt x="19702" y="0"/>
                  </a:lnTo>
                  <a:cubicBezTo>
                    <a:pt x="8848" y="0"/>
                    <a:pt x="0" y="8848"/>
                    <a:pt x="0" y="19702"/>
                  </a:cubicBezTo>
                  <a:lnTo>
                    <a:pt x="0" y="164137"/>
                  </a:lnTo>
                  <a:cubicBezTo>
                    <a:pt x="0" y="164667"/>
                    <a:pt x="29" y="165228"/>
                    <a:pt x="59" y="165759"/>
                  </a:cubicBezTo>
                  <a:cubicBezTo>
                    <a:pt x="619" y="172542"/>
                    <a:pt x="5014" y="178117"/>
                    <a:pt x="11532" y="180299"/>
                  </a:cubicBezTo>
                  <a:cubicBezTo>
                    <a:pt x="13390" y="180919"/>
                    <a:pt x="15308" y="181243"/>
                    <a:pt x="17195" y="181243"/>
                  </a:cubicBezTo>
                  <a:cubicBezTo>
                    <a:pt x="22062" y="181243"/>
                    <a:pt x="26781" y="179208"/>
                    <a:pt x="30143" y="175492"/>
                  </a:cubicBezTo>
                  <a:lnTo>
                    <a:pt x="75624" y="124938"/>
                  </a:lnTo>
                  <a:cubicBezTo>
                    <a:pt x="76715" y="123729"/>
                    <a:pt x="78072" y="123523"/>
                    <a:pt x="78780" y="123523"/>
                  </a:cubicBezTo>
                  <a:cubicBezTo>
                    <a:pt x="79488" y="123523"/>
                    <a:pt x="80844" y="123700"/>
                    <a:pt x="81936" y="124938"/>
                  </a:cubicBezTo>
                  <a:lnTo>
                    <a:pt x="127416" y="175492"/>
                  </a:lnTo>
                  <a:cubicBezTo>
                    <a:pt x="132076" y="180653"/>
                    <a:pt x="139361" y="182541"/>
                    <a:pt x="146027" y="180299"/>
                  </a:cubicBezTo>
                  <a:cubicBezTo>
                    <a:pt x="152545" y="178087"/>
                    <a:pt x="156940" y="172513"/>
                    <a:pt x="157500" y="165729"/>
                  </a:cubicBezTo>
                  <a:cubicBezTo>
                    <a:pt x="157530" y="165198"/>
                    <a:pt x="157559" y="164667"/>
                    <a:pt x="157559" y="164137"/>
                  </a:cubicBezTo>
                  <a:lnTo>
                    <a:pt x="157559" y="19702"/>
                  </a:lnTo>
                  <a:cubicBezTo>
                    <a:pt x="157559" y="8848"/>
                    <a:pt x="148740" y="0"/>
                    <a:pt x="137857" y="0"/>
                  </a:cubicBezTo>
                  <a:close/>
                  <a:moveTo>
                    <a:pt x="144434" y="164166"/>
                  </a:moveTo>
                  <a:cubicBezTo>
                    <a:pt x="144434" y="164343"/>
                    <a:pt x="144434" y="164549"/>
                    <a:pt x="144405" y="164697"/>
                  </a:cubicBezTo>
                  <a:cubicBezTo>
                    <a:pt x="144228" y="166762"/>
                    <a:pt x="142724" y="167587"/>
                    <a:pt x="141809" y="167882"/>
                  </a:cubicBezTo>
                  <a:cubicBezTo>
                    <a:pt x="141160" y="168118"/>
                    <a:pt x="138919" y="168649"/>
                    <a:pt x="137179" y="166732"/>
                  </a:cubicBezTo>
                  <a:lnTo>
                    <a:pt x="91698" y="116179"/>
                  </a:lnTo>
                  <a:cubicBezTo>
                    <a:pt x="88395" y="112521"/>
                    <a:pt x="83705" y="110427"/>
                    <a:pt x="78780" y="110427"/>
                  </a:cubicBezTo>
                  <a:cubicBezTo>
                    <a:pt x="73854" y="110427"/>
                    <a:pt x="69164" y="112521"/>
                    <a:pt x="65861" y="116179"/>
                  </a:cubicBezTo>
                  <a:lnTo>
                    <a:pt x="20381" y="166703"/>
                  </a:lnTo>
                  <a:cubicBezTo>
                    <a:pt x="18640" y="168649"/>
                    <a:pt x="16399" y="168089"/>
                    <a:pt x="15750" y="167853"/>
                  </a:cubicBezTo>
                  <a:cubicBezTo>
                    <a:pt x="14865" y="167558"/>
                    <a:pt x="13331" y="166732"/>
                    <a:pt x="13155" y="164667"/>
                  </a:cubicBezTo>
                  <a:cubicBezTo>
                    <a:pt x="13155" y="164490"/>
                    <a:pt x="13125" y="164314"/>
                    <a:pt x="13125" y="164137"/>
                  </a:cubicBezTo>
                  <a:lnTo>
                    <a:pt x="13125" y="19702"/>
                  </a:lnTo>
                  <a:cubicBezTo>
                    <a:pt x="13125" y="16074"/>
                    <a:pt x="16074" y="13125"/>
                    <a:pt x="19702" y="13125"/>
                  </a:cubicBezTo>
                  <a:lnTo>
                    <a:pt x="137886" y="13125"/>
                  </a:lnTo>
                  <a:cubicBezTo>
                    <a:pt x="141514" y="13125"/>
                    <a:pt x="144464" y="16074"/>
                    <a:pt x="144464" y="19702"/>
                  </a:cubicBezTo>
                  <a:lnTo>
                    <a:pt x="144464" y="164166"/>
                  </a:ln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834555" y="3604552"/>
            <a:ext cx="240320" cy="251863"/>
            <a:chOff x="836894" y="3668600"/>
            <a:chExt cx="202468" cy="212193"/>
          </a:xfrm>
          <a:solidFill>
            <a:schemeClr val="accent1"/>
          </a:solidFill>
        </p:grpSpPr>
        <p:sp>
          <p:nvSpPr>
            <p:cNvPr id="146" name="任意多边形: 形状 145"/>
            <p:cNvSpPr/>
            <p:nvPr/>
          </p:nvSpPr>
          <p:spPr>
            <a:xfrm>
              <a:off x="836894" y="3668600"/>
              <a:ext cx="108170" cy="124624"/>
            </a:xfrm>
            <a:custGeom>
              <a:avLst/>
              <a:gdLst>
                <a:gd name="connsiteX0" fmla="*/ 95415 w 108170"/>
                <a:gd name="connsiteY0" fmla="*/ 124624 h 124624"/>
                <a:gd name="connsiteX1" fmla="*/ 43121 w 108170"/>
                <a:gd name="connsiteY1" fmla="*/ 105424 h 124624"/>
                <a:gd name="connsiteX2" fmla="*/ 4041 w 108170"/>
                <a:gd name="connsiteY2" fmla="*/ 20922 h 124624"/>
                <a:gd name="connsiteX3" fmla="*/ 9261 w 108170"/>
                <a:gd name="connsiteY3" fmla="*/ 6647 h 124624"/>
                <a:gd name="connsiteX4" fmla="*/ 22269 w 108170"/>
                <a:gd name="connsiteY4" fmla="*/ 600 h 124624"/>
                <a:gd name="connsiteX5" fmla="*/ 65035 w 108170"/>
                <a:gd name="connsiteY5" fmla="*/ 16321 h 124624"/>
                <a:gd name="connsiteX6" fmla="*/ 104145 w 108170"/>
                <a:gd name="connsiteY6" fmla="*/ 100822 h 124624"/>
                <a:gd name="connsiteX7" fmla="*/ 95415 w 108170"/>
                <a:gd name="connsiteY7" fmla="*/ 124624 h 124624"/>
                <a:gd name="connsiteX8" fmla="*/ 18788 w 108170"/>
                <a:gd name="connsiteY8" fmla="*/ 10215 h 124624"/>
                <a:gd name="connsiteX9" fmla="*/ 13568 w 108170"/>
                <a:gd name="connsiteY9" fmla="*/ 24432 h 124624"/>
                <a:gd name="connsiteX10" fmla="*/ 46631 w 108170"/>
                <a:gd name="connsiteY10" fmla="*/ 95838 h 124624"/>
                <a:gd name="connsiteX11" fmla="*/ 89339 w 108170"/>
                <a:gd name="connsiteY11" fmla="*/ 111529 h 124624"/>
                <a:gd name="connsiteX12" fmla="*/ 94559 w 108170"/>
                <a:gd name="connsiteY12" fmla="*/ 97313 h 124624"/>
                <a:gd name="connsiteX13" fmla="*/ 61526 w 108170"/>
                <a:gd name="connsiteY13" fmla="*/ 25907 h 124624"/>
                <a:gd name="connsiteX14" fmla="*/ 18788 w 108170"/>
                <a:gd name="connsiteY14" fmla="*/ 10215 h 12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170" h="124624">
                  <a:moveTo>
                    <a:pt x="95415" y="124624"/>
                  </a:moveTo>
                  <a:lnTo>
                    <a:pt x="43121" y="105424"/>
                  </a:lnTo>
                  <a:cubicBezTo>
                    <a:pt x="9026" y="92859"/>
                    <a:pt x="-8465" y="55047"/>
                    <a:pt x="4041" y="20922"/>
                  </a:cubicBezTo>
                  <a:lnTo>
                    <a:pt x="9261" y="6647"/>
                  </a:lnTo>
                  <a:cubicBezTo>
                    <a:pt x="11208" y="1426"/>
                    <a:pt x="16989" y="-1287"/>
                    <a:pt x="22269" y="600"/>
                  </a:cubicBezTo>
                  <a:lnTo>
                    <a:pt x="65035" y="16321"/>
                  </a:lnTo>
                  <a:cubicBezTo>
                    <a:pt x="99131" y="28915"/>
                    <a:pt x="116621" y="66697"/>
                    <a:pt x="104145" y="100822"/>
                  </a:cubicBezTo>
                  <a:lnTo>
                    <a:pt x="95415" y="124624"/>
                  </a:lnTo>
                  <a:close/>
                  <a:moveTo>
                    <a:pt x="18788" y="10215"/>
                  </a:moveTo>
                  <a:lnTo>
                    <a:pt x="13568" y="24432"/>
                  </a:lnTo>
                  <a:cubicBezTo>
                    <a:pt x="3009" y="53277"/>
                    <a:pt x="17815" y="85220"/>
                    <a:pt x="46631" y="95838"/>
                  </a:cubicBezTo>
                  <a:lnTo>
                    <a:pt x="89339" y="111529"/>
                  </a:lnTo>
                  <a:lnTo>
                    <a:pt x="94559" y="97313"/>
                  </a:lnTo>
                  <a:cubicBezTo>
                    <a:pt x="105118" y="68467"/>
                    <a:pt x="90342" y="36525"/>
                    <a:pt x="61526" y="25907"/>
                  </a:cubicBezTo>
                  <a:lnTo>
                    <a:pt x="18788" y="10215"/>
                  </a:lnTo>
                  <a:close/>
                </a:path>
              </a:pathLst>
            </a:custGeom>
            <a:grpFill/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7" name="任意多边形: 形状 146"/>
            <p:cNvSpPr/>
            <p:nvPr/>
          </p:nvSpPr>
          <p:spPr>
            <a:xfrm>
              <a:off x="927689" y="3724621"/>
              <a:ext cx="111673" cy="88660"/>
            </a:xfrm>
            <a:custGeom>
              <a:avLst/>
              <a:gdLst>
                <a:gd name="connsiteX0" fmla="*/ 73932 w 111673"/>
                <a:gd name="connsiteY0" fmla="*/ 0 h 88660"/>
                <a:gd name="connsiteX1" fmla="*/ 101184 w 111673"/>
                <a:gd name="connsiteY1" fmla="*/ 5928 h 88660"/>
                <a:gd name="connsiteX2" fmla="*/ 105727 w 111673"/>
                <a:gd name="connsiteY2" fmla="*/ 7963 h 88660"/>
                <a:gd name="connsiteX3" fmla="*/ 110770 w 111673"/>
                <a:gd name="connsiteY3" fmla="*/ 21413 h 88660"/>
                <a:gd name="connsiteX4" fmla="*/ 97704 w 111673"/>
                <a:gd name="connsiteY4" fmla="*/ 50111 h 88660"/>
                <a:gd name="connsiteX5" fmla="*/ 37742 w 111673"/>
                <a:gd name="connsiteY5" fmla="*/ 88660 h 88660"/>
                <a:gd name="connsiteX6" fmla="*/ 10489 w 111673"/>
                <a:gd name="connsiteY6" fmla="*/ 82732 h 88660"/>
                <a:gd name="connsiteX7" fmla="*/ 5947 w 111673"/>
                <a:gd name="connsiteY7" fmla="*/ 80697 h 88660"/>
                <a:gd name="connsiteX8" fmla="*/ 903 w 111673"/>
                <a:gd name="connsiteY8" fmla="*/ 67218 h 88660"/>
                <a:gd name="connsiteX9" fmla="*/ 13969 w 111673"/>
                <a:gd name="connsiteY9" fmla="*/ 38520 h 88660"/>
                <a:gd name="connsiteX10" fmla="*/ 73932 w 111673"/>
                <a:gd name="connsiteY10" fmla="*/ 0 h 88660"/>
                <a:gd name="connsiteX11" fmla="*/ 101479 w 111673"/>
                <a:gd name="connsiteY11" fmla="*/ 17284 h 88660"/>
                <a:gd name="connsiteX12" fmla="*/ 96967 w 111673"/>
                <a:gd name="connsiteY12" fmla="*/ 15249 h 88660"/>
                <a:gd name="connsiteX13" fmla="*/ 73932 w 111673"/>
                <a:gd name="connsiteY13" fmla="*/ 10235 h 88660"/>
                <a:gd name="connsiteX14" fmla="*/ 23260 w 111673"/>
                <a:gd name="connsiteY14" fmla="*/ 42826 h 88660"/>
                <a:gd name="connsiteX15" fmla="*/ 10194 w 111673"/>
                <a:gd name="connsiteY15" fmla="*/ 71495 h 88660"/>
                <a:gd name="connsiteX16" fmla="*/ 14707 w 111673"/>
                <a:gd name="connsiteY16" fmla="*/ 73530 h 88660"/>
                <a:gd name="connsiteX17" fmla="*/ 37742 w 111673"/>
                <a:gd name="connsiteY17" fmla="*/ 78544 h 88660"/>
                <a:gd name="connsiteX18" fmla="*/ 88413 w 111673"/>
                <a:gd name="connsiteY18" fmla="*/ 45952 h 88660"/>
                <a:gd name="connsiteX19" fmla="*/ 101479 w 111673"/>
                <a:gd name="connsiteY19" fmla="*/ 17284 h 8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1673" h="88660">
                  <a:moveTo>
                    <a:pt x="73932" y="0"/>
                  </a:moveTo>
                  <a:cubicBezTo>
                    <a:pt x="83340" y="0"/>
                    <a:pt x="92631" y="2006"/>
                    <a:pt x="101184" y="5928"/>
                  </a:cubicBezTo>
                  <a:lnTo>
                    <a:pt x="105727" y="7963"/>
                  </a:lnTo>
                  <a:cubicBezTo>
                    <a:pt x="110829" y="10294"/>
                    <a:pt x="113071" y="16310"/>
                    <a:pt x="110770" y="21413"/>
                  </a:cubicBezTo>
                  <a:lnTo>
                    <a:pt x="97704" y="50111"/>
                  </a:lnTo>
                  <a:cubicBezTo>
                    <a:pt x="86968" y="73589"/>
                    <a:pt x="63550" y="88631"/>
                    <a:pt x="37742" y="88660"/>
                  </a:cubicBezTo>
                  <a:cubicBezTo>
                    <a:pt x="28333" y="88660"/>
                    <a:pt x="19042" y="86655"/>
                    <a:pt x="10489" y="82732"/>
                  </a:cubicBezTo>
                  <a:lnTo>
                    <a:pt x="5947" y="80697"/>
                  </a:lnTo>
                  <a:cubicBezTo>
                    <a:pt x="844" y="78367"/>
                    <a:pt x="-1397" y="72350"/>
                    <a:pt x="903" y="67218"/>
                  </a:cubicBezTo>
                  <a:lnTo>
                    <a:pt x="13969" y="38520"/>
                  </a:lnTo>
                  <a:cubicBezTo>
                    <a:pt x="24735" y="15072"/>
                    <a:pt x="48153" y="29"/>
                    <a:pt x="73932" y="0"/>
                  </a:cubicBezTo>
                  <a:close/>
                  <a:moveTo>
                    <a:pt x="101479" y="17284"/>
                  </a:moveTo>
                  <a:lnTo>
                    <a:pt x="96967" y="15249"/>
                  </a:lnTo>
                  <a:cubicBezTo>
                    <a:pt x="89741" y="11945"/>
                    <a:pt x="81895" y="10235"/>
                    <a:pt x="73932" y="10235"/>
                  </a:cubicBezTo>
                  <a:cubicBezTo>
                    <a:pt x="52135" y="10264"/>
                    <a:pt x="32344" y="23006"/>
                    <a:pt x="23260" y="42826"/>
                  </a:cubicBezTo>
                  <a:lnTo>
                    <a:pt x="10194" y="71495"/>
                  </a:lnTo>
                  <a:lnTo>
                    <a:pt x="14707" y="73530"/>
                  </a:lnTo>
                  <a:cubicBezTo>
                    <a:pt x="21933" y="76833"/>
                    <a:pt x="29778" y="78544"/>
                    <a:pt x="37742" y="78544"/>
                  </a:cubicBezTo>
                  <a:cubicBezTo>
                    <a:pt x="59538" y="78514"/>
                    <a:pt x="79329" y="65773"/>
                    <a:pt x="88413" y="45952"/>
                  </a:cubicBezTo>
                  <a:lnTo>
                    <a:pt x="101479" y="17284"/>
                  </a:lnTo>
                  <a:close/>
                </a:path>
              </a:pathLst>
            </a:custGeom>
            <a:grpFill/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8" name="任意多边形: 形状 147"/>
            <p:cNvSpPr/>
            <p:nvPr/>
          </p:nvSpPr>
          <p:spPr>
            <a:xfrm>
              <a:off x="924593" y="3784886"/>
              <a:ext cx="21292" cy="95907"/>
            </a:xfrm>
            <a:custGeom>
              <a:avLst/>
              <a:gdLst>
                <a:gd name="connsiteX0" fmla="*/ 12376 w 21292"/>
                <a:gd name="connsiteY0" fmla="*/ 95907 h 95907"/>
                <a:gd name="connsiteX1" fmla="*/ 7274 w 21292"/>
                <a:gd name="connsiteY1" fmla="*/ 90805 h 95907"/>
                <a:gd name="connsiteX2" fmla="*/ 7746 w 21292"/>
                <a:gd name="connsiteY2" fmla="*/ 88622 h 95907"/>
                <a:gd name="connsiteX3" fmla="*/ 9545 w 21292"/>
                <a:gd name="connsiteY3" fmla="*/ 45147 h 95907"/>
                <a:gd name="connsiteX4" fmla="*/ 549 w 21292"/>
                <a:gd name="connsiteY4" fmla="*/ 7395 h 95907"/>
                <a:gd name="connsiteX5" fmla="*/ 2791 w 21292"/>
                <a:gd name="connsiteY5" fmla="*/ 552 h 95907"/>
                <a:gd name="connsiteX6" fmla="*/ 9545 w 21292"/>
                <a:gd name="connsiteY6" fmla="*/ 2616 h 95907"/>
                <a:gd name="connsiteX7" fmla="*/ 19632 w 21292"/>
                <a:gd name="connsiteY7" fmla="*/ 43820 h 95907"/>
                <a:gd name="connsiteX8" fmla="*/ 16948 w 21292"/>
                <a:gd name="connsiteY8" fmla="*/ 92958 h 95907"/>
                <a:gd name="connsiteX9" fmla="*/ 12376 w 21292"/>
                <a:gd name="connsiteY9" fmla="*/ 95907 h 95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292" h="95907">
                  <a:moveTo>
                    <a:pt x="12376" y="95907"/>
                  </a:moveTo>
                  <a:cubicBezTo>
                    <a:pt x="9574" y="95907"/>
                    <a:pt x="7274" y="93607"/>
                    <a:pt x="7274" y="90805"/>
                  </a:cubicBezTo>
                  <a:cubicBezTo>
                    <a:pt x="7274" y="90067"/>
                    <a:pt x="7451" y="89301"/>
                    <a:pt x="7746" y="88622"/>
                  </a:cubicBezTo>
                  <a:cubicBezTo>
                    <a:pt x="11846" y="74494"/>
                    <a:pt x="12465" y="59570"/>
                    <a:pt x="9545" y="45147"/>
                  </a:cubicBezTo>
                  <a:cubicBezTo>
                    <a:pt x="8188" y="32229"/>
                    <a:pt x="5180" y="19546"/>
                    <a:pt x="549" y="7395"/>
                  </a:cubicBezTo>
                  <a:cubicBezTo>
                    <a:pt x="-719" y="4888"/>
                    <a:pt x="284" y="1820"/>
                    <a:pt x="2791" y="552"/>
                  </a:cubicBezTo>
                  <a:cubicBezTo>
                    <a:pt x="5239" y="-687"/>
                    <a:pt x="8218" y="227"/>
                    <a:pt x="9545" y="2616"/>
                  </a:cubicBezTo>
                  <a:cubicBezTo>
                    <a:pt x="14795" y="15830"/>
                    <a:pt x="18187" y="29692"/>
                    <a:pt x="19632" y="43820"/>
                  </a:cubicBezTo>
                  <a:cubicBezTo>
                    <a:pt x="21667" y="59364"/>
                    <a:pt x="22847" y="80482"/>
                    <a:pt x="16948" y="92958"/>
                  </a:cubicBezTo>
                  <a:cubicBezTo>
                    <a:pt x="16152" y="94787"/>
                    <a:pt x="14353" y="95907"/>
                    <a:pt x="12376" y="95907"/>
                  </a:cubicBezTo>
                  <a:close/>
                </a:path>
              </a:pathLst>
            </a:custGeom>
            <a:grpFill/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819374" y="4676929"/>
            <a:ext cx="270681" cy="246222"/>
            <a:chOff x="827793" y="4807289"/>
            <a:chExt cx="250679" cy="228027"/>
          </a:xfrm>
          <a:solidFill>
            <a:schemeClr val="accent1"/>
          </a:solidFill>
        </p:grpSpPr>
        <p:sp>
          <p:nvSpPr>
            <p:cNvPr id="153" name="任意多边形: 形状 152"/>
            <p:cNvSpPr/>
            <p:nvPr/>
          </p:nvSpPr>
          <p:spPr>
            <a:xfrm>
              <a:off x="905564" y="4807289"/>
              <a:ext cx="95137" cy="95137"/>
            </a:xfrm>
            <a:custGeom>
              <a:avLst/>
              <a:gdLst>
                <a:gd name="connsiteX0" fmla="*/ 47569 w 95137"/>
                <a:gd name="connsiteY0" fmla="*/ 0 h 95137"/>
                <a:gd name="connsiteX1" fmla="*/ 0 w 95137"/>
                <a:gd name="connsiteY1" fmla="*/ 47569 h 95137"/>
                <a:gd name="connsiteX2" fmla="*/ 91 w 95137"/>
                <a:gd name="connsiteY2" fmla="*/ 50438 h 95137"/>
                <a:gd name="connsiteX3" fmla="*/ 2582 w 95137"/>
                <a:gd name="connsiteY3" fmla="*/ 63108 h 95137"/>
                <a:gd name="connsiteX4" fmla="*/ 47569 w 95137"/>
                <a:gd name="connsiteY4" fmla="*/ 95137 h 95137"/>
                <a:gd name="connsiteX5" fmla="*/ 92555 w 95137"/>
                <a:gd name="connsiteY5" fmla="*/ 63108 h 95137"/>
                <a:gd name="connsiteX6" fmla="*/ 95047 w 95137"/>
                <a:gd name="connsiteY6" fmla="*/ 50438 h 95137"/>
                <a:gd name="connsiteX7" fmla="*/ 95137 w 95137"/>
                <a:gd name="connsiteY7" fmla="*/ 47569 h 95137"/>
                <a:gd name="connsiteX8" fmla="*/ 47569 w 95137"/>
                <a:gd name="connsiteY8" fmla="*/ 0 h 95137"/>
                <a:gd name="connsiteX9" fmla="*/ 83056 w 95137"/>
                <a:gd name="connsiteY9" fmla="*/ 47569 h 95137"/>
                <a:gd name="connsiteX10" fmla="*/ 81727 w 95137"/>
                <a:gd name="connsiteY10" fmla="*/ 57188 h 95137"/>
                <a:gd name="connsiteX11" fmla="*/ 81712 w 95137"/>
                <a:gd name="connsiteY11" fmla="*/ 57188 h 95137"/>
                <a:gd name="connsiteX12" fmla="*/ 47569 w 95137"/>
                <a:gd name="connsiteY12" fmla="*/ 83056 h 95137"/>
                <a:gd name="connsiteX13" fmla="*/ 13425 w 95137"/>
                <a:gd name="connsiteY13" fmla="*/ 57188 h 95137"/>
                <a:gd name="connsiteX14" fmla="*/ 13410 w 95137"/>
                <a:gd name="connsiteY14" fmla="*/ 57188 h 95137"/>
                <a:gd name="connsiteX15" fmla="*/ 12081 w 95137"/>
                <a:gd name="connsiteY15" fmla="*/ 47569 h 95137"/>
                <a:gd name="connsiteX16" fmla="*/ 12217 w 95137"/>
                <a:gd name="connsiteY16" fmla="*/ 44548 h 95137"/>
                <a:gd name="connsiteX17" fmla="*/ 47569 w 95137"/>
                <a:gd name="connsiteY17" fmla="*/ 12081 h 95137"/>
                <a:gd name="connsiteX18" fmla="*/ 82920 w 95137"/>
                <a:gd name="connsiteY18" fmla="*/ 44548 h 95137"/>
                <a:gd name="connsiteX19" fmla="*/ 83056 w 95137"/>
                <a:gd name="connsiteY19" fmla="*/ 47569 h 95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5137" h="95137">
                  <a:moveTo>
                    <a:pt x="47569" y="0"/>
                  </a:moveTo>
                  <a:cubicBezTo>
                    <a:pt x="21293" y="0"/>
                    <a:pt x="0" y="21293"/>
                    <a:pt x="0" y="47569"/>
                  </a:cubicBezTo>
                  <a:cubicBezTo>
                    <a:pt x="0" y="48535"/>
                    <a:pt x="30" y="49486"/>
                    <a:pt x="91" y="50438"/>
                  </a:cubicBezTo>
                  <a:cubicBezTo>
                    <a:pt x="347" y="54847"/>
                    <a:pt x="1208" y="59106"/>
                    <a:pt x="2582" y="63108"/>
                  </a:cubicBezTo>
                  <a:cubicBezTo>
                    <a:pt x="9030" y="81743"/>
                    <a:pt x="26729" y="95137"/>
                    <a:pt x="47569" y="95137"/>
                  </a:cubicBezTo>
                  <a:cubicBezTo>
                    <a:pt x="68408" y="95137"/>
                    <a:pt x="86107" y="81743"/>
                    <a:pt x="92555" y="63108"/>
                  </a:cubicBezTo>
                  <a:cubicBezTo>
                    <a:pt x="93958" y="59017"/>
                    <a:pt x="94797" y="54755"/>
                    <a:pt x="95047" y="50438"/>
                  </a:cubicBezTo>
                  <a:cubicBezTo>
                    <a:pt x="95107" y="49486"/>
                    <a:pt x="95137" y="48535"/>
                    <a:pt x="95137" y="47569"/>
                  </a:cubicBezTo>
                  <a:cubicBezTo>
                    <a:pt x="95137" y="21293"/>
                    <a:pt x="73845" y="0"/>
                    <a:pt x="47569" y="0"/>
                  </a:cubicBezTo>
                  <a:close/>
                  <a:moveTo>
                    <a:pt x="83056" y="47569"/>
                  </a:moveTo>
                  <a:cubicBezTo>
                    <a:pt x="83056" y="50906"/>
                    <a:pt x="82588" y="54138"/>
                    <a:pt x="81727" y="57188"/>
                  </a:cubicBezTo>
                  <a:lnTo>
                    <a:pt x="81712" y="57188"/>
                  </a:lnTo>
                  <a:cubicBezTo>
                    <a:pt x="77529" y="72093"/>
                    <a:pt x="63802" y="83056"/>
                    <a:pt x="47569" y="83056"/>
                  </a:cubicBezTo>
                  <a:cubicBezTo>
                    <a:pt x="31335" y="83056"/>
                    <a:pt x="17608" y="72093"/>
                    <a:pt x="13425" y="57188"/>
                  </a:cubicBezTo>
                  <a:lnTo>
                    <a:pt x="13410" y="57188"/>
                  </a:lnTo>
                  <a:cubicBezTo>
                    <a:pt x="12549" y="54138"/>
                    <a:pt x="12081" y="50906"/>
                    <a:pt x="12081" y="47569"/>
                  </a:cubicBezTo>
                  <a:cubicBezTo>
                    <a:pt x="12081" y="46557"/>
                    <a:pt x="12126" y="45545"/>
                    <a:pt x="12217" y="44548"/>
                  </a:cubicBezTo>
                  <a:cubicBezTo>
                    <a:pt x="13742" y="26382"/>
                    <a:pt x="29009" y="12081"/>
                    <a:pt x="47569" y="12081"/>
                  </a:cubicBezTo>
                  <a:cubicBezTo>
                    <a:pt x="66128" y="12081"/>
                    <a:pt x="81395" y="26382"/>
                    <a:pt x="82920" y="44548"/>
                  </a:cubicBezTo>
                  <a:cubicBezTo>
                    <a:pt x="83011" y="45545"/>
                    <a:pt x="83056" y="46557"/>
                    <a:pt x="83056" y="47569"/>
                  </a:cubicBez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857996" y="4851838"/>
              <a:ext cx="190274" cy="183478"/>
            </a:xfrm>
            <a:custGeom>
              <a:avLst/>
              <a:gdLst>
                <a:gd name="connsiteX0" fmla="*/ 59650 w 190274"/>
                <a:gd name="connsiteY0" fmla="*/ 3020 h 183478"/>
                <a:gd name="connsiteX1" fmla="*/ 59785 w 190274"/>
                <a:gd name="connsiteY1" fmla="*/ 0 h 183478"/>
                <a:gd name="connsiteX2" fmla="*/ 47659 w 190274"/>
                <a:gd name="connsiteY2" fmla="*/ 5889 h 183478"/>
                <a:gd name="connsiteX3" fmla="*/ 106 w 190274"/>
                <a:gd name="connsiteY3" fmla="*/ 84023 h 183478"/>
                <a:gd name="connsiteX4" fmla="*/ 0 w 190274"/>
                <a:gd name="connsiteY4" fmla="*/ 88342 h 183478"/>
                <a:gd name="connsiteX5" fmla="*/ 408 w 190274"/>
                <a:gd name="connsiteY5" fmla="*/ 97176 h 183478"/>
                <a:gd name="connsiteX6" fmla="*/ 12232 w 190274"/>
                <a:gd name="connsiteY6" fmla="*/ 93250 h 183478"/>
                <a:gd name="connsiteX7" fmla="*/ 12398 w 190274"/>
                <a:gd name="connsiteY7" fmla="*/ 81048 h 183478"/>
                <a:gd name="connsiteX8" fmla="*/ 50151 w 190274"/>
                <a:gd name="connsiteY8" fmla="*/ 18559 h 183478"/>
                <a:gd name="connsiteX9" fmla="*/ 60978 w 190274"/>
                <a:gd name="connsiteY9" fmla="*/ 12640 h 183478"/>
                <a:gd name="connsiteX10" fmla="*/ 59650 w 190274"/>
                <a:gd name="connsiteY10" fmla="*/ 3020 h 183478"/>
                <a:gd name="connsiteX11" fmla="*/ 190169 w 190274"/>
                <a:gd name="connsiteY11" fmla="*/ 84023 h 183478"/>
                <a:gd name="connsiteX12" fmla="*/ 142615 w 190274"/>
                <a:gd name="connsiteY12" fmla="*/ 5889 h 183478"/>
                <a:gd name="connsiteX13" fmla="*/ 130489 w 190274"/>
                <a:gd name="connsiteY13" fmla="*/ 0 h 183478"/>
                <a:gd name="connsiteX14" fmla="*/ 130625 w 190274"/>
                <a:gd name="connsiteY14" fmla="*/ 3020 h 183478"/>
                <a:gd name="connsiteX15" fmla="*/ 129296 w 190274"/>
                <a:gd name="connsiteY15" fmla="*/ 12640 h 183478"/>
                <a:gd name="connsiteX16" fmla="*/ 140124 w 190274"/>
                <a:gd name="connsiteY16" fmla="*/ 18559 h 183478"/>
                <a:gd name="connsiteX17" fmla="*/ 177876 w 190274"/>
                <a:gd name="connsiteY17" fmla="*/ 81048 h 183478"/>
                <a:gd name="connsiteX18" fmla="*/ 178043 w 190274"/>
                <a:gd name="connsiteY18" fmla="*/ 93250 h 183478"/>
                <a:gd name="connsiteX19" fmla="*/ 189867 w 190274"/>
                <a:gd name="connsiteY19" fmla="*/ 97176 h 183478"/>
                <a:gd name="connsiteX20" fmla="*/ 190274 w 190274"/>
                <a:gd name="connsiteY20" fmla="*/ 88342 h 183478"/>
                <a:gd name="connsiteX21" fmla="*/ 190169 w 190274"/>
                <a:gd name="connsiteY21" fmla="*/ 84023 h 183478"/>
                <a:gd name="connsiteX22" fmla="*/ 137269 w 190274"/>
                <a:gd name="connsiteY22" fmla="*/ 159891 h 183478"/>
                <a:gd name="connsiteX23" fmla="*/ 95137 w 190274"/>
                <a:gd name="connsiteY23" fmla="*/ 171398 h 183478"/>
                <a:gd name="connsiteX24" fmla="*/ 53005 w 190274"/>
                <a:gd name="connsiteY24" fmla="*/ 159891 h 183478"/>
                <a:gd name="connsiteX25" fmla="*/ 42963 w 190274"/>
                <a:gd name="connsiteY25" fmla="*/ 152899 h 183478"/>
                <a:gd name="connsiteX26" fmla="*/ 32875 w 190274"/>
                <a:gd name="connsiteY26" fmla="*/ 160284 h 183478"/>
                <a:gd name="connsiteX27" fmla="*/ 43401 w 190274"/>
                <a:gd name="connsiteY27" fmla="*/ 168182 h 183478"/>
                <a:gd name="connsiteX28" fmla="*/ 95137 w 190274"/>
                <a:gd name="connsiteY28" fmla="*/ 183479 h 183478"/>
                <a:gd name="connsiteX29" fmla="*/ 146874 w 190274"/>
                <a:gd name="connsiteY29" fmla="*/ 168182 h 183478"/>
                <a:gd name="connsiteX30" fmla="*/ 157399 w 190274"/>
                <a:gd name="connsiteY30" fmla="*/ 160284 h 183478"/>
                <a:gd name="connsiteX31" fmla="*/ 147312 w 190274"/>
                <a:gd name="connsiteY31" fmla="*/ 152899 h 183478"/>
                <a:gd name="connsiteX32" fmla="*/ 137269 w 190274"/>
                <a:gd name="connsiteY32" fmla="*/ 159891 h 183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274" h="183478">
                  <a:moveTo>
                    <a:pt x="59650" y="3020"/>
                  </a:moveTo>
                  <a:cubicBezTo>
                    <a:pt x="59650" y="2008"/>
                    <a:pt x="59695" y="997"/>
                    <a:pt x="59785" y="0"/>
                  </a:cubicBezTo>
                  <a:cubicBezTo>
                    <a:pt x="55606" y="1666"/>
                    <a:pt x="51553" y="3634"/>
                    <a:pt x="47659" y="5889"/>
                  </a:cubicBezTo>
                  <a:cubicBezTo>
                    <a:pt x="20341" y="21640"/>
                    <a:pt x="1586" y="50589"/>
                    <a:pt x="106" y="84023"/>
                  </a:cubicBezTo>
                  <a:cubicBezTo>
                    <a:pt x="30" y="85457"/>
                    <a:pt x="0" y="86892"/>
                    <a:pt x="0" y="88342"/>
                  </a:cubicBezTo>
                  <a:cubicBezTo>
                    <a:pt x="0" y="91317"/>
                    <a:pt x="136" y="94276"/>
                    <a:pt x="408" y="97176"/>
                  </a:cubicBezTo>
                  <a:cubicBezTo>
                    <a:pt x="4086" y="95180"/>
                    <a:pt x="8090" y="93850"/>
                    <a:pt x="12232" y="93250"/>
                  </a:cubicBezTo>
                  <a:cubicBezTo>
                    <a:pt x="11988" y="89184"/>
                    <a:pt x="12044" y="85106"/>
                    <a:pt x="12398" y="81048"/>
                  </a:cubicBezTo>
                  <a:cubicBezTo>
                    <a:pt x="14693" y="54862"/>
                    <a:pt x="29175" y="32120"/>
                    <a:pt x="50151" y="18559"/>
                  </a:cubicBezTo>
                  <a:cubicBezTo>
                    <a:pt x="53604" y="16312"/>
                    <a:pt x="57223" y="14333"/>
                    <a:pt x="60978" y="12640"/>
                  </a:cubicBezTo>
                  <a:cubicBezTo>
                    <a:pt x="60118" y="9589"/>
                    <a:pt x="59650" y="6358"/>
                    <a:pt x="59650" y="3020"/>
                  </a:cubicBezTo>
                  <a:close/>
                  <a:moveTo>
                    <a:pt x="190169" y="84023"/>
                  </a:moveTo>
                  <a:cubicBezTo>
                    <a:pt x="188689" y="50589"/>
                    <a:pt x="169933" y="21640"/>
                    <a:pt x="142615" y="5889"/>
                  </a:cubicBezTo>
                  <a:cubicBezTo>
                    <a:pt x="138722" y="3634"/>
                    <a:pt x="134669" y="1666"/>
                    <a:pt x="130489" y="0"/>
                  </a:cubicBezTo>
                  <a:cubicBezTo>
                    <a:pt x="130580" y="997"/>
                    <a:pt x="130625" y="2008"/>
                    <a:pt x="130625" y="3020"/>
                  </a:cubicBezTo>
                  <a:cubicBezTo>
                    <a:pt x="130625" y="6358"/>
                    <a:pt x="130157" y="9589"/>
                    <a:pt x="129296" y="12640"/>
                  </a:cubicBezTo>
                  <a:cubicBezTo>
                    <a:pt x="133051" y="14333"/>
                    <a:pt x="136671" y="16312"/>
                    <a:pt x="140124" y="18559"/>
                  </a:cubicBezTo>
                  <a:cubicBezTo>
                    <a:pt x="161099" y="32120"/>
                    <a:pt x="175581" y="54862"/>
                    <a:pt x="177876" y="81048"/>
                  </a:cubicBezTo>
                  <a:cubicBezTo>
                    <a:pt x="178231" y="85106"/>
                    <a:pt x="178286" y="89184"/>
                    <a:pt x="178043" y="93250"/>
                  </a:cubicBezTo>
                  <a:cubicBezTo>
                    <a:pt x="182271" y="93854"/>
                    <a:pt x="186258" y="95228"/>
                    <a:pt x="189867" y="97176"/>
                  </a:cubicBezTo>
                  <a:cubicBezTo>
                    <a:pt x="190139" y="94276"/>
                    <a:pt x="190274" y="91317"/>
                    <a:pt x="190274" y="88342"/>
                  </a:cubicBezTo>
                  <a:cubicBezTo>
                    <a:pt x="190274" y="86892"/>
                    <a:pt x="190244" y="85457"/>
                    <a:pt x="190169" y="84023"/>
                  </a:cubicBezTo>
                  <a:close/>
                  <a:moveTo>
                    <a:pt x="137269" y="159891"/>
                  </a:moveTo>
                  <a:cubicBezTo>
                    <a:pt x="124917" y="167200"/>
                    <a:pt x="110495" y="171398"/>
                    <a:pt x="95137" y="171398"/>
                  </a:cubicBezTo>
                  <a:cubicBezTo>
                    <a:pt x="79779" y="171398"/>
                    <a:pt x="65358" y="167200"/>
                    <a:pt x="53005" y="159891"/>
                  </a:cubicBezTo>
                  <a:cubicBezTo>
                    <a:pt x="49486" y="157816"/>
                    <a:pt x="46129" y="155479"/>
                    <a:pt x="42963" y="152899"/>
                  </a:cubicBezTo>
                  <a:cubicBezTo>
                    <a:pt x="40094" y="155919"/>
                    <a:pt x="36666" y="158426"/>
                    <a:pt x="32875" y="160284"/>
                  </a:cubicBezTo>
                  <a:cubicBezTo>
                    <a:pt x="36197" y="163153"/>
                    <a:pt x="39716" y="165796"/>
                    <a:pt x="43401" y="168182"/>
                  </a:cubicBezTo>
                  <a:cubicBezTo>
                    <a:pt x="58290" y="177861"/>
                    <a:pt x="76049" y="183479"/>
                    <a:pt x="95137" y="183479"/>
                  </a:cubicBezTo>
                  <a:cubicBezTo>
                    <a:pt x="114225" y="183479"/>
                    <a:pt x="131984" y="177861"/>
                    <a:pt x="146874" y="168182"/>
                  </a:cubicBezTo>
                  <a:cubicBezTo>
                    <a:pt x="150558" y="165796"/>
                    <a:pt x="154077" y="163153"/>
                    <a:pt x="157399" y="160284"/>
                  </a:cubicBezTo>
                  <a:cubicBezTo>
                    <a:pt x="153626" y="158440"/>
                    <a:pt x="150210" y="155939"/>
                    <a:pt x="147312" y="152899"/>
                  </a:cubicBezTo>
                  <a:cubicBezTo>
                    <a:pt x="144145" y="155479"/>
                    <a:pt x="140788" y="157816"/>
                    <a:pt x="137269" y="159891"/>
                  </a:cubicBez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827793" y="4932629"/>
              <a:ext cx="250679" cy="95137"/>
            </a:xfrm>
            <a:custGeom>
              <a:avLst/>
              <a:gdLst>
                <a:gd name="connsiteX0" fmla="*/ 220371 w 250679"/>
                <a:gd name="connsiteY0" fmla="*/ 3232 h 95137"/>
                <a:gd name="connsiteX1" fmla="*/ 208079 w 250679"/>
                <a:gd name="connsiteY1" fmla="*/ 257 h 95137"/>
                <a:gd name="connsiteX2" fmla="*/ 203110 w 250679"/>
                <a:gd name="connsiteY2" fmla="*/ 0 h 95137"/>
                <a:gd name="connsiteX3" fmla="*/ 155542 w 250679"/>
                <a:gd name="connsiteY3" fmla="*/ 47569 h 95137"/>
                <a:gd name="connsiteX4" fmla="*/ 167472 w 250679"/>
                <a:gd name="connsiteY4" fmla="*/ 79100 h 95137"/>
                <a:gd name="connsiteX5" fmla="*/ 177076 w 250679"/>
                <a:gd name="connsiteY5" fmla="*/ 87390 h 95137"/>
                <a:gd name="connsiteX6" fmla="*/ 203110 w 250679"/>
                <a:gd name="connsiteY6" fmla="*/ 95137 h 95137"/>
                <a:gd name="connsiteX7" fmla="*/ 250679 w 250679"/>
                <a:gd name="connsiteY7" fmla="*/ 47569 h 95137"/>
                <a:gd name="connsiteX8" fmla="*/ 220371 w 250679"/>
                <a:gd name="connsiteY8" fmla="*/ 3232 h 95137"/>
                <a:gd name="connsiteX9" fmla="*/ 203110 w 250679"/>
                <a:gd name="connsiteY9" fmla="*/ 83056 h 95137"/>
                <a:gd name="connsiteX10" fmla="*/ 187602 w 250679"/>
                <a:gd name="connsiteY10" fmla="*/ 79492 h 95137"/>
                <a:gd name="connsiteX11" fmla="*/ 177514 w 250679"/>
                <a:gd name="connsiteY11" fmla="*/ 72108 h 95137"/>
                <a:gd name="connsiteX12" fmla="*/ 167623 w 250679"/>
                <a:gd name="connsiteY12" fmla="*/ 47569 h 95137"/>
                <a:gd name="connsiteX13" fmla="*/ 203110 w 250679"/>
                <a:gd name="connsiteY13" fmla="*/ 12081 h 95137"/>
                <a:gd name="connsiteX14" fmla="*/ 208245 w 250679"/>
                <a:gd name="connsiteY14" fmla="*/ 12458 h 95137"/>
                <a:gd name="connsiteX15" fmla="*/ 220069 w 250679"/>
                <a:gd name="connsiteY15" fmla="*/ 16385 h 95137"/>
                <a:gd name="connsiteX16" fmla="*/ 238598 w 250679"/>
                <a:gd name="connsiteY16" fmla="*/ 47569 h 95137"/>
                <a:gd name="connsiteX17" fmla="*/ 203110 w 250679"/>
                <a:gd name="connsiteY17" fmla="*/ 83056 h 95137"/>
                <a:gd name="connsiteX18" fmla="*/ 47569 w 250679"/>
                <a:gd name="connsiteY18" fmla="*/ 0 h 95137"/>
                <a:gd name="connsiteX19" fmla="*/ 42600 w 250679"/>
                <a:gd name="connsiteY19" fmla="*/ 257 h 95137"/>
                <a:gd name="connsiteX20" fmla="*/ 30308 w 250679"/>
                <a:gd name="connsiteY20" fmla="*/ 3232 h 95137"/>
                <a:gd name="connsiteX21" fmla="*/ 0 w 250679"/>
                <a:gd name="connsiteY21" fmla="*/ 47569 h 95137"/>
                <a:gd name="connsiteX22" fmla="*/ 47569 w 250679"/>
                <a:gd name="connsiteY22" fmla="*/ 95137 h 95137"/>
                <a:gd name="connsiteX23" fmla="*/ 73603 w 250679"/>
                <a:gd name="connsiteY23" fmla="*/ 87390 h 95137"/>
                <a:gd name="connsiteX24" fmla="*/ 83207 w 250679"/>
                <a:gd name="connsiteY24" fmla="*/ 79100 h 95137"/>
                <a:gd name="connsiteX25" fmla="*/ 95137 w 250679"/>
                <a:gd name="connsiteY25" fmla="*/ 47569 h 95137"/>
                <a:gd name="connsiteX26" fmla="*/ 47569 w 250679"/>
                <a:gd name="connsiteY26" fmla="*/ 0 h 95137"/>
                <a:gd name="connsiteX27" fmla="*/ 63078 w 250679"/>
                <a:gd name="connsiteY27" fmla="*/ 79492 h 95137"/>
                <a:gd name="connsiteX28" fmla="*/ 47569 w 250679"/>
                <a:gd name="connsiteY28" fmla="*/ 83056 h 95137"/>
                <a:gd name="connsiteX29" fmla="*/ 12081 w 250679"/>
                <a:gd name="connsiteY29" fmla="*/ 47569 h 95137"/>
                <a:gd name="connsiteX30" fmla="*/ 30610 w 250679"/>
                <a:gd name="connsiteY30" fmla="*/ 16385 h 95137"/>
                <a:gd name="connsiteX31" fmla="*/ 42434 w 250679"/>
                <a:gd name="connsiteY31" fmla="*/ 12458 h 95137"/>
                <a:gd name="connsiteX32" fmla="*/ 47569 w 250679"/>
                <a:gd name="connsiteY32" fmla="*/ 12081 h 95137"/>
                <a:gd name="connsiteX33" fmla="*/ 83056 w 250679"/>
                <a:gd name="connsiteY33" fmla="*/ 47569 h 95137"/>
                <a:gd name="connsiteX34" fmla="*/ 73165 w 250679"/>
                <a:gd name="connsiteY34" fmla="*/ 72108 h 95137"/>
                <a:gd name="connsiteX35" fmla="*/ 63078 w 250679"/>
                <a:gd name="connsiteY35" fmla="*/ 79492 h 95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50679" h="95137">
                  <a:moveTo>
                    <a:pt x="220371" y="3232"/>
                  </a:moveTo>
                  <a:cubicBezTo>
                    <a:pt x="216505" y="1722"/>
                    <a:pt x="212383" y="695"/>
                    <a:pt x="208079" y="257"/>
                  </a:cubicBezTo>
                  <a:cubicBezTo>
                    <a:pt x="206448" y="91"/>
                    <a:pt x="204787" y="0"/>
                    <a:pt x="203110" y="0"/>
                  </a:cubicBezTo>
                  <a:cubicBezTo>
                    <a:pt x="176834" y="0"/>
                    <a:pt x="155542" y="21293"/>
                    <a:pt x="155542" y="47569"/>
                  </a:cubicBezTo>
                  <a:cubicBezTo>
                    <a:pt x="155542" y="59665"/>
                    <a:pt x="160042" y="70704"/>
                    <a:pt x="167472" y="79100"/>
                  </a:cubicBezTo>
                  <a:cubicBezTo>
                    <a:pt x="170295" y="82273"/>
                    <a:pt x="173525" y="85060"/>
                    <a:pt x="177076" y="87390"/>
                  </a:cubicBezTo>
                  <a:cubicBezTo>
                    <a:pt x="184551" y="92298"/>
                    <a:pt x="193506" y="95137"/>
                    <a:pt x="203110" y="95137"/>
                  </a:cubicBezTo>
                  <a:cubicBezTo>
                    <a:pt x="229386" y="95137"/>
                    <a:pt x="250679" y="73845"/>
                    <a:pt x="250679" y="47569"/>
                  </a:cubicBezTo>
                  <a:cubicBezTo>
                    <a:pt x="250679" y="27378"/>
                    <a:pt x="238115" y="10133"/>
                    <a:pt x="220371" y="3232"/>
                  </a:cubicBezTo>
                  <a:close/>
                  <a:moveTo>
                    <a:pt x="203110" y="83056"/>
                  </a:moveTo>
                  <a:cubicBezTo>
                    <a:pt x="197553" y="83056"/>
                    <a:pt x="192283" y="81773"/>
                    <a:pt x="187602" y="79492"/>
                  </a:cubicBezTo>
                  <a:cubicBezTo>
                    <a:pt x="183828" y="77649"/>
                    <a:pt x="180412" y="75148"/>
                    <a:pt x="177514" y="72108"/>
                  </a:cubicBezTo>
                  <a:cubicBezTo>
                    <a:pt x="171159" y="65521"/>
                    <a:pt x="167612" y="56722"/>
                    <a:pt x="167623" y="47569"/>
                  </a:cubicBezTo>
                  <a:cubicBezTo>
                    <a:pt x="167623" y="27998"/>
                    <a:pt x="183539" y="12081"/>
                    <a:pt x="203110" y="12081"/>
                  </a:cubicBezTo>
                  <a:cubicBezTo>
                    <a:pt x="204847" y="12081"/>
                    <a:pt x="206569" y="12202"/>
                    <a:pt x="208245" y="12458"/>
                  </a:cubicBezTo>
                  <a:cubicBezTo>
                    <a:pt x="212473" y="13063"/>
                    <a:pt x="216460" y="14437"/>
                    <a:pt x="220069" y="16385"/>
                  </a:cubicBezTo>
                  <a:cubicBezTo>
                    <a:pt x="231093" y="22425"/>
                    <a:pt x="238598" y="34129"/>
                    <a:pt x="238598" y="47569"/>
                  </a:cubicBezTo>
                  <a:cubicBezTo>
                    <a:pt x="238598" y="67140"/>
                    <a:pt x="222682" y="83056"/>
                    <a:pt x="203110" y="83056"/>
                  </a:cubicBezTo>
                  <a:close/>
                  <a:moveTo>
                    <a:pt x="47569" y="0"/>
                  </a:moveTo>
                  <a:cubicBezTo>
                    <a:pt x="45892" y="0"/>
                    <a:pt x="44231" y="91"/>
                    <a:pt x="42600" y="257"/>
                  </a:cubicBezTo>
                  <a:cubicBezTo>
                    <a:pt x="38297" y="695"/>
                    <a:pt x="34174" y="1722"/>
                    <a:pt x="30308" y="3232"/>
                  </a:cubicBezTo>
                  <a:cubicBezTo>
                    <a:pt x="12564" y="10133"/>
                    <a:pt x="0" y="27378"/>
                    <a:pt x="0" y="47569"/>
                  </a:cubicBezTo>
                  <a:cubicBezTo>
                    <a:pt x="0" y="73845"/>
                    <a:pt x="21293" y="95137"/>
                    <a:pt x="47569" y="95137"/>
                  </a:cubicBezTo>
                  <a:cubicBezTo>
                    <a:pt x="57173" y="95137"/>
                    <a:pt x="66128" y="92298"/>
                    <a:pt x="73603" y="87390"/>
                  </a:cubicBezTo>
                  <a:cubicBezTo>
                    <a:pt x="77154" y="85060"/>
                    <a:pt x="80384" y="82273"/>
                    <a:pt x="83207" y="79100"/>
                  </a:cubicBezTo>
                  <a:cubicBezTo>
                    <a:pt x="90637" y="70704"/>
                    <a:pt x="95137" y="59665"/>
                    <a:pt x="95137" y="47569"/>
                  </a:cubicBezTo>
                  <a:cubicBezTo>
                    <a:pt x="95137" y="21293"/>
                    <a:pt x="73845" y="0"/>
                    <a:pt x="47569" y="0"/>
                  </a:cubicBezTo>
                  <a:close/>
                  <a:moveTo>
                    <a:pt x="63078" y="79492"/>
                  </a:moveTo>
                  <a:cubicBezTo>
                    <a:pt x="58396" y="81773"/>
                    <a:pt x="53126" y="83056"/>
                    <a:pt x="47569" y="83056"/>
                  </a:cubicBezTo>
                  <a:cubicBezTo>
                    <a:pt x="27998" y="83056"/>
                    <a:pt x="12081" y="67140"/>
                    <a:pt x="12081" y="47569"/>
                  </a:cubicBezTo>
                  <a:cubicBezTo>
                    <a:pt x="12081" y="34129"/>
                    <a:pt x="19586" y="22425"/>
                    <a:pt x="30610" y="16385"/>
                  </a:cubicBezTo>
                  <a:cubicBezTo>
                    <a:pt x="34289" y="14388"/>
                    <a:pt x="38292" y="13059"/>
                    <a:pt x="42434" y="12458"/>
                  </a:cubicBezTo>
                  <a:cubicBezTo>
                    <a:pt x="44110" y="12202"/>
                    <a:pt x="45832" y="12081"/>
                    <a:pt x="47569" y="12081"/>
                  </a:cubicBezTo>
                  <a:cubicBezTo>
                    <a:pt x="67140" y="12081"/>
                    <a:pt x="83056" y="27998"/>
                    <a:pt x="83056" y="47569"/>
                  </a:cubicBezTo>
                  <a:cubicBezTo>
                    <a:pt x="83056" y="57082"/>
                    <a:pt x="79296" y="65735"/>
                    <a:pt x="73165" y="72108"/>
                  </a:cubicBezTo>
                  <a:cubicBezTo>
                    <a:pt x="70296" y="75128"/>
                    <a:pt x="66868" y="77635"/>
                    <a:pt x="63078" y="79492"/>
                  </a:cubicBez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59" name="图形 157"/>
          <p:cNvSpPr/>
          <p:nvPr/>
        </p:nvSpPr>
        <p:spPr>
          <a:xfrm>
            <a:off x="828729" y="5758175"/>
            <a:ext cx="251971" cy="251384"/>
          </a:xfrm>
          <a:custGeom>
            <a:avLst/>
            <a:gdLst>
              <a:gd name="connsiteX0" fmla="*/ 1652405 w 1652404"/>
              <a:gd name="connsiteY0" fmla="*/ 411449 h 1648549"/>
              <a:gd name="connsiteX1" fmla="*/ 826202 w 1652404"/>
              <a:gd name="connsiteY1" fmla="*/ 0 h 1648549"/>
              <a:gd name="connsiteX2" fmla="*/ 0 w 1652404"/>
              <a:gd name="connsiteY2" fmla="*/ 410899 h 1648549"/>
              <a:gd name="connsiteX3" fmla="*/ 0 w 1652404"/>
              <a:gd name="connsiteY3" fmla="*/ 1237101 h 1648549"/>
              <a:gd name="connsiteX4" fmla="*/ 826202 w 1652404"/>
              <a:gd name="connsiteY4" fmla="*/ 1648550 h 1648549"/>
              <a:gd name="connsiteX5" fmla="*/ 1652405 w 1652404"/>
              <a:gd name="connsiteY5" fmla="*/ 1237101 h 1648549"/>
              <a:gd name="connsiteX6" fmla="*/ 1652405 w 1652404"/>
              <a:gd name="connsiteY6" fmla="*/ 411449 h 1648549"/>
              <a:gd name="connsiteX7" fmla="*/ 826202 w 1652404"/>
              <a:gd name="connsiteY7" fmla="*/ 99695 h 1648549"/>
              <a:gd name="connsiteX8" fmla="*/ 1447506 w 1652404"/>
              <a:gd name="connsiteY8" fmla="*/ 409796 h 1648549"/>
              <a:gd name="connsiteX9" fmla="*/ 1211762 w 1652404"/>
              <a:gd name="connsiteY9" fmla="*/ 528769 h 1648549"/>
              <a:gd name="connsiteX10" fmla="*/ 586603 w 1652404"/>
              <a:gd name="connsiteY10" fmla="*/ 220320 h 1648549"/>
              <a:gd name="connsiteX11" fmla="*/ 826202 w 1652404"/>
              <a:gd name="connsiteY11" fmla="*/ 99695 h 1648549"/>
              <a:gd name="connsiteX12" fmla="*/ 478646 w 1652404"/>
              <a:gd name="connsiteY12" fmla="*/ 275400 h 1648549"/>
              <a:gd name="connsiteX13" fmla="*/ 1110967 w 1652404"/>
              <a:gd name="connsiteY13" fmla="*/ 578891 h 1648549"/>
              <a:gd name="connsiteX14" fmla="*/ 826202 w 1652404"/>
              <a:gd name="connsiteY14" fmla="*/ 716040 h 1648549"/>
              <a:gd name="connsiteX15" fmla="*/ 204898 w 1652404"/>
              <a:gd name="connsiteY15" fmla="*/ 411447 h 1648549"/>
              <a:gd name="connsiteX16" fmla="*/ 478646 w 1652404"/>
              <a:gd name="connsiteY16" fmla="*/ 275400 h 1648549"/>
              <a:gd name="connsiteX17" fmla="*/ 103000 w 1652404"/>
              <a:gd name="connsiteY17" fmla="*/ 515549 h 1648549"/>
              <a:gd name="connsiteX18" fmla="*/ 136049 w 1652404"/>
              <a:gd name="connsiteY18" fmla="*/ 515549 h 1648549"/>
              <a:gd name="connsiteX19" fmla="*/ 103000 w 1652404"/>
              <a:gd name="connsiteY19" fmla="*/ 515549 h 1648549"/>
              <a:gd name="connsiteX20" fmla="*/ 103000 w 1652404"/>
              <a:gd name="connsiteY20" fmla="*/ 462672 h 1648549"/>
              <a:gd name="connsiteX21" fmla="*/ 774427 w 1652404"/>
              <a:gd name="connsiteY21" fmla="*/ 797009 h 1648549"/>
              <a:gd name="connsiteX22" fmla="*/ 774427 w 1652404"/>
              <a:gd name="connsiteY22" fmla="*/ 1516906 h 1648549"/>
              <a:gd name="connsiteX23" fmla="*/ 103000 w 1652404"/>
              <a:gd name="connsiteY23" fmla="*/ 1182571 h 1648549"/>
              <a:gd name="connsiteX24" fmla="*/ 103000 w 1652404"/>
              <a:gd name="connsiteY24" fmla="*/ 515549 h 1648549"/>
              <a:gd name="connsiteX25" fmla="*/ 1548854 w 1652404"/>
              <a:gd name="connsiteY25" fmla="*/ 565672 h 1648549"/>
              <a:gd name="connsiteX26" fmla="*/ 1548854 w 1652404"/>
              <a:gd name="connsiteY26" fmla="*/ 1182569 h 1648549"/>
              <a:gd name="connsiteX27" fmla="*/ 877977 w 1652404"/>
              <a:gd name="connsiteY27" fmla="*/ 1516908 h 1648549"/>
              <a:gd name="connsiteX28" fmla="*/ 877977 w 1652404"/>
              <a:gd name="connsiteY28" fmla="*/ 797009 h 1648549"/>
              <a:gd name="connsiteX29" fmla="*/ 1549404 w 1652404"/>
              <a:gd name="connsiteY29" fmla="*/ 462672 h 1648549"/>
              <a:gd name="connsiteX30" fmla="*/ 1549404 w 1652404"/>
              <a:gd name="connsiteY30" fmla="*/ 565672 h 1648549"/>
              <a:gd name="connsiteX31" fmla="*/ 1548854 w 1652404"/>
              <a:gd name="connsiteY31" fmla="*/ 565672 h 164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52404" h="1648549">
                <a:moveTo>
                  <a:pt x="1652405" y="411449"/>
                </a:moveTo>
                <a:lnTo>
                  <a:pt x="826202" y="0"/>
                </a:lnTo>
                <a:lnTo>
                  <a:pt x="0" y="410899"/>
                </a:lnTo>
                <a:lnTo>
                  <a:pt x="0" y="1237101"/>
                </a:lnTo>
                <a:lnTo>
                  <a:pt x="826202" y="1648550"/>
                </a:lnTo>
                <a:lnTo>
                  <a:pt x="1652405" y="1237101"/>
                </a:lnTo>
                <a:lnTo>
                  <a:pt x="1652405" y="411449"/>
                </a:lnTo>
                <a:close/>
                <a:moveTo>
                  <a:pt x="826202" y="99695"/>
                </a:moveTo>
                <a:lnTo>
                  <a:pt x="1447506" y="409796"/>
                </a:lnTo>
                <a:lnTo>
                  <a:pt x="1211762" y="528769"/>
                </a:lnTo>
                <a:lnTo>
                  <a:pt x="586603" y="220320"/>
                </a:lnTo>
                <a:lnTo>
                  <a:pt x="826202" y="99695"/>
                </a:lnTo>
                <a:close/>
                <a:moveTo>
                  <a:pt x="478646" y="275400"/>
                </a:moveTo>
                <a:lnTo>
                  <a:pt x="1110967" y="578891"/>
                </a:lnTo>
                <a:lnTo>
                  <a:pt x="826202" y="716040"/>
                </a:lnTo>
                <a:lnTo>
                  <a:pt x="204898" y="411447"/>
                </a:lnTo>
                <a:lnTo>
                  <a:pt x="478646" y="275400"/>
                </a:lnTo>
                <a:close/>
                <a:moveTo>
                  <a:pt x="103000" y="515549"/>
                </a:moveTo>
                <a:lnTo>
                  <a:pt x="136049" y="515549"/>
                </a:lnTo>
                <a:lnTo>
                  <a:pt x="103000" y="515549"/>
                </a:lnTo>
                <a:lnTo>
                  <a:pt x="103000" y="462672"/>
                </a:lnTo>
                <a:lnTo>
                  <a:pt x="774427" y="797009"/>
                </a:lnTo>
                <a:lnTo>
                  <a:pt x="774427" y="1516906"/>
                </a:lnTo>
                <a:lnTo>
                  <a:pt x="103000" y="1182571"/>
                </a:lnTo>
                <a:lnTo>
                  <a:pt x="103000" y="515549"/>
                </a:lnTo>
                <a:close/>
                <a:moveTo>
                  <a:pt x="1548854" y="565672"/>
                </a:moveTo>
                <a:lnTo>
                  <a:pt x="1548854" y="1182569"/>
                </a:lnTo>
                <a:lnTo>
                  <a:pt x="877977" y="1516908"/>
                </a:lnTo>
                <a:lnTo>
                  <a:pt x="877977" y="797009"/>
                </a:lnTo>
                <a:lnTo>
                  <a:pt x="1549404" y="462672"/>
                </a:lnTo>
                <a:lnTo>
                  <a:pt x="1549404" y="565672"/>
                </a:lnTo>
                <a:lnTo>
                  <a:pt x="1548854" y="565672"/>
                </a:ln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2" name="图形 160"/>
          <p:cNvSpPr/>
          <p:nvPr/>
        </p:nvSpPr>
        <p:spPr>
          <a:xfrm>
            <a:off x="11086990" y="4676929"/>
            <a:ext cx="227843" cy="246221"/>
          </a:xfrm>
          <a:custGeom>
            <a:avLst/>
            <a:gdLst>
              <a:gd name="connsiteX0" fmla="*/ 1595034 w 1762816"/>
              <a:gd name="connsiteY0" fmla="*/ 357579 h 1905000"/>
              <a:gd name="connsiteX1" fmla="*/ 1535518 w 1762816"/>
              <a:gd name="connsiteY1" fmla="*/ 357579 h 1905000"/>
              <a:gd name="connsiteX2" fmla="*/ 1571227 w 1762816"/>
              <a:gd name="connsiteY2" fmla="*/ 190934 h 1905000"/>
              <a:gd name="connsiteX3" fmla="*/ 1476001 w 1762816"/>
              <a:gd name="connsiteY3" fmla="*/ 36192 h 1905000"/>
              <a:gd name="connsiteX4" fmla="*/ 1261743 w 1762816"/>
              <a:gd name="connsiteY4" fmla="*/ 12386 h 1905000"/>
              <a:gd name="connsiteX5" fmla="*/ 880840 w 1762816"/>
              <a:gd name="connsiteY5" fmla="*/ 321870 h 1905000"/>
              <a:gd name="connsiteX6" fmla="*/ 488033 w 1762816"/>
              <a:gd name="connsiteY6" fmla="*/ 12386 h 1905000"/>
              <a:gd name="connsiteX7" fmla="*/ 273774 w 1762816"/>
              <a:gd name="connsiteY7" fmla="*/ 36192 h 1905000"/>
              <a:gd name="connsiteX8" fmla="*/ 190452 w 1762816"/>
              <a:gd name="connsiteY8" fmla="*/ 190934 h 1905000"/>
              <a:gd name="connsiteX9" fmla="*/ 226162 w 1762816"/>
              <a:gd name="connsiteY9" fmla="*/ 357579 h 1905000"/>
              <a:gd name="connsiteX10" fmla="*/ 166645 w 1762816"/>
              <a:gd name="connsiteY10" fmla="*/ 357579 h 1905000"/>
              <a:gd name="connsiteX11" fmla="*/ 0 w 1762816"/>
              <a:gd name="connsiteY11" fmla="*/ 536128 h 1905000"/>
              <a:gd name="connsiteX12" fmla="*/ 0 w 1762816"/>
              <a:gd name="connsiteY12" fmla="*/ 774193 h 1905000"/>
              <a:gd name="connsiteX13" fmla="*/ 119032 w 1762816"/>
              <a:gd name="connsiteY13" fmla="*/ 952741 h 1905000"/>
              <a:gd name="connsiteX14" fmla="*/ 107129 w 1762816"/>
              <a:gd name="connsiteY14" fmla="*/ 1012257 h 1905000"/>
              <a:gd name="connsiteX15" fmla="*/ 107129 w 1762816"/>
              <a:gd name="connsiteY15" fmla="*/ 1726452 h 1905000"/>
              <a:gd name="connsiteX16" fmla="*/ 273774 w 1762816"/>
              <a:gd name="connsiteY16" fmla="*/ 1905000 h 1905000"/>
              <a:gd name="connsiteX17" fmla="*/ 1487905 w 1762816"/>
              <a:gd name="connsiteY17" fmla="*/ 1905000 h 1905000"/>
              <a:gd name="connsiteX18" fmla="*/ 1654550 w 1762816"/>
              <a:gd name="connsiteY18" fmla="*/ 1726452 h 1905000"/>
              <a:gd name="connsiteX19" fmla="*/ 1654550 w 1762816"/>
              <a:gd name="connsiteY19" fmla="*/ 1012257 h 1905000"/>
              <a:gd name="connsiteX20" fmla="*/ 1642647 w 1762816"/>
              <a:gd name="connsiteY20" fmla="*/ 952741 h 1905000"/>
              <a:gd name="connsiteX21" fmla="*/ 1761679 w 1762816"/>
              <a:gd name="connsiteY21" fmla="*/ 774193 h 1905000"/>
              <a:gd name="connsiteX22" fmla="*/ 1761679 w 1762816"/>
              <a:gd name="connsiteY22" fmla="*/ 536128 h 1905000"/>
              <a:gd name="connsiteX23" fmla="*/ 1595034 w 1762816"/>
              <a:gd name="connsiteY23" fmla="*/ 357579 h 1905000"/>
              <a:gd name="connsiteX24" fmla="*/ 1487905 w 1762816"/>
              <a:gd name="connsiteY24" fmla="*/ 1774065 h 1905000"/>
              <a:gd name="connsiteX25" fmla="*/ 940356 w 1762816"/>
              <a:gd name="connsiteY25" fmla="*/ 1774065 h 1905000"/>
              <a:gd name="connsiteX26" fmla="*/ 940356 w 1762816"/>
              <a:gd name="connsiteY26" fmla="*/ 964645 h 1905000"/>
              <a:gd name="connsiteX27" fmla="*/ 1487905 w 1762816"/>
              <a:gd name="connsiteY27" fmla="*/ 964645 h 1905000"/>
              <a:gd name="connsiteX28" fmla="*/ 1535518 w 1762816"/>
              <a:gd name="connsiteY28" fmla="*/ 1012257 h 1905000"/>
              <a:gd name="connsiteX29" fmla="*/ 1535518 w 1762816"/>
              <a:gd name="connsiteY29" fmla="*/ 1726452 h 1905000"/>
              <a:gd name="connsiteX30" fmla="*/ 1487905 w 1762816"/>
              <a:gd name="connsiteY30" fmla="*/ 1774065 h 1905000"/>
              <a:gd name="connsiteX31" fmla="*/ 1011775 w 1762816"/>
              <a:gd name="connsiteY31" fmla="*/ 357579 h 1905000"/>
              <a:gd name="connsiteX32" fmla="*/ 1309356 w 1762816"/>
              <a:gd name="connsiteY32" fmla="*/ 143321 h 1905000"/>
              <a:gd name="connsiteX33" fmla="*/ 1428389 w 1762816"/>
              <a:gd name="connsiteY33" fmla="*/ 155224 h 1905000"/>
              <a:gd name="connsiteX34" fmla="*/ 1464098 w 1762816"/>
              <a:gd name="connsiteY34" fmla="*/ 214741 h 1905000"/>
              <a:gd name="connsiteX35" fmla="*/ 1392679 w 1762816"/>
              <a:gd name="connsiteY35" fmla="*/ 369483 h 1905000"/>
              <a:gd name="connsiteX36" fmla="*/ 1011775 w 1762816"/>
              <a:gd name="connsiteY36" fmla="*/ 357579 h 1905000"/>
              <a:gd name="connsiteX37" fmla="*/ 1642647 w 1762816"/>
              <a:gd name="connsiteY37" fmla="*/ 536128 h 1905000"/>
              <a:gd name="connsiteX38" fmla="*/ 1642647 w 1762816"/>
              <a:gd name="connsiteY38" fmla="*/ 774193 h 1905000"/>
              <a:gd name="connsiteX39" fmla="*/ 1595034 w 1762816"/>
              <a:gd name="connsiteY39" fmla="*/ 833709 h 1905000"/>
              <a:gd name="connsiteX40" fmla="*/ 940356 w 1762816"/>
              <a:gd name="connsiteY40" fmla="*/ 833709 h 1905000"/>
              <a:gd name="connsiteX41" fmla="*/ 940356 w 1762816"/>
              <a:gd name="connsiteY41" fmla="*/ 488515 h 1905000"/>
              <a:gd name="connsiteX42" fmla="*/ 1595034 w 1762816"/>
              <a:gd name="connsiteY42" fmla="*/ 488515 h 1905000"/>
              <a:gd name="connsiteX43" fmla="*/ 1642647 w 1762816"/>
              <a:gd name="connsiteY43" fmla="*/ 536128 h 1905000"/>
              <a:gd name="connsiteX44" fmla="*/ 821323 w 1762816"/>
              <a:gd name="connsiteY44" fmla="*/ 964645 h 1905000"/>
              <a:gd name="connsiteX45" fmla="*/ 821323 w 1762816"/>
              <a:gd name="connsiteY45" fmla="*/ 1774065 h 1905000"/>
              <a:gd name="connsiteX46" fmla="*/ 273774 w 1762816"/>
              <a:gd name="connsiteY46" fmla="*/ 1774065 h 1905000"/>
              <a:gd name="connsiteX47" fmla="*/ 226162 w 1762816"/>
              <a:gd name="connsiteY47" fmla="*/ 1726452 h 1905000"/>
              <a:gd name="connsiteX48" fmla="*/ 226162 w 1762816"/>
              <a:gd name="connsiteY48" fmla="*/ 1012257 h 1905000"/>
              <a:gd name="connsiteX49" fmla="*/ 273774 w 1762816"/>
              <a:gd name="connsiteY49" fmla="*/ 952741 h 1905000"/>
              <a:gd name="connsiteX50" fmla="*/ 821323 w 1762816"/>
              <a:gd name="connsiteY50" fmla="*/ 964645 h 1905000"/>
              <a:gd name="connsiteX51" fmla="*/ 309484 w 1762816"/>
              <a:gd name="connsiteY51" fmla="*/ 202837 h 1905000"/>
              <a:gd name="connsiteX52" fmla="*/ 345194 w 1762816"/>
              <a:gd name="connsiteY52" fmla="*/ 143321 h 1905000"/>
              <a:gd name="connsiteX53" fmla="*/ 464226 w 1762816"/>
              <a:gd name="connsiteY53" fmla="*/ 131418 h 1905000"/>
              <a:gd name="connsiteX54" fmla="*/ 749904 w 1762816"/>
              <a:gd name="connsiteY54" fmla="*/ 357579 h 1905000"/>
              <a:gd name="connsiteX55" fmla="*/ 380904 w 1762816"/>
              <a:gd name="connsiteY55" fmla="*/ 357579 h 1905000"/>
              <a:gd name="connsiteX56" fmla="*/ 309484 w 1762816"/>
              <a:gd name="connsiteY56" fmla="*/ 202837 h 1905000"/>
              <a:gd name="connsiteX57" fmla="*/ 119032 w 1762816"/>
              <a:gd name="connsiteY57" fmla="*/ 536128 h 1905000"/>
              <a:gd name="connsiteX58" fmla="*/ 166645 w 1762816"/>
              <a:gd name="connsiteY58" fmla="*/ 488515 h 1905000"/>
              <a:gd name="connsiteX59" fmla="*/ 821323 w 1762816"/>
              <a:gd name="connsiteY59" fmla="*/ 488515 h 1905000"/>
              <a:gd name="connsiteX60" fmla="*/ 821323 w 1762816"/>
              <a:gd name="connsiteY60" fmla="*/ 833709 h 1905000"/>
              <a:gd name="connsiteX61" fmla="*/ 166645 w 1762816"/>
              <a:gd name="connsiteY61" fmla="*/ 833709 h 1905000"/>
              <a:gd name="connsiteX62" fmla="*/ 119032 w 1762816"/>
              <a:gd name="connsiteY62" fmla="*/ 774193 h 1905000"/>
              <a:gd name="connsiteX63" fmla="*/ 119032 w 1762816"/>
              <a:gd name="connsiteY63" fmla="*/ 536128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762816" h="1905000">
                <a:moveTo>
                  <a:pt x="1595034" y="357579"/>
                </a:moveTo>
                <a:lnTo>
                  <a:pt x="1535518" y="357579"/>
                </a:lnTo>
                <a:cubicBezTo>
                  <a:pt x="1571227" y="298063"/>
                  <a:pt x="1583131" y="250450"/>
                  <a:pt x="1571227" y="190934"/>
                </a:cubicBezTo>
                <a:cubicBezTo>
                  <a:pt x="1571227" y="143321"/>
                  <a:pt x="1547421" y="83805"/>
                  <a:pt x="1476001" y="36192"/>
                </a:cubicBezTo>
                <a:cubicBezTo>
                  <a:pt x="1416485" y="482"/>
                  <a:pt x="1345066" y="-11421"/>
                  <a:pt x="1261743" y="12386"/>
                </a:cubicBezTo>
                <a:cubicBezTo>
                  <a:pt x="1142711" y="48095"/>
                  <a:pt x="987969" y="167128"/>
                  <a:pt x="880840" y="321870"/>
                </a:cubicBezTo>
                <a:cubicBezTo>
                  <a:pt x="773710" y="167128"/>
                  <a:pt x="618968" y="48095"/>
                  <a:pt x="488033" y="12386"/>
                </a:cubicBezTo>
                <a:cubicBezTo>
                  <a:pt x="404710" y="-11421"/>
                  <a:pt x="333291" y="482"/>
                  <a:pt x="273774" y="36192"/>
                </a:cubicBezTo>
                <a:cubicBezTo>
                  <a:pt x="214258" y="83805"/>
                  <a:pt x="190452" y="143321"/>
                  <a:pt x="190452" y="190934"/>
                </a:cubicBezTo>
                <a:cubicBezTo>
                  <a:pt x="178549" y="238547"/>
                  <a:pt x="202355" y="298063"/>
                  <a:pt x="226162" y="357579"/>
                </a:cubicBezTo>
                <a:lnTo>
                  <a:pt x="166645" y="357579"/>
                </a:lnTo>
                <a:cubicBezTo>
                  <a:pt x="71419" y="357579"/>
                  <a:pt x="0" y="440902"/>
                  <a:pt x="0" y="536128"/>
                </a:cubicBezTo>
                <a:lnTo>
                  <a:pt x="0" y="774193"/>
                </a:lnTo>
                <a:cubicBezTo>
                  <a:pt x="0" y="857515"/>
                  <a:pt x="47613" y="928935"/>
                  <a:pt x="119032" y="952741"/>
                </a:cubicBezTo>
                <a:cubicBezTo>
                  <a:pt x="107129" y="964645"/>
                  <a:pt x="107129" y="988451"/>
                  <a:pt x="107129" y="1012257"/>
                </a:cubicBezTo>
                <a:lnTo>
                  <a:pt x="107129" y="1726452"/>
                </a:lnTo>
                <a:cubicBezTo>
                  <a:pt x="107129" y="1821678"/>
                  <a:pt x="178549" y="1905000"/>
                  <a:pt x="273774" y="1905000"/>
                </a:cubicBezTo>
                <a:lnTo>
                  <a:pt x="1487905" y="1905000"/>
                </a:lnTo>
                <a:cubicBezTo>
                  <a:pt x="1583131" y="1905000"/>
                  <a:pt x="1654550" y="1821678"/>
                  <a:pt x="1654550" y="1726452"/>
                </a:cubicBezTo>
                <a:lnTo>
                  <a:pt x="1654550" y="1012257"/>
                </a:lnTo>
                <a:cubicBezTo>
                  <a:pt x="1654550" y="988451"/>
                  <a:pt x="1654550" y="964645"/>
                  <a:pt x="1642647" y="952741"/>
                </a:cubicBezTo>
                <a:cubicBezTo>
                  <a:pt x="1714066" y="928935"/>
                  <a:pt x="1761679" y="857515"/>
                  <a:pt x="1761679" y="774193"/>
                </a:cubicBezTo>
                <a:lnTo>
                  <a:pt x="1761679" y="536128"/>
                </a:lnTo>
                <a:cubicBezTo>
                  <a:pt x="1773582" y="440902"/>
                  <a:pt x="1690260" y="357579"/>
                  <a:pt x="1595034" y="357579"/>
                </a:cubicBezTo>
                <a:close/>
                <a:moveTo>
                  <a:pt x="1487905" y="1774065"/>
                </a:moveTo>
                <a:lnTo>
                  <a:pt x="940356" y="1774065"/>
                </a:lnTo>
                <a:lnTo>
                  <a:pt x="940356" y="964645"/>
                </a:lnTo>
                <a:lnTo>
                  <a:pt x="1487905" y="964645"/>
                </a:lnTo>
                <a:cubicBezTo>
                  <a:pt x="1511711" y="964645"/>
                  <a:pt x="1535518" y="988451"/>
                  <a:pt x="1535518" y="1012257"/>
                </a:cubicBezTo>
                <a:lnTo>
                  <a:pt x="1535518" y="1726452"/>
                </a:lnTo>
                <a:cubicBezTo>
                  <a:pt x="1535518" y="1750258"/>
                  <a:pt x="1511711" y="1774065"/>
                  <a:pt x="1487905" y="1774065"/>
                </a:cubicBezTo>
                <a:close/>
                <a:moveTo>
                  <a:pt x="1011775" y="357579"/>
                </a:moveTo>
                <a:cubicBezTo>
                  <a:pt x="1095098" y="250450"/>
                  <a:pt x="1214130" y="167128"/>
                  <a:pt x="1309356" y="143321"/>
                </a:cubicBezTo>
                <a:cubicBezTo>
                  <a:pt x="1356969" y="131418"/>
                  <a:pt x="1392679" y="131418"/>
                  <a:pt x="1428389" y="155224"/>
                </a:cubicBezTo>
                <a:cubicBezTo>
                  <a:pt x="1464098" y="179031"/>
                  <a:pt x="1464098" y="190934"/>
                  <a:pt x="1464098" y="214741"/>
                </a:cubicBezTo>
                <a:cubicBezTo>
                  <a:pt x="1464098" y="262354"/>
                  <a:pt x="1416485" y="333773"/>
                  <a:pt x="1392679" y="369483"/>
                </a:cubicBezTo>
                <a:lnTo>
                  <a:pt x="1011775" y="357579"/>
                </a:lnTo>
                <a:close/>
                <a:moveTo>
                  <a:pt x="1642647" y="536128"/>
                </a:moveTo>
                <a:lnTo>
                  <a:pt x="1642647" y="774193"/>
                </a:lnTo>
                <a:cubicBezTo>
                  <a:pt x="1642647" y="809902"/>
                  <a:pt x="1630744" y="833709"/>
                  <a:pt x="1595034" y="833709"/>
                </a:cubicBezTo>
                <a:lnTo>
                  <a:pt x="940356" y="833709"/>
                </a:lnTo>
                <a:lnTo>
                  <a:pt x="940356" y="488515"/>
                </a:lnTo>
                <a:lnTo>
                  <a:pt x="1595034" y="488515"/>
                </a:lnTo>
                <a:cubicBezTo>
                  <a:pt x="1630744" y="488515"/>
                  <a:pt x="1642647" y="512322"/>
                  <a:pt x="1642647" y="536128"/>
                </a:cubicBezTo>
                <a:close/>
                <a:moveTo>
                  <a:pt x="821323" y="964645"/>
                </a:moveTo>
                <a:lnTo>
                  <a:pt x="821323" y="1774065"/>
                </a:lnTo>
                <a:lnTo>
                  <a:pt x="273774" y="1774065"/>
                </a:lnTo>
                <a:cubicBezTo>
                  <a:pt x="249968" y="1774065"/>
                  <a:pt x="226162" y="1750258"/>
                  <a:pt x="226162" y="1726452"/>
                </a:cubicBezTo>
                <a:lnTo>
                  <a:pt x="226162" y="1012257"/>
                </a:lnTo>
                <a:cubicBezTo>
                  <a:pt x="226162" y="976548"/>
                  <a:pt x="249968" y="952741"/>
                  <a:pt x="273774" y="952741"/>
                </a:cubicBezTo>
                <a:lnTo>
                  <a:pt x="821323" y="964645"/>
                </a:lnTo>
                <a:close/>
                <a:moveTo>
                  <a:pt x="309484" y="202837"/>
                </a:moveTo>
                <a:cubicBezTo>
                  <a:pt x="309484" y="190934"/>
                  <a:pt x="321387" y="167128"/>
                  <a:pt x="345194" y="143321"/>
                </a:cubicBezTo>
                <a:cubicBezTo>
                  <a:pt x="369000" y="119515"/>
                  <a:pt x="416613" y="119515"/>
                  <a:pt x="464226" y="131418"/>
                </a:cubicBezTo>
                <a:cubicBezTo>
                  <a:pt x="547549" y="167128"/>
                  <a:pt x="666581" y="250450"/>
                  <a:pt x="749904" y="357579"/>
                </a:cubicBezTo>
                <a:lnTo>
                  <a:pt x="380904" y="357579"/>
                </a:lnTo>
                <a:cubicBezTo>
                  <a:pt x="357097" y="333773"/>
                  <a:pt x="297581" y="262354"/>
                  <a:pt x="309484" y="202837"/>
                </a:cubicBezTo>
                <a:close/>
                <a:moveTo>
                  <a:pt x="119032" y="536128"/>
                </a:moveTo>
                <a:cubicBezTo>
                  <a:pt x="119032" y="512322"/>
                  <a:pt x="142839" y="488515"/>
                  <a:pt x="166645" y="488515"/>
                </a:cubicBezTo>
                <a:lnTo>
                  <a:pt x="821323" y="488515"/>
                </a:lnTo>
                <a:lnTo>
                  <a:pt x="821323" y="833709"/>
                </a:lnTo>
                <a:lnTo>
                  <a:pt x="166645" y="833709"/>
                </a:lnTo>
                <a:cubicBezTo>
                  <a:pt x="130936" y="833709"/>
                  <a:pt x="107129" y="809902"/>
                  <a:pt x="119032" y="774193"/>
                </a:cubicBezTo>
                <a:lnTo>
                  <a:pt x="119032" y="536128"/>
                </a:lnTo>
                <a:close/>
              </a:path>
            </a:pathLst>
          </a:custGeom>
          <a:solidFill>
            <a:schemeClr val="accent1"/>
          </a:solidFill>
          <a:ln w="186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5" name="图形 163"/>
          <p:cNvSpPr/>
          <p:nvPr/>
        </p:nvSpPr>
        <p:spPr>
          <a:xfrm>
            <a:off x="11067561" y="3610073"/>
            <a:ext cx="266701" cy="240820"/>
          </a:xfrm>
          <a:custGeom>
            <a:avLst/>
            <a:gdLst>
              <a:gd name="connsiteX0" fmla="*/ 70397 w 298096"/>
              <a:gd name="connsiteY0" fmla="*/ 269168 h 269168"/>
              <a:gd name="connsiteX1" fmla="*/ 59853 w 298096"/>
              <a:gd name="connsiteY1" fmla="*/ 266532 h 269168"/>
              <a:gd name="connsiteX2" fmla="*/ 51066 w 298096"/>
              <a:gd name="connsiteY2" fmla="*/ 252474 h 269168"/>
              <a:gd name="connsiteX3" fmla="*/ 3618 w 298096"/>
              <a:gd name="connsiteY3" fmla="*/ 119793 h 269168"/>
              <a:gd name="connsiteX4" fmla="*/ 4496 w 298096"/>
              <a:gd name="connsiteY4" fmla="*/ 83767 h 269168"/>
              <a:gd name="connsiteX5" fmla="*/ 37007 w 298096"/>
              <a:gd name="connsiteY5" fmla="*/ 30168 h 269168"/>
              <a:gd name="connsiteX6" fmla="*/ 69518 w 298096"/>
              <a:gd name="connsiteY6" fmla="*/ 16988 h 269168"/>
              <a:gd name="connsiteX7" fmla="*/ 113452 w 298096"/>
              <a:gd name="connsiteY7" fmla="*/ 2050 h 269168"/>
              <a:gd name="connsiteX8" fmla="*/ 150357 w 298096"/>
              <a:gd name="connsiteY8" fmla="*/ 4686 h 269168"/>
              <a:gd name="connsiteX9" fmla="*/ 151235 w 298096"/>
              <a:gd name="connsiteY9" fmla="*/ 4686 h 269168"/>
              <a:gd name="connsiteX10" fmla="*/ 283037 w 298096"/>
              <a:gd name="connsiteY10" fmla="*/ 64436 h 269168"/>
              <a:gd name="connsiteX11" fmla="*/ 296217 w 298096"/>
              <a:gd name="connsiteY11" fmla="*/ 76738 h 269168"/>
              <a:gd name="connsiteX12" fmla="*/ 295339 w 298096"/>
              <a:gd name="connsiteY12" fmla="*/ 97826 h 269168"/>
              <a:gd name="connsiteX13" fmla="*/ 254041 w 298096"/>
              <a:gd name="connsiteY13" fmla="*/ 176029 h 269168"/>
              <a:gd name="connsiteX14" fmla="*/ 246133 w 298096"/>
              <a:gd name="connsiteY14" fmla="*/ 190087 h 269168"/>
              <a:gd name="connsiteX15" fmla="*/ 233831 w 298096"/>
              <a:gd name="connsiteY15" fmla="*/ 202389 h 269168"/>
              <a:gd name="connsiteX16" fmla="*/ 212743 w 298096"/>
              <a:gd name="connsiteY16" fmla="*/ 201510 h 269168"/>
              <a:gd name="connsiteX17" fmla="*/ 200441 w 298096"/>
              <a:gd name="connsiteY17" fmla="*/ 197995 h 269168"/>
              <a:gd name="connsiteX18" fmla="*/ 201320 w 298096"/>
              <a:gd name="connsiteY18" fmla="*/ 200632 h 269168"/>
              <a:gd name="connsiteX19" fmla="*/ 200441 w 298096"/>
              <a:gd name="connsiteY19" fmla="*/ 218205 h 269168"/>
              <a:gd name="connsiteX20" fmla="*/ 186383 w 298096"/>
              <a:gd name="connsiteY20" fmla="*/ 229628 h 269168"/>
              <a:gd name="connsiteX21" fmla="*/ 80063 w 298096"/>
              <a:gd name="connsiteY21" fmla="*/ 267411 h 269168"/>
              <a:gd name="connsiteX22" fmla="*/ 70397 w 298096"/>
              <a:gd name="connsiteY22" fmla="*/ 269168 h 269168"/>
              <a:gd name="connsiteX23" fmla="*/ 62489 w 298096"/>
              <a:gd name="connsiteY23" fmla="*/ 33683 h 269168"/>
              <a:gd name="connsiteX24" fmla="*/ 51945 w 298096"/>
              <a:gd name="connsiteY24" fmla="*/ 38955 h 269168"/>
              <a:gd name="connsiteX25" fmla="*/ 19434 w 298096"/>
              <a:gd name="connsiteY25" fmla="*/ 92554 h 269168"/>
              <a:gd name="connsiteX26" fmla="*/ 20312 w 298096"/>
              <a:gd name="connsiteY26" fmla="*/ 113642 h 269168"/>
              <a:gd name="connsiteX27" fmla="*/ 67761 w 298096"/>
              <a:gd name="connsiteY27" fmla="*/ 248959 h 269168"/>
              <a:gd name="connsiteX28" fmla="*/ 68640 w 298096"/>
              <a:gd name="connsiteY28" fmla="*/ 251595 h 269168"/>
              <a:gd name="connsiteX29" fmla="*/ 74790 w 298096"/>
              <a:gd name="connsiteY29" fmla="*/ 250716 h 269168"/>
              <a:gd name="connsiteX30" fmla="*/ 181111 w 298096"/>
              <a:gd name="connsiteY30" fmla="*/ 214690 h 269168"/>
              <a:gd name="connsiteX31" fmla="*/ 184625 w 298096"/>
              <a:gd name="connsiteY31" fmla="*/ 212054 h 269168"/>
              <a:gd name="connsiteX32" fmla="*/ 184625 w 298096"/>
              <a:gd name="connsiteY32" fmla="*/ 207661 h 269168"/>
              <a:gd name="connsiteX33" fmla="*/ 137177 w 298096"/>
              <a:gd name="connsiteY33" fmla="*/ 74102 h 269168"/>
              <a:gd name="connsiteX34" fmla="*/ 123118 w 298096"/>
              <a:gd name="connsiteY34" fmla="*/ 57407 h 269168"/>
              <a:gd name="connsiteX35" fmla="*/ 65125 w 298096"/>
              <a:gd name="connsiteY35" fmla="*/ 33683 h 269168"/>
              <a:gd name="connsiteX36" fmla="*/ 62489 w 298096"/>
              <a:gd name="connsiteY36" fmla="*/ 33683 h 269168"/>
              <a:gd name="connsiteX37" fmla="*/ 201320 w 298096"/>
              <a:gd name="connsiteY37" fmla="*/ 181301 h 269168"/>
              <a:gd name="connsiteX38" fmla="*/ 219772 w 298096"/>
              <a:gd name="connsiteY38" fmla="*/ 186573 h 269168"/>
              <a:gd name="connsiteX39" fmla="*/ 227680 w 298096"/>
              <a:gd name="connsiteY39" fmla="*/ 187451 h 269168"/>
              <a:gd name="connsiteX40" fmla="*/ 230317 w 298096"/>
              <a:gd name="connsiteY40" fmla="*/ 184815 h 269168"/>
              <a:gd name="connsiteX41" fmla="*/ 231195 w 298096"/>
              <a:gd name="connsiteY41" fmla="*/ 183058 h 269168"/>
              <a:gd name="connsiteX42" fmla="*/ 239982 w 298096"/>
              <a:gd name="connsiteY42" fmla="*/ 168999 h 269168"/>
              <a:gd name="connsiteX43" fmla="*/ 281280 w 298096"/>
              <a:gd name="connsiteY43" fmla="*/ 90797 h 269168"/>
              <a:gd name="connsiteX44" fmla="*/ 281280 w 298096"/>
              <a:gd name="connsiteY44" fmla="*/ 83767 h 269168"/>
              <a:gd name="connsiteX45" fmla="*/ 277765 w 298096"/>
              <a:gd name="connsiteY45" fmla="*/ 81131 h 269168"/>
              <a:gd name="connsiteX46" fmla="*/ 276886 w 298096"/>
              <a:gd name="connsiteY46" fmla="*/ 81131 h 269168"/>
              <a:gd name="connsiteX47" fmla="*/ 145085 w 298096"/>
              <a:gd name="connsiteY47" fmla="*/ 22260 h 269168"/>
              <a:gd name="connsiteX48" fmla="*/ 119603 w 298096"/>
              <a:gd name="connsiteY48" fmla="*/ 19624 h 269168"/>
              <a:gd name="connsiteX49" fmla="*/ 104666 w 298096"/>
              <a:gd name="connsiteY49" fmla="*/ 24896 h 269168"/>
              <a:gd name="connsiteX50" fmla="*/ 131026 w 298096"/>
              <a:gd name="connsiteY50" fmla="*/ 35440 h 269168"/>
              <a:gd name="connsiteX51" fmla="*/ 163537 w 298096"/>
              <a:gd name="connsiteY51" fmla="*/ 74981 h 269168"/>
              <a:gd name="connsiteX52" fmla="*/ 201320 w 298096"/>
              <a:gd name="connsiteY52" fmla="*/ 181301 h 269168"/>
              <a:gd name="connsiteX53" fmla="*/ 74790 w 298096"/>
              <a:gd name="connsiteY53" fmla="*/ 101341 h 269168"/>
              <a:gd name="connsiteX54" fmla="*/ 54581 w 298096"/>
              <a:gd name="connsiteY54" fmla="*/ 87282 h 269168"/>
              <a:gd name="connsiteX55" fmla="*/ 55460 w 298096"/>
              <a:gd name="connsiteY55" fmla="*/ 70587 h 269168"/>
              <a:gd name="connsiteX56" fmla="*/ 68640 w 298096"/>
              <a:gd name="connsiteY56" fmla="*/ 60043 h 269168"/>
              <a:gd name="connsiteX57" fmla="*/ 95879 w 298096"/>
              <a:gd name="connsiteY57" fmla="*/ 73223 h 269168"/>
              <a:gd name="connsiteX58" fmla="*/ 95000 w 298096"/>
              <a:gd name="connsiteY58" fmla="*/ 89918 h 269168"/>
              <a:gd name="connsiteX59" fmla="*/ 82699 w 298096"/>
              <a:gd name="connsiteY59" fmla="*/ 100462 h 269168"/>
              <a:gd name="connsiteX60" fmla="*/ 74790 w 298096"/>
              <a:gd name="connsiteY60" fmla="*/ 101341 h 269168"/>
              <a:gd name="connsiteX61" fmla="*/ 73033 w 298096"/>
              <a:gd name="connsiteY61" fmla="*/ 76738 h 269168"/>
              <a:gd name="connsiteX62" fmla="*/ 70397 w 298096"/>
              <a:gd name="connsiteY62" fmla="*/ 78495 h 269168"/>
              <a:gd name="connsiteX63" fmla="*/ 70397 w 298096"/>
              <a:gd name="connsiteY63" fmla="*/ 81131 h 269168"/>
              <a:gd name="connsiteX64" fmla="*/ 75669 w 298096"/>
              <a:gd name="connsiteY64" fmla="*/ 83767 h 269168"/>
              <a:gd name="connsiteX65" fmla="*/ 77426 w 298096"/>
              <a:gd name="connsiteY65" fmla="*/ 82010 h 269168"/>
              <a:gd name="connsiteX66" fmla="*/ 77426 w 298096"/>
              <a:gd name="connsiteY66" fmla="*/ 79374 h 269168"/>
              <a:gd name="connsiteX67" fmla="*/ 73033 w 298096"/>
              <a:gd name="connsiteY67" fmla="*/ 76738 h 26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98096" h="269168">
                <a:moveTo>
                  <a:pt x="70397" y="269168"/>
                </a:moveTo>
                <a:cubicBezTo>
                  <a:pt x="65125" y="269168"/>
                  <a:pt x="61610" y="267411"/>
                  <a:pt x="59853" y="266532"/>
                </a:cubicBezTo>
                <a:cubicBezTo>
                  <a:pt x="56338" y="264775"/>
                  <a:pt x="51945" y="260382"/>
                  <a:pt x="51066" y="252474"/>
                </a:cubicBezTo>
                <a:lnTo>
                  <a:pt x="3618" y="119793"/>
                </a:lnTo>
                <a:cubicBezTo>
                  <a:pt x="981" y="111006"/>
                  <a:pt x="-3412" y="95190"/>
                  <a:pt x="4496" y="83767"/>
                </a:cubicBezTo>
                <a:lnTo>
                  <a:pt x="37007" y="30168"/>
                </a:lnTo>
                <a:cubicBezTo>
                  <a:pt x="44037" y="18745"/>
                  <a:pt x="57217" y="13473"/>
                  <a:pt x="69518" y="16988"/>
                </a:cubicBezTo>
                <a:lnTo>
                  <a:pt x="113452" y="2050"/>
                </a:lnTo>
                <a:cubicBezTo>
                  <a:pt x="125754" y="-2343"/>
                  <a:pt x="140691" y="1172"/>
                  <a:pt x="150357" y="4686"/>
                </a:cubicBezTo>
                <a:lnTo>
                  <a:pt x="151235" y="4686"/>
                </a:lnTo>
                <a:lnTo>
                  <a:pt x="283037" y="64436"/>
                </a:lnTo>
                <a:cubicBezTo>
                  <a:pt x="289188" y="66194"/>
                  <a:pt x="293581" y="70587"/>
                  <a:pt x="296217" y="76738"/>
                </a:cubicBezTo>
                <a:cubicBezTo>
                  <a:pt x="298853" y="83767"/>
                  <a:pt x="298853" y="91675"/>
                  <a:pt x="295339" y="97826"/>
                </a:cubicBezTo>
                <a:lnTo>
                  <a:pt x="254041" y="176029"/>
                </a:lnTo>
                <a:lnTo>
                  <a:pt x="246133" y="190087"/>
                </a:lnTo>
                <a:cubicBezTo>
                  <a:pt x="244375" y="195359"/>
                  <a:pt x="239982" y="199753"/>
                  <a:pt x="233831" y="202389"/>
                </a:cubicBezTo>
                <a:cubicBezTo>
                  <a:pt x="226802" y="205025"/>
                  <a:pt x="219772" y="205025"/>
                  <a:pt x="212743" y="201510"/>
                </a:cubicBezTo>
                <a:lnTo>
                  <a:pt x="200441" y="197995"/>
                </a:lnTo>
                <a:lnTo>
                  <a:pt x="201320" y="200632"/>
                </a:lnTo>
                <a:cubicBezTo>
                  <a:pt x="203956" y="206782"/>
                  <a:pt x="203077" y="212933"/>
                  <a:pt x="200441" y="218205"/>
                </a:cubicBezTo>
                <a:cubicBezTo>
                  <a:pt x="197805" y="223477"/>
                  <a:pt x="193412" y="227871"/>
                  <a:pt x="186383" y="229628"/>
                </a:cubicBezTo>
                <a:lnTo>
                  <a:pt x="80063" y="267411"/>
                </a:lnTo>
                <a:cubicBezTo>
                  <a:pt x="76548" y="268290"/>
                  <a:pt x="73033" y="269168"/>
                  <a:pt x="70397" y="269168"/>
                </a:cubicBezTo>
                <a:close/>
                <a:moveTo>
                  <a:pt x="62489" y="33683"/>
                </a:moveTo>
                <a:cubicBezTo>
                  <a:pt x="58974" y="33683"/>
                  <a:pt x="53702" y="35440"/>
                  <a:pt x="51945" y="38955"/>
                </a:cubicBezTo>
                <a:lnTo>
                  <a:pt x="19434" y="92554"/>
                </a:lnTo>
                <a:cubicBezTo>
                  <a:pt x="16798" y="96069"/>
                  <a:pt x="16798" y="104856"/>
                  <a:pt x="20312" y="113642"/>
                </a:cubicBezTo>
                <a:lnTo>
                  <a:pt x="67761" y="248959"/>
                </a:lnTo>
                <a:cubicBezTo>
                  <a:pt x="67761" y="250716"/>
                  <a:pt x="68640" y="251595"/>
                  <a:pt x="68640" y="251595"/>
                </a:cubicBezTo>
                <a:cubicBezTo>
                  <a:pt x="69518" y="251595"/>
                  <a:pt x="71276" y="252474"/>
                  <a:pt x="74790" y="250716"/>
                </a:cubicBezTo>
                <a:lnTo>
                  <a:pt x="181111" y="214690"/>
                </a:lnTo>
                <a:cubicBezTo>
                  <a:pt x="182868" y="213812"/>
                  <a:pt x="184625" y="212933"/>
                  <a:pt x="184625" y="212054"/>
                </a:cubicBezTo>
                <a:cubicBezTo>
                  <a:pt x="185504" y="211176"/>
                  <a:pt x="184625" y="208540"/>
                  <a:pt x="184625" y="207661"/>
                </a:cubicBezTo>
                <a:lnTo>
                  <a:pt x="137177" y="74102"/>
                </a:lnTo>
                <a:cubicBezTo>
                  <a:pt x="134541" y="67072"/>
                  <a:pt x="128390" y="59164"/>
                  <a:pt x="123118" y="57407"/>
                </a:cubicBezTo>
                <a:lnTo>
                  <a:pt x="65125" y="33683"/>
                </a:lnTo>
                <a:lnTo>
                  <a:pt x="62489" y="33683"/>
                </a:lnTo>
                <a:close/>
                <a:moveTo>
                  <a:pt x="201320" y="181301"/>
                </a:moveTo>
                <a:lnTo>
                  <a:pt x="219772" y="186573"/>
                </a:lnTo>
                <a:cubicBezTo>
                  <a:pt x="222408" y="187451"/>
                  <a:pt x="225044" y="188330"/>
                  <a:pt x="227680" y="187451"/>
                </a:cubicBezTo>
                <a:cubicBezTo>
                  <a:pt x="229438" y="186573"/>
                  <a:pt x="230317" y="185694"/>
                  <a:pt x="230317" y="184815"/>
                </a:cubicBezTo>
                <a:lnTo>
                  <a:pt x="231195" y="183058"/>
                </a:lnTo>
                <a:lnTo>
                  <a:pt x="239982" y="168999"/>
                </a:lnTo>
                <a:lnTo>
                  <a:pt x="281280" y="90797"/>
                </a:lnTo>
                <a:cubicBezTo>
                  <a:pt x="282159" y="89039"/>
                  <a:pt x="282159" y="86403"/>
                  <a:pt x="281280" y="83767"/>
                </a:cubicBezTo>
                <a:cubicBezTo>
                  <a:pt x="280401" y="82010"/>
                  <a:pt x="279522" y="81131"/>
                  <a:pt x="277765" y="81131"/>
                </a:cubicBezTo>
                <a:lnTo>
                  <a:pt x="276886" y="81131"/>
                </a:lnTo>
                <a:lnTo>
                  <a:pt x="145085" y="22260"/>
                </a:lnTo>
                <a:cubicBezTo>
                  <a:pt x="137177" y="19624"/>
                  <a:pt x="126632" y="16988"/>
                  <a:pt x="119603" y="19624"/>
                </a:cubicBezTo>
                <a:lnTo>
                  <a:pt x="104666" y="24896"/>
                </a:lnTo>
                <a:lnTo>
                  <a:pt x="131026" y="35440"/>
                </a:lnTo>
                <a:cubicBezTo>
                  <a:pt x="141570" y="40712"/>
                  <a:pt x="154750" y="51256"/>
                  <a:pt x="163537" y="74981"/>
                </a:cubicBezTo>
                <a:lnTo>
                  <a:pt x="201320" y="181301"/>
                </a:lnTo>
                <a:close/>
                <a:moveTo>
                  <a:pt x="74790" y="101341"/>
                </a:moveTo>
                <a:cubicBezTo>
                  <a:pt x="66004" y="101341"/>
                  <a:pt x="57217" y="96069"/>
                  <a:pt x="54581" y="87282"/>
                </a:cubicBezTo>
                <a:cubicBezTo>
                  <a:pt x="52824" y="82010"/>
                  <a:pt x="52824" y="75859"/>
                  <a:pt x="55460" y="70587"/>
                </a:cubicBezTo>
                <a:cubicBezTo>
                  <a:pt x="58096" y="65315"/>
                  <a:pt x="62489" y="61800"/>
                  <a:pt x="68640" y="60043"/>
                </a:cubicBezTo>
                <a:cubicBezTo>
                  <a:pt x="80063" y="56528"/>
                  <a:pt x="92364" y="61800"/>
                  <a:pt x="95879" y="73223"/>
                </a:cubicBezTo>
                <a:cubicBezTo>
                  <a:pt x="97636" y="78495"/>
                  <a:pt x="97636" y="84646"/>
                  <a:pt x="95000" y="89918"/>
                </a:cubicBezTo>
                <a:cubicBezTo>
                  <a:pt x="92364" y="95190"/>
                  <a:pt x="87971" y="98705"/>
                  <a:pt x="82699" y="100462"/>
                </a:cubicBezTo>
                <a:cubicBezTo>
                  <a:pt x="79184" y="101341"/>
                  <a:pt x="77426" y="101341"/>
                  <a:pt x="74790" y="101341"/>
                </a:cubicBezTo>
                <a:close/>
                <a:moveTo>
                  <a:pt x="73033" y="76738"/>
                </a:moveTo>
                <a:cubicBezTo>
                  <a:pt x="72154" y="76738"/>
                  <a:pt x="71276" y="77617"/>
                  <a:pt x="70397" y="78495"/>
                </a:cubicBezTo>
                <a:cubicBezTo>
                  <a:pt x="69518" y="79374"/>
                  <a:pt x="70397" y="81131"/>
                  <a:pt x="70397" y="81131"/>
                </a:cubicBezTo>
                <a:cubicBezTo>
                  <a:pt x="71276" y="83767"/>
                  <a:pt x="73912" y="83767"/>
                  <a:pt x="75669" y="83767"/>
                </a:cubicBezTo>
                <a:cubicBezTo>
                  <a:pt x="76548" y="83767"/>
                  <a:pt x="77426" y="82889"/>
                  <a:pt x="77426" y="82010"/>
                </a:cubicBezTo>
                <a:cubicBezTo>
                  <a:pt x="77426" y="81131"/>
                  <a:pt x="78305" y="80253"/>
                  <a:pt x="77426" y="79374"/>
                </a:cubicBezTo>
                <a:cubicBezTo>
                  <a:pt x="77426" y="76738"/>
                  <a:pt x="75669" y="75859"/>
                  <a:pt x="73033" y="76738"/>
                </a:cubicBezTo>
                <a:close/>
              </a:path>
            </a:pathLst>
          </a:custGeom>
          <a:solidFill>
            <a:schemeClr val="accent1"/>
          </a:solidFill>
          <a:ln w="29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8" name="图形 166"/>
          <p:cNvSpPr/>
          <p:nvPr/>
        </p:nvSpPr>
        <p:spPr>
          <a:xfrm>
            <a:off x="11048021" y="2474788"/>
            <a:ext cx="305780" cy="311088"/>
          </a:xfrm>
          <a:custGeom>
            <a:avLst/>
            <a:gdLst>
              <a:gd name="connsiteX0" fmla="*/ 189544 w 291623"/>
              <a:gd name="connsiteY0" fmla="*/ 201373 h 296686"/>
              <a:gd name="connsiteX1" fmla="*/ 180506 w 291623"/>
              <a:gd name="connsiteY1" fmla="*/ 201305 h 296686"/>
              <a:gd name="connsiteX2" fmla="*/ 112946 w 291623"/>
              <a:gd name="connsiteY2" fmla="*/ 195393 h 296686"/>
              <a:gd name="connsiteX3" fmla="*/ 102498 w 291623"/>
              <a:gd name="connsiteY3" fmla="*/ 186883 h 296686"/>
              <a:gd name="connsiteX4" fmla="*/ 76286 w 291623"/>
              <a:gd name="connsiteY4" fmla="*/ 99141 h 296686"/>
              <a:gd name="connsiteX5" fmla="*/ 80194 w 291623"/>
              <a:gd name="connsiteY5" fmla="*/ 86060 h 296686"/>
              <a:gd name="connsiteX6" fmla="*/ 131785 w 291623"/>
              <a:gd name="connsiteY6" fmla="*/ 42452 h 296686"/>
              <a:gd name="connsiteX7" fmla="*/ 138530 w 291623"/>
              <a:gd name="connsiteY7" fmla="*/ 36745 h 296686"/>
              <a:gd name="connsiteX8" fmla="*/ 140279 w 291623"/>
              <a:gd name="connsiteY8" fmla="*/ 35589 h 296686"/>
              <a:gd name="connsiteX9" fmla="*/ 140823 w 291623"/>
              <a:gd name="connsiteY9" fmla="*/ 35589 h 296686"/>
              <a:gd name="connsiteX10" fmla="*/ 143507 w 291623"/>
              <a:gd name="connsiteY10" fmla="*/ 37356 h 296686"/>
              <a:gd name="connsiteX11" fmla="*/ 143677 w 291623"/>
              <a:gd name="connsiteY11" fmla="*/ 38019 h 296686"/>
              <a:gd name="connsiteX12" fmla="*/ 143728 w 291623"/>
              <a:gd name="connsiteY12" fmla="*/ 38341 h 296686"/>
              <a:gd name="connsiteX13" fmla="*/ 146174 w 291623"/>
              <a:gd name="connsiteY13" fmla="*/ 46784 h 296686"/>
              <a:gd name="connsiteX14" fmla="*/ 188423 w 291623"/>
              <a:gd name="connsiteY14" fmla="*/ 191809 h 296686"/>
              <a:gd name="connsiteX15" fmla="*/ 189544 w 291623"/>
              <a:gd name="connsiteY15" fmla="*/ 201373 h 296686"/>
              <a:gd name="connsiteX16" fmla="*/ 89962 w 291623"/>
              <a:gd name="connsiteY16" fmla="*/ 200014 h 296686"/>
              <a:gd name="connsiteX17" fmla="*/ 86411 w 291623"/>
              <a:gd name="connsiteY17" fmla="*/ 201033 h 296686"/>
              <a:gd name="connsiteX18" fmla="*/ 44757 w 291623"/>
              <a:gd name="connsiteY18" fmla="*/ 196481 h 296686"/>
              <a:gd name="connsiteX19" fmla="*/ 18511 w 291623"/>
              <a:gd name="connsiteY19" fmla="*/ 163779 h 296686"/>
              <a:gd name="connsiteX20" fmla="*/ 23098 w 291623"/>
              <a:gd name="connsiteY20" fmla="*/ 122125 h 296686"/>
              <a:gd name="connsiteX21" fmla="*/ 55782 w 291623"/>
              <a:gd name="connsiteY21" fmla="*/ 95896 h 296686"/>
              <a:gd name="connsiteX22" fmla="*/ 59078 w 291623"/>
              <a:gd name="connsiteY22" fmla="*/ 94928 h 296686"/>
              <a:gd name="connsiteX23" fmla="*/ 68591 w 291623"/>
              <a:gd name="connsiteY23" fmla="*/ 101859 h 296686"/>
              <a:gd name="connsiteX24" fmla="*/ 94582 w 291623"/>
              <a:gd name="connsiteY24" fmla="*/ 188802 h 296686"/>
              <a:gd name="connsiteX25" fmla="*/ 89962 w 291623"/>
              <a:gd name="connsiteY25" fmla="*/ 200014 h 296686"/>
              <a:gd name="connsiteX26" fmla="*/ 207007 w 291623"/>
              <a:gd name="connsiteY26" fmla="*/ 198111 h 296686"/>
              <a:gd name="connsiteX27" fmla="*/ 206956 w 291623"/>
              <a:gd name="connsiteY27" fmla="*/ 197500 h 296686"/>
              <a:gd name="connsiteX28" fmla="*/ 204408 w 291623"/>
              <a:gd name="connsiteY28" fmla="*/ 188445 h 296686"/>
              <a:gd name="connsiteX29" fmla="*/ 161939 w 291623"/>
              <a:gd name="connsiteY29" fmla="*/ 42639 h 296686"/>
              <a:gd name="connsiteX30" fmla="*/ 158966 w 291623"/>
              <a:gd name="connsiteY30" fmla="*/ 32022 h 296686"/>
              <a:gd name="connsiteX31" fmla="*/ 158405 w 291623"/>
              <a:gd name="connsiteY31" fmla="*/ 30782 h 296686"/>
              <a:gd name="connsiteX32" fmla="*/ 133108 w 291623"/>
              <a:gd name="connsiteY32" fmla="*/ 20932 h 296686"/>
              <a:gd name="connsiteX33" fmla="*/ 130375 w 291623"/>
              <a:gd name="connsiteY33" fmla="*/ 22407 h 296686"/>
              <a:gd name="connsiteX34" fmla="*/ 129237 w 291623"/>
              <a:gd name="connsiteY34" fmla="*/ 23154 h 296686"/>
              <a:gd name="connsiteX35" fmla="*/ 120964 w 291623"/>
              <a:gd name="connsiteY35" fmla="*/ 30272 h 296686"/>
              <a:gd name="connsiteX36" fmla="*/ 71020 w 291623"/>
              <a:gd name="connsiteY36" fmla="*/ 72487 h 296686"/>
              <a:gd name="connsiteX37" fmla="*/ 56716 w 291623"/>
              <a:gd name="connsiteY37" fmla="*/ 78840 h 296686"/>
              <a:gd name="connsiteX38" fmla="*/ 51229 w 291623"/>
              <a:gd name="connsiteY38" fmla="*/ 80250 h 296686"/>
              <a:gd name="connsiteX39" fmla="*/ 8811 w 291623"/>
              <a:gd name="connsiteY39" fmla="*/ 114277 h 296686"/>
              <a:gd name="connsiteX40" fmla="*/ 2865 w 291623"/>
              <a:gd name="connsiteY40" fmla="*/ 168332 h 296686"/>
              <a:gd name="connsiteX41" fmla="*/ 45335 w 291623"/>
              <a:gd name="connsiteY41" fmla="*/ 214692 h 296686"/>
              <a:gd name="connsiteX42" fmla="*/ 45572 w 291623"/>
              <a:gd name="connsiteY42" fmla="*/ 214861 h 296686"/>
              <a:gd name="connsiteX43" fmla="*/ 106304 w 291623"/>
              <a:gd name="connsiteY43" fmla="*/ 291646 h 296686"/>
              <a:gd name="connsiteX44" fmla="*/ 116955 w 291623"/>
              <a:gd name="connsiteY44" fmla="*/ 296066 h 296686"/>
              <a:gd name="connsiteX45" fmla="*/ 121593 w 291623"/>
              <a:gd name="connsiteY45" fmla="*/ 286006 h 296686"/>
              <a:gd name="connsiteX46" fmla="*/ 79344 w 291623"/>
              <a:gd name="connsiteY46" fmla="*/ 218972 h 296686"/>
              <a:gd name="connsiteX47" fmla="*/ 90947 w 291623"/>
              <a:gd name="connsiteY47" fmla="*/ 216679 h 296686"/>
              <a:gd name="connsiteX48" fmla="*/ 97317 w 291623"/>
              <a:gd name="connsiteY48" fmla="*/ 214522 h 296686"/>
              <a:gd name="connsiteX49" fmla="*/ 112776 w 291623"/>
              <a:gd name="connsiteY49" fmla="*/ 211736 h 296686"/>
              <a:gd name="connsiteX50" fmla="*/ 180353 w 291623"/>
              <a:gd name="connsiteY50" fmla="*/ 217647 h 296686"/>
              <a:gd name="connsiteX51" fmla="*/ 189748 w 291623"/>
              <a:gd name="connsiteY51" fmla="*/ 218412 h 296686"/>
              <a:gd name="connsiteX52" fmla="*/ 190376 w 291623"/>
              <a:gd name="connsiteY52" fmla="*/ 218310 h 296686"/>
              <a:gd name="connsiteX53" fmla="*/ 207041 w 291623"/>
              <a:gd name="connsiteY53" fmla="*/ 198978 h 296686"/>
              <a:gd name="connsiteX54" fmla="*/ 206990 w 291623"/>
              <a:gd name="connsiteY54" fmla="*/ 198128 h 296686"/>
              <a:gd name="connsiteX55" fmla="*/ 222653 w 291623"/>
              <a:gd name="connsiteY55" fmla="*/ 0 h 296686"/>
              <a:gd name="connsiteX56" fmla="*/ 230433 w 291623"/>
              <a:gd name="connsiteY56" fmla="*/ 4026 h 296686"/>
              <a:gd name="connsiteX57" fmla="*/ 199329 w 291623"/>
              <a:gd name="connsiteY57" fmla="*/ 44440 h 296686"/>
              <a:gd name="connsiteX58" fmla="*/ 222279 w 291623"/>
              <a:gd name="connsiteY58" fmla="*/ 93314 h 296686"/>
              <a:gd name="connsiteX59" fmla="*/ 291623 w 291623"/>
              <a:gd name="connsiteY59" fmla="*/ 58166 h 296686"/>
              <a:gd name="connsiteX60" fmla="*/ 289687 w 291623"/>
              <a:gd name="connsiteY60" fmla="*/ 68834 h 296686"/>
              <a:gd name="connsiteX61" fmla="*/ 286578 w 291623"/>
              <a:gd name="connsiteY61" fmla="*/ 174770 h 296686"/>
              <a:gd name="connsiteX62" fmla="*/ 231996 w 291623"/>
              <a:gd name="connsiteY62" fmla="*/ 145653 h 296686"/>
              <a:gd name="connsiteX63" fmla="*/ 287461 w 291623"/>
              <a:gd name="connsiteY63" fmla="*/ 161877 h 296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291623" h="296686">
                <a:moveTo>
                  <a:pt x="189544" y="201373"/>
                </a:moveTo>
                <a:cubicBezTo>
                  <a:pt x="189034" y="201730"/>
                  <a:pt x="184957" y="201713"/>
                  <a:pt x="180506" y="201305"/>
                </a:cubicBezTo>
                <a:lnTo>
                  <a:pt x="112946" y="195393"/>
                </a:lnTo>
                <a:cubicBezTo>
                  <a:pt x="108148" y="194728"/>
                  <a:pt x="104120" y="191447"/>
                  <a:pt x="102498" y="186883"/>
                </a:cubicBezTo>
                <a:lnTo>
                  <a:pt x="76286" y="99141"/>
                </a:lnTo>
                <a:cubicBezTo>
                  <a:pt x="75131" y="94395"/>
                  <a:pt x="76624" y="89395"/>
                  <a:pt x="80194" y="86060"/>
                </a:cubicBezTo>
                <a:lnTo>
                  <a:pt x="131785" y="42452"/>
                </a:lnTo>
                <a:lnTo>
                  <a:pt x="138530" y="36745"/>
                </a:lnTo>
                <a:cubicBezTo>
                  <a:pt x="139072" y="36300"/>
                  <a:pt x="139658" y="35913"/>
                  <a:pt x="140279" y="35589"/>
                </a:cubicBezTo>
                <a:lnTo>
                  <a:pt x="140823" y="35589"/>
                </a:lnTo>
                <a:cubicBezTo>
                  <a:pt x="142233" y="35589"/>
                  <a:pt x="143133" y="36541"/>
                  <a:pt x="143507" y="37356"/>
                </a:cubicBezTo>
                <a:cubicBezTo>
                  <a:pt x="143587" y="37570"/>
                  <a:pt x="143644" y="37792"/>
                  <a:pt x="143677" y="38019"/>
                </a:cubicBezTo>
                <a:lnTo>
                  <a:pt x="143728" y="38341"/>
                </a:lnTo>
                <a:lnTo>
                  <a:pt x="146174" y="46784"/>
                </a:lnTo>
                <a:lnTo>
                  <a:pt x="188423" y="191809"/>
                </a:lnTo>
                <a:cubicBezTo>
                  <a:pt x="189663" y="196107"/>
                  <a:pt x="190054" y="201016"/>
                  <a:pt x="189544" y="201373"/>
                </a:cubicBezTo>
                <a:moveTo>
                  <a:pt x="89962" y="200014"/>
                </a:moveTo>
                <a:lnTo>
                  <a:pt x="86411" y="201033"/>
                </a:lnTo>
                <a:cubicBezTo>
                  <a:pt x="72475" y="205135"/>
                  <a:pt x="57478" y="203496"/>
                  <a:pt x="44757" y="196481"/>
                </a:cubicBezTo>
                <a:cubicBezTo>
                  <a:pt x="31992" y="189523"/>
                  <a:pt x="22541" y="177747"/>
                  <a:pt x="18511" y="163779"/>
                </a:cubicBezTo>
                <a:cubicBezTo>
                  <a:pt x="14419" y="149839"/>
                  <a:pt x="16071" y="134841"/>
                  <a:pt x="23098" y="122125"/>
                </a:cubicBezTo>
                <a:cubicBezTo>
                  <a:pt x="30054" y="109369"/>
                  <a:pt x="41822" y="99925"/>
                  <a:pt x="55782" y="95896"/>
                </a:cubicBezTo>
                <a:lnTo>
                  <a:pt x="59078" y="94928"/>
                </a:lnTo>
                <a:cubicBezTo>
                  <a:pt x="63036" y="94452"/>
                  <a:pt x="67317" y="97561"/>
                  <a:pt x="68591" y="101859"/>
                </a:cubicBezTo>
                <a:lnTo>
                  <a:pt x="94582" y="188802"/>
                </a:lnTo>
                <a:cubicBezTo>
                  <a:pt x="95856" y="193100"/>
                  <a:pt x="93784" y="198145"/>
                  <a:pt x="89962" y="200014"/>
                </a:cubicBezTo>
                <a:moveTo>
                  <a:pt x="207007" y="198111"/>
                </a:moveTo>
                <a:lnTo>
                  <a:pt x="206956" y="197500"/>
                </a:lnTo>
                <a:cubicBezTo>
                  <a:pt x="206803" y="196820"/>
                  <a:pt x="205648" y="192743"/>
                  <a:pt x="204408" y="188445"/>
                </a:cubicBezTo>
                <a:lnTo>
                  <a:pt x="161939" y="42639"/>
                </a:lnTo>
                <a:cubicBezTo>
                  <a:pt x="160900" y="39114"/>
                  <a:pt x="159909" y="35574"/>
                  <a:pt x="158966" y="32022"/>
                </a:cubicBezTo>
                <a:lnTo>
                  <a:pt x="158405" y="30782"/>
                </a:lnTo>
                <a:cubicBezTo>
                  <a:pt x="154140" y="21076"/>
                  <a:pt x="142814" y="16666"/>
                  <a:pt x="133108" y="20932"/>
                </a:cubicBezTo>
                <a:cubicBezTo>
                  <a:pt x="132159" y="21349"/>
                  <a:pt x="131245" y="21842"/>
                  <a:pt x="130375" y="22407"/>
                </a:cubicBezTo>
                <a:lnTo>
                  <a:pt x="129237" y="23154"/>
                </a:lnTo>
                <a:cubicBezTo>
                  <a:pt x="128116" y="24174"/>
                  <a:pt x="124396" y="27401"/>
                  <a:pt x="120964" y="30272"/>
                </a:cubicBezTo>
                <a:lnTo>
                  <a:pt x="71020" y="72487"/>
                </a:lnTo>
                <a:cubicBezTo>
                  <a:pt x="67606" y="75375"/>
                  <a:pt x="61167" y="78229"/>
                  <a:pt x="56716" y="78840"/>
                </a:cubicBezTo>
                <a:cubicBezTo>
                  <a:pt x="56716" y="78840"/>
                  <a:pt x="55561" y="78993"/>
                  <a:pt x="51229" y="80250"/>
                </a:cubicBezTo>
                <a:cubicBezTo>
                  <a:pt x="33114" y="85474"/>
                  <a:pt x="17840" y="97726"/>
                  <a:pt x="8811" y="114277"/>
                </a:cubicBezTo>
                <a:cubicBezTo>
                  <a:pt x="-311" y="130778"/>
                  <a:pt x="-2452" y="150243"/>
                  <a:pt x="2865" y="168332"/>
                </a:cubicBezTo>
                <a:cubicBezTo>
                  <a:pt x="8975" y="189586"/>
                  <a:pt x="24696" y="206747"/>
                  <a:pt x="45335" y="214692"/>
                </a:cubicBezTo>
                <a:cubicBezTo>
                  <a:pt x="45420" y="214726"/>
                  <a:pt x="45488" y="214810"/>
                  <a:pt x="45572" y="214861"/>
                </a:cubicBezTo>
                <a:cubicBezTo>
                  <a:pt x="83574" y="231170"/>
                  <a:pt x="106083" y="291035"/>
                  <a:pt x="106304" y="291646"/>
                </a:cubicBezTo>
                <a:cubicBezTo>
                  <a:pt x="108024" y="295808"/>
                  <a:pt x="112793" y="297787"/>
                  <a:pt x="116955" y="296066"/>
                </a:cubicBezTo>
                <a:cubicBezTo>
                  <a:pt x="120891" y="294439"/>
                  <a:pt x="122911" y="290056"/>
                  <a:pt x="121593" y="286006"/>
                </a:cubicBezTo>
                <a:cubicBezTo>
                  <a:pt x="120828" y="283900"/>
                  <a:pt x="106287" y="245321"/>
                  <a:pt x="79344" y="218972"/>
                </a:cubicBezTo>
                <a:cubicBezTo>
                  <a:pt x="83251" y="218497"/>
                  <a:pt x="87125" y="217800"/>
                  <a:pt x="90947" y="216679"/>
                </a:cubicBezTo>
                <a:cubicBezTo>
                  <a:pt x="95567" y="215354"/>
                  <a:pt x="97317" y="214522"/>
                  <a:pt x="97317" y="214522"/>
                </a:cubicBezTo>
                <a:cubicBezTo>
                  <a:pt x="101360" y="212602"/>
                  <a:pt x="108325" y="211345"/>
                  <a:pt x="112776" y="211736"/>
                </a:cubicBezTo>
                <a:lnTo>
                  <a:pt x="180353" y="217647"/>
                </a:lnTo>
                <a:cubicBezTo>
                  <a:pt x="184804" y="218055"/>
                  <a:pt x="189034" y="218378"/>
                  <a:pt x="189748" y="218412"/>
                </a:cubicBezTo>
                <a:lnTo>
                  <a:pt x="190376" y="218310"/>
                </a:lnTo>
                <a:cubicBezTo>
                  <a:pt x="200059" y="216849"/>
                  <a:pt x="207041" y="208729"/>
                  <a:pt x="207041" y="198978"/>
                </a:cubicBezTo>
                <a:lnTo>
                  <a:pt x="206990" y="198128"/>
                </a:lnTo>
                <a:moveTo>
                  <a:pt x="222653" y="0"/>
                </a:moveTo>
                <a:lnTo>
                  <a:pt x="230433" y="4026"/>
                </a:lnTo>
                <a:lnTo>
                  <a:pt x="199329" y="44440"/>
                </a:lnTo>
                <a:close/>
                <a:moveTo>
                  <a:pt x="222279" y="93314"/>
                </a:moveTo>
                <a:lnTo>
                  <a:pt x="291623" y="58166"/>
                </a:lnTo>
                <a:lnTo>
                  <a:pt x="289687" y="68834"/>
                </a:lnTo>
                <a:close/>
                <a:moveTo>
                  <a:pt x="286578" y="174770"/>
                </a:moveTo>
                <a:lnTo>
                  <a:pt x="231996" y="145653"/>
                </a:lnTo>
                <a:lnTo>
                  <a:pt x="287461" y="161877"/>
                </a:lnTo>
                <a:close/>
              </a:path>
            </a:pathLst>
          </a:custGeom>
          <a:solidFill>
            <a:schemeClr val="accent1"/>
          </a:solidFill>
          <a:ln w="29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11059643" y="5787791"/>
            <a:ext cx="282537" cy="282535"/>
            <a:chOff x="11071264" y="2093037"/>
            <a:chExt cx="325418" cy="325416"/>
          </a:xfrm>
          <a:solidFill>
            <a:schemeClr val="accent1"/>
          </a:solidFill>
        </p:grpSpPr>
        <p:sp>
          <p:nvSpPr>
            <p:cNvPr id="172" name="任意多边形: 形状 171"/>
            <p:cNvSpPr/>
            <p:nvPr/>
          </p:nvSpPr>
          <p:spPr>
            <a:xfrm>
              <a:off x="11114584" y="2093037"/>
              <a:ext cx="247247" cy="294763"/>
            </a:xfrm>
            <a:custGeom>
              <a:avLst/>
              <a:gdLst>
                <a:gd name="connsiteX0" fmla="*/ 242025 w 247247"/>
                <a:gd name="connsiteY0" fmla="*/ 1928 h 294763"/>
                <a:gd name="connsiteX1" fmla="*/ 229845 w 247247"/>
                <a:gd name="connsiteY1" fmla="*/ 1533 h 294763"/>
                <a:gd name="connsiteX2" fmla="*/ 154093 w 247247"/>
                <a:gd name="connsiteY2" fmla="*/ 34935 h 294763"/>
                <a:gd name="connsiteX3" fmla="*/ 118761 w 247247"/>
                <a:gd name="connsiteY3" fmla="*/ 23522 h 294763"/>
                <a:gd name="connsiteX4" fmla="*/ 84523 w 247247"/>
                <a:gd name="connsiteY4" fmla="*/ 11621 h 294763"/>
                <a:gd name="connsiteX5" fmla="*/ 23019 w 247247"/>
                <a:gd name="connsiteY5" fmla="*/ 25405 h 294763"/>
                <a:gd name="connsiteX6" fmla="*/ 2680 w 247247"/>
                <a:gd name="connsiteY6" fmla="*/ 40653 h 294763"/>
                <a:gd name="connsiteX7" fmla="*/ 937 w 247247"/>
                <a:gd name="connsiteY7" fmla="*/ 52647 h 294763"/>
                <a:gd name="connsiteX8" fmla="*/ 32688 w 247247"/>
                <a:gd name="connsiteY8" fmla="*/ 126680 h 294763"/>
                <a:gd name="connsiteX9" fmla="*/ 56258 w 247247"/>
                <a:gd name="connsiteY9" fmla="*/ 181652 h 294763"/>
                <a:gd name="connsiteX10" fmla="*/ 56955 w 247247"/>
                <a:gd name="connsiteY10" fmla="*/ 183047 h 294763"/>
                <a:gd name="connsiteX11" fmla="*/ 101909 w 247247"/>
                <a:gd name="connsiteY11" fmla="*/ 287715 h 294763"/>
                <a:gd name="connsiteX12" fmla="*/ 117192 w 247247"/>
                <a:gd name="connsiteY12" fmla="*/ 293817 h 294763"/>
                <a:gd name="connsiteX13" fmla="*/ 123294 w 247247"/>
                <a:gd name="connsiteY13" fmla="*/ 278534 h 294763"/>
                <a:gd name="connsiteX14" fmla="*/ 79874 w 247247"/>
                <a:gd name="connsiteY14" fmla="*/ 177468 h 294763"/>
                <a:gd name="connsiteX15" fmla="*/ 118227 w 247247"/>
                <a:gd name="connsiteY15" fmla="*/ 139115 h 294763"/>
                <a:gd name="connsiteX16" fmla="*/ 151164 w 247247"/>
                <a:gd name="connsiteY16" fmla="*/ 135443 h 294763"/>
                <a:gd name="connsiteX17" fmla="*/ 184682 w 247247"/>
                <a:gd name="connsiteY17" fmla="*/ 131305 h 294763"/>
                <a:gd name="connsiteX18" fmla="*/ 235540 w 247247"/>
                <a:gd name="connsiteY18" fmla="*/ 64711 h 294763"/>
                <a:gd name="connsiteX19" fmla="*/ 247162 w 247247"/>
                <a:gd name="connsiteY19" fmla="*/ 13016 h 294763"/>
                <a:gd name="connsiteX20" fmla="*/ 242049 w 247247"/>
                <a:gd name="connsiteY20" fmla="*/ 1928 h 294763"/>
                <a:gd name="connsiteX21" fmla="*/ 213319 w 247247"/>
                <a:gd name="connsiteY21" fmla="*/ 57900 h 294763"/>
                <a:gd name="connsiteX22" fmla="*/ 178057 w 247247"/>
                <a:gd name="connsiteY22" fmla="*/ 109037 h 294763"/>
                <a:gd name="connsiteX23" fmla="*/ 152605 w 247247"/>
                <a:gd name="connsiteY23" fmla="*/ 112245 h 294763"/>
                <a:gd name="connsiteX24" fmla="*/ 112578 w 247247"/>
                <a:gd name="connsiteY24" fmla="*/ 116568 h 294763"/>
                <a:gd name="connsiteX25" fmla="*/ 71552 w 247247"/>
                <a:gd name="connsiteY25" fmla="*/ 148018 h 294763"/>
                <a:gd name="connsiteX26" fmla="*/ 68810 w 247247"/>
                <a:gd name="connsiteY26" fmla="*/ 151737 h 294763"/>
                <a:gd name="connsiteX27" fmla="*/ 25622 w 247247"/>
                <a:gd name="connsiteY27" fmla="*/ 51136 h 294763"/>
                <a:gd name="connsiteX28" fmla="*/ 35152 w 247247"/>
                <a:gd name="connsiteY28" fmla="*/ 45279 h 294763"/>
                <a:gd name="connsiteX29" fmla="*/ 84523 w 247247"/>
                <a:gd name="connsiteY29" fmla="*/ 34865 h 294763"/>
                <a:gd name="connsiteX30" fmla="*/ 107860 w 247247"/>
                <a:gd name="connsiteY30" fmla="*/ 44047 h 294763"/>
                <a:gd name="connsiteX31" fmla="*/ 151048 w 247247"/>
                <a:gd name="connsiteY31" fmla="*/ 58342 h 294763"/>
                <a:gd name="connsiteX32" fmla="*/ 156603 w 247247"/>
                <a:gd name="connsiteY32" fmla="*/ 58040 h 294763"/>
                <a:gd name="connsiteX33" fmla="*/ 219897 w 247247"/>
                <a:gd name="connsiteY33" fmla="*/ 33354 h 294763"/>
                <a:gd name="connsiteX34" fmla="*/ 213319 w 247247"/>
                <a:gd name="connsiteY34" fmla="*/ 57900 h 294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47247" h="294763">
                  <a:moveTo>
                    <a:pt x="242025" y="1928"/>
                  </a:moveTo>
                  <a:cubicBezTo>
                    <a:pt x="238365" y="-492"/>
                    <a:pt x="233654" y="-645"/>
                    <a:pt x="229845" y="1533"/>
                  </a:cubicBezTo>
                  <a:cubicBezTo>
                    <a:pt x="208856" y="13550"/>
                    <a:pt x="169736" y="33238"/>
                    <a:pt x="154093" y="34935"/>
                  </a:cubicBezTo>
                  <a:cubicBezTo>
                    <a:pt x="142633" y="36167"/>
                    <a:pt x="130500" y="29728"/>
                    <a:pt x="118761" y="23522"/>
                  </a:cubicBezTo>
                  <a:cubicBezTo>
                    <a:pt x="107720" y="17664"/>
                    <a:pt x="96331" y="11621"/>
                    <a:pt x="84523" y="11621"/>
                  </a:cubicBezTo>
                  <a:cubicBezTo>
                    <a:pt x="60907" y="11621"/>
                    <a:pt x="40219" y="16270"/>
                    <a:pt x="23019" y="25405"/>
                  </a:cubicBezTo>
                  <a:cubicBezTo>
                    <a:pt x="9676" y="32471"/>
                    <a:pt x="3354" y="39839"/>
                    <a:pt x="2680" y="40653"/>
                  </a:cubicBezTo>
                  <a:cubicBezTo>
                    <a:pt x="-105" y="44007"/>
                    <a:pt x="-778" y="48638"/>
                    <a:pt x="937" y="52647"/>
                  </a:cubicBezTo>
                  <a:lnTo>
                    <a:pt x="32688" y="126680"/>
                  </a:lnTo>
                  <a:lnTo>
                    <a:pt x="56258" y="181652"/>
                  </a:lnTo>
                  <a:lnTo>
                    <a:pt x="56955" y="183047"/>
                  </a:lnTo>
                  <a:lnTo>
                    <a:pt x="101909" y="287715"/>
                  </a:lnTo>
                  <a:cubicBezTo>
                    <a:pt x="104445" y="293621"/>
                    <a:pt x="111287" y="296352"/>
                    <a:pt x="117192" y="293817"/>
                  </a:cubicBezTo>
                  <a:cubicBezTo>
                    <a:pt x="123098" y="291282"/>
                    <a:pt x="125829" y="284439"/>
                    <a:pt x="123294" y="278534"/>
                  </a:cubicBezTo>
                  <a:lnTo>
                    <a:pt x="79874" y="177468"/>
                  </a:lnTo>
                  <a:cubicBezTo>
                    <a:pt x="86824" y="165335"/>
                    <a:pt x="102328" y="143067"/>
                    <a:pt x="118227" y="139115"/>
                  </a:cubicBezTo>
                  <a:cubicBezTo>
                    <a:pt x="136566" y="134536"/>
                    <a:pt x="143981" y="135001"/>
                    <a:pt x="151164" y="135443"/>
                  </a:cubicBezTo>
                  <a:cubicBezTo>
                    <a:pt x="159137" y="135931"/>
                    <a:pt x="167388" y="136442"/>
                    <a:pt x="184682" y="131305"/>
                  </a:cubicBezTo>
                  <a:cubicBezTo>
                    <a:pt x="206253" y="124890"/>
                    <a:pt x="223360" y="102482"/>
                    <a:pt x="235540" y="64711"/>
                  </a:cubicBezTo>
                  <a:cubicBezTo>
                    <a:pt x="244001" y="38398"/>
                    <a:pt x="247023" y="14038"/>
                    <a:pt x="247162" y="13016"/>
                  </a:cubicBezTo>
                  <a:cubicBezTo>
                    <a:pt x="247693" y="8650"/>
                    <a:pt x="245714" y="4359"/>
                    <a:pt x="242049" y="1928"/>
                  </a:cubicBezTo>
                  <a:close/>
                  <a:moveTo>
                    <a:pt x="213319" y="57900"/>
                  </a:moveTo>
                  <a:cubicBezTo>
                    <a:pt x="203928" y="86909"/>
                    <a:pt x="191399" y="105086"/>
                    <a:pt x="178057" y="109037"/>
                  </a:cubicBezTo>
                  <a:cubicBezTo>
                    <a:pt x="164715" y="112989"/>
                    <a:pt x="159369" y="112663"/>
                    <a:pt x="152605" y="112245"/>
                  </a:cubicBezTo>
                  <a:cubicBezTo>
                    <a:pt x="144493" y="111734"/>
                    <a:pt x="134405" y="111106"/>
                    <a:pt x="112578" y="116568"/>
                  </a:cubicBezTo>
                  <a:cubicBezTo>
                    <a:pt x="98492" y="120078"/>
                    <a:pt x="84685" y="130678"/>
                    <a:pt x="71552" y="148018"/>
                  </a:cubicBezTo>
                  <a:lnTo>
                    <a:pt x="68810" y="151737"/>
                  </a:lnTo>
                  <a:lnTo>
                    <a:pt x="25622" y="51136"/>
                  </a:lnTo>
                  <a:cubicBezTo>
                    <a:pt x="27946" y="49393"/>
                    <a:pt x="31108" y="47347"/>
                    <a:pt x="35152" y="45279"/>
                  </a:cubicBezTo>
                  <a:cubicBezTo>
                    <a:pt x="44496" y="40537"/>
                    <a:pt x="60674" y="34865"/>
                    <a:pt x="84523" y="34865"/>
                  </a:cubicBezTo>
                  <a:cubicBezTo>
                    <a:pt x="90566" y="34865"/>
                    <a:pt x="98934" y="39328"/>
                    <a:pt x="107860" y="44047"/>
                  </a:cubicBezTo>
                  <a:cubicBezTo>
                    <a:pt x="120574" y="50787"/>
                    <a:pt x="134823" y="58342"/>
                    <a:pt x="151048" y="58342"/>
                  </a:cubicBezTo>
                  <a:cubicBezTo>
                    <a:pt x="152861" y="58342"/>
                    <a:pt x="154720" y="58249"/>
                    <a:pt x="156603" y="58040"/>
                  </a:cubicBezTo>
                  <a:cubicBezTo>
                    <a:pt x="172920" y="56273"/>
                    <a:pt x="200534" y="43349"/>
                    <a:pt x="219897" y="33354"/>
                  </a:cubicBezTo>
                  <a:cubicBezTo>
                    <a:pt x="218270" y="40723"/>
                    <a:pt x="216108" y="49253"/>
                    <a:pt x="213319" y="57900"/>
                  </a:cubicBezTo>
                  <a:close/>
                </a:path>
              </a:pathLst>
            </a:custGeom>
            <a:grpFill/>
            <a:ln w="363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73" name="任意多边形: 形状 172"/>
            <p:cNvSpPr/>
            <p:nvPr/>
          </p:nvSpPr>
          <p:spPr>
            <a:xfrm>
              <a:off x="11071264" y="2302233"/>
              <a:ext cx="325418" cy="116220"/>
            </a:xfrm>
            <a:custGeom>
              <a:avLst/>
              <a:gdLst>
                <a:gd name="connsiteX0" fmla="*/ 162709 w 325418"/>
                <a:gd name="connsiteY0" fmla="*/ 116221 h 116220"/>
                <a:gd name="connsiteX1" fmla="*/ 52462 w 325418"/>
                <a:gd name="connsiteY1" fmla="*/ 102088 h 116220"/>
                <a:gd name="connsiteX2" fmla="*/ 16666 w 325418"/>
                <a:gd name="connsiteY2" fmla="*/ 85585 h 116220"/>
                <a:gd name="connsiteX3" fmla="*/ 0 w 325418"/>
                <a:gd name="connsiteY3" fmla="*/ 58110 h 116220"/>
                <a:gd name="connsiteX4" fmla="*/ 10111 w 325418"/>
                <a:gd name="connsiteY4" fmla="*/ 36168 h 116220"/>
                <a:gd name="connsiteX5" fmla="*/ 32193 w 325418"/>
                <a:gd name="connsiteY5" fmla="*/ 21733 h 116220"/>
                <a:gd name="connsiteX6" fmla="*/ 101112 w 325418"/>
                <a:gd name="connsiteY6" fmla="*/ 3928 h 116220"/>
                <a:gd name="connsiteX7" fmla="*/ 113942 w 325418"/>
                <a:gd name="connsiteY7" fmla="*/ 14202 h 116220"/>
                <a:gd name="connsiteX8" fmla="*/ 104180 w 325418"/>
                <a:gd name="connsiteY8" fmla="*/ 26963 h 116220"/>
                <a:gd name="connsiteX9" fmla="*/ 41886 w 325418"/>
                <a:gd name="connsiteY9" fmla="*/ 42862 h 116220"/>
                <a:gd name="connsiteX10" fmla="*/ 23244 w 325418"/>
                <a:gd name="connsiteY10" fmla="*/ 58110 h 116220"/>
                <a:gd name="connsiteX11" fmla="*/ 30334 w 325418"/>
                <a:gd name="connsiteY11" fmla="*/ 66804 h 116220"/>
                <a:gd name="connsiteX12" fmla="*/ 59296 w 325418"/>
                <a:gd name="connsiteY12" fmla="*/ 79867 h 116220"/>
                <a:gd name="connsiteX13" fmla="*/ 162709 w 325418"/>
                <a:gd name="connsiteY13" fmla="*/ 92977 h 116220"/>
                <a:gd name="connsiteX14" fmla="*/ 266146 w 325418"/>
                <a:gd name="connsiteY14" fmla="*/ 79867 h 116220"/>
                <a:gd name="connsiteX15" fmla="*/ 295085 w 325418"/>
                <a:gd name="connsiteY15" fmla="*/ 66804 h 116220"/>
                <a:gd name="connsiteX16" fmla="*/ 302174 w 325418"/>
                <a:gd name="connsiteY16" fmla="*/ 58110 h 116220"/>
                <a:gd name="connsiteX17" fmla="*/ 295085 w 325418"/>
                <a:gd name="connsiteY17" fmla="*/ 49417 h 116220"/>
                <a:gd name="connsiteX18" fmla="*/ 266123 w 325418"/>
                <a:gd name="connsiteY18" fmla="*/ 36354 h 116220"/>
                <a:gd name="connsiteX19" fmla="*/ 162709 w 325418"/>
                <a:gd name="connsiteY19" fmla="*/ 23244 h 116220"/>
                <a:gd name="connsiteX20" fmla="*/ 157038 w 325418"/>
                <a:gd name="connsiteY20" fmla="*/ 23267 h 116220"/>
                <a:gd name="connsiteX21" fmla="*/ 145276 w 325418"/>
                <a:gd name="connsiteY21" fmla="*/ 11785 h 116220"/>
                <a:gd name="connsiteX22" fmla="*/ 156759 w 325418"/>
                <a:gd name="connsiteY22" fmla="*/ 23 h 116220"/>
                <a:gd name="connsiteX23" fmla="*/ 162709 w 325418"/>
                <a:gd name="connsiteY23" fmla="*/ 0 h 116220"/>
                <a:gd name="connsiteX24" fmla="*/ 272957 w 325418"/>
                <a:gd name="connsiteY24" fmla="*/ 14132 h 116220"/>
                <a:gd name="connsiteX25" fmla="*/ 308753 w 325418"/>
                <a:gd name="connsiteY25" fmla="*/ 30636 h 116220"/>
                <a:gd name="connsiteX26" fmla="*/ 325419 w 325418"/>
                <a:gd name="connsiteY26" fmla="*/ 58110 h 116220"/>
                <a:gd name="connsiteX27" fmla="*/ 308753 w 325418"/>
                <a:gd name="connsiteY27" fmla="*/ 85608 h 116220"/>
                <a:gd name="connsiteX28" fmla="*/ 272957 w 325418"/>
                <a:gd name="connsiteY28" fmla="*/ 102088 h 116220"/>
                <a:gd name="connsiteX29" fmla="*/ 162709 w 325418"/>
                <a:gd name="connsiteY29" fmla="*/ 116221 h 11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5418" h="116220">
                  <a:moveTo>
                    <a:pt x="162709" y="116221"/>
                  </a:moveTo>
                  <a:cubicBezTo>
                    <a:pt x="121218" y="116221"/>
                    <a:pt x="82052" y="111200"/>
                    <a:pt x="52462" y="102088"/>
                  </a:cubicBezTo>
                  <a:cubicBezTo>
                    <a:pt x="37353" y="97440"/>
                    <a:pt x="25313" y="91884"/>
                    <a:pt x="16666" y="85585"/>
                  </a:cubicBezTo>
                  <a:cubicBezTo>
                    <a:pt x="2882" y="75590"/>
                    <a:pt x="0" y="65130"/>
                    <a:pt x="0" y="58110"/>
                  </a:cubicBezTo>
                  <a:cubicBezTo>
                    <a:pt x="0" y="52695"/>
                    <a:pt x="1743" y="44489"/>
                    <a:pt x="10111" y="36168"/>
                  </a:cubicBezTo>
                  <a:cubicBezTo>
                    <a:pt x="15364" y="30892"/>
                    <a:pt x="22803" y="26057"/>
                    <a:pt x="32193" y="21733"/>
                  </a:cubicBezTo>
                  <a:cubicBezTo>
                    <a:pt x="49464" y="13784"/>
                    <a:pt x="73289" y="7624"/>
                    <a:pt x="101112" y="3928"/>
                  </a:cubicBezTo>
                  <a:cubicBezTo>
                    <a:pt x="107492" y="3223"/>
                    <a:pt x="113236" y="7822"/>
                    <a:pt x="113942" y="14202"/>
                  </a:cubicBezTo>
                  <a:cubicBezTo>
                    <a:pt x="114625" y="20382"/>
                    <a:pt x="110324" y="26005"/>
                    <a:pt x="104180" y="26963"/>
                  </a:cubicBezTo>
                  <a:cubicBezTo>
                    <a:pt x="78612" y="30380"/>
                    <a:pt x="57088" y="35866"/>
                    <a:pt x="41886" y="42862"/>
                  </a:cubicBezTo>
                  <a:cubicBezTo>
                    <a:pt x="27172" y="49603"/>
                    <a:pt x="23244" y="55647"/>
                    <a:pt x="23244" y="58110"/>
                  </a:cubicBezTo>
                  <a:cubicBezTo>
                    <a:pt x="23244" y="59831"/>
                    <a:pt x="25104" y="62992"/>
                    <a:pt x="30334" y="66804"/>
                  </a:cubicBezTo>
                  <a:cubicBezTo>
                    <a:pt x="36819" y="71522"/>
                    <a:pt x="46837" y="76032"/>
                    <a:pt x="59296" y="79867"/>
                  </a:cubicBezTo>
                  <a:cubicBezTo>
                    <a:pt x="86747" y="88328"/>
                    <a:pt x="123473" y="92977"/>
                    <a:pt x="162709" y="92977"/>
                  </a:cubicBezTo>
                  <a:cubicBezTo>
                    <a:pt x="201946" y="92977"/>
                    <a:pt x="238671" y="88328"/>
                    <a:pt x="266146" y="79867"/>
                  </a:cubicBezTo>
                  <a:cubicBezTo>
                    <a:pt x="278605" y="76032"/>
                    <a:pt x="288600" y="71499"/>
                    <a:pt x="295085" y="66804"/>
                  </a:cubicBezTo>
                  <a:cubicBezTo>
                    <a:pt x="300315" y="63015"/>
                    <a:pt x="302174" y="59831"/>
                    <a:pt x="302174" y="58110"/>
                  </a:cubicBezTo>
                  <a:cubicBezTo>
                    <a:pt x="302174" y="56390"/>
                    <a:pt x="300315" y="53229"/>
                    <a:pt x="295085" y="49417"/>
                  </a:cubicBezTo>
                  <a:cubicBezTo>
                    <a:pt x="288600" y="44699"/>
                    <a:pt x="278582" y="40189"/>
                    <a:pt x="266123" y="36354"/>
                  </a:cubicBezTo>
                  <a:cubicBezTo>
                    <a:pt x="238671" y="27893"/>
                    <a:pt x="201946" y="23244"/>
                    <a:pt x="162709" y="23244"/>
                  </a:cubicBezTo>
                  <a:lnTo>
                    <a:pt x="157038" y="23267"/>
                  </a:lnTo>
                  <a:cubicBezTo>
                    <a:pt x="150619" y="23344"/>
                    <a:pt x="145353" y="18204"/>
                    <a:pt x="145276" y="11785"/>
                  </a:cubicBezTo>
                  <a:cubicBezTo>
                    <a:pt x="145199" y="5366"/>
                    <a:pt x="150340" y="100"/>
                    <a:pt x="156759" y="23"/>
                  </a:cubicBezTo>
                  <a:lnTo>
                    <a:pt x="162709" y="0"/>
                  </a:lnTo>
                  <a:cubicBezTo>
                    <a:pt x="204200" y="0"/>
                    <a:pt x="243367" y="5021"/>
                    <a:pt x="272957" y="14132"/>
                  </a:cubicBezTo>
                  <a:cubicBezTo>
                    <a:pt x="288065" y="18781"/>
                    <a:pt x="300106" y="24337"/>
                    <a:pt x="308753" y="30636"/>
                  </a:cubicBezTo>
                  <a:cubicBezTo>
                    <a:pt x="322536" y="40631"/>
                    <a:pt x="325419" y="51091"/>
                    <a:pt x="325419" y="58110"/>
                  </a:cubicBezTo>
                  <a:cubicBezTo>
                    <a:pt x="325419" y="65130"/>
                    <a:pt x="322536" y="75590"/>
                    <a:pt x="308753" y="85608"/>
                  </a:cubicBezTo>
                  <a:cubicBezTo>
                    <a:pt x="300106" y="91884"/>
                    <a:pt x="288065" y="97463"/>
                    <a:pt x="272957" y="102088"/>
                  </a:cubicBezTo>
                  <a:cubicBezTo>
                    <a:pt x="243367" y="111200"/>
                    <a:pt x="204200" y="116221"/>
                    <a:pt x="162709" y="116221"/>
                  </a:cubicBezTo>
                  <a:close/>
                </a:path>
              </a:pathLst>
            </a:custGeom>
            <a:grpFill/>
            <a:ln w="363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80" name="组合 179"/>
          <p:cNvGrpSpPr/>
          <p:nvPr/>
        </p:nvGrpSpPr>
        <p:grpSpPr>
          <a:xfrm>
            <a:off x="5932718" y="1263985"/>
            <a:ext cx="326566" cy="317750"/>
            <a:chOff x="7" y="44721"/>
            <a:chExt cx="1904933" cy="1853509"/>
          </a:xfrm>
          <a:solidFill>
            <a:schemeClr val="bg1"/>
          </a:solidFill>
        </p:grpSpPr>
        <p:sp>
          <p:nvSpPr>
            <p:cNvPr id="178" name="任意多边形: 形状 177"/>
            <p:cNvSpPr/>
            <p:nvPr/>
          </p:nvSpPr>
          <p:spPr>
            <a:xfrm>
              <a:off x="7" y="44721"/>
              <a:ext cx="1904933" cy="1853509"/>
            </a:xfrm>
            <a:custGeom>
              <a:avLst/>
              <a:gdLst>
                <a:gd name="connsiteX0" fmla="*/ 1836184 w 1904933"/>
                <a:gd name="connsiteY0" fmla="*/ 423548 h 1853509"/>
                <a:gd name="connsiteX1" fmla="*/ 1767426 w 1904933"/>
                <a:gd name="connsiteY1" fmla="*/ 492308 h 1853509"/>
                <a:gd name="connsiteX2" fmla="*/ 1767426 w 1904933"/>
                <a:gd name="connsiteY2" fmla="*/ 1625788 h 1853509"/>
                <a:gd name="connsiteX3" fmla="*/ 1680347 w 1904933"/>
                <a:gd name="connsiteY3" fmla="*/ 1712872 h 1853509"/>
                <a:gd name="connsiteX4" fmla="*/ 224587 w 1904933"/>
                <a:gd name="connsiteY4" fmla="*/ 1712872 h 1853509"/>
                <a:gd name="connsiteX5" fmla="*/ 137516 w 1904933"/>
                <a:gd name="connsiteY5" fmla="*/ 1625788 h 1853509"/>
                <a:gd name="connsiteX6" fmla="*/ 137516 w 1904933"/>
                <a:gd name="connsiteY6" fmla="*/ 227714 h 1853509"/>
                <a:gd name="connsiteX7" fmla="*/ 224587 w 1904933"/>
                <a:gd name="connsiteY7" fmla="*/ 140632 h 1853509"/>
                <a:gd name="connsiteX8" fmla="*/ 492663 w 1904933"/>
                <a:gd name="connsiteY8" fmla="*/ 140632 h 1853509"/>
                <a:gd name="connsiteX9" fmla="*/ 513207 w 1904933"/>
                <a:gd name="connsiteY9" fmla="*/ 137516 h 1853509"/>
                <a:gd name="connsiteX10" fmla="*/ 1040204 w 1904933"/>
                <a:gd name="connsiteY10" fmla="*/ 137516 h 1853509"/>
                <a:gd name="connsiteX11" fmla="*/ 1108961 w 1904933"/>
                <a:gd name="connsiteY11" fmla="*/ 68758 h 1853509"/>
                <a:gd name="connsiteX12" fmla="*/ 1040204 w 1904933"/>
                <a:gd name="connsiteY12" fmla="*/ 0 h 1853509"/>
                <a:gd name="connsiteX13" fmla="*/ 224587 w 1904933"/>
                <a:gd name="connsiteY13" fmla="*/ 0 h 1853509"/>
                <a:gd name="connsiteX14" fmla="*/ 0 w 1904933"/>
                <a:gd name="connsiteY14" fmla="*/ 224587 h 1853509"/>
                <a:gd name="connsiteX15" fmla="*/ 0 w 1904933"/>
                <a:gd name="connsiteY15" fmla="*/ 1628910 h 1853509"/>
                <a:gd name="connsiteX16" fmla="*/ 224587 w 1904933"/>
                <a:gd name="connsiteY16" fmla="*/ 1853509 h 1853509"/>
                <a:gd name="connsiteX17" fmla="*/ 935675 w 1904933"/>
                <a:gd name="connsiteY17" fmla="*/ 1853509 h 1853509"/>
                <a:gd name="connsiteX18" fmla="*/ 956206 w 1904933"/>
                <a:gd name="connsiteY18" fmla="*/ 1850388 h 1853509"/>
                <a:gd name="connsiteX19" fmla="*/ 1680347 w 1904933"/>
                <a:gd name="connsiteY19" fmla="*/ 1850388 h 1853509"/>
                <a:gd name="connsiteX20" fmla="*/ 1904934 w 1904933"/>
                <a:gd name="connsiteY20" fmla="*/ 1625786 h 1853509"/>
                <a:gd name="connsiteX21" fmla="*/ 1904934 w 1904933"/>
                <a:gd name="connsiteY21" fmla="*/ 492308 h 1853509"/>
                <a:gd name="connsiteX22" fmla="*/ 1836184 w 1904933"/>
                <a:gd name="connsiteY22" fmla="*/ 423548 h 1853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04933" h="1853509">
                  <a:moveTo>
                    <a:pt x="1836184" y="423548"/>
                  </a:moveTo>
                  <a:cubicBezTo>
                    <a:pt x="1798203" y="423548"/>
                    <a:pt x="1767426" y="454337"/>
                    <a:pt x="1767426" y="492308"/>
                  </a:cubicBezTo>
                  <a:lnTo>
                    <a:pt x="1767426" y="1625788"/>
                  </a:lnTo>
                  <a:cubicBezTo>
                    <a:pt x="1767426" y="1673807"/>
                    <a:pt x="1728366" y="1712872"/>
                    <a:pt x="1680347" y="1712872"/>
                  </a:cubicBezTo>
                  <a:lnTo>
                    <a:pt x="224587" y="1712872"/>
                  </a:lnTo>
                  <a:cubicBezTo>
                    <a:pt x="176578" y="1712872"/>
                    <a:pt x="137516" y="1673807"/>
                    <a:pt x="137516" y="1625788"/>
                  </a:cubicBezTo>
                  <a:lnTo>
                    <a:pt x="137516" y="227714"/>
                  </a:lnTo>
                  <a:cubicBezTo>
                    <a:pt x="137516" y="179695"/>
                    <a:pt x="176576" y="140632"/>
                    <a:pt x="224587" y="140632"/>
                  </a:cubicBezTo>
                  <a:lnTo>
                    <a:pt x="492663" y="140632"/>
                  </a:lnTo>
                  <a:cubicBezTo>
                    <a:pt x="499816" y="140632"/>
                    <a:pt x="506722" y="139543"/>
                    <a:pt x="513207" y="137516"/>
                  </a:cubicBezTo>
                  <a:lnTo>
                    <a:pt x="1040204" y="137516"/>
                  </a:lnTo>
                  <a:cubicBezTo>
                    <a:pt x="1078174" y="137516"/>
                    <a:pt x="1108961" y="106731"/>
                    <a:pt x="1108961" y="68758"/>
                  </a:cubicBezTo>
                  <a:cubicBezTo>
                    <a:pt x="1108961" y="30787"/>
                    <a:pt x="1078174" y="0"/>
                    <a:pt x="1040204" y="0"/>
                  </a:cubicBezTo>
                  <a:lnTo>
                    <a:pt x="224587" y="0"/>
                  </a:lnTo>
                  <a:cubicBezTo>
                    <a:pt x="100749" y="0"/>
                    <a:pt x="0" y="100754"/>
                    <a:pt x="0" y="224587"/>
                  </a:cubicBezTo>
                  <a:lnTo>
                    <a:pt x="0" y="1628910"/>
                  </a:lnTo>
                  <a:cubicBezTo>
                    <a:pt x="0" y="1752758"/>
                    <a:pt x="100752" y="1853509"/>
                    <a:pt x="224587" y="1853509"/>
                  </a:cubicBezTo>
                  <a:lnTo>
                    <a:pt x="935675" y="1853509"/>
                  </a:lnTo>
                  <a:cubicBezTo>
                    <a:pt x="942828" y="1853509"/>
                    <a:pt x="949729" y="1852407"/>
                    <a:pt x="956206" y="1850388"/>
                  </a:cubicBezTo>
                  <a:lnTo>
                    <a:pt x="1680347" y="1850388"/>
                  </a:lnTo>
                  <a:cubicBezTo>
                    <a:pt x="1804185" y="1850388"/>
                    <a:pt x="1904934" y="1749638"/>
                    <a:pt x="1904934" y="1625786"/>
                  </a:cubicBezTo>
                  <a:lnTo>
                    <a:pt x="1904934" y="492308"/>
                  </a:lnTo>
                  <a:cubicBezTo>
                    <a:pt x="1904934" y="454335"/>
                    <a:pt x="1874154" y="423548"/>
                    <a:pt x="1836184" y="423548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79" name="任意多边形: 形状 178"/>
            <p:cNvSpPr/>
            <p:nvPr/>
          </p:nvSpPr>
          <p:spPr>
            <a:xfrm>
              <a:off x="240480" y="63318"/>
              <a:ext cx="1505109" cy="1501968"/>
            </a:xfrm>
            <a:custGeom>
              <a:avLst/>
              <a:gdLst>
                <a:gd name="connsiteX0" fmla="*/ 1132547 w 1505109"/>
                <a:gd name="connsiteY0" fmla="*/ 278519 h 1501968"/>
                <a:gd name="connsiteX1" fmla="*/ 850963 w 1505109"/>
                <a:gd name="connsiteY1" fmla="*/ 551219 h 1501968"/>
                <a:gd name="connsiteX2" fmla="*/ 552879 w 1505109"/>
                <a:gd name="connsiteY2" fmla="*/ 284334 h 1501968"/>
                <a:gd name="connsiteX3" fmla="*/ 459313 w 1505109"/>
                <a:gd name="connsiteY3" fmla="*/ 286045 h 1501968"/>
                <a:gd name="connsiteX4" fmla="*/ 21056 w 1505109"/>
                <a:gd name="connsiteY4" fmla="*/ 708221 h 1501968"/>
                <a:gd name="connsiteX5" fmla="*/ 19240 w 1505109"/>
                <a:gd name="connsiteY5" fmla="*/ 805443 h 1501968"/>
                <a:gd name="connsiteX6" fmla="*/ 68765 w 1505109"/>
                <a:gd name="connsiteY6" fmla="*/ 826494 h 1501968"/>
                <a:gd name="connsiteX7" fmla="*/ 116461 w 1505109"/>
                <a:gd name="connsiteY7" fmla="*/ 807261 h 1501968"/>
                <a:gd name="connsiteX8" fmla="*/ 508733 w 1505109"/>
                <a:gd name="connsiteY8" fmla="*/ 429383 h 1501968"/>
                <a:gd name="connsiteX9" fmla="*/ 806927 w 1505109"/>
                <a:gd name="connsiteY9" fmla="*/ 696388 h 1501968"/>
                <a:gd name="connsiteX10" fmla="*/ 900630 w 1505109"/>
                <a:gd name="connsiteY10" fmla="*/ 694551 h 1501968"/>
                <a:gd name="connsiteX11" fmla="*/ 1229799 w 1505109"/>
                <a:gd name="connsiteY11" fmla="*/ 375774 h 1501968"/>
                <a:gd name="connsiteX12" fmla="*/ 1330362 w 1505109"/>
                <a:gd name="connsiteY12" fmla="*/ 476335 h 1501968"/>
                <a:gd name="connsiteX13" fmla="*/ 1362780 w 1505109"/>
                <a:gd name="connsiteY13" fmla="*/ 489759 h 1501968"/>
                <a:gd name="connsiteX14" fmla="*/ 1407322 w 1505109"/>
                <a:gd name="connsiteY14" fmla="*/ 454727 h 1501968"/>
                <a:gd name="connsiteX15" fmla="*/ 1503817 w 1505109"/>
                <a:gd name="connsiteY15" fmla="*/ 56640 h 1501968"/>
                <a:gd name="connsiteX16" fmla="*/ 1491683 w 1505109"/>
                <a:gd name="connsiteY16" fmla="*/ 13427 h 1501968"/>
                <a:gd name="connsiteX17" fmla="*/ 1448480 w 1505109"/>
                <a:gd name="connsiteY17" fmla="*/ 1294 h 1501968"/>
                <a:gd name="connsiteX18" fmla="*/ 1050386 w 1505109"/>
                <a:gd name="connsiteY18" fmla="*/ 97798 h 1501968"/>
                <a:gd name="connsiteX19" fmla="*/ 985559 w 1505109"/>
                <a:gd name="connsiteY19" fmla="*/ 97794 h 1501968"/>
                <a:gd name="connsiteX20" fmla="*/ 985555 w 1505109"/>
                <a:gd name="connsiteY20" fmla="*/ 162621 h 1501968"/>
                <a:gd name="connsiteX21" fmla="*/ 1028773 w 1505109"/>
                <a:gd name="connsiteY21" fmla="*/ 174758 h 1501968"/>
                <a:gd name="connsiteX22" fmla="*/ 1132547 w 1505109"/>
                <a:gd name="connsiteY22" fmla="*/ 278519 h 1501968"/>
                <a:gd name="connsiteX23" fmla="*/ 120626 w 1505109"/>
                <a:gd name="connsiteY23" fmla="*/ 1261520 h 1501968"/>
                <a:gd name="connsiteX24" fmla="*/ 118612 w 1505109"/>
                <a:gd name="connsiteY24" fmla="*/ 1432398 h 1501968"/>
                <a:gd name="connsiteX25" fmla="*/ 186560 w 1505109"/>
                <a:gd name="connsiteY25" fmla="*/ 1501956 h 1501968"/>
                <a:gd name="connsiteX26" fmla="*/ 187380 w 1505109"/>
                <a:gd name="connsiteY26" fmla="*/ 1501966 h 1501968"/>
                <a:gd name="connsiteX27" fmla="*/ 256120 w 1505109"/>
                <a:gd name="connsiteY27" fmla="*/ 1434019 h 1501968"/>
                <a:gd name="connsiteX28" fmla="*/ 258134 w 1505109"/>
                <a:gd name="connsiteY28" fmla="*/ 1263140 h 1501968"/>
                <a:gd name="connsiteX29" fmla="*/ 190184 w 1505109"/>
                <a:gd name="connsiteY29" fmla="*/ 1193580 h 1501968"/>
                <a:gd name="connsiteX30" fmla="*/ 120626 w 1505109"/>
                <a:gd name="connsiteY30" fmla="*/ 1261520 h 1501968"/>
                <a:gd name="connsiteX31" fmla="*/ 563841 w 1505109"/>
                <a:gd name="connsiteY31" fmla="*/ 869918 h 1501968"/>
                <a:gd name="connsiteX32" fmla="*/ 495096 w 1505109"/>
                <a:gd name="connsiteY32" fmla="*/ 938384 h 1501968"/>
                <a:gd name="connsiteX33" fmla="*/ 493090 w 1505109"/>
                <a:gd name="connsiteY33" fmla="*/ 1432929 h 1501968"/>
                <a:gd name="connsiteX34" fmla="*/ 561568 w 1505109"/>
                <a:gd name="connsiteY34" fmla="*/ 1501969 h 1501968"/>
                <a:gd name="connsiteX35" fmla="*/ 561850 w 1505109"/>
                <a:gd name="connsiteY35" fmla="*/ 1501969 h 1501968"/>
                <a:gd name="connsiteX36" fmla="*/ 630608 w 1505109"/>
                <a:gd name="connsiteY36" fmla="*/ 1433491 h 1501968"/>
                <a:gd name="connsiteX37" fmla="*/ 632612 w 1505109"/>
                <a:gd name="connsiteY37" fmla="*/ 938945 h 1501968"/>
                <a:gd name="connsiteX38" fmla="*/ 564133 w 1505109"/>
                <a:gd name="connsiteY38" fmla="*/ 869908 h 1501968"/>
                <a:gd name="connsiteX39" fmla="*/ 563841 w 1505109"/>
                <a:gd name="connsiteY39" fmla="*/ 869918 h 1501968"/>
                <a:gd name="connsiteX40" fmla="*/ 881445 w 1505109"/>
                <a:gd name="connsiteY40" fmla="*/ 1014594 h 1501968"/>
                <a:gd name="connsiteX41" fmla="*/ 812700 w 1505109"/>
                <a:gd name="connsiteY41" fmla="*/ 1082958 h 1501968"/>
                <a:gd name="connsiteX42" fmla="*/ 810696 w 1505109"/>
                <a:gd name="connsiteY42" fmla="*/ 1432812 h 1501968"/>
                <a:gd name="connsiteX43" fmla="*/ 879050 w 1505109"/>
                <a:gd name="connsiteY43" fmla="*/ 1501956 h 1501968"/>
                <a:gd name="connsiteX44" fmla="*/ 879454 w 1505109"/>
                <a:gd name="connsiteY44" fmla="*/ 1501956 h 1501968"/>
                <a:gd name="connsiteX45" fmla="*/ 948202 w 1505109"/>
                <a:gd name="connsiteY45" fmla="*/ 1433592 h 1501968"/>
                <a:gd name="connsiteX46" fmla="*/ 950206 w 1505109"/>
                <a:gd name="connsiteY46" fmla="*/ 1083753 h 1501968"/>
                <a:gd name="connsiteX47" fmla="*/ 881852 w 1505109"/>
                <a:gd name="connsiteY47" fmla="*/ 1014594 h 1501968"/>
                <a:gd name="connsiteX48" fmla="*/ 881445 w 1505109"/>
                <a:gd name="connsiteY48" fmla="*/ 1014594 h 1501968"/>
                <a:gd name="connsiteX49" fmla="*/ 1235186 w 1505109"/>
                <a:gd name="connsiteY49" fmla="*/ 664854 h 1501968"/>
                <a:gd name="connsiteX50" fmla="*/ 1166439 w 1505109"/>
                <a:gd name="connsiteY50" fmla="*/ 733416 h 1501968"/>
                <a:gd name="connsiteX51" fmla="*/ 1164424 w 1505109"/>
                <a:gd name="connsiteY51" fmla="*/ 1433013 h 1501968"/>
                <a:gd name="connsiteX52" fmla="*/ 1232987 w 1505109"/>
                <a:gd name="connsiteY52" fmla="*/ 1501966 h 1501968"/>
                <a:gd name="connsiteX53" fmla="*/ 1233192 w 1505109"/>
                <a:gd name="connsiteY53" fmla="*/ 1501966 h 1501968"/>
                <a:gd name="connsiteX54" fmla="*/ 1301940 w 1505109"/>
                <a:gd name="connsiteY54" fmla="*/ 1433407 h 1501968"/>
                <a:gd name="connsiteX55" fmla="*/ 1303954 w 1505109"/>
                <a:gd name="connsiteY55" fmla="*/ 733809 h 1501968"/>
                <a:gd name="connsiteX56" fmla="*/ 1235394 w 1505109"/>
                <a:gd name="connsiteY56" fmla="*/ 664854 h 1501968"/>
                <a:gd name="connsiteX57" fmla="*/ 1235186 w 1505109"/>
                <a:gd name="connsiteY57" fmla="*/ 664854 h 1501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505109" h="1501968">
                  <a:moveTo>
                    <a:pt x="1132547" y="278519"/>
                  </a:moveTo>
                  <a:lnTo>
                    <a:pt x="850963" y="551219"/>
                  </a:lnTo>
                  <a:lnTo>
                    <a:pt x="552879" y="284334"/>
                  </a:lnTo>
                  <a:cubicBezTo>
                    <a:pt x="526046" y="260320"/>
                    <a:pt x="485244" y="261059"/>
                    <a:pt x="459313" y="286045"/>
                  </a:cubicBezTo>
                  <a:lnTo>
                    <a:pt x="21056" y="708221"/>
                  </a:lnTo>
                  <a:cubicBezTo>
                    <a:pt x="-6295" y="734566"/>
                    <a:pt x="-7105" y="778092"/>
                    <a:pt x="19240" y="805443"/>
                  </a:cubicBezTo>
                  <a:cubicBezTo>
                    <a:pt x="32735" y="819448"/>
                    <a:pt x="50746" y="826494"/>
                    <a:pt x="68765" y="826494"/>
                  </a:cubicBezTo>
                  <a:cubicBezTo>
                    <a:pt x="86557" y="826514"/>
                    <a:pt x="103660" y="819617"/>
                    <a:pt x="116461" y="807261"/>
                  </a:cubicBezTo>
                  <a:lnTo>
                    <a:pt x="508733" y="429383"/>
                  </a:lnTo>
                  <a:lnTo>
                    <a:pt x="806927" y="696388"/>
                  </a:lnTo>
                  <a:cubicBezTo>
                    <a:pt x="833800" y="720452"/>
                    <a:pt x="874712" y="719639"/>
                    <a:pt x="900630" y="694551"/>
                  </a:cubicBezTo>
                  <a:lnTo>
                    <a:pt x="1229799" y="375774"/>
                  </a:lnTo>
                  <a:lnTo>
                    <a:pt x="1330362" y="476335"/>
                  </a:lnTo>
                  <a:cubicBezTo>
                    <a:pt x="1338959" y="484934"/>
                    <a:pt x="1350621" y="489763"/>
                    <a:pt x="1362780" y="489759"/>
                  </a:cubicBezTo>
                  <a:cubicBezTo>
                    <a:pt x="1383934" y="489762"/>
                    <a:pt x="1402341" y="475285"/>
                    <a:pt x="1407322" y="454727"/>
                  </a:cubicBezTo>
                  <a:lnTo>
                    <a:pt x="1503817" y="56640"/>
                  </a:lnTo>
                  <a:cubicBezTo>
                    <a:pt x="1507586" y="41106"/>
                    <a:pt x="1502988" y="24729"/>
                    <a:pt x="1491683" y="13427"/>
                  </a:cubicBezTo>
                  <a:cubicBezTo>
                    <a:pt x="1480385" y="2122"/>
                    <a:pt x="1464012" y="-2477"/>
                    <a:pt x="1448480" y="1294"/>
                  </a:cubicBezTo>
                  <a:lnTo>
                    <a:pt x="1050386" y="97798"/>
                  </a:lnTo>
                  <a:cubicBezTo>
                    <a:pt x="1032486" y="79896"/>
                    <a:pt x="1003462" y="79894"/>
                    <a:pt x="985559" y="97794"/>
                  </a:cubicBezTo>
                  <a:cubicBezTo>
                    <a:pt x="967657" y="115694"/>
                    <a:pt x="967655" y="144718"/>
                    <a:pt x="985555" y="162621"/>
                  </a:cubicBezTo>
                  <a:cubicBezTo>
                    <a:pt x="996859" y="173926"/>
                    <a:pt x="1013236" y="178526"/>
                    <a:pt x="1028773" y="174758"/>
                  </a:cubicBezTo>
                  <a:lnTo>
                    <a:pt x="1132547" y="278519"/>
                  </a:lnTo>
                  <a:close/>
                  <a:moveTo>
                    <a:pt x="120626" y="1261520"/>
                  </a:moveTo>
                  <a:lnTo>
                    <a:pt x="118612" y="1432398"/>
                  </a:lnTo>
                  <a:cubicBezTo>
                    <a:pt x="118175" y="1470369"/>
                    <a:pt x="148589" y="1501514"/>
                    <a:pt x="186560" y="1501956"/>
                  </a:cubicBezTo>
                  <a:cubicBezTo>
                    <a:pt x="186842" y="1501956"/>
                    <a:pt x="187108" y="1501966"/>
                    <a:pt x="187380" y="1501966"/>
                  </a:cubicBezTo>
                  <a:cubicBezTo>
                    <a:pt x="224977" y="1501966"/>
                    <a:pt x="255683" y="1471710"/>
                    <a:pt x="256120" y="1434019"/>
                  </a:cubicBezTo>
                  <a:lnTo>
                    <a:pt x="258134" y="1263140"/>
                  </a:lnTo>
                  <a:cubicBezTo>
                    <a:pt x="258579" y="1225170"/>
                    <a:pt x="228157" y="1194032"/>
                    <a:pt x="190184" y="1193580"/>
                  </a:cubicBezTo>
                  <a:cubicBezTo>
                    <a:pt x="152148" y="1193041"/>
                    <a:pt x="121071" y="1223549"/>
                    <a:pt x="120626" y="1261520"/>
                  </a:cubicBezTo>
                  <a:close/>
                  <a:moveTo>
                    <a:pt x="563841" y="869918"/>
                  </a:moveTo>
                  <a:cubicBezTo>
                    <a:pt x="526005" y="869918"/>
                    <a:pt x="495249" y="900515"/>
                    <a:pt x="495096" y="938384"/>
                  </a:cubicBezTo>
                  <a:lnTo>
                    <a:pt x="493090" y="1432929"/>
                  </a:lnTo>
                  <a:cubicBezTo>
                    <a:pt x="492935" y="1470900"/>
                    <a:pt x="523598" y="1501804"/>
                    <a:pt x="561568" y="1501969"/>
                  </a:cubicBezTo>
                  <a:lnTo>
                    <a:pt x="561850" y="1501969"/>
                  </a:lnTo>
                  <a:cubicBezTo>
                    <a:pt x="599696" y="1501969"/>
                    <a:pt x="630453" y="1471370"/>
                    <a:pt x="630608" y="1433491"/>
                  </a:cubicBezTo>
                  <a:lnTo>
                    <a:pt x="632612" y="938945"/>
                  </a:lnTo>
                  <a:cubicBezTo>
                    <a:pt x="632767" y="900977"/>
                    <a:pt x="602104" y="870065"/>
                    <a:pt x="564133" y="869908"/>
                  </a:cubicBezTo>
                  <a:cubicBezTo>
                    <a:pt x="564027" y="869918"/>
                    <a:pt x="563945" y="869918"/>
                    <a:pt x="563841" y="869918"/>
                  </a:cubicBezTo>
                  <a:close/>
                  <a:moveTo>
                    <a:pt x="881445" y="1014594"/>
                  </a:moveTo>
                  <a:cubicBezTo>
                    <a:pt x="843663" y="1014594"/>
                    <a:pt x="812916" y="1045122"/>
                    <a:pt x="812700" y="1082958"/>
                  </a:cubicBezTo>
                  <a:lnTo>
                    <a:pt x="810696" y="1432812"/>
                  </a:lnTo>
                  <a:cubicBezTo>
                    <a:pt x="810468" y="1470783"/>
                    <a:pt x="841080" y="1501750"/>
                    <a:pt x="879050" y="1501956"/>
                  </a:cubicBezTo>
                  <a:lnTo>
                    <a:pt x="879454" y="1501956"/>
                  </a:lnTo>
                  <a:cubicBezTo>
                    <a:pt x="917239" y="1501956"/>
                    <a:pt x="947983" y="1471438"/>
                    <a:pt x="948202" y="1433592"/>
                  </a:cubicBezTo>
                  <a:lnTo>
                    <a:pt x="950206" y="1083753"/>
                  </a:lnTo>
                  <a:cubicBezTo>
                    <a:pt x="950434" y="1045782"/>
                    <a:pt x="919822" y="1014812"/>
                    <a:pt x="881852" y="1014594"/>
                  </a:cubicBezTo>
                  <a:lnTo>
                    <a:pt x="881445" y="1014594"/>
                  </a:lnTo>
                  <a:close/>
                  <a:moveTo>
                    <a:pt x="1235186" y="664854"/>
                  </a:moveTo>
                  <a:cubicBezTo>
                    <a:pt x="1197310" y="664854"/>
                    <a:pt x="1166543" y="695506"/>
                    <a:pt x="1166439" y="733416"/>
                  </a:cubicBezTo>
                  <a:lnTo>
                    <a:pt x="1164424" y="1433013"/>
                  </a:lnTo>
                  <a:cubicBezTo>
                    <a:pt x="1164310" y="1470983"/>
                    <a:pt x="1195016" y="1501855"/>
                    <a:pt x="1232987" y="1501966"/>
                  </a:cubicBezTo>
                  <a:lnTo>
                    <a:pt x="1233192" y="1501966"/>
                  </a:lnTo>
                  <a:cubicBezTo>
                    <a:pt x="1271061" y="1501966"/>
                    <a:pt x="1301826" y="1471316"/>
                    <a:pt x="1301940" y="1433407"/>
                  </a:cubicBezTo>
                  <a:lnTo>
                    <a:pt x="1303954" y="733809"/>
                  </a:lnTo>
                  <a:cubicBezTo>
                    <a:pt x="1304058" y="695829"/>
                    <a:pt x="1273365" y="664958"/>
                    <a:pt x="1235394" y="664854"/>
                  </a:cubicBezTo>
                  <a:lnTo>
                    <a:pt x="1235186" y="664854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cxnSp>
        <p:nvCxnSpPr>
          <p:cNvPr id="36" name="直接连接符 35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1661336" y="196403"/>
            <a:ext cx="323165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营销活动规划全貌图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房型图</a:t>
            </a:r>
          </a:p>
        </p:txBody>
      </p:sp>
      <p:cxnSp>
        <p:nvCxnSpPr>
          <p:cNvPr id="42" name="直接连接符 41"/>
          <p:cNvCxnSpPr/>
          <p:nvPr/>
        </p:nvCxnSpPr>
        <p:spPr>
          <a:xfrm>
            <a:off x="1584758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/>
          <p:cNvSpPr/>
          <p:nvPr/>
        </p:nvSpPr>
        <p:spPr>
          <a:xfrm>
            <a:off x="3434123" y="1912028"/>
            <a:ext cx="2340044" cy="462169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8995482" y="1913380"/>
            <a:ext cx="2340044" cy="46203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214803" y="1913380"/>
            <a:ext cx="2340044" cy="46203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53443" y="1913380"/>
            <a:ext cx="2340044" cy="46203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任意多边形: 形状 70"/>
          <p:cNvSpPr/>
          <p:nvPr/>
        </p:nvSpPr>
        <p:spPr>
          <a:xfrm rot="5400000">
            <a:off x="5565504" y="-4133410"/>
            <a:ext cx="1144448" cy="11389631"/>
          </a:xfrm>
          <a:custGeom>
            <a:avLst/>
            <a:gdLst>
              <a:gd name="connsiteX0" fmla="*/ 0 w 1144448"/>
              <a:gd name="connsiteY0" fmla="*/ 342868 h 11347901"/>
              <a:gd name="connsiteX1" fmla="*/ 572224 w 1144448"/>
              <a:gd name="connsiteY1" fmla="*/ 0 h 11347901"/>
              <a:gd name="connsiteX2" fmla="*/ 1144448 w 1144448"/>
              <a:gd name="connsiteY2" fmla="*/ 342868 h 11347901"/>
              <a:gd name="connsiteX3" fmla="*/ 925037 w 1144448"/>
              <a:gd name="connsiteY3" fmla="*/ 342868 h 11347901"/>
              <a:gd name="connsiteX4" fmla="*/ 925037 w 1144448"/>
              <a:gd name="connsiteY4" fmla="*/ 11347901 h 11347901"/>
              <a:gd name="connsiteX5" fmla="*/ 219411 w 1144448"/>
              <a:gd name="connsiteY5" fmla="*/ 11347901 h 11347901"/>
              <a:gd name="connsiteX6" fmla="*/ 219411 w 1144448"/>
              <a:gd name="connsiteY6" fmla="*/ 342868 h 1134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4448" h="11347901">
                <a:moveTo>
                  <a:pt x="0" y="342868"/>
                </a:moveTo>
                <a:lnTo>
                  <a:pt x="572224" y="0"/>
                </a:lnTo>
                <a:lnTo>
                  <a:pt x="1144448" y="342868"/>
                </a:lnTo>
                <a:lnTo>
                  <a:pt x="925037" y="342868"/>
                </a:lnTo>
                <a:lnTo>
                  <a:pt x="925037" y="11347901"/>
                </a:lnTo>
                <a:lnTo>
                  <a:pt x="219411" y="11347901"/>
                </a:lnTo>
                <a:lnTo>
                  <a:pt x="219411" y="34286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71992" y="1913379"/>
            <a:ext cx="613307" cy="34165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335748" y="872130"/>
            <a:ext cx="613307" cy="34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771993" y="869625"/>
            <a:ext cx="2177062" cy="1385407"/>
          </a:xfrm>
          <a:prstGeom prst="parallelogram">
            <a:avLst>
              <a:gd name="adj" fmla="val 4947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301160" y="1207993"/>
            <a:ext cx="1108102" cy="705386"/>
            <a:chOff x="1028965" y="1514354"/>
            <a:chExt cx="1108102" cy="705386"/>
          </a:xfrm>
        </p:grpSpPr>
        <p:sp>
          <p:nvSpPr>
            <p:cNvPr id="53" name="文本框 52"/>
            <p:cNvSpPr txBox="1"/>
            <p:nvPr/>
          </p:nvSpPr>
          <p:spPr>
            <a:xfrm>
              <a:off x="1028965" y="1942741"/>
              <a:ext cx="92333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战略规划</a:t>
              </a:r>
            </a:p>
          </p:txBody>
        </p:sp>
        <p:sp>
          <p:nvSpPr>
            <p:cNvPr id="54" name="TextBox 52+"/>
            <p:cNvSpPr txBox="1"/>
            <p:nvPr/>
          </p:nvSpPr>
          <p:spPr>
            <a:xfrm>
              <a:off x="1213737" y="1514354"/>
              <a:ext cx="92333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第一季度</a:t>
              </a:r>
            </a:p>
          </p:txBody>
        </p:sp>
      </p:grpSp>
      <p:sp>
        <p:nvSpPr>
          <p:cNvPr id="37" name="矩形 36"/>
          <p:cNvSpPr/>
          <p:nvPr/>
        </p:nvSpPr>
        <p:spPr>
          <a:xfrm>
            <a:off x="3527966" y="1906753"/>
            <a:ext cx="613307" cy="3416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091722" y="869625"/>
            <a:ext cx="613307" cy="34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平行四边形 38"/>
          <p:cNvSpPr/>
          <p:nvPr/>
        </p:nvSpPr>
        <p:spPr>
          <a:xfrm>
            <a:off x="3527967" y="866631"/>
            <a:ext cx="2177062" cy="1385407"/>
          </a:xfrm>
          <a:prstGeom prst="parallelogram">
            <a:avLst>
              <a:gd name="adj" fmla="val 4947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062446" y="1635029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技术落地</a:t>
            </a:r>
          </a:p>
        </p:txBody>
      </p:sp>
      <p:sp>
        <p:nvSpPr>
          <p:cNvPr id="58" name="TextBox 52+"/>
          <p:cNvSpPr txBox="1"/>
          <p:nvPr/>
        </p:nvSpPr>
        <p:spPr>
          <a:xfrm>
            <a:off x="4247218" y="1206642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第二季度</a:t>
            </a:r>
          </a:p>
        </p:txBody>
      </p:sp>
      <p:sp>
        <p:nvSpPr>
          <p:cNvPr id="41" name="矩形 40"/>
          <p:cNvSpPr/>
          <p:nvPr/>
        </p:nvSpPr>
        <p:spPr>
          <a:xfrm>
            <a:off x="6283940" y="1906753"/>
            <a:ext cx="613307" cy="341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847696" y="873257"/>
            <a:ext cx="613307" cy="34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平行四边形 42"/>
          <p:cNvSpPr/>
          <p:nvPr/>
        </p:nvSpPr>
        <p:spPr>
          <a:xfrm>
            <a:off x="6283941" y="862998"/>
            <a:ext cx="2177062" cy="1385407"/>
          </a:xfrm>
          <a:prstGeom prst="parallelogram">
            <a:avLst>
              <a:gd name="adj" fmla="val 4947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818420" y="1635029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效果攻坚</a:t>
            </a:r>
          </a:p>
        </p:txBody>
      </p:sp>
      <p:sp>
        <p:nvSpPr>
          <p:cNvPr id="61" name="TextBox 52+"/>
          <p:cNvSpPr txBox="1"/>
          <p:nvPr/>
        </p:nvSpPr>
        <p:spPr>
          <a:xfrm>
            <a:off x="7003192" y="1206642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第三季度</a:t>
            </a:r>
          </a:p>
        </p:txBody>
      </p:sp>
      <p:sp>
        <p:nvSpPr>
          <p:cNvPr id="45" name="矩形 44"/>
          <p:cNvSpPr/>
          <p:nvPr/>
        </p:nvSpPr>
        <p:spPr>
          <a:xfrm>
            <a:off x="9039915" y="1906753"/>
            <a:ext cx="613307" cy="3416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0603671" y="873257"/>
            <a:ext cx="613307" cy="34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平行四边形 46"/>
          <p:cNvSpPr/>
          <p:nvPr/>
        </p:nvSpPr>
        <p:spPr>
          <a:xfrm>
            <a:off x="9039916" y="870263"/>
            <a:ext cx="2177062" cy="1385407"/>
          </a:xfrm>
          <a:prstGeom prst="parallelogram">
            <a:avLst>
              <a:gd name="adj" fmla="val 4947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574396" y="1635029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生态闭环</a:t>
            </a:r>
          </a:p>
        </p:txBody>
      </p:sp>
      <p:sp>
        <p:nvSpPr>
          <p:cNvPr id="64" name="TextBox 52+"/>
          <p:cNvSpPr txBox="1"/>
          <p:nvPr/>
        </p:nvSpPr>
        <p:spPr>
          <a:xfrm>
            <a:off x="9759168" y="1206642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第四季度</a:t>
            </a:r>
          </a:p>
        </p:txBody>
      </p:sp>
      <p:sp>
        <p:nvSpPr>
          <p:cNvPr id="76" name="矩形 75"/>
          <p:cNvSpPr/>
          <p:nvPr/>
        </p:nvSpPr>
        <p:spPr>
          <a:xfrm>
            <a:off x="842804" y="2489152"/>
            <a:ext cx="1961322" cy="341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856475" y="2927850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明确年度数字化营销目标，提升线上转化率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325862" y="2547470"/>
            <a:ext cx="995207" cy="220231"/>
            <a:chOff x="1266842" y="2775014"/>
            <a:chExt cx="995207" cy="220231"/>
          </a:xfrm>
        </p:grpSpPr>
        <p:sp>
          <p:nvSpPr>
            <p:cNvPr id="78" name="文本框 77"/>
            <p:cNvSpPr txBox="1"/>
            <p:nvPr/>
          </p:nvSpPr>
          <p:spPr>
            <a:xfrm>
              <a:off x="1543904" y="2779801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目标对齐</a:t>
              </a:r>
            </a:p>
          </p:txBody>
        </p:sp>
        <p:grpSp>
          <p:nvGrpSpPr>
            <p:cNvPr id="118" name="组合 117"/>
            <p:cNvGrpSpPr/>
            <p:nvPr/>
          </p:nvGrpSpPr>
          <p:grpSpPr>
            <a:xfrm>
              <a:off x="1266842" y="2775014"/>
              <a:ext cx="220256" cy="220231"/>
              <a:chOff x="3583117" y="37099"/>
              <a:chExt cx="2042739" cy="2042510"/>
            </a:xfrm>
            <a:solidFill>
              <a:schemeClr val="bg1"/>
            </a:solidFill>
          </p:grpSpPr>
          <p:sp>
            <p:nvSpPr>
              <p:cNvPr id="114" name="任意多边形: 形状 113"/>
              <p:cNvSpPr/>
              <p:nvPr/>
            </p:nvSpPr>
            <p:spPr>
              <a:xfrm>
                <a:off x="4530218" y="37099"/>
                <a:ext cx="1095638" cy="1096781"/>
              </a:xfrm>
              <a:custGeom>
                <a:avLst/>
                <a:gdLst>
                  <a:gd name="connsiteX0" fmla="*/ 1095639 w 1095638"/>
                  <a:gd name="connsiteY0" fmla="*/ 213895 h 1096781"/>
                  <a:gd name="connsiteX1" fmla="*/ 924477 w 1095638"/>
                  <a:gd name="connsiteY1" fmla="*/ 171161 h 1096781"/>
                  <a:gd name="connsiteX2" fmla="*/ 881744 w 1095638"/>
                  <a:gd name="connsiteY2" fmla="*/ 0 h 1096781"/>
                  <a:gd name="connsiteX3" fmla="*/ 560902 w 1095638"/>
                  <a:gd name="connsiteY3" fmla="*/ 320842 h 1096781"/>
                  <a:gd name="connsiteX4" fmla="*/ 577127 w 1095638"/>
                  <a:gd name="connsiteY4" fmla="*/ 454755 h 1096781"/>
                  <a:gd name="connsiteX5" fmla="*/ 13368 w 1095638"/>
                  <a:gd name="connsiteY5" fmla="*/ 1018742 h 1096781"/>
                  <a:gd name="connsiteX6" fmla="*/ 13368 w 1095638"/>
                  <a:gd name="connsiteY6" fmla="*/ 1083413 h 1096781"/>
                  <a:gd name="connsiteX7" fmla="*/ 78040 w 1095638"/>
                  <a:gd name="connsiteY7" fmla="*/ 1083413 h 1096781"/>
                  <a:gd name="connsiteX8" fmla="*/ 642712 w 1095638"/>
                  <a:gd name="connsiteY8" fmla="*/ 518740 h 1096781"/>
                  <a:gd name="connsiteX9" fmla="*/ 774797 w 1095638"/>
                  <a:gd name="connsiteY9" fmla="*/ 534737 h 1096781"/>
                  <a:gd name="connsiteX10" fmla="*/ 1095639 w 1095638"/>
                  <a:gd name="connsiteY10" fmla="*/ 213895 h 1096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95638" h="1096781">
                    <a:moveTo>
                      <a:pt x="1095639" y="213895"/>
                    </a:moveTo>
                    <a:lnTo>
                      <a:pt x="924477" y="171161"/>
                    </a:lnTo>
                    <a:lnTo>
                      <a:pt x="881744" y="0"/>
                    </a:lnTo>
                    <a:lnTo>
                      <a:pt x="560902" y="320842"/>
                    </a:lnTo>
                    <a:lnTo>
                      <a:pt x="577127" y="454755"/>
                    </a:lnTo>
                    <a:lnTo>
                      <a:pt x="13368" y="1018742"/>
                    </a:lnTo>
                    <a:cubicBezTo>
                      <a:pt x="-4456" y="1036566"/>
                      <a:pt x="-4456" y="1065588"/>
                      <a:pt x="13368" y="1083413"/>
                    </a:cubicBezTo>
                    <a:cubicBezTo>
                      <a:pt x="31193" y="1101238"/>
                      <a:pt x="60215" y="1101238"/>
                      <a:pt x="78040" y="1083413"/>
                    </a:cubicBezTo>
                    <a:lnTo>
                      <a:pt x="642712" y="518740"/>
                    </a:lnTo>
                    <a:lnTo>
                      <a:pt x="774797" y="534737"/>
                    </a:lnTo>
                    <a:lnTo>
                      <a:pt x="1095639" y="213895"/>
                    </a:lnTo>
                    <a:close/>
                  </a:path>
                </a:pathLst>
              </a:custGeom>
              <a:grpFill/>
              <a:ln w="227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3583117" y="37784"/>
                <a:ext cx="2041602" cy="2041825"/>
              </a:xfrm>
              <a:custGeom>
                <a:avLst/>
                <a:gdLst>
                  <a:gd name="connsiteX0" fmla="*/ 1961844 w 2041602"/>
                  <a:gd name="connsiteY0" fmla="*/ 623631 h 2041825"/>
                  <a:gd name="connsiteX1" fmla="*/ 1896030 w 2041602"/>
                  <a:gd name="connsiteY1" fmla="*/ 494289 h 2041825"/>
                  <a:gd name="connsiteX2" fmla="*/ 1820161 w 2041602"/>
                  <a:gd name="connsiteY2" fmla="*/ 552561 h 2041825"/>
                  <a:gd name="connsiteX3" fmla="*/ 1874321 w 2041602"/>
                  <a:gd name="connsiteY3" fmla="*/ 660651 h 2041825"/>
                  <a:gd name="connsiteX4" fmla="*/ 1946990 w 2041602"/>
                  <a:gd name="connsiteY4" fmla="*/ 1021027 h 2041825"/>
                  <a:gd name="connsiteX5" fmla="*/ 1874321 w 2041602"/>
                  <a:gd name="connsiteY5" fmla="*/ 1381403 h 2041825"/>
                  <a:gd name="connsiteX6" fmla="*/ 1675737 w 2041602"/>
                  <a:gd name="connsiteY6" fmla="*/ 1675737 h 2041825"/>
                  <a:gd name="connsiteX7" fmla="*/ 1381403 w 2041602"/>
                  <a:gd name="connsiteY7" fmla="*/ 1874321 h 2041825"/>
                  <a:gd name="connsiteX8" fmla="*/ 1021027 w 2041602"/>
                  <a:gd name="connsiteY8" fmla="*/ 1946990 h 2041825"/>
                  <a:gd name="connsiteX9" fmla="*/ 660651 w 2041602"/>
                  <a:gd name="connsiteY9" fmla="*/ 1874321 h 2041825"/>
                  <a:gd name="connsiteX10" fmla="*/ 366317 w 2041602"/>
                  <a:gd name="connsiteY10" fmla="*/ 1675737 h 2041825"/>
                  <a:gd name="connsiteX11" fmla="*/ 167734 w 2041602"/>
                  <a:gd name="connsiteY11" fmla="*/ 1381403 h 2041825"/>
                  <a:gd name="connsiteX12" fmla="*/ 95064 w 2041602"/>
                  <a:gd name="connsiteY12" fmla="*/ 1021027 h 2041825"/>
                  <a:gd name="connsiteX13" fmla="*/ 167734 w 2041602"/>
                  <a:gd name="connsiteY13" fmla="*/ 660651 h 2041825"/>
                  <a:gd name="connsiteX14" fmla="*/ 366317 w 2041602"/>
                  <a:gd name="connsiteY14" fmla="*/ 366317 h 2041825"/>
                  <a:gd name="connsiteX15" fmla="*/ 660651 w 2041602"/>
                  <a:gd name="connsiteY15" fmla="*/ 167734 h 2041825"/>
                  <a:gd name="connsiteX16" fmla="*/ 1021027 w 2041602"/>
                  <a:gd name="connsiteY16" fmla="*/ 95064 h 2041825"/>
                  <a:gd name="connsiteX17" fmla="*/ 1381403 w 2041602"/>
                  <a:gd name="connsiteY17" fmla="*/ 167734 h 2041825"/>
                  <a:gd name="connsiteX18" fmla="*/ 1491550 w 2041602"/>
                  <a:gd name="connsiteY18" fmla="*/ 223264 h 2041825"/>
                  <a:gd name="connsiteX19" fmla="*/ 1550279 w 2041602"/>
                  <a:gd name="connsiteY19" fmla="*/ 147624 h 2041825"/>
                  <a:gd name="connsiteX20" fmla="*/ 1418423 w 2041602"/>
                  <a:gd name="connsiteY20" fmla="*/ 80211 h 2041825"/>
                  <a:gd name="connsiteX21" fmla="*/ 1021027 w 2041602"/>
                  <a:gd name="connsiteY21" fmla="*/ 0 h 2041825"/>
                  <a:gd name="connsiteX22" fmla="*/ 623631 w 2041602"/>
                  <a:gd name="connsiteY22" fmla="*/ 80211 h 2041825"/>
                  <a:gd name="connsiteX23" fmla="*/ 299133 w 2041602"/>
                  <a:gd name="connsiteY23" fmla="*/ 298904 h 2041825"/>
                  <a:gd name="connsiteX24" fmla="*/ 80439 w 2041602"/>
                  <a:gd name="connsiteY24" fmla="*/ 623402 h 2041825"/>
                  <a:gd name="connsiteX25" fmla="*/ 0 w 2041602"/>
                  <a:gd name="connsiteY25" fmla="*/ 1021027 h 2041825"/>
                  <a:gd name="connsiteX26" fmla="*/ 80211 w 2041602"/>
                  <a:gd name="connsiteY26" fmla="*/ 1418423 h 2041825"/>
                  <a:gd name="connsiteX27" fmla="*/ 298904 w 2041602"/>
                  <a:gd name="connsiteY27" fmla="*/ 1742922 h 2041825"/>
                  <a:gd name="connsiteX28" fmla="*/ 623402 w 2041602"/>
                  <a:gd name="connsiteY28" fmla="*/ 1961615 h 2041825"/>
                  <a:gd name="connsiteX29" fmla="*/ 1020799 w 2041602"/>
                  <a:gd name="connsiteY29" fmla="*/ 2041826 h 2041825"/>
                  <a:gd name="connsiteX30" fmla="*/ 1418195 w 2041602"/>
                  <a:gd name="connsiteY30" fmla="*/ 1961615 h 2041825"/>
                  <a:gd name="connsiteX31" fmla="*/ 1742693 w 2041602"/>
                  <a:gd name="connsiteY31" fmla="*/ 1742922 h 2041825"/>
                  <a:gd name="connsiteX32" fmla="*/ 1961387 w 2041602"/>
                  <a:gd name="connsiteY32" fmla="*/ 1418423 h 2041825"/>
                  <a:gd name="connsiteX33" fmla="*/ 2041597 w 2041602"/>
                  <a:gd name="connsiteY33" fmla="*/ 1021027 h 2041825"/>
                  <a:gd name="connsiteX34" fmla="*/ 1961844 w 2041602"/>
                  <a:gd name="connsiteY34" fmla="*/ 623631 h 2041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041602" h="2041825">
                    <a:moveTo>
                      <a:pt x="1961844" y="623631"/>
                    </a:moveTo>
                    <a:cubicBezTo>
                      <a:pt x="1942877" y="578841"/>
                      <a:pt x="1920939" y="535651"/>
                      <a:pt x="1896030" y="494289"/>
                    </a:cubicBezTo>
                    <a:lnTo>
                      <a:pt x="1820161" y="552561"/>
                    </a:lnTo>
                    <a:cubicBezTo>
                      <a:pt x="1840499" y="587296"/>
                      <a:pt x="1858553" y="623174"/>
                      <a:pt x="1874321" y="660651"/>
                    </a:cubicBezTo>
                    <a:cubicBezTo>
                      <a:pt x="1922538" y="774683"/>
                      <a:pt x="1946990" y="896027"/>
                      <a:pt x="1946990" y="1021027"/>
                    </a:cubicBezTo>
                    <a:cubicBezTo>
                      <a:pt x="1946990" y="1146028"/>
                      <a:pt x="1922538" y="1267372"/>
                      <a:pt x="1874321" y="1381403"/>
                    </a:cubicBezTo>
                    <a:cubicBezTo>
                      <a:pt x="1827702" y="1491778"/>
                      <a:pt x="1760975" y="1590727"/>
                      <a:pt x="1675737" y="1675737"/>
                    </a:cubicBezTo>
                    <a:cubicBezTo>
                      <a:pt x="1590727" y="1760746"/>
                      <a:pt x="1491550" y="1827474"/>
                      <a:pt x="1381403" y="1874321"/>
                    </a:cubicBezTo>
                    <a:cubicBezTo>
                      <a:pt x="1267372" y="1922538"/>
                      <a:pt x="1146028" y="1946990"/>
                      <a:pt x="1021027" y="1946990"/>
                    </a:cubicBezTo>
                    <a:cubicBezTo>
                      <a:pt x="896027" y="1946990"/>
                      <a:pt x="774683" y="1922538"/>
                      <a:pt x="660651" y="1874321"/>
                    </a:cubicBezTo>
                    <a:cubicBezTo>
                      <a:pt x="550276" y="1827702"/>
                      <a:pt x="451327" y="1760975"/>
                      <a:pt x="366317" y="1675737"/>
                    </a:cubicBezTo>
                    <a:cubicBezTo>
                      <a:pt x="281308" y="1590727"/>
                      <a:pt x="214580" y="1491550"/>
                      <a:pt x="167734" y="1381403"/>
                    </a:cubicBezTo>
                    <a:cubicBezTo>
                      <a:pt x="119516" y="1267372"/>
                      <a:pt x="95064" y="1146028"/>
                      <a:pt x="95064" y="1021027"/>
                    </a:cubicBezTo>
                    <a:cubicBezTo>
                      <a:pt x="95064" y="896027"/>
                      <a:pt x="119516" y="774683"/>
                      <a:pt x="167734" y="660651"/>
                    </a:cubicBezTo>
                    <a:cubicBezTo>
                      <a:pt x="214352" y="550276"/>
                      <a:pt x="281080" y="451327"/>
                      <a:pt x="366317" y="366317"/>
                    </a:cubicBezTo>
                    <a:cubicBezTo>
                      <a:pt x="451327" y="281308"/>
                      <a:pt x="550505" y="214580"/>
                      <a:pt x="660651" y="167734"/>
                    </a:cubicBezTo>
                    <a:cubicBezTo>
                      <a:pt x="774683" y="119516"/>
                      <a:pt x="896027" y="95064"/>
                      <a:pt x="1021027" y="95064"/>
                    </a:cubicBezTo>
                    <a:cubicBezTo>
                      <a:pt x="1146028" y="95064"/>
                      <a:pt x="1267372" y="119516"/>
                      <a:pt x="1381403" y="167734"/>
                    </a:cubicBezTo>
                    <a:cubicBezTo>
                      <a:pt x="1419566" y="183959"/>
                      <a:pt x="1456358" y="202469"/>
                      <a:pt x="1491550" y="223264"/>
                    </a:cubicBezTo>
                    <a:lnTo>
                      <a:pt x="1550279" y="147624"/>
                    </a:lnTo>
                    <a:cubicBezTo>
                      <a:pt x="1508232" y="122030"/>
                      <a:pt x="1464127" y="99635"/>
                      <a:pt x="1418423" y="80211"/>
                    </a:cubicBezTo>
                    <a:cubicBezTo>
                      <a:pt x="1292509" y="26965"/>
                      <a:pt x="1158825" y="0"/>
                      <a:pt x="1021027" y="0"/>
                    </a:cubicBezTo>
                    <a:cubicBezTo>
                      <a:pt x="883230" y="0"/>
                      <a:pt x="749545" y="26965"/>
                      <a:pt x="623631" y="80211"/>
                    </a:cubicBezTo>
                    <a:cubicBezTo>
                      <a:pt x="502058" y="131627"/>
                      <a:pt x="392826" y="205211"/>
                      <a:pt x="299133" y="298904"/>
                    </a:cubicBezTo>
                    <a:cubicBezTo>
                      <a:pt x="205439" y="392597"/>
                      <a:pt x="131856" y="501830"/>
                      <a:pt x="80439" y="623402"/>
                    </a:cubicBezTo>
                    <a:cubicBezTo>
                      <a:pt x="26965" y="749545"/>
                      <a:pt x="0" y="883230"/>
                      <a:pt x="0" y="1021027"/>
                    </a:cubicBezTo>
                    <a:cubicBezTo>
                      <a:pt x="0" y="1158825"/>
                      <a:pt x="26965" y="1292509"/>
                      <a:pt x="80211" y="1418423"/>
                    </a:cubicBezTo>
                    <a:cubicBezTo>
                      <a:pt x="131627" y="1539996"/>
                      <a:pt x="205211" y="1649228"/>
                      <a:pt x="298904" y="1742922"/>
                    </a:cubicBezTo>
                    <a:cubicBezTo>
                      <a:pt x="392597" y="1836615"/>
                      <a:pt x="501830" y="1910198"/>
                      <a:pt x="623402" y="1961615"/>
                    </a:cubicBezTo>
                    <a:cubicBezTo>
                      <a:pt x="749317" y="2014860"/>
                      <a:pt x="883001" y="2041826"/>
                      <a:pt x="1020799" y="2041826"/>
                    </a:cubicBezTo>
                    <a:cubicBezTo>
                      <a:pt x="1158596" y="2041826"/>
                      <a:pt x="1292280" y="2014860"/>
                      <a:pt x="1418195" y="1961615"/>
                    </a:cubicBezTo>
                    <a:cubicBezTo>
                      <a:pt x="1539767" y="1910198"/>
                      <a:pt x="1649000" y="1836615"/>
                      <a:pt x="1742693" y="1742922"/>
                    </a:cubicBezTo>
                    <a:cubicBezTo>
                      <a:pt x="1836386" y="1649228"/>
                      <a:pt x="1909970" y="1539996"/>
                      <a:pt x="1961387" y="1418423"/>
                    </a:cubicBezTo>
                    <a:cubicBezTo>
                      <a:pt x="2014632" y="1292509"/>
                      <a:pt x="2041597" y="1158825"/>
                      <a:pt x="2041597" y="1021027"/>
                    </a:cubicBezTo>
                    <a:cubicBezTo>
                      <a:pt x="2042054" y="883230"/>
                      <a:pt x="2015089" y="749545"/>
                      <a:pt x="1961844" y="623631"/>
                    </a:cubicBezTo>
                    <a:close/>
                  </a:path>
                </a:pathLst>
              </a:custGeom>
              <a:grpFill/>
              <a:ln w="227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3941894" y="396332"/>
                <a:ext cx="1324501" cy="1324729"/>
              </a:xfrm>
              <a:custGeom>
                <a:avLst/>
                <a:gdLst>
                  <a:gd name="connsiteX0" fmla="*/ 1177106 w 1324501"/>
                  <a:gd name="connsiteY0" fmla="*/ 414992 h 1324729"/>
                  <a:gd name="connsiteX1" fmla="*/ 1233322 w 1324501"/>
                  <a:gd name="connsiteY1" fmla="*/ 662479 h 1324729"/>
                  <a:gd name="connsiteX2" fmla="*/ 1066046 w 1324501"/>
                  <a:gd name="connsiteY2" fmla="*/ 1066274 h 1324729"/>
                  <a:gd name="connsiteX3" fmla="*/ 662251 w 1324501"/>
                  <a:gd name="connsiteY3" fmla="*/ 1233551 h 1324729"/>
                  <a:gd name="connsiteX4" fmla="*/ 258456 w 1324501"/>
                  <a:gd name="connsiteY4" fmla="*/ 1066274 h 1324729"/>
                  <a:gd name="connsiteX5" fmla="*/ 91179 w 1324501"/>
                  <a:gd name="connsiteY5" fmla="*/ 662479 h 1324729"/>
                  <a:gd name="connsiteX6" fmla="*/ 258456 w 1324501"/>
                  <a:gd name="connsiteY6" fmla="*/ 258685 h 1324729"/>
                  <a:gd name="connsiteX7" fmla="*/ 662251 w 1324501"/>
                  <a:gd name="connsiteY7" fmla="*/ 91408 h 1324729"/>
                  <a:gd name="connsiteX8" fmla="*/ 913623 w 1324501"/>
                  <a:gd name="connsiteY8" fmla="*/ 149452 h 1324729"/>
                  <a:gd name="connsiteX9" fmla="*/ 970753 w 1324501"/>
                  <a:gd name="connsiteY9" fmla="*/ 75869 h 1324729"/>
                  <a:gd name="connsiteX10" fmla="*/ 662251 w 1324501"/>
                  <a:gd name="connsiteY10" fmla="*/ 0 h 1324729"/>
                  <a:gd name="connsiteX11" fmla="*/ 194013 w 1324501"/>
                  <a:gd name="connsiteY11" fmla="*/ 194013 h 1324729"/>
                  <a:gd name="connsiteX12" fmla="*/ 0 w 1324501"/>
                  <a:gd name="connsiteY12" fmla="*/ 662479 h 1324729"/>
                  <a:gd name="connsiteX13" fmla="*/ 194013 w 1324501"/>
                  <a:gd name="connsiteY13" fmla="*/ 1130717 h 1324729"/>
                  <a:gd name="connsiteX14" fmla="*/ 662251 w 1324501"/>
                  <a:gd name="connsiteY14" fmla="*/ 1324730 h 1324729"/>
                  <a:gd name="connsiteX15" fmla="*/ 1130488 w 1324501"/>
                  <a:gd name="connsiteY15" fmla="*/ 1130717 h 1324729"/>
                  <a:gd name="connsiteX16" fmla="*/ 1324502 w 1324501"/>
                  <a:gd name="connsiteY16" fmla="*/ 662479 h 1324729"/>
                  <a:gd name="connsiteX17" fmla="*/ 1250918 w 1324501"/>
                  <a:gd name="connsiteY17" fmla="*/ 358319 h 1324729"/>
                  <a:gd name="connsiteX18" fmla="*/ 1177106 w 1324501"/>
                  <a:gd name="connsiteY18" fmla="*/ 414992 h 1324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24501" h="1324729">
                    <a:moveTo>
                      <a:pt x="1177106" y="414992"/>
                    </a:moveTo>
                    <a:cubicBezTo>
                      <a:pt x="1213898" y="491318"/>
                      <a:pt x="1233322" y="575413"/>
                      <a:pt x="1233322" y="662479"/>
                    </a:cubicBezTo>
                    <a:cubicBezTo>
                      <a:pt x="1233322" y="814902"/>
                      <a:pt x="1173907" y="958413"/>
                      <a:pt x="1066046" y="1066274"/>
                    </a:cubicBezTo>
                    <a:cubicBezTo>
                      <a:pt x="958184" y="1174135"/>
                      <a:pt x="814902" y="1233551"/>
                      <a:pt x="662251" y="1233551"/>
                    </a:cubicBezTo>
                    <a:cubicBezTo>
                      <a:pt x="509828" y="1233551"/>
                      <a:pt x="366317" y="1174135"/>
                      <a:pt x="258456" y="1066274"/>
                    </a:cubicBezTo>
                    <a:cubicBezTo>
                      <a:pt x="150595" y="958413"/>
                      <a:pt x="91179" y="815131"/>
                      <a:pt x="91179" y="662479"/>
                    </a:cubicBezTo>
                    <a:cubicBezTo>
                      <a:pt x="91179" y="510056"/>
                      <a:pt x="150595" y="366546"/>
                      <a:pt x="258456" y="258685"/>
                    </a:cubicBezTo>
                    <a:cubicBezTo>
                      <a:pt x="366317" y="150823"/>
                      <a:pt x="509599" y="91408"/>
                      <a:pt x="662251" y="91408"/>
                    </a:cubicBezTo>
                    <a:cubicBezTo>
                      <a:pt x="750916" y="91408"/>
                      <a:pt x="836383" y="111518"/>
                      <a:pt x="913623" y="149452"/>
                    </a:cubicBezTo>
                    <a:lnTo>
                      <a:pt x="970753" y="75869"/>
                    </a:lnTo>
                    <a:cubicBezTo>
                      <a:pt x="876831" y="26280"/>
                      <a:pt x="771483" y="0"/>
                      <a:pt x="662251" y="0"/>
                    </a:cubicBezTo>
                    <a:cubicBezTo>
                      <a:pt x="485376" y="0"/>
                      <a:pt x="319014" y="68784"/>
                      <a:pt x="194013" y="194013"/>
                    </a:cubicBezTo>
                    <a:cubicBezTo>
                      <a:pt x="69013" y="319242"/>
                      <a:pt x="0" y="485605"/>
                      <a:pt x="0" y="662479"/>
                    </a:cubicBezTo>
                    <a:cubicBezTo>
                      <a:pt x="0" y="839354"/>
                      <a:pt x="68785" y="1005716"/>
                      <a:pt x="194013" y="1130717"/>
                    </a:cubicBezTo>
                    <a:cubicBezTo>
                      <a:pt x="319242" y="1255717"/>
                      <a:pt x="485376" y="1324730"/>
                      <a:pt x="662251" y="1324730"/>
                    </a:cubicBezTo>
                    <a:cubicBezTo>
                      <a:pt x="839125" y="1324730"/>
                      <a:pt x="1005488" y="1255946"/>
                      <a:pt x="1130488" y="1130717"/>
                    </a:cubicBezTo>
                    <a:cubicBezTo>
                      <a:pt x="1255488" y="1005488"/>
                      <a:pt x="1324502" y="839354"/>
                      <a:pt x="1324502" y="662479"/>
                    </a:cubicBezTo>
                    <a:cubicBezTo>
                      <a:pt x="1324502" y="554846"/>
                      <a:pt x="1298907" y="451098"/>
                      <a:pt x="1250918" y="358319"/>
                    </a:cubicBezTo>
                    <a:lnTo>
                      <a:pt x="1177106" y="414992"/>
                    </a:lnTo>
                    <a:close/>
                  </a:path>
                </a:pathLst>
              </a:custGeom>
              <a:grpFill/>
              <a:ln w="227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17" name="任意多边形: 形状 116"/>
              <p:cNvSpPr/>
              <p:nvPr/>
            </p:nvSpPr>
            <p:spPr>
              <a:xfrm>
                <a:off x="4269134" y="723801"/>
                <a:ext cx="670020" cy="670020"/>
              </a:xfrm>
              <a:custGeom>
                <a:avLst/>
                <a:gdLst>
                  <a:gd name="connsiteX0" fmla="*/ 575642 w 670020"/>
                  <a:gd name="connsiteY0" fmla="*/ 296847 h 670020"/>
                  <a:gd name="connsiteX1" fmla="*/ 578612 w 670020"/>
                  <a:gd name="connsiteY1" fmla="*/ 335010 h 670020"/>
                  <a:gd name="connsiteX2" fmla="*/ 335010 w 670020"/>
                  <a:gd name="connsiteY2" fmla="*/ 578612 h 670020"/>
                  <a:gd name="connsiteX3" fmla="*/ 91408 w 670020"/>
                  <a:gd name="connsiteY3" fmla="*/ 335010 h 670020"/>
                  <a:gd name="connsiteX4" fmla="*/ 335010 w 670020"/>
                  <a:gd name="connsiteY4" fmla="*/ 91408 h 670020"/>
                  <a:gd name="connsiteX5" fmla="*/ 373173 w 670020"/>
                  <a:gd name="connsiteY5" fmla="*/ 94379 h 670020"/>
                  <a:gd name="connsiteX6" fmla="*/ 434645 w 670020"/>
                  <a:gd name="connsiteY6" fmla="*/ 15082 h 670020"/>
                  <a:gd name="connsiteX7" fmla="*/ 335010 w 670020"/>
                  <a:gd name="connsiteY7" fmla="*/ 0 h 670020"/>
                  <a:gd name="connsiteX8" fmla="*/ 0 w 670020"/>
                  <a:gd name="connsiteY8" fmla="*/ 335010 h 670020"/>
                  <a:gd name="connsiteX9" fmla="*/ 335010 w 670020"/>
                  <a:gd name="connsiteY9" fmla="*/ 670020 h 670020"/>
                  <a:gd name="connsiteX10" fmla="*/ 670020 w 670020"/>
                  <a:gd name="connsiteY10" fmla="*/ 335010 h 670020"/>
                  <a:gd name="connsiteX11" fmla="*/ 654938 w 670020"/>
                  <a:gd name="connsiteY11" fmla="*/ 235833 h 670020"/>
                  <a:gd name="connsiteX12" fmla="*/ 575642 w 670020"/>
                  <a:gd name="connsiteY12" fmla="*/ 296847 h 67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70020" h="670020">
                    <a:moveTo>
                      <a:pt x="575642" y="296847"/>
                    </a:moveTo>
                    <a:cubicBezTo>
                      <a:pt x="577698" y="309188"/>
                      <a:pt x="578612" y="321985"/>
                      <a:pt x="578612" y="335010"/>
                    </a:cubicBezTo>
                    <a:cubicBezTo>
                      <a:pt x="578612" y="469380"/>
                      <a:pt x="469380" y="578612"/>
                      <a:pt x="335010" y="578612"/>
                    </a:cubicBezTo>
                    <a:cubicBezTo>
                      <a:pt x="200641" y="578612"/>
                      <a:pt x="91408" y="469380"/>
                      <a:pt x="91408" y="335010"/>
                    </a:cubicBezTo>
                    <a:cubicBezTo>
                      <a:pt x="91408" y="200641"/>
                      <a:pt x="200641" y="91408"/>
                      <a:pt x="335010" y="91408"/>
                    </a:cubicBezTo>
                    <a:cubicBezTo>
                      <a:pt x="348036" y="91408"/>
                      <a:pt x="360604" y="92322"/>
                      <a:pt x="373173" y="94379"/>
                    </a:cubicBezTo>
                    <a:lnTo>
                      <a:pt x="434645" y="15082"/>
                    </a:lnTo>
                    <a:cubicBezTo>
                      <a:pt x="403109" y="5256"/>
                      <a:pt x="369745" y="0"/>
                      <a:pt x="335010" y="0"/>
                    </a:cubicBezTo>
                    <a:cubicBezTo>
                      <a:pt x="150366" y="0"/>
                      <a:pt x="0" y="150366"/>
                      <a:pt x="0" y="335010"/>
                    </a:cubicBezTo>
                    <a:cubicBezTo>
                      <a:pt x="0" y="519654"/>
                      <a:pt x="150366" y="670020"/>
                      <a:pt x="335010" y="670020"/>
                    </a:cubicBezTo>
                    <a:cubicBezTo>
                      <a:pt x="519654" y="670020"/>
                      <a:pt x="670020" y="519654"/>
                      <a:pt x="670020" y="335010"/>
                    </a:cubicBezTo>
                    <a:cubicBezTo>
                      <a:pt x="670020" y="300504"/>
                      <a:pt x="664764" y="267140"/>
                      <a:pt x="654938" y="235833"/>
                    </a:cubicBezTo>
                    <a:lnTo>
                      <a:pt x="575642" y="296847"/>
                    </a:lnTo>
                    <a:close/>
                  </a:path>
                </a:pathLst>
              </a:custGeom>
              <a:grpFill/>
              <a:ln w="227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842804" y="3505293"/>
            <a:ext cx="2026293" cy="795591"/>
            <a:chOff x="842804" y="3656989"/>
            <a:chExt cx="2026293" cy="795591"/>
          </a:xfrm>
        </p:grpSpPr>
        <p:sp>
          <p:nvSpPr>
            <p:cNvPr id="100" name="矩形 99"/>
            <p:cNvSpPr/>
            <p:nvPr/>
          </p:nvSpPr>
          <p:spPr>
            <a:xfrm>
              <a:off x="842804" y="3656989"/>
              <a:ext cx="1961322" cy="3416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856475" y="4095687"/>
              <a:ext cx="2012622" cy="3568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整合现有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CRM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与数据分析工具，优化预算分配</a:t>
              </a:r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1326262" y="3710681"/>
              <a:ext cx="994407" cy="224857"/>
              <a:chOff x="1267642" y="3710681"/>
              <a:chExt cx="994407" cy="224857"/>
            </a:xfrm>
          </p:grpSpPr>
          <p:sp>
            <p:nvSpPr>
              <p:cNvPr id="101" name="文本框 100"/>
              <p:cNvSpPr txBox="1"/>
              <p:nvPr/>
            </p:nvSpPr>
            <p:spPr>
              <a:xfrm>
                <a:off x="1543904" y="3720094"/>
                <a:ext cx="718145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资源盘点</a:t>
                </a:r>
              </a:p>
            </p:txBody>
          </p:sp>
          <p:sp>
            <p:nvSpPr>
              <p:cNvPr id="121" name="图形 119"/>
              <p:cNvSpPr/>
              <p:nvPr/>
            </p:nvSpPr>
            <p:spPr>
              <a:xfrm>
                <a:off x="1267642" y="3710681"/>
                <a:ext cx="218656" cy="215394"/>
              </a:xfrm>
              <a:custGeom>
                <a:avLst/>
                <a:gdLst>
                  <a:gd name="connsiteX0" fmla="*/ 522256 w 1493901"/>
                  <a:gd name="connsiteY0" fmla="*/ 800005 h 1471612"/>
                  <a:gd name="connsiteX1" fmla="*/ 672084 w 1493901"/>
                  <a:gd name="connsiteY1" fmla="*/ 949738 h 1471612"/>
                  <a:gd name="connsiteX2" fmla="*/ 672084 w 1493901"/>
                  <a:gd name="connsiteY2" fmla="*/ 1321880 h 1471612"/>
                  <a:gd name="connsiteX3" fmla="*/ 522256 w 1493901"/>
                  <a:gd name="connsiteY3" fmla="*/ 1471613 h 1471612"/>
                  <a:gd name="connsiteX4" fmla="*/ 149828 w 1493901"/>
                  <a:gd name="connsiteY4" fmla="*/ 1471613 h 1471612"/>
                  <a:gd name="connsiteX5" fmla="*/ 0 w 1493901"/>
                  <a:gd name="connsiteY5" fmla="*/ 1321880 h 1471612"/>
                  <a:gd name="connsiteX6" fmla="*/ 0 w 1493901"/>
                  <a:gd name="connsiteY6" fmla="*/ 949738 h 1471612"/>
                  <a:gd name="connsiteX7" fmla="*/ 149828 w 1493901"/>
                  <a:gd name="connsiteY7" fmla="*/ 800005 h 1471612"/>
                  <a:gd name="connsiteX8" fmla="*/ 522256 w 1493901"/>
                  <a:gd name="connsiteY8" fmla="*/ 800005 h 1471612"/>
                  <a:gd name="connsiteX9" fmla="*/ 1344073 w 1493901"/>
                  <a:gd name="connsiteY9" fmla="*/ 800005 h 1471612"/>
                  <a:gd name="connsiteX10" fmla="*/ 1493901 w 1493901"/>
                  <a:gd name="connsiteY10" fmla="*/ 949738 h 1471612"/>
                  <a:gd name="connsiteX11" fmla="*/ 1493901 w 1493901"/>
                  <a:gd name="connsiteY11" fmla="*/ 1321880 h 1471612"/>
                  <a:gd name="connsiteX12" fmla="*/ 1344073 w 1493901"/>
                  <a:gd name="connsiteY12" fmla="*/ 1471613 h 1471612"/>
                  <a:gd name="connsiteX13" fmla="*/ 971645 w 1493901"/>
                  <a:gd name="connsiteY13" fmla="*/ 1471613 h 1471612"/>
                  <a:gd name="connsiteX14" fmla="*/ 821817 w 1493901"/>
                  <a:gd name="connsiteY14" fmla="*/ 1321880 h 1471612"/>
                  <a:gd name="connsiteX15" fmla="*/ 821817 w 1493901"/>
                  <a:gd name="connsiteY15" fmla="*/ 949738 h 1471612"/>
                  <a:gd name="connsiteX16" fmla="*/ 971645 w 1493901"/>
                  <a:gd name="connsiteY16" fmla="*/ 800005 h 1471612"/>
                  <a:gd name="connsiteX17" fmla="*/ 1344073 w 1493901"/>
                  <a:gd name="connsiteY17" fmla="*/ 800005 h 1471612"/>
                  <a:gd name="connsiteX18" fmla="*/ 522256 w 1493901"/>
                  <a:gd name="connsiteY18" fmla="*/ 911161 h 1471612"/>
                  <a:gd name="connsiteX19" fmla="*/ 149828 w 1493901"/>
                  <a:gd name="connsiteY19" fmla="*/ 911161 h 1471612"/>
                  <a:gd name="connsiteX20" fmla="*/ 111347 w 1493901"/>
                  <a:gd name="connsiteY20" fmla="*/ 948500 h 1471612"/>
                  <a:gd name="connsiteX21" fmla="*/ 111347 w 1493901"/>
                  <a:gd name="connsiteY21" fmla="*/ 1321784 h 1471612"/>
                  <a:gd name="connsiteX22" fmla="*/ 148781 w 1493901"/>
                  <a:gd name="connsiteY22" fmla="*/ 1360265 h 1471612"/>
                  <a:gd name="connsiteX23" fmla="*/ 522351 w 1493901"/>
                  <a:gd name="connsiteY23" fmla="*/ 1360265 h 1471612"/>
                  <a:gd name="connsiteX24" fmla="*/ 560832 w 1493901"/>
                  <a:gd name="connsiteY24" fmla="*/ 1322927 h 1471612"/>
                  <a:gd name="connsiteX25" fmla="*/ 560832 w 1493901"/>
                  <a:gd name="connsiteY25" fmla="*/ 1321784 h 1471612"/>
                  <a:gd name="connsiteX26" fmla="*/ 560832 w 1493901"/>
                  <a:gd name="connsiteY26" fmla="*/ 949643 h 1471612"/>
                  <a:gd name="connsiteX27" fmla="*/ 523399 w 1493901"/>
                  <a:gd name="connsiteY27" fmla="*/ 911161 h 1471612"/>
                  <a:gd name="connsiteX28" fmla="*/ 522256 w 1493901"/>
                  <a:gd name="connsiteY28" fmla="*/ 911161 h 1471612"/>
                  <a:gd name="connsiteX29" fmla="*/ 1344073 w 1493901"/>
                  <a:gd name="connsiteY29" fmla="*/ 911161 h 1471612"/>
                  <a:gd name="connsiteX30" fmla="*/ 971645 w 1493901"/>
                  <a:gd name="connsiteY30" fmla="*/ 911161 h 1471612"/>
                  <a:gd name="connsiteX31" fmla="*/ 933164 w 1493901"/>
                  <a:gd name="connsiteY31" fmla="*/ 948500 h 1471612"/>
                  <a:gd name="connsiteX32" fmla="*/ 933164 w 1493901"/>
                  <a:gd name="connsiteY32" fmla="*/ 1321784 h 1471612"/>
                  <a:gd name="connsiteX33" fmla="*/ 970598 w 1493901"/>
                  <a:gd name="connsiteY33" fmla="*/ 1360265 h 1471612"/>
                  <a:gd name="connsiteX34" fmla="*/ 1344168 w 1493901"/>
                  <a:gd name="connsiteY34" fmla="*/ 1360265 h 1471612"/>
                  <a:gd name="connsiteX35" fmla="*/ 1382649 w 1493901"/>
                  <a:gd name="connsiteY35" fmla="*/ 1322927 h 1471612"/>
                  <a:gd name="connsiteX36" fmla="*/ 1382649 w 1493901"/>
                  <a:gd name="connsiteY36" fmla="*/ 1321784 h 1471612"/>
                  <a:gd name="connsiteX37" fmla="*/ 1382649 w 1493901"/>
                  <a:gd name="connsiteY37" fmla="*/ 949643 h 1471612"/>
                  <a:gd name="connsiteX38" fmla="*/ 1345216 w 1493901"/>
                  <a:gd name="connsiteY38" fmla="*/ 911161 h 1471612"/>
                  <a:gd name="connsiteX39" fmla="*/ 1344073 w 1493901"/>
                  <a:gd name="connsiteY39" fmla="*/ 911161 h 1471612"/>
                  <a:gd name="connsiteX40" fmla="*/ 1157859 w 1493901"/>
                  <a:gd name="connsiteY40" fmla="*/ 0 h 1471612"/>
                  <a:gd name="connsiteX41" fmla="*/ 1493901 w 1493901"/>
                  <a:gd name="connsiteY41" fmla="*/ 335756 h 1471612"/>
                  <a:gd name="connsiteX42" fmla="*/ 1157859 w 1493901"/>
                  <a:gd name="connsiteY42" fmla="*/ 671513 h 1471612"/>
                  <a:gd name="connsiteX43" fmla="*/ 821817 w 1493901"/>
                  <a:gd name="connsiteY43" fmla="*/ 335756 h 1471612"/>
                  <a:gd name="connsiteX44" fmla="*/ 1157859 w 1493901"/>
                  <a:gd name="connsiteY44" fmla="*/ 0 h 1471612"/>
                  <a:gd name="connsiteX45" fmla="*/ 522256 w 1493901"/>
                  <a:gd name="connsiteY45" fmla="*/ 0 h 1471612"/>
                  <a:gd name="connsiteX46" fmla="*/ 672084 w 1493901"/>
                  <a:gd name="connsiteY46" fmla="*/ 149733 h 1471612"/>
                  <a:gd name="connsiteX47" fmla="*/ 672084 w 1493901"/>
                  <a:gd name="connsiteY47" fmla="*/ 521875 h 1471612"/>
                  <a:gd name="connsiteX48" fmla="*/ 522256 w 1493901"/>
                  <a:gd name="connsiteY48" fmla="*/ 671608 h 1471612"/>
                  <a:gd name="connsiteX49" fmla="*/ 149828 w 1493901"/>
                  <a:gd name="connsiteY49" fmla="*/ 671608 h 1471612"/>
                  <a:gd name="connsiteX50" fmla="*/ 0 w 1493901"/>
                  <a:gd name="connsiteY50" fmla="*/ 521875 h 1471612"/>
                  <a:gd name="connsiteX51" fmla="*/ 0 w 1493901"/>
                  <a:gd name="connsiteY51" fmla="*/ 149733 h 1471612"/>
                  <a:gd name="connsiteX52" fmla="*/ 149828 w 1493901"/>
                  <a:gd name="connsiteY52" fmla="*/ 0 h 1471612"/>
                  <a:gd name="connsiteX53" fmla="*/ 522256 w 1493901"/>
                  <a:gd name="connsiteY53" fmla="*/ 0 h 1471612"/>
                  <a:gd name="connsiteX54" fmla="*/ 1157859 w 1493901"/>
                  <a:gd name="connsiteY54" fmla="*/ 111252 h 1471612"/>
                  <a:gd name="connsiteX55" fmla="*/ 933164 w 1493901"/>
                  <a:gd name="connsiteY55" fmla="*/ 335851 h 1471612"/>
                  <a:gd name="connsiteX56" fmla="*/ 1157859 w 1493901"/>
                  <a:gd name="connsiteY56" fmla="*/ 560451 h 1471612"/>
                  <a:gd name="connsiteX57" fmla="*/ 1382554 w 1493901"/>
                  <a:gd name="connsiteY57" fmla="*/ 335851 h 1471612"/>
                  <a:gd name="connsiteX58" fmla="*/ 1157859 w 1493901"/>
                  <a:gd name="connsiteY58" fmla="*/ 111252 h 1471612"/>
                  <a:gd name="connsiteX59" fmla="*/ 522256 w 1493901"/>
                  <a:gd name="connsiteY59" fmla="*/ 111252 h 1471612"/>
                  <a:gd name="connsiteX60" fmla="*/ 149828 w 1493901"/>
                  <a:gd name="connsiteY60" fmla="*/ 111252 h 1471612"/>
                  <a:gd name="connsiteX61" fmla="*/ 111347 w 1493901"/>
                  <a:gd name="connsiteY61" fmla="*/ 148590 h 1471612"/>
                  <a:gd name="connsiteX62" fmla="*/ 111347 w 1493901"/>
                  <a:gd name="connsiteY62" fmla="*/ 521875 h 1471612"/>
                  <a:gd name="connsiteX63" fmla="*/ 148781 w 1493901"/>
                  <a:gd name="connsiteY63" fmla="*/ 560356 h 1471612"/>
                  <a:gd name="connsiteX64" fmla="*/ 522351 w 1493901"/>
                  <a:gd name="connsiteY64" fmla="*/ 560356 h 1471612"/>
                  <a:gd name="connsiteX65" fmla="*/ 560832 w 1493901"/>
                  <a:gd name="connsiteY65" fmla="*/ 523018 h 1471612"/>
                  <a:gd name="connsiteX66" fmla="*/ 560832 w 1493901"/>
                  <a:gd name="connsiteY66" fmla="*/ 521875 h 1471612"/>
                  <a:gd name="connsiteX67" fmla="*/ 560832 w 1493901"/>
                  <a:gd name="connsiteY67" fmla="*/ 149733 h 1471612"/>
                  <a:gd name="connsiteX68" fmla="*/ 523399 w 1493901"/>
                  <a:gd name="connsiteY68" fmla="*/ 111252 h 1471612"/>
                  <a:gd name="connsiteX69" fmla="*/ 522256 w 1493901"/>
                  <a:gd name="connsiteY69" fmla="*/ 111252 h 1471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1493901" h="1471612">
                    <a:moveTo>
                      <a:pt x="522256" y="800005"/>
                    </a:moveTo>
                    <a:cubicBezTo>
                      <a:pt x="605028" y="800005"/>
                      <a:pt x="672084" y="867061"/>
                      <a:pt x="672084" y="949738"/>
                    </a:cubicBezTo>
                    <a:lnTo>
                      <a:pt x="672084" y="1321880"/>
                    </a:lnTo>
                    <a:cubicBezTo>
                      <a:pt x="672084" y="1404557"/>
                      <a:pt x="605028" y="1471613"/>
                      <a:pt x="522256" y="1471613"/>
                    </a:cubicBezTo>
                    <a:lnTo>
                      <a:pt x="149828" y="1471613"/>
                    </a:lnTo>
                    <a:cubicBezTo>
                      <a:pt x="67056" y="1471613"/>
                      <a:pt x="0" y="1404557"/>
                      <a:pt x="0" y="1321880"/>
                    </a:cubicBezTo>
                    <a:lnTo>
                      <a:pt x="0" y="949738"/>
                    </a:lnTo>
                    <a:cubicBezTo>
                      <a:pt x="0" y="867061"/>
                      <a:pt x="67056" y="800005"/>
                      <a:pt x="149828" y="800005"/>
                    </a:cubicBezTo>
                    <a:lnTo>
                      <a:pt x="522256" y="800005"/>
                    </a:lnTo>
                    <a:close/>
                    <a:moveTo>
                      <a:pt x="1344073" y="800005"/>
                    </a:moveTo>
                    <a:cubicBezTo>
                      <a:pt x="1426845" y="800005"/>
                      <a:pt x="1493901" y="867061"/>
                      <a:pt x="1493901" y="949738"/>
                    </a:cubicBezTo>
                    <a:lnTo>
                      <a:pt x="1493901" y="1321880"/>
                    </a:lnTo>
                    <a:cubicBezTo>
                      <a:pt x="1493901" y="1404557"/>
                      <a:pt x="1426845" y="1471613"/>
                      <a:pt x="1344073" y="1471613"/>
                    </a:cubicBezTo>
                    <a:lnTo>
                      <a:pt x="971645" y="1471613"/>
                    </a:lnTo>
                    <a:cubicBezTo>
                      <a:pt x="888873" y="1471613"/>
                      <a:pt x="821817" y="1404557"/>
                      <a:pt x="821817" y="1321880"/>
                    </a:cubicBezTo>
                    <a:lnTo>
                      <a:pt x="821817" y="949738"/>
                    </a:lnTo>
                    <a:cubicBezTo>
                      <a:pt x="821817" y="867061"/>
                      <a:pt x="888873" y="800005"/>
                      <a:pt x="971645" y="800005"/>
                    </a:cubicBezTo>
                    <a:lnTo>
                      <a:pt x="1344073" y="800005"/>
                    </a:lnTo>
                    <a:close/>
                    <a:moveTo>
                      <a:pt x="522256" y="911161"/>
                    </a:moveTo>
                    <a:lnTo>
                      <a:pt x="149828" y="911161"/>
                    </a:lnTo>
                    <a:cubicBezTo>
                      <a:pt x="128969" y="911161"/>
                      <a:pt x="111919" y="927830"/>
                      <a:pt x="111347" y="948500"/>
                    </a:cubicBezTo>
                    <a:lnTo>
                      <a:pt x="111347" y="1321784"/>
                    </a:lnTo>
                    <a:cubicBezTo>
                      <a:pt x="111347" y="1342644"/>
                      <a:pt x="128016" y="1359694"/>
                      <a:pt x="148781" y="1360265"/>
                    </a:cubicBezTo>
                    <a:lnTo>
                      <a:pt x="522351" y="1360265"/>
                    </a:lnTo>
                    <a:cubicBezTo>
                      <a:pt x="543211" y="1360265"/>
                      <a:pt x="560261" y="1343597"/>
                      <a:pt x="560832" y="1322927"/>
                    </a:cubicBezTo>
                    <a:lnTo>
                      <a:pt x="560832" y="1321784"/>
                    </a:lnTo>
                    <a:lnTo>
                      <a:pt x="560832" y="949643"/>
                    </a:lnTo>
                    <a:cubicBezTo>
                      <a:pt x="560832" y="928783"/>
                      <a:pt x="544163" y="911733"/>
                      <a:pt x="523399" y="911161"/>
                    </a:cubicBezTo>
                    <a:lnTo>
                      <a:pt x="522256" y="911161"/>
                    </a:lnTo>
                    <a:close/>
                    <a:moveTo>
                      <a:pt x="1344073" y="911161"/>
                    </a:moveTo>
                    <a:lnTo>
                      <a:pt x="971645" y="911161"/>
                    </a:lnTo>
                    <a:cubicBezTo>
                      <a:pt x="950786" y="911161"/>
                      <a:pt x="933736" y="927830"/>
                      <a:pt x="933164" y="948500"/>
                    </a:cubicBezTo>
                    <a:lnTo>
                      <a:pt x="933164" y="1321784"/>
                    </a:lnTo>
                    <a:cubicBezTo>
                      <a:pt x="933164" y="1342644"/>
                      <a:pt x="949833" y="1359694"/>
                      <a:pt x="970598" y="1360265"/>
                    </a:cubicBezTo>
                    <a:lnTo>
                      <a:pt x="1344168" y="1360265"/>
                    </a:lnTo>
                    <a:cubicBezTo>
                      <a:pt x="1365028" y="1360265"/>
                      <a:pt x="1382078" y="1343597"/>
                      <a:pt x="1382649" y="1322927"/>
                    </a:cubicBezTo>
                    <a:lnTo>
                      <a:pt x="1382649" y="1321784"/>
                    </a:lnTo>
                    <a:lnTo>
                      <a:pt x="1382649" y="949643"/>
                    </a:lnTo>
                    <a:cubicBezTo>
                      <a:pt x="1382649" y="928783"/>
                      <a:pt x="1365980" y="911733"/>
                      <a:pt x="1345216" y="911161"/>
                    </a:cubicBezTo>
                    <a:lnTo>
                      <a:pt x="1344073" y="911161"/>
                    </a:lnTo>
                    <a:close/>
                    <a:moveTo>
                      <a:pt x="1157859" y="0"/>
                    </a:moveTo>
                    <a:cubicBezTo>
                      <a:pt x="1343406" y="0"/>
                      <a:pt x="1493901" y="150304"/>
                      <a:pt x="1493901" y="335756"/>
                    </a:cubicBezTo>
                    <a:cubicBezTo>
                      <a:pt x="1493901" y="521208"/>
                      <a:pt x="1343501" y="671513"/>
                      <a:pt x="1157859" y="671513"/>
                    </a:cubicBezTo>
                    <a:cubicBezTo>
                      <a:pt x="972217" y="671513"/>
                      <a:pt x="821817" y="521208"/>
                      <a:pt x="821817" y="335756"/>
                    </a:cubicBezTo>
                    <a:cubicBezTo>
                      <a:pt x="821817" y="150304"/>
                      <a:pt x="972217" y="0"/>
                      <a:pt x="1157859" y="0"/>
                    </a:cubicBezTo>
                    <a:close/>
                    <a:moveTo>
                      <a:pt x="522256" y="0"/>
                    </a:moveTo>
                    <a:cubicBezTo>
                      <a:pt x="605028" y="0"/>
                      <a:pt x="672084" y="67056"/>
                      <a:pt x="672084" y="149733"/>
                    </a:cubicBezTo>
                    <a:lnTo>
                      <a:pt x="672084" y="521875"/>
                    </a:lnTo>
                    <a:cubicBezTo>
                      <a:pt x="672084" y="604552"/>
                      <a:pt x="605028" y="671608"/>
                      <a:pt x="522256" y="671608"/>
                    </a:cubicBezTo>
                    <a:lnTo>
                      <a:pt x="149828" y="671608"/>
                    </a:lnTo>
                    <a:cubicBezTo>
                      <a:pt x="67056" y="671608"/>
                      <a:pt x="0" y="604552"/>
                      <a:pt x="0" y="521875"/>
                    </a:cubicBezTo>
                    <a:lnTo>
                      <a:pt x="0" y="149733"/>
                    </a:lnTo>
                    <a:cubicBezTo>
                      <a:pt x="0" y="67056"/>
                      <a:pt x="67056" y="0"/>
                      <a:pt x="149828" y="0"/>
                    </a:cubicBezTo>
                    <a:lnTo>
                      <a:pt x="522256" y="0"/>
                    </a:lnTo>
                    <a:close/>
                    <a:moveTo>
                      <a:pt x="1157859" y="111252"/>
                    </a:moveTo>
                    <a:cubicBezTo>
                      <a:pt x="1033748" y="111252"/>
                      <a:pt x="933164" y="211836"/>
                      <a:pt x="933164" y="335851"/>
                    </a:cubicBezTo>
                    <a:cubicBezTo>
                      <a:pt x="933164" y="459867"/>
                      <a:pt x="1033748" y="560451"/>
                      <a:pt x="1157859" y="560451"/>
                    </a:cubicBezTo>
                    <a:cubicBezTo>
                      <a:pt x="1281970" y="560451"/>
                      <a:pt x="1382554" y="459867"/>
                      <a:pt x="1382554" y="335851"/>
                    </a:cubicBezTo>
                    <a:cubicBezTo>
                      <a:pt x="1382554" y="211836"/>
                      <a:pt x="1281970" y="111252"/>
                      <a:pt x="1157859" y="111252"/>
                    </a:cubicBezTo>
                    <a:close/>
                    <a:moveTo>
                      <a:pt x="522256" y="111252"/>
                    </a:moveTo>
                    <a:lnTo>
                      <a:pt x="149828" y="111252"/>
                    </a:lnTo>
                    <a:cubicBezTo>
                      <a:pt x="128969" y="111252"/>
                      <a:pt x="111919" y="127921"/>
                      <a:pt x="111347" y="148590"/>
                    </a:cubicBezTo>
                    <a:lnTo>
                      <a:pt x="111347" y="521875"/>
                    </a:lnTo>
                    <a:cubicBezTo>
                      <a:pt x="111347" y="542735"/>
                      <a:pt x="128016" y="559784"/>
                      <a:pt x="148781" y="560356"/>
                    </a:cubicBezTo>
                    <a:lnTo>
                      <a:pt x="522351" y="560356"/>
                    </a:lnTo>
                    <a:cubicBezTo>
                      <a:pt x="543211" y="560356"/>
                      <a:pt x="560261" y="543687"/>
                      <a:pt x="560832" y="523018"/>
                    </a:cubicBezTo>
                    <a:lnTo>
                      <a:pt x="560832" y="521875"/>
                    </a:lnTo>
                    <a:lnTo>
                      <a:pt x="560832" y="149733"/>
                    </a:lnTo>
                    <a:cubicBezTo>
                      <a:pt x="560832" y="128873"/>
                      <a:pt x="544163" y="111823"/>
                      <a:pt x="523399" y="111252"/>
                    </a:cubicBezTo>
                    <a:lnTo>
                      <a:pt x="522256" y="111252"/>
                    </a:ln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842804" y="4521434"/>
            <a:ext cx="2026293" cy="795591"/>
            <a:chOff x="842804" y="4597282"/>
            <a:chExt cx="2026293" cy="795591"/>
          </a:xfrm>
        </p:grpSpPr>
        <p:sp>
          <p:nvSpPr>
            <p:cNvPr id="104" name="矩形 103"/>
            <p:cNvSpPr/>
            <p:nvPr/>
          </p:nvSpPr>
          <p:spPr>
            <a:xfrm>
              <a:off x="842804" y="4597282"/>
              <a:ext cx="1961322" cy="3416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856475" y="5035980"/>
              <a:ext cx="2012622" cy="3568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组织全员数字工具专项培训，覆盖率达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95%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，认证通过率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90%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30" name="组合 129"/>
            <p:cNvGrpSpPr/>
            <p:nvPr/>
          </p:nvGrpSpPr>
          <p:grpSpPr>
            <a:xfrm>
              <a:off x="1330820" y="4647688"/>
              <a:ext cx="985291" cy="228143"/>
              <a:chOff x="1276758" y="4647688"/>
              <a:chExt cx="985291" cy="228143"/>
            </a:xfrm>
          </p:grpSpPr>
          <p:sp>
            <p:nvSpPr>
              <p:cNvPr id="105" name="文本框 104"/>
              <p:cNvSpPr txBox="1"/>
              <p:nvPr/>
            </p:nvSpPr>
            <p:spPr>
              <a:xfrm>
                <a:off x="1543904" y="4660387"/>
                <a:ext cx="718145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团队培训</a:t>
                </a:r>
              </a:p>
            </p:txBody>
          </p:sp>
          <p:sp>
            <p:nvSpPr>
              <p:cNvPr id="124" name="图形 122"/>
              <p:cNvSpPr/>
              <p:nvPr/>
            </p:nvSpPr>
            <p:spPr>
              <a:xfrm>
                <a:off x="1276758" y="4647688"/>
                <a:ext cx="200424" cy="203492"/>
              </a:xfrm>
              <a:custGeom>
                <a:avLst/>
                <a:gdLst>
                  <a:gd name="connsiteX0" fmla="*/ 1663061 w 1876282"/>
                  <a:gd name="connsiteY0" fmla="*/ 1904170 h 1904998"/>
                  <a:gd name="connsiteX1" fmla="*/ 251694 w 1876282"/>
                  <a:gd name="connsiteY1" fmla="*/ 1904170 h 1904998"/>
                  <a:gd name="connsiteX2" fmla="*/ 0 w 1876282"/>
                  <a:gd name="connsiteY2" fmla="*/ 1699521 h 1904998"/>
                  <a:gd name="connsiteX3" fmla="*/ 0 w 1876282"/>
                  <a:gd name="connsiteY3" fmla="*/ 321086 h 1904998"/>
                  <a:gd name="connsiteX4" fmla="*/ 251694 w 1876282"/>
                  <a:gd name="connsiteY4" fmla="*/ 142313 h 1904998"/>
                  <a:gd name="connsiteX5" fmla="*/ 430467 w 1876282"/>
                  <a:gd name="connsiteY5" fmla="*/ 142313 h 1904998"/>
                  <a:gd name="connsiteX6" fmla="*/ 430467 w 1876282"/>
                  <a:gd name="connsiteY6" fmla="*/ 0 h 1904998"/>
                  <a:gd name="connsiteX7" fmla="*/ 548081 w 1876282"/>
                  <a:gd name="connsiteY7" fmla="*/ 0 h 1904998"/>
                  <a:gd name="connsiteX8" fmla="*/ 548081 w 1876282"/>
                  <a:gd name="connsiteY8" fmla="*/ 139961 h 1904998"/>
                  <a:gd name="connsiteX9" fmla="*/ 1304339 w 1876282"/>
                  <a:gd name="connsiteY9" fmla="*/ 139961 h 1904998"/>
                  <a:gd name="connsiteX10" fmla="*/ 1304339 w 1876282"/>
                  <a:gd name="connsiteY10" fmla="*/ 0 h 1904998"/>
                  <a:gd name="connsiteX11" fmla="*/ 1421953 w 1876282"/>
                  <a:gd name="connsiteY11" fmla="*/ 0 h 1904998"/>
                  <a:gd name="connsiteX12" fmla="*/ 1421953 w 1876282"/>
                  <a:gd name="connsiteY12" fmla="*/ 139961 h 1904998"/>
                  <a:gd name="connsiteX13" fmla="*/ 1657180 w 1876282"/>
                  <a:gd name="connsiteY13" fmla="*/ 139961 h 1904998"/>
                  <a:gd name="connsiteX14" fmla="*/ 1875942 w 1876282"/>
                  <a:gd name="connsiteY14" fmla="*/ 318734 h 1904998"/>
                  <a:gd name="connsiteX15" fmla="*/ 1875942 w 1876282"/>
                  <a:gd name="connsiteY15" fmla="*/ 1698345 h 1904998"/>
                  <a:gd name="connsiteX16" fmla="*/ 1692452 w 1876282"/>
                  <a:gd name="connsiteY16" fmla="*/ 1904665 h 1904998"/>
                  <a:gd name="connsiteX17" fmla="*/ 1663061 w 1876282"/>
                  <a:gd name="connsiteY17" fmla="*/ 1904170 h 1904998"/>
                  <a:gd name="connsiteX18" fmla="*/ 117614 w 1876282"/>
                  <a:gd name="connsiteY18" fmla="*/ 673928 h 1904998"/>
                  <a:gd name="connsiteX19" fmla="*/ 117614 w 1876282"/>
                  <a:gd name="connsiteY19" fmla="*/ 1698345 h 1904998"/>
                  <a:gd name="connsiteX20" fmla="*/ 251694 w 1876282"/>
                  <a:gd name="connsiteY20" fmla="*/ 1785380 h 1904998"/>
                  <a:gd name="connsiteX21" fmla="*/ 1663061 w 1876282"/>
                  <a:gd name="connsiteY21" fmla="*/ 1785380 h 1904998"/>
                  <a:gd name="connsiteX22" fmla="*/ 1764209 w 1876282"/>
                  <a:gd name="connsiteY22" fmla="*/ 1698345 h 1904998"/>
                  <a:gd name="connsiteX23" fmla="*/ 1764209 w 1876282"/>
                  <a:gd name="connsiteY23" fmla="*/ 673928 h 1904998"/>
                  <a:gd name="connsiteX24" fmla="*/ 117614 w 1876282"/>
                  <a:gd name="connsiteY24" fmla="*/ 556314 h 1904998"/>
                  <a:gd name="connsiteX25" fmla="*/ 1764209 w 1876282"/>
                  <a:gd name="connsiteY25" fmla="*/ 556314 h 1904998"/>
                  <a:gd name="connsiteX26" fmla="*/ 1764209 w 1876282"/>
                  <a:gd name="connsiteY26" fmla="*/ 321086 h 1904998"/>
                  <a:gd name="connsiteX27" fmla="*/ 1663061 w 1876282"/>
                  <a:gd name="connsiteY27" fmla="*/ 259927 h 1904998"/>
                  <a:gd name="connsiteX28" fmla="*/ 1427833 w 1876282"/>
                  <a:gd name="connsiteY28" fmla="*/ 259927 h 1904998"/>
                  <a:gd name="connsiteX29" fmla="*/ 1427833 w 1876282"/>
                  <a:gd name="connsiteY29" fmla="*/ 396359 h 1904998"/>
                  <a:gd name="connsiteX30" fmla="*/ 1310219 w 1876282"/>
                  <a:gd name="connsiteY30" fmla="*/ 396359 h 1904998"/>
                  <a:gd name="connsiteX31" fmla="*/ 1310219 w 1876282"/>
                  <a:gd name="connsiteY31" fmla="*/ 257575 h 1904998"/>
                  <a:gd name="connsiteX32" fmla="*/ 553962 w 1876282"/>
                  <a:gd name="connsiteY32" fmla="*/ 257575 h 1904998"/>
                  <a:gd name="connsiteX33" fmla="*/ 553962 w 1876282"/>
                  <a:gd name="connsiteY33" fmla="*/ 396359 h 1904998"/>
                  <a:gd name="connsiteX34" fmla="*/ 436348 w 1876282"/>
                  <a:gd name="connsiteY34" fmla="*/ 396359 h 1904998"/>
                  <a:gd name="connsiteX35" fmla="*/ 436348 w 1876282"/>
                  <a:gd name="connsiteY35" fmla="*/ 257575 h 1904998"/>
                  <a:gd name="connsiteX36" fmla="*/ 251694 w 1876282"/>
                  <a:gd name="connsiteY36" fmla="*/ 257575 h 1904998"/>
                  <a:gd name="connsiteX37" fmla="*/ 117614 w 1876282"/>
                  <a:gd name="connsiteY37" fmla="*/ 318734 h 1904998"/>
                  <a:gd name="connsiteX38" fmla="*/ 1253765 w 1876282"/>
                  <a:gd name="connsiteY38" fmla="*/ 1438418 h 1904998"/>
                  <a:gd name="connsiteX39" fmla="*/ 548081 w 1876282"/>
                  <a:gd name="connsiteY39" fmla="*/ 1438418 h 1904998"/>
                  <a:gd name="connsiteX40" fmla="*/ 548081 w 1876282"/>
                  <a:gd name="connsiteY40" fmla="*/ 1320805 h 1904998"/>
                  <a:gd name="connsiteX41" fmla="*/ 1253765 w 1876282"/>
                  <a:gd name="connsiteY41" fmla="*/ 1320805 h 1904998"/>
                  <a:gd name="connsiteX42" fmla="*/ 1253765 w 1876282"/>
                  <a:gd name="connsiteY42" fmla="*/ 1085577 h 1904998"/>
                  <a:gd name="connsiteX43" fmla="*/ 548081 w 1876282"/>
                  <a:gd name="connsiteY43" fmla="*/ 1085577 h 1904998"/>
                  <a:gd name="connsiteX44" fmla="*/ 548081 w 1876282"/>
                  <a:gd name="connsiteY44" fmla="*/ 967963 h 1904998"/>
                  <a:gd name="connsiteX45" fmla="*/ 1253765 w 1876282"/>
                  <a:gd name="connsiteY45" fmla="*/ 967963 h 1904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876282" h="1904998">
                    <a:moveTo>
                      <a:pt x="1663061" y="1904170"/>
                    </a:moveTo>
                    <a:lnTo>
                      <a:pt x="251694" y="1904170"/>
                    </a:lnTo>
                    <a:cubicBezTo>
                      <a:pt x="103500" y="1904170"/>
                      <a:pt x="0" y="1819488"/>
                      <a:pt x="0" y="1699521"/>
                    </a:cubicBezTo>
                    <a:lnTo>
                      <a:pt x="0" y="321086"/>
                    </a:lnTo>
                    <a:cubicBezTo>
                      <a:pt x="0" y="239932"/>
                      <a:pt x="43517" y="142313"/>
                      <a:pt x="251694" y="142313"/>
                    </a:cubicBezTo>
                    <a:lnTo>
                      <a:pt x="430467" y="142313"/>
                    </a:lnTo>
                    <a:lnTo>
                      <a:pt x="430467" y="0"/>
                    </a:lnTo>
                    <a:lnTo>
                      <a:pt x="548081" y="0"/>
                    </a:lnTo>
                    <a:lnTo>
                      <a:pt x="548081" y="139961"/>
                    </a:lnTo>
                    <a:lnTo>
                      <a:pt x="1304339" y="139961"/>
                    </a:lnTo>
                    <a:lnTo>
                      <a:pt x="1304339" y="0"/>
                    </a:lnTo>
                    <a:lnTo>
                      <a:pt x="1421953" y="0"/>
                    </a:lnTo>
                    <a:lnTo>
                      <a:pt x="1421953" y="139961"/>
                    </a:lnTo>
                    <a:lnTo>
                      <a:pt x="1657180" y="139961"/>
                    </a:lnTo>
                    <a:cubicBezTo>
                      <a:pt x="1717164" y="139961"/>
                      <a:pt x="1875942" y="139961"/>
                      <a:pt x="1875942" y="318734"/>
                    </a:cubicBezTo>
                    <a:lnTo>
                      <a:pt x="1875942" y="1698345"/>
                    </a:lnTo>
                    <a:cubicBezTo>
                      <a:pt x="1882246" y="1805989"/>
                      <a:pt x="1800095" y="1898361"/>
                      <a:pt x="1692452" y="1904665"/>
                    </a:cubicBezTo>
                    <a:cubicBezTo>
                      <a:pt x="1682656" y="1905239"/>
                      <a:pt x="1672832" y="1905073"/>
                      <a:pt x="1663061" y="1904170"/>
                    </a:cubicBezTo>
                    <a:close/>
                    <a:moveTo>
                      <a:pt x="117614" y="673928"/>
                    </a:moveTo>
                    <a:lnTo>
                      <a:pt x="117614" y="1698345"/>
                    </a:lnTo>
                    <a:cubicBezTo>
                      <a:pt x="117614" y="1781851"/>
                      <a:pt x="229347" y="1785380"/>
                      <a:pt x="251694" y="1785380"/>
                    </a:cubicBezTo>
                    <a:lnTo>
                      <a:pt x="1663061" y="1785380"/>
                    </a:lnTo>
                    <a:cubicBezTo>
                      <a:pt x="1752448" y="1785380"/>
                      <a:pt x="1764209" y="1743039"/>
                      <a:pt x="1764209" y="1698345"/>
                    </a:cubicBezTo>
                    <a:lnTo>
                      <a:pt x="1764209" y="673928"/>
                    </a:lnTo>
                    <a:close/>
                    <a:moveTo>
                      <a:pt x="117614" y="556314"/>
                    </a:moveTo>
                    <a:lnTo>
                      <a:pt x="1764209" y="556314"/>
                    </a:lnTo>
                    <a:lnTo>
                      <a:pt x="1764209" y="321086"/>
                    </a:lnTo>
                    <a:cubicBezTo>
                      <a:pt x="1764209" y="279921"/>
                      <a:pt x="1764209" y="259927"/>
                      <a:pt x="1663061" y="259927"/>
                    </a:cubicBezTo>
                    <a:lnTo>
                      <a:pt x="1427833" y="259927"/>
                    </a:lnTo>
                    <a:lnTo>
                      <a:pt x="1427833" y="396359"/>
                    </a:lnTo>
                    <a:lnTo>
                      <a:pt x="1310219" y="396359"/>
                    </a:lnTo>
                    <a:lnTo>
                      <a:pt x="1310219" y="257575"/>
                    </a:lnTo>
                    <a:lnTo>
                      <a:pt x="553962" y="257575"/>
                    </a:lnTo>
                    <a:lnTo>
                      <a:pt x="553962" y="396359"/>
                    </a:lnTo>
                    <a:lnTo>
                      <a:pt x="436348" y="396359"/>
                    </a:lnTo>
                    <a:lnTo>
                      <a:pt x="436348" y="257575"/>
                    </a:lnTo>
                    <a:lnTo>
                      <a:pt x="251694" y="257575"/>
                    </a:lnTo>
                    <a:cubicBezTo>
                      <a:pt x="117614" y="257575"/>
                      <a:pt x="117614" y="296387"/>
                      <a:pt x="117614" y="318734"/>
                    </a:cubicBezTo>
                    <a:close/>
                    <a:moveTo>
                      <a:pt x="1253765" y="1438418"/>
                    </a:moveTo>
                    <a:lnTo>
                      <a:pt x="548081" y="1438418"/>
                    </a:lnTo>
                    <a:lnTo>
                      <a:pt x="548081" y="1320805"/>
                    </a:lnTo>
                    <a:lnTo>
                      <a:pt x="1253765" y="1320805"/>
                    </a:lnTo>
                    <a:close/>
                    <a:moveTo>
                      <a:pt x="1253765" y="1085577"/>
                    </a:moveTo>
                    <a:lnTo>
                      <a:pt x="548081" y="1085577"/>
                    </a:lnTo>
                    <a:lnTo>
                      <a:pt x="548081" y="967963"/>
                    </a:lnTo>
                    <a:lnTo>
                      <a:pt x="1253765" y="967963"/>
                    </a:ln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842804" y="5537574"/>
            <a:ext cx="2026293" cy="795591"/>
            <a:chOff x="842804" y="5537574"/>
            <a:chExt cx="2026293" cy="795591"/>
          </a:xfrm>
        </p:grpSpPr>
        <p:sp>
          <p:nvSpPr>
            <p:cNvPr id="108" name="矩形 107"/>
            <p:cNvSpPr/>
            <p:nvPr/>
          </p:nvSpPr>
          <p:spPr>
            <a:xfrm>
              <a:off x="842804" y="5537574"/>
              <a:ext cx="1961322" cy="3416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856475" y="5976272"/>
              <a:ext cx="2012622" cy="3568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选定母婴品类为首个试点，完成初步数据建模</a:t>
              </a:r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1326267" y="5588521"/>
              <a:ext cx="994396" cy="227602"/>
              <a:chOff x="1267653" y="5588521"/>
              <a:chExt cx="994396" cy="227602"/>
            </a:xfrm>
          </p:grpSpPr>
          <p:sp>
            <p:nvSpPr>
              <p:cNvPr id="109" name="文本框 108"/>
              <p:cNvSpPr txBox="1"/>
              <p:nvPr/>
            </p:nvSpPr>
            <p:spPr>
              <a:xfrm>
                <a:off x="1543904" y="5600679"/>
                <a:ext cx="718145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试点启动</a:t>
                </a:r>
              </a:p>
            </p:txBody>
          </p:sp>
          <p:sp>
            <p:nvSpPr>
              <p:cNvPr id="127" name="图形 125"/>
              <p:cNvSpPr/>
              <p:nvPr/>
            </p:nvSpPr>
            <p:spPr>
              <a:xfrm>
                <a:off x="1267653" y="5588521"/>
                <a:ext cx="218634" cy="218607"/>
              </a:xfrm>
              <a:custGeom>
                <a:avLst/>
                <a:gdLst>
                  <a:gd name="connsiteX0" fmla="*/ 718145 w 718145"/>
                  <a:gd name="connsiteY0" fmla="*/ 605082 h 718055"/>
                  <a:gd name="connsiteX1" fmla="*/ 359073 w 718145"/>
                  <a:gd name="connsiteY1" fmla="*/ 718055 h 718055"/>
                  <a:gd name="connsiteX2" fmla="*/ 0 w 718145"/>
                  <a:gd name="connsiteY2" fmla="*/ 605082 h 718055"/>
                  <a:gd name="connsiteX3" fmla="*/ 198971 w 718145"/>
                  <a:gd name="connsiteY3" fmla="*/ 503105 h 718055"/>
                  <a:gd name="connsiteX4" fmla="*/ 217370 w 718145"/>
                  <a:gd name="connsiteY4" fmla="*/ 517082 h 718055"/>
                  <a:gd name="connsiteX5" fmla="*/ 217374 w 718145"/>
                  <a:gd name="connsiteY5" fmla="*/ 517109 h 718055"/>
                  <a:gd name="connsiteX6" fmla="*/ 203594 w 718145"/>
                  <a:gd name="connsiteY6" fmla="*/ 535871 h 718055"/>
                  <a:gd name="connsiteX7" fmla="*/ 32586 w 718145"/>
                  <a:gd name="connsiteY7" fmla="*/ 605082 h 718055"/>
                  <a:gd name="connsiteX8" fmla="*/ 359073 w 718145"/>
                  <a:gd name="connsiteY8" fmla="*/ 684931 h 718055"/>
                  <a:gd name="connsiteX9" fmla="*/ 685604 w 718145"/>
                  <a:gd name="connsiteY9" fmla="*/ 605082 h 718055"/>
                  <a:gd name="connsiteX10" fmla="*/ 512890 w 718145"/>
                  <a:gd name="connsiteY10" fmla="*/ 535646 h 718055"/>
                  <a:gd name="connsiteX11" fmla="*/ 499066 w 718145"/>
                  <a:gd name="connsiteY11" fmla="*/ 516885 h 718055"/>
                  <a:gd name="connsiteX12" fmla="*/ 517468 w 718145"/>
                  <a:gd name="connsiteY12" fmla="*/ 502836 h 718055"/>
                  <a:gd name="connsiteX13" fmla="*/ 718145 w 718145"/>
                  <a:gd name="connsiteY13" fmla="*/ 605082 h 718055"/>
                  <a:gd name="connsiteX14" fmla="*/ 290220 w 718145"/>
                  <a:gd name="connsiteY14" fmla="*/ 211224 h 718055"/>
                  <a:gd name="connsiteX15" fmla="*/ 359073 w 718145"/>
                  <a:gd name="connsiteY15" fmla="*/ 141071 h 718055"/>
                  <a:gd name="connsiteX16" fmla="*/ 427925 w 718145"/>
                  <a:gd name="connsiteY16" fmla="*/ 211224 h 718055"/>
                  <a:gd name="connsiteX17" fmla="*/ 359073 w 718145"/>
                  <a:gd name="connsiteY17" fmla="*/ 281333 h 718055"/>
                  <a:gd name="connsiteX18" fmla="*/ 290220 w 718145"/>
                  <a:gd name="connsiteY18" fmla="*/ 211180 h 718055"/>
                  <a:gd name="connsiteX19" fmla="*/ 290220 w 718145"/>
                  <a:gd name="connsiteY19" fmla="*/ 211224 h 718055"/>
                  <a:gd name="connsiteX20" fmla="*/ 460466 w 718145"/>
                  <a:gd name="connsiteY20" fmla="*/ 211224 h 718055"/>
                  <a:gd name="connsiteX21" fmla="*/ 359073 w 718145"/>
                  <a:gd name="connsiteY21" fmla="*/ 107901 h 718055"/>
                  <a:gd name="connsiteX22" fmla="*/ 257635 w 718145"/>
                  <a:gd name="connsiteY22" fmla="*/ 211224 h 718055"/>
                  <a:gd name="connsiteX23" fmla="*/ 359073 w 718145"/>
                  <a:gd name="connsiteY23" fmla="*/ 314503 h 718055"/>
                  <a:gd name="connsiteX24" fmla="*/ 460511 w 718145"/>
                  <a:gd name="connsiteY24" fmla="*/ 211224 h 718055"/>
                  <a:gd name="connsiteX25" fmla="*/ 460466 w 718145"/>
                  <a:gd name="connsiteY25" fmla="*/ 211224 h 718055"/>
                  <a:gd name="connsiteX26" fmla="*/ 359073 w 718145"/>
                  <a:gd name="connsiteY26" fmla="*/ 33124 h 718055"/>
                  <a:gd name="connsiteX27" fmla="*/ 540673 w 718145"/>
                  <a:gd name="connsiteY27" fmla="*/ 218137 h 718055"/>
                  <a:gd name="connsiteX28" fmla="*/ 358938 w 718145"/>
                  <a:gd name="connsiteY28" fmla="*/ 561634 h 718055"/>
                  <a:gd name="connsiteX29" fmla="*/ 177472 w 718145"/>
                  <a:gd name="connsiteY29" fmla="*/ 218137 h 718055"/>
                  <a:gd name="connsiteX30" fmla="*/ 359073 w 718145"/>
                  <a:gd name="connsiteY30" fmla="*/ 33124 h 718055"/>
                  <a:gd name="connsiteX31" fmla="*/ 359073 w 718145"/>
                  <a:gd name="connsiteY31" fmla="*/ 33169 h 718055"/>
                  <a:gd name="connsiteX32" fmla="*/ 359073 w 718145"/>
                  <a:gd name="connsiteY32" fmla="*/ 33124 h 718055"/>
                  <a:gd name="connsiteX33" fmla="*/ 347941 w 718145"/>
                  <a:gd name="connsiteY33" fmla="*/ 597182 h 718055"/>
                  <a:gd name="connsiteX34" fmla="*/ 359162 w 718145"/>
                  <a:gd name="connsiteY34" fmla="*/ 607865 h 718055"/>
                  <a:gd name="connsiteX35" fmla="*/ 370249 w 718145"/>
                  <a:gd name="connsiteY35" fmla="*/ 597003 h 718055"/>
                  <a:gd name="connsiteX36" fmla="*/ 573170 w 718145"/>
                  <a:gd name="connsiteY36" fmla="*/ 218181 h 718055"/>
                  <a:gd name="connsiteX37" fmla="*/ 359073 w 718145"/>
                  <a:gd name="connsiteY37" fmla="*/ 0 h 718055"/>
                  <a:gd name="connsiteX38" fmla="*/ 144931 w 718145"/>
                  <a:gd name="connsiteY38" fmla="*/ 218137 h 718055"/>
                  <a:gd name="connsiteX39" fmla="*/ 347986 w 718145"/>
                  <a:gd name="connsiteY39" fmla="*/ 597182 h 718055"/>
                  <a:gd name="connsiteX40" fmla="*/ 347941 w 718145"/>
                  <a:gd name="connsiteY40" fmla="*/ 597182 h 718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18145" h="718055">
                    <a:moveTo>
                      <a:pt x="718145" y="605082"/>
                    </a:moveTo>
                    <a:cubicBezTo>
                      <a:pt x="718145" y="679275"/>
                      <a:pt x="537487" y="718055"/>
                      <a:pt x="359073" y="718055"/>
                    </a:cubicBezTo>
                    <a:cubicBezTo>
                      <a:pt x="180613" y="718055"/>
                      <a:pt x="0" y="679231"/>
                      <a:pt x="0" y="605082"/>
                    </a:cubicBezTo>
                    <a:cubicBezTo>
                      <a:pt x="0" y="539237"/>
                      <a:pt x="139141" y="511813"/>
                      <a:pt x="198971" y="503105"/>
                    </a:cubicBezTo>
                    <a:cubicBezTo>
                      <a:pt x="207911" y="501884"/>
                      <a:pt x="216149" y="508142"/>
                      <a:pt x="217370" y="517082"/>
                    </a:cubicBezTo>
                    <a:cubicBezTo>
                      <a:pt x="217371" y="517091"/>
                      <a:pt x="217372" y="517100"/>
                      <a:pt x="217374" y="517109"/>
                    </a:cubicBezTo>
                    <a:cubicBezTo>
                      <a:pt x="218720" y="526086"/>
                      <a:pt x="212526" y="534479"/>
                      <a:pt x="203594" y="535871"/>
                    </a:cubicBezTo>
                    <a:cubicBezTo>
                      <a:pt x="78996" y="554094"/>
                      <a:pt x="32586" y="587981"/>
                      <a:pt x="32586" y="605082"/>
                    </a:cubicBezTo>
                    <a:cubicBezTo>
                      <a:pt x="32586" y="637668"/>
                      <a:pt x="159742" y="684931"/>
                      <a:pt x="359073" y="684931"/>
                    </a:cubicBezTo>
                    <a:cubicBezTo>
                      <a:pt x="558358" y="684931"/>
                      <a:pt x="685604" y="637668"/>
                      <a:pt x="685604" y="605082"/>
                    </a:cubicBezTo>
                    <a:cubicBezTo>
                      <a:pt x="685604" y="587847"/>
                      <a:pt x="638700" y="553780"/>
                      <a:pt x="512890" y="535646"/>
                    </a:cubicBezTo>
                    <a:cubicBezTo>
                      <a:pt x="503917" y="534241"/>
                      <a:pt x="497750" y="525871"/>
                      <a:pt x="499066" y="516885"/>
                    </a:cubicBezTo>
                    <a:cubicBezTo>
                      <a:pt x="500278" y="507908"/>
                      <a:pt x="508492" y="501624"/>
                      <a:pt x="517468" y="502836"/>
                    </a:cubicBezTo>
                    <a:cubicBezTo>
                      <a:pt x="577793" y="511499"/>
                      <a:pt x="718145" y="538878"/>
                      <a:pt x="718145" y="605082"/>
                    </a:cubicBezTo>
                    <a:close/>
                    <a:moveTo>
                      <a:pt x="290220" y="211224"/>
                    </a:moveTo>
                    <a:cubicBezTo>
                      <a:pt x="290220" y="172534"/>
                      <a:pt x="321101" y="141071"/>
                      <a:pt x="359073" y="141071"/>
                    </a:cubicBezTo>
                    <a:cubicBezTo>
                      <a:pt x="397000" y="141071"/>
                      <a:pt x="427925" y="172534"/>
                      <a:pt x="427925" y="211224"/>
                    </a:cubicBezTo>
                    <a:cubicBezTo>
                      <a:pt x="427925" y="249914"/>
                      <a:pt x="397000" y="281333"/>
                      <a:pt x="359073" y="281333"/>
                    </a:cubicBezTo>
                    <a:cubicBezTo>
                      <a:pt x="321101" y="281333"/>
                      <a:pt x="290220" y="249870"/>
                      <a:pt x="290220" y="211180"/>
                    </a:cubicBezTo>
                    <a:lnTo>
                      <a:pt x="290220" y="211224"/>
                    </a:lnTo>
                    <a:close/>
                    <a:moveTo>
                      <a:pt x="460466" y="211224"/>
                    </a:moveTo>
                    <a:cubicBezTo>
                      <a:pt x="460466" y="154222"/>
                      <a:pt x="414998" y="107901"/>
                      <a:pt x="359073" y="107901"/>
                    </a:cubicBezTo>
                    <a:cubicBezTo>
                      <a:pt x="303147" y="107901"/>
                      <a:pt x="257635" y="154222"/>
                      <a:pt x="257635" y="211224"/>
                    </a:cubicBezTo>
                    <a:cubicBezTo>
                      <a:pt x="257635" y="268227"/>
                      <a:pt x="303192" y="314503"/>
                      <a:pt x="359073" y="314503"/>
                    </a:cubicBezTo>
                    <a:cubicBezTo>
                      <a:pt x="414998" y="314503"/>
                      <a:pt x="460511" y="268182"/>
                      <a:pt x="460511" y="211224"/>
                    </a:cubicBezTo>
                    <a:lnTo>
                      <a:pt x="460466" y="211224"/>
                    </a:lnTo>
                    <a:close/>
                    <a:moveTo>
                      <a:pt x="359073" y="33124"/>
                    </a:moveTo>
                    <a:cubicBezTo>
                      <a:pt x="459164" y="33124"/>
                      <a:pt x="540673" y="116115"/>
                      <a:pt x="540673" y="218137"/>
                    </a:cubicBezTo>
                    <a:cubicBezTo>
                      <a:pt x="540673" y="359432"/>
                      <a:pt x="399962" y="518231"/>
                      <a:pt x="358938" y="561634"/>
                    </a:cubicBezTo>
                    <a:cubicBezTo>
                      <a:pt x="317734" y="519039"/>
                      <a:pt x="177472" y="363426"/>
                      <a:pt x="177472" y="218137"/>
                    </a:cubicBezTo>
                    <a:cubicBezTo>
                      <a:pt x="177472" y="116160"/>
                      <a:pt x="258936" y="33124"/>
                      <a:pt x="359073" y="33124"/>
                    </a:cubicBezTo>
                    <a:lnTo>
                      <a:pt x="359073" y="33169"/>
                    </a:lnTo>
                    <a:lnTo>
                      <a:pt x="359073" y="33124"/>
                    </a:lnTo>
                    <a:close/>
                    <a:moveTo>
                      <a:pt x="347941" y="597182"/>
                    </a:moveTo>
                    <a:lnTo>
                      <a:pt x="359162" y="607865"/>
                    </a:lnTo>
                    <a:lnTo>
                      <a:pt x="370249" y="597003"/>
                    </a:lnTo>
                    <a:cubicBezTo>
                      <a:pt x="378552" y="588924"/>
                      <a:pt x="573170" y="397000"/>
                      <a:pt x="573170" y="218181"/>
                    </a:cubicBezTo>
                    <a:cubicBezTo>
                      <a:pt x="573170" y="97847"/>
                      <a:pt x="477118" y="0"/>
                      <a:pt x="359073" y="0"/>
                    </a:cubicBezTo>
                    <a:cubicBezTo>
                      <a:pt x="241027" y="0"/>
                      <a:pt x="144931" y="97847"/>
                      <a:pt x="144931" y="218137"/>
                    </a:cubicBezTo>
                    <a:cubicBezTo>
                      <a:pt x="144931" y="401802"/>
                      <a:pt x="339638" y="589238"/>
                      <a:pt x="347986" y="597182"/>
                    </a:cubicBezTo>
                    <a:lnTo>
                      <a:pt x="347941" y="597182"/>
                    </a:lnTo>
                    <a:close/>
                  </a:path>
                </a:pathLst>
              </a:custGeom>
              <a:solidFill>
                <a:schemeClr val="bg1"/>
              </a:solidFill>
              <a:ln w="6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sp>
        <p:nvSpPr>
          <p:cNvPr id="11" name="矩形 10"/>
          <p:cNvSpPr/>
          <p:nvPr/>
        </p:nvSpPr>
        <p:spPr>
          <a:xfrm>
            <a:off x="3590999" y="3505293"/>
            <a:ext cx="1961322" cy="341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04670" y="3943991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实现跨平台用户行为数据整合，标签准确率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50719" y="356839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数据打通</a:t>
            </a:r>
          </a:p>
        </p:txBody>
      </p:sp>
      <p:sp>
        <p:nvSpPr>
          <p:cNvPr id="20" name="矩形 19"/>
          <p:cNvSpPr/>
          <p:nvPr/>
        </p:nvSpPr>
        <p:spPr>
          <a:xfrm>
            <a:off x="3590999" y="2489152"/>
            <a:ext cx="1961322" cy="341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04670" y="2927850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上线智能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客服系统，全渠道响应效率提升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51119" y="2552257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系统升级</a:t>
            </a:r>
          </a:p>
        </p:txBody>
      </p:sp>
      <p:sp>
        <p:nvSpPr>
          <p:cNvPr id="30" name="矩形 29"/>
          <p:cNvSpPr/>
          <p:nvPr/>
        </p:nvSpPr>
        <p:spPr>
          <a:xfrm>
            <a:off x="3590999" y="4521434"/>
            <a:ext cx="1961322" cy="341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604670" y="496013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通过多版本文案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A/B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测试，优化落地页设计，转化率提升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19%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346161" y="458453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内容优化</a:t>
            </a:r>
          </a:p>
        </p:txBody>
      </p:sp>
      <p:sp>
        <p:nvSpPr>
          <p:cNvPr id="36" name="矩形 35"/>
          <p:cNvSpPr/>
          <p:nvPr/>
        </p:nvSpPr>
        <p:spPr>
          <a:xfrm>
            <a:off x="3590999" y="5537574"/>
            <a:ext cx="1961322" cy="341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604670" y="597627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全面排查系统隐患，修复核心数据安全漏洞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4350713" y="560067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风险管控</a:t>
            </a:r>
          </a:p>
        </p:txBody>
      </p:sp>
      <p:sp>
        <p:nvSpPr>
          <p:cNvPr id="103" name="矩形 102"/>
          <p:cNvSpPr/>
          <p:nvPr/>
        </p:nvSpPr>
        <p:spPr>
          <a:xfrm>
            <a:off x="6371679" y="2489152"/>
            <a:ext cx="1961322" cy="3416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6385350" y="2927850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数字化整合营销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campaign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助推新品销售额破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1200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ROI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1:5.2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7131799" y="2552257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爆品突围</a:t>
            </a:r>
          </a:p>
        </p:txBody>
      </p:sp>
      <p:sp>
        <p:nvSpPr>
          <p:cNvPr id="126" name="矩形 125"/>
          <p:cNvSpPr/>
          <p:nvPr/>
        </p:nvSpPr>
        <p:spPr>
          <a:xfrm>
            <a:off x="6371679" y="3505293"/>
            <a:ext cx="1961322" cy="3416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6385350" y="3943991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企业微信精细化运营沉淀高价值客户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3.8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万，复购率提升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18%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7131399" y="356839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私域增长</a:t>
            </a:r>
          </a:p>
        </p:txBody>
      </p:sp>
      <p:sp>
        <p:nvSpPr>
          <p:cNvPr id="137" name="矩形 136"/>
          <p:cNvSpPr/>
          <p:nvPr/>
        </p:nvSpPr>
        <p:spPr>
          <a:xfrm>
            <a:off x="6371679" y="4521434"/>
            <a:ext cx="1961322" cy="3416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6385350" y="496013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上线智能签约电子化工具系统，合同周期缩短至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天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7126841" y="458453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流程简化</a:t>
            </a:r>
          </a:p>
        </p:txBody>
      </p:sp>
      <p:sp>
        <p:nvSpPr>
          <p:cNvPr id="143" name="矩形 142"/>
          <p:cNvSpPr/>
          <p:nvPr/>
        </p:nvSpPr>
        <p:spPr>
          <a:xfrm>
            <a:off x="6371679" y="5537574"/>
            <a:ext cx="1961322" cy="3416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6385350" y="597627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实时监测行业头部竞品动态，精准调整关键词投放策略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7131393" y="560067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竞品复盘</a:t>
            </a:r>
          </a:p>
        </p:txBody>
      </p:sp>
      <p:sp>
        <p:nvSpPr>
          <p:cNvPr id="149" name="矩形 148"/>
          <p:cNvSpPr/>
          <p:nvPr/>
        </p:nvSpPr>
        <p:spPr>
          <a:xfrm>
            <a:off x="9152358" y="2489152"/>
            <a:ext cx="1961322" cy="3416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9166029" y="2927850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全年线上全域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GMV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总额突破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2.4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亿元，超额完成既定目标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12%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9912478" y="2552257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年终复盘</a:t>
            </a:r>
          </a:p>
        </p:txBody>
      </p:sp>
      <p:sp>
        <p:nvSpPr>
          <p:cNvPr id="159" name="矩形 158"/>
          <p:cNvSpPr/>
          <p:nvPr/>
        </p:nvSpPr>
        <p:spPr>
          <a:xfrm>
            <a:off x="9152358" y="3505293"/>
            <a:ext cx="1961322" cy="3416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166029" y="3943991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搭建数字化人才认证体系，覆盖核心岗位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个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9912078" y="356839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能力沉淀</a:t>
            </a:r>
          </a:p>
        </p:txBody>
      </p:sp>
      <p:sp>
        <p:nvSpPr>
          <p:cNvPr id="165" name="矩形 164"/>
          <p:cNvSpPr/>
          <p:nvPr/>
        </p:nvSpPr>
        <p:spPr>
          <a:xfrm>
            <a:off x="9152358" y="4521434"/>
            <a:ext cx="1961322" cy="3416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9166029" y="496013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成功落地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个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营销实验项目，其中智能推荐模块贡献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GMV 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9907520" y="458453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创新孵化</a:t>
            </a:r>
          </a:p>
        </p:txBody>
      </p:sp>
      <p:sp>
        <p:nvSpPr>
          <p:cNvPr id="171" name="矩形 170"/>
          <p:cNvSpPr/>
          <p:nvPr/>
        </p:nvSpPr>
        <p:spPr>
          <a:xfrm>
            <a:off x="9152358" y="5537574"/>
            <a:ext cx="1961322" cy="3416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9166029" y="597627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完成从战略规划到落地执行的数字化评估模型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1.0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版本</a:t>
            </a:r>
          </a:p>
        </p:txBody>
      </p:sp>
      <p:sp>
        <p:nvSpPr>
          <p:cNvPr id="174" name="文本框 173"/>
          <p:cNvSpPr txBox="1"/>
          <p:nvPr/>
        </p:nvSpPr>
        <p:spPr>
          <a:xfrm>
            <a:off x="9912072" y="560067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体系构建</a:t>
            </a:r>
          </a:p>
        </p:txBody>
      </p:sp>
      <p:grpSp>
        <p:nvGrpSpPr>
          <p:cNvPr id="181" name="组合 180"/>
          <p:cNvGrpSpPr/>
          <p:nvPr/>
        </p:nvGrpSpPr>
        <p:grpSpPr>
          <a:xfrm>
            <a:off x="4062446" y="2542231"/>
            <a:ext cx="248497" cy="248661"/>
            <a:chOff x="0" y="4198"/>
            <a:chExt cx="1896749" cy="1898001"/>
          </a:xfrm>
          <a:solidFill>
            <a:schemeClr val="bg1"/>
          </a:solidFill>
        </p:grpSpPr>
        <p:sp>
          <p:nvSpPr>
            <p:cNvPr id="179" name="任意多边形: 形状 178"/>
            <p:cNvSpPr/>
            <p:nvPr/>
          </p:nvSpPr>
          <p:spPr>
            <a:xfrm>
              <a:off x="0" y="4198"/>
              <a:ext cx="1896749" cy="1898001"/>
            </a:xfrm>
            <a:custGeom>
              <a:avLst/>
              <a:gdLst>
                <a:gd name="connsiteX0" fmla="*/ 1896676 w 1896749"/>
                <a:gd name="connsiteY0" fmla="*/ 997991 h 1898001"/>
                <a:gd name="connsiteX1" fmla="*/ 1895277 w 1896749"/>
                <a:gd name="connsiteY1" fmla="*/ 904211 h 1898001"/>
                <a:gd name="connsiteX2" fmla="*/ 1842088 w 1896749"/>
                <a:gd name="connsiteY2" fmla="*/ 782436 h 1898001"/>
                <a:gd name="connsiteX3" fmla="*/ 1718914 w 1896749"/>
                <a:gd name="connsiteY3" fmla="*/ 733445 h 1898001"/>
                <a:gd name="connsiteX4" fmla="*/ 1672723 w 1896749"/>
                <a:gd name="connsiteY4" fmla="*/ 734846 h 1898001"/>
                <a:gd name="connsiteX5" fmla="*/ 1611136 w 1896749"/>
                <a:gd name="connsiteY5" fmla="*/ 590677 h 1898001"/>
                <a:gd name="connsiteX6" fmla="*/ 1650328 w 1896749"/>
                <a:gd name="connsiteY6" fmla="*/ 554284 h 1898001"/>
                <a:gd name="connsiteX7" fmla="*/ 1706315 w 1896749"/>
                <a:gd name="connsiteY7" fmla="*/ 433908 h 1898001"/>
                <a:gd name="connsiteX8" fmla="*/ 1660127 w 1896749"/>
                <a:gd name="connsiteY8" fmla="*/ 309336 h 1898001"/>
                <a:gd name="connsiteX9" fmla="*/ 1595740 w 1896749"/>
                <a:gd name="connsiteY9" fmla="*/ 239349 h 1898001"/>
                <a:gd name="connsiteX10" fmla="*/ 1350791 w 1896749"/>
                <a:gd name="connsiteY10" fmla="*/ 229553 h 1898001"/>
                <a:gd name="connsiteX11" fmla="*/ 1297604 w 1896749"/>
                <a:gd name="connsiteY11" fmla="*/ 278541 h 1898001"/>
                <a:gd name="connsiteX12" fmla="*/ 1161830 w 1896749"/>
                <a:gd name="connsiteY12" fmla="*/ 219754 h 1898001"/>
                <a:gd name="connsiteX13" fmla="*/ 1161830 w 1896749"/>
                <a:gd name="connsiteY13" fmla="*/ 173563 h 1898001"/>
                <a:gd name="connsiteX14" fmla="*/ 988266 w 1896749"/>
                <a:gd name="connsiteY14" fmla="*/ 0 h 1898001"/>
                <a:gd name="connsiteX15" fmla="*/ 895889 w 1896749"/>
                <a:gd name="connsiteY15" fmla="*/ 0 h 1898001"/>
                <a:gd name="connsiteX16" fmla="*/ 722325 w 1896749"/>
                <a:gd name="connsiteY16" fmla="*/ 173563 h 1898001"/>
                <a:gd name="connsiteX17" fmla="*/ 722325 w 1896749"/>
                <a:gd name="connsiteY17" fmla="*/ 209956 h 1898001"/>
                <a:gd name="connsiteX18" fmla="*/ 575356 w 1896749"/>
                <a:gd name="connsiteY18" fmla="*/ 265945 h 1898001"/>
                <a:gd name="connsiteX19" fmla="*/ 543162 w 1896749"/>
                <a:gd name="connsiteY19" fmla="*/ 235150 h 1898001"/>
                <a:gd name="connsiteX20" fmla="*/ 418588 w 1896749"/>
                <a:gd name="connsiteY20" fmla="*/ 188962 h 1898001"/>
                <a:gd name="connsiteX21" fmla="*/ 298213 w 1896749"/>
                <a:gd name="connsiteY21" fmla="*/ 244949 h 1898001"/>
                <a:gd name="connsiteX22" fmla="*/ 233827 w 1896749"/>
                <a:gd name="connsiteY22" fmla="*/ 314935 h 1898001"/>
                <a:gd name="connsiteX23" fmla="*/ 243625 w 1896749"/>
                <a:gd name="connsiteY23" fmla="*/ 559882 h 1898001"/>
                <a:gd name="connsiteX24" fmla="*/ 252023 w 1896749"/>
                <a:gd name="connsiteY24" fmla="*/ 566881 h 1898001"/>
                <a:gd name="connsiteX25" fmla="*/ 176439 w 1896749"/>
                <a:gd name="connsiteY25" fmla="*/ 740444 h 1898001"/>
                <a:gd name="connsiteX26" fmla="*/ 53265 w 1896749"/>
                <a:gd name="connsiteY26" fmla="*/ 789435 h 1898001"/>
                <a:gd name="connsiteX27" fmla="*/ 75 w 1896749"/>
                <a:gd name="connsiteY27" fmla="*/ 911210 h 1898001"/>
                <a:gd name="connsiteX28" fmla="*/ 75 w 1896749"/>
                <a:gd name="connsiteY28" fmla="*/ 1003589 h 1898001"/>
                <a:gd name="connsiteX29" fmla="*/ 49064 w 1896749"/>
                <a:gd name="connsiteY29" fmla="*/ 1126763 h 1898001"/>
                <a:gd name="connsiteX30" fmla="*/ 170839 w 1896749"/>
                <a:gd name="connsiteY30" fmla="*/ 1179952 h 1898001"/>
                <a:gd name="connsiteX31" fmla="*/ 175038 w 1896749"/>
                <a:gd name="connsiteY31" fmla="*/ 1179952 h 1898001"/>
                <a:gd name="connsiteX32" fmla="*/ 245024 w 1896749"/>
                <a:gd name="connsiteY32" fmla="*/ 1347918 h 1898001"/>
                <a:gd name="connsiteX33" fmla="*/ 235226 w 1896749"/>
                <a:gd name="connsiteY33" fmla="*/ 1359115 h 1898001"/>
                <a:gd name="connsiteX34" fmla="*/ 189033 w 1896749"/>
                <a:gd name="connsiteY34" fmla="*/ 1483688 h 1898001"/>
                <a:gd name="connsiteX35" fmla="*/ 245022 w 1896749"/>
                <a:gd name="connsiteY35" fmla="*/ 1604064 h 1898001"/>
                <a:gd name="connsiteX36" fmla="*/ 315009 w 1896749"/>
                <a:gd name="connsiteY36" fmla="*/ 1668451 h 1898001"/>
                <a:gd name="connsiteX37" fmla="*/ 432583 w 1896749"/>
                <a:gd name="connsiteY37" fmla="*/ 1714640 h 1898001"/>
                <a:gd name="connsiteX38" fmla="*/ 559957 w 1896749"/>
                <a:gd name="connsiteY38" fmla="*/ 1658652 h 1898001"/>
                <a:gd name="connsiteX39" fmla="*/ 562755 w 1896749"/>
                <a:gd name="connsiteY39" fmla="*/ 1655852 h 1898001"/>
                <a:gd name="connsiteX40" fmla="*/ 727921 w 1896749"/>
                <a:gd name="connsiteY40" fmla="*/ 1720239 h 1898001"/>
                <a:gd name="connsiteX41" fmla="*/ 727921 w 1896749"/>
                <a:gd name="connsiteY41" fmla="*/ 1724438 h 1898001"/>
                <a:gd name="connsiteX42" fmla="*/ 901485 w 1896749"/>
                <a:gd name="connsiteY42" fmla="*/ 1898001 h 1898001"/>
                <a:gd name="connsiteX43" fmla="*/ 995265 w 1896749"/>
                <a:gd name="connsiteY43" fmla="*/ 1898001 h 1898001"/>
                <a:gd name="connsiteX44" fmla="*/ 1168828 w 1896749"/>
                <a:gd name="connsiteY44" fmla="*/ 1724438 h 1898001"/>
                <a:gd name="connsiteX45" fmla="*/ 1168828 w 1896749"/>
                <a:gd name="connsiteY45" fmla="*/ 1707641 h 1898001"/>
                <a:gd name="connsiteX46" fmla="*/ 1325596 w 1896749"/>
                <a:gd name="connsiteY46" fmla="*/ 1637656 h 1898001"/>
                <a:gd name="connsiteX47" fmla="*/ 1339594 w 1896749"/>
                <a:gd name="connsiteY47" fmla="*/ 1653053 h 1898001"/>
                <a:gd name="connsiteX48" fmla="*/ 1459968 w 1896749"/>
                <a:gd name="connsiteY48" fmla="*/ 1709042 h 1898001"/>
                <a:gd name="connsiteX49" fmla="*/ 1584542 w 1896749"/>
                <a:gd name="connsiteY49" fmla="*/ 1662851 h 1898001"/>
                <a:gd name="connsiteX50" fmla="*/ 1654527 w 1896749"/>
                <a:gd name="connsiteY50" fmla="*/ 1598464 h 1898001"/>
                <a:gd name="connsiteX51" fmla="*/ 1710516 w 1896749"/>
                <a:gd name="connsiteY51" fmla="*/ 1478090 h 1898001"/>
                <a:gd name="connsiteX52" fmla="*/ 1664324 w 1896749"/>
                <a:gd name="connsiteY52" fmla="*/ 1353516 h 1898001"/>
                <a:gd name="connsiteX53" fmla="*/ 1627933 w 1896749"/>
                <a:gd name="connsiteY53" fmla="*/ 1314324 h 1898001"/>
                <a:gd name="connsiteX54" fmla="*/ 1681121 w 1896749"/>
                <a:gd name="connsiteY54" fmla="*/ 1175753 h 1898001"/>
                <a:gd name="connsiteX55" fmla="*/ 1728712 w 1896749"/>
                <a:gd name="connsiteY55" fmla="*/ 1174354 h 1898001"/>
                <a:gd name="connsiteX56" fmla="*/ 1896676 w 1896749"/>
                <a:gd name="connsiteY56" fmla="*/ 997991 h 1898001"/>
                <a:gd name="connsiteX57" fmla="*/ 1756705 w 1896749"/>
                <a:gd name="connsiteY57" fmla="*/ 1034383 h 1898001"/>
                <a:gd name="connsiteX58" fmla="*/ 1724512 w 1896749"/>
                <a:gd name="connsiteY58" fmla="*/ 1046980 h 1898001"/>
                <a:gd name="connsiteX59" fmla="*/ 1629332 w 1896749"/>
                <a:gd name="connsiteY59" fmla="*/ 1048381 h 1898001"/>
                <a:gd name="connsiteX60" fmla="*/ 1569144 w 1896749"/>
                <a:gd name="connsiteY60" fmla="*/ 1098770 h 1898001"/>
                <a:gd name="connsiteX61" fmla="*/ 1494961 w 1896749"/>
                <a:gd name="connsiteY61" fmla="*/ 1290530 h 1898001"/>
                <a:gd name="connsiteX62" fmla="*/ 1503359 w 1896749"/>
                <a:gd name="connsiteY62" fmla="*/ 1364713 h 1898001"/>
                <a:gd name="connsiteX63" fmla="*/ 1570545 w 1896749"/>
                <a:gd name="connsiteY63" fmla="*/ 1437499 h 1898001"/>
                <a:gd name="connsiteX64" fmla="*/ 1583142 w 1896749"/>
                <a:gd name="connsiteY64" fmla="*/ 1471092 h 1898001"/>
                <a:gd name="connsiteX65" fmla="*/ 1567745 w 1896749"/>
                <a:gd name="connsiteY65" fmla="*/ 1503285 h 1898001"/>
                <a:gd name="connsiteX66" fmla="*/ 1497759 w 1896749"/>
                <a:gd name="connsiteY66" fmla="*/ 1567672 h 1898001"/>
                <a:gd name="connsiteX67" fmla="*/ 1464167 w 1896749"/>
                <a:gd name="connsiteY67" fmla="*/ 1580268 h 1898001"/>
                <a:gd name="connsiteX68" fmla="*/ 1431973 w 1896749"/>
                <a:gd name="connsiteY68" fmla="*/ 1564872 h 1898001"/>
                <a:gd name="connsiteX69" fmla="*/ 1381584 w 1896749"/>
                <a:gd name="connsiteY69" fmla="*/ 1510284 h 1898001"/>
                <a:gd name="connsiteX70" fmla="*/ 1299003 w 1896749"/>
                <a:gd name="connsiteY70" fmla="*/ 1501884 h 1898001"/>
                <a:gd name="connsiteX71" fmla="*/ 1089045 w 1896749"/>
                <a:gd name="connsiteY71" fmla="*/ 1597065 h 1898001"/>
                <a:gd name="connsiteX72" fmla="*/ 1041457 w 1896749"/>
                <a:gd name="connsiteY72" fmla="*/ 1658652 h 1898001"/>
                <a:gd name="connsiteX73" fmla="*/ 1041457 w 1896749"/>
                <a:gd name="connsiteY73" fmla="*/ 1723039 h 1898001"/>
                <a:gd name="connsiteX74" fmla="*/ 993866 w 1896749"/>
                <a:gd name="connsiteY74" fmla="*/ 1770627 h 1898001"/>
                <a:gd name="connsiteX75" fmla="*/ 900086 w 1896749"/>
                <a:gd name="connsiteY75" fmla="*/ 1770627 h 1898001"/>
                <a:gd name="connsiteX76" fmla="*/ 852496 w 1896749"/>
                <a:gd name="connsiteY76" fmla="*/ 1723039 h 1898001"/>
                <a:gd name="connsiteX77" fmla="*/ 852496 w 1896749"/>
                <a:gd name="connsiteY77" fmla="*/ 1668451 h 1898001"/>
                <a:gd name="connsiteX78" fmla="*/ 800706 w 1896749"/>
                <a:gd name="connsiteY78" fmla="*/ 1606864 h 1898001"/>
                <a:gd name="connsiteX79" fmla="*/ 580952 w 1896749"/>
                <a:gd name="connsiteY79" fmla="*/ 1521481 h 1898001"/>
                <a:gd name="connsiteX80" fmla="*/ 501168 w 1896749"/>
                <a:gd name="connsiteY80" fmla="*/ 1532679 h 1898001"/>
                <a:gd name="connsiteX81" fmla="*/ 464776 w 1896749"/>
                <a:gd name="connsiteY81" fmla="*/ 1571871 h 1898001"/>
                <a:gd name="connsiteX82" fmla="*/ 398991 w 1896749"/>
                <a:gd name="connsiteY82" fmla="*/ 1574670 h 1898001"/>
                <a:gd name="connsiteX83" fmla="*/ 329004 w 1896749"/>
                <a:gd name="connsiteY83" fmla="*/ 1510284 h 1898001"/>
                <a:gd name="connsiteX84" fmla="*/ 313608 w 1896749"/>
                <a:gd name="connsiteY84" fmla="*/ 1478090 h 1898001"/>
                <a:gd name="connsiteX85" fmla="*/ 326206 w 1896749"/>
                <a:gd name="connsiteY85" fmla="*/ 1444498 h 1898001"/>
                <a:gd name="connsiteX86" fmla="*/ 368198 w 1896749"/>
                <a:gd name="connsiteY86" fmla="*/ 1398305 h 1898001"/>
                <a:gd name="connsiteX87" fmla="*/ 375195 w 1896749"/>
                <a:gd name="connsiteY87" fmla="*/ 1321324 h 1898001"/>
                <a:gd name="connsiteX88" fmla="*/ 284214 w 1896749"/>
                <a:gd name="connsiteY88" fmla="*/ 1104370 h 1898001"/>
                <a:gd name="connsiteX89" fmla="*/ 224028 w 1896749"/>
                <a:gd name="connsiteY89" fmla="*/ 1055379 h 1898001"/>
                <a:gd name="connsiteX90" fmla="*/ 170839 w 1896749"/>
                <a:gd name="connsiteY90" fmla="*/ 1053979 h 1898001"/>
                <a:gd name="connsiteX91" fmla="*/ 124648 w 1896749"/>
                <a:gd name="connsiteY91" fmla="*/ 1006391 h 1898001"/>
                <a:gd name="connsiteX92" fmla="*/ 126047 w 1896749"/>
                <a:gd name="connsiteY92" fmla="*/ 912610 h 1898001"/>
                <a:gd name="connsiteX93" fmla="*/ 138646 w 1896749"/>
                <a:gd name="connsiteY93" fmla="*/ 880415 h 1898001"/>
                <a:gd name="connsiteX94" fmla="*/ 173639 w 1896749"/>
                <a:gd name="connsiteY94" fmla="*/ 866418 h 1898001"/>
                <a:gd name="connsiteX95" fmla="*/ 222627 w 1896749"/>
                <a:gd name="connsiteY95" fmla="*/ 867819 h 1898001"/>
                <a:gd name="connsiteX96" fmla="*/ 285615 w 1896749"/>
                <a:gd name="connsiteY96" fmla="*/ 818828 h 1898001"/>
                <a:gd name="connsiteX97" fmla="*/ 384995 w 1896749"/>
                <a:gd name="connsiteY97" fmla="*/ 593476 h 1898001"/>
                <a:gd name="connsiteX98" fmla="*/ 375195 w 1896749"/>
                <a:gd name="connsiteY98" fmla="*/ 510893 h 1898001"/>
                <a:gd name="connsiteX99" fmla="*/ 327607 w 1896749"/>
                <a:gd name="connsiteY99" fmla="*/ 467503 h 1898001"/>
                <a:gd name="connsiteX100" fmla="*/ 324805 w 1896749"/>
                <a:gd name="connsiteY100" fmla="*/ 401717 h 1898001"/>
                <a:gd name="connsiteX101" fmla="*/ 389192 w 1896749"/>
                <a:gd name="connsiteY101" fmla="*/ 331730 h 1898001"/>
                <a:gd name="connsiteX102" fmla="*/ 421385 w 1896749"/>
                <a:gd name="connsiteY102" fmla="*/ 316334 h 1898001"/>
                <a:gd name="connsiteX103" fmla="*/ 454980 w 1896749"/>
                <a:gd name="connsiteY103" fmla="*/ 328931 h 1898001"/>
                <a:gd name="connsiteX104" fmla="*/ 520765 w 1896749"/>
                <a:gd name="connsiteY104" fmla="*/ 389119 h 1898001"/>
                <a:gd name="connsiteX105" fmla="*/ 594949 w 1896749"/>
                <a:gd name="connsiteY105" fmla="*/ 397516 h 1898001"/>
                <a:gd name="connsiteX106" fmla="*/ 795108 w 1896749"/>
                <a:gd name="connsiteY106" fmla="*/ 321932 h 1898001"/>
                <a:gd name="connsiteX107" fmla="*/ 845497 w 1896749"/>
                <a:gd name="connsiteY107" fmla="*/ 260345 h 1898001"/>
                <a:gd name="connsiteX108" fmla="*/ 845497 w 1896749"/>
                <a:gd name="connsiteY108" fmla="*/ 173563 h 1898001"/>
                <a:gd name="connsiteX109" fmla="*/ 893087 w 1896749"/>
                <a:gd name="connsiteY109" fmla="*/ 125976 h 1898001"/>
                <a:gd name="connsiteX110" fmla="*/ 986867 w 1896749"/>
                <a:gd name="connsiteY110" fmla="*/ 125976 h 1898001"/>
                <a:gd name="connsiteX111" fmla="*/ 1034457 w 1896749"/>
                <a:gd name="connsiteY111" fmla="*/ 173563 h 1898001"/>
                <a:gd name="connsiteX112" fmla="*/ 1034457 w 1896749"/>
                <a:gd name="connsiteY112" fmla="*/ 267344 h 1898001"/>
                <a:gd name="connsiteX113" fmla="*/ 1082047 w 1896749"/>
                <a:gd name="connsiteY113" fmla="*/ 328931 h 1898001"/>
                <a:gd name="connsiteX114" fmla="*/ 1271008 w 1896749"/>
                <a:gd name="connsiteY114" fmla="*/ 410115 h 1898001"/>
                <a:gd name="connsiteX115" fmla="*/ 1347991 w 1896749"/>
                <a:gd name="connsiteY115" fmla="*/ 403116 h 1898001"/>
                <a:gd name="connsiteX116" fmla="*/ 1436172 w 1896749"/>
                <a:gd name="connsiteY116" fmla="*/ 321932 h 1898001"/>
                <a:gd name="connsiteX117" fmla="*/ 1501960 w 1896749"/>
                <a:gd name="connsiteY117" fmla="*/ 324732 h 1898001"/>
                <a:gd name="connsiteX118" fmla="*/ 1566346 w 1896749"/>
                <a:gd name="connsiteY118" fmla="*/ 394718 h 1898001"/>
                <a:gd name="connsiteX119" fmla="*/ 1578943 w 1896749"/>
                <a:gd name="connsiteY119" fmla="*/ 428311 h 1898001"/>
                <a:gd name="connsiteX120" fmla="*/ 1563547 w 1896749"/>
                <a:gd name="connsiteY120" fmla="*/ 460504 h 1898001"/>
                <a:gd name="connsiteX121" fmla="*/ 1486561 w 1896749"/>
                <a:gd name="connsiteY121" fmla="*/ 531889 h 1898001"/>
                <a:gd name="connsiteX122" fmla="*/ 1476765 w 1896749"/>
                <a:gd name="connsiteY122" fmla="*/ 611672 h 1898001"/>
                <a:gd name="connsiteX123" fmla="*/ 1562146 w 1896749"/>
                <a:gd name="connsiteY123" fmla="*/ 813230 h 1898001"/>
                <a:gd name="connsiteX124" fmla="*/ 1625133 w 1896749"/>
                <a:gd name="connsiteY124" fmla="*/ 862219 h 1898001"/>
                <a:gd name="connsiteX125" fmla="*/ 1720313 w 1896749"/>
                <a:gd name="connsiteY125" fmla="*/ 860820 h 1898001"/>
                <a:gd name="connsiteX126" fmla="*/ 1753907 w 1896749"/>
                <a:gd name="connsiteY126" fmla="*/ 873417 h 1898001"/>
                <a:gd name="connsiteX127" fmla="*/ 1767902 w 1896749"/>
                <a:gd name="connsiteY127" fmla="*/ 907011 h 1898001"/>
                <a:gd name="connsiteX128" fmla="*/ 1769303 w 1896749"/>
                <a:gd name="connsiteY128" fmla="*/ 1000791 h 1898001"/>
                <a:gd name="connsiteX129" fmla="*/ 1756705 w 1896749"/>
                <a:gd name="connsiteY129" fmla="*/ 1034383 h 189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1896749" h="1898001">
                  <a:moveTo>
                    <a:pt x="1896676" y="997991"/>
                  </a:moveTo>
                  <a:lnTo>
                    <a:pt x="1895277" y="904211"/>
                  </a:lnTo>
                  <a:cubicBezTo>
                    <a:pt x="1893876" y="858020"/>
                    <a:pt x="1875680" y="814629"/>
                    <a:pt x="1842088" y="782436"/>
                  </a:cubicBezTo>
                  <a:cubicBezTo>
                    <a:pt x="1808495" y="750243"/>
                    <a:pt x="1765104" y="733445"/>
                    <a:pt x="1718914" y="733445"/>
                  </a:cubicBezTo>
                  <a:lnTo>
                    <a:pt x="1672723" y="734846"/>
                  </a:lnTo>
                  <a:cubicBezTo>
                    <a:pt x="1657327" y="684457"/>
                    <a:pt x="1636331" y="635466"/>
                    <a:pt x="1611136" y="590677"/>
                  </a:cubicBezTo>
                  <a:lnTo>
                    <a:pt x="1650328" y="554284"/>
                  </a:lnTo>
                  <a:cubicBezTo>
                    <a:pt x="1683921" y="523490"/>
                    <a:pt x="1703516" y="480099"/>
                    <a:pt x="1706315" y="433908"/>
                  </a:cubicBezTo>
                  <a:cubicBezTo>
                    <a:pt x="1707716" y="387720"/>
                    <a:pt x="1692320" y="342928"/>
                    <a:pt x="1660127" y="309336"/>
                  </a:cubicBezTo>
                  <a:lnTo>
                    <a:pt x="1595740" y="239349"/>
                  </a:lnTo>
                  <a:cubicBezTo>
                    <a:pt x="1531353" y="169365"/>
                    <a:pt x="1420776" y="165166"/>
                    <a:pt x="1350791" y="229553"/>
                  </a:cubicBezTo>
                  <a:lnTo>
                    <a:pt x="1297604" y="278541"/>
                  </a:lnTo>
                  <a:cubicBezTo>
                    <a:pt x="1254211" y="254747"/>
                    <a:pt x="1209421" y="235150"/>
                    <a:pt x="1161830" y="219754"/>
                  </a:cubicBezTo>
                  <a:lnTo>
                    <a:pt x="1161830" y="173563"/>
                  </a:lnTo>
                  <a:cubicBezTo>
                    <a:pt x="1161830" y="78384"/>
                    <a:pt x="1083447" y="0"/>
                    <a:pt x="988266" y="0"/>
                  </a:cubicBezTo>
                  <a:lnTo>
                    <a:pt x="895889" y="0"/>
                  </a:lnTo>
                  <a:cubicBezTo>
                    <a:pt x="800707" y="0"/>
                    <a:pt x="722325" y="78384"/>
                    <a:pt x="722325" y="173563"/>
                  </a:cubicBezTo>
                  <a:lnTo>
                    <a:pt x="722325" y="209956"/>
                  </a:lnTo>
                  <a:cubicBezTo>
                    <a:pt x="671936" y="223953"/>
                    <a:pt x="622945" y="242149"/>
                    <a:pt x="575356" y="265945"/>
                  </a:cubicBezTo>
                  <a:lnTo>
                    <a:pt x="543162" y="235150"/>
                  </a:lnTo>
                  <a:cubicBezTo>
                    <a:pt x="509570" y="204358"/>
                    <a:pt x="464778" y="187563"/>
                    <a:pt x="418588" y="188962"/>
                  </a:cubicBezTo>
                  <a:cubicBezTo>
                    <a:pt x="372399" y="190360"/>
                    <a:pt x="329008" y="209956"/>
                    <a:pt x="298213" y="244949"/>
                  </a:cubicBezTo>
                  <a:lnTo>
                    <a:pt x="233827" y="314935"/>
                  </a:lnTo>
                  <a:cubicBezTo>
                    <a:pt x="169440" y="384920"/>
                    <a:pt x="173641" y="495495"/>
                    <a:pt x="243625" y="559882"/>
                  </a:cubicBezTo>
                  <a:lnTo>
                    <a:pt x="252023" y="566881"/>
                  </a:lnTo>
                  <a:cubicBezTo>
                    <a:pt x="219829" y="621469"/>
                    <a:pt x="194635" y="678857"/>
                    <a:pt x="176439" y="740444"/>
                  </a:cubicBezTo>
                  <a:cubicBezTo>
                    <a:pt x="130250" y="740444"/>
                    <a:pt x="86859" y="757241"/>
                    <a:pt x="53265" y="789435"/>
                  </a:cubicBezTo>
                  <a:cubicBezTo>
                    <a:pt x="19670" y="821628"/>
                    <a:pt x="1474" y="865019"/>
                    <a:pt x="75" y="911210"/>
                  </a:cubicBezTo>
                  <a:lnTo>
                    <a:pt x="75" y="1003589"/>
                  </a:lnTo>
                  <a:cubicBezTo>
                    <a:pt x="-1325" y="1049782"/>
                    <a:pt x="16871" y="1093171"/>
                    <a:pt x="49064" y="1126763"/>
                  </a:cubicBezTo>
                  <a:cubicBezTo>
                    <a:pt x="81257" y="1160357"/>
                    <a:pt x="124648" y="1178553"/>
                    <a:pt x="170839" y="1179952"/>
                  </a:cubicBezTo>
                  <a:lnTo>
                    <a:pt x="175038" y="1179952"/>
                  </a:lnTo>
                  <a:cubicBezTo>
                    <a:pt x="191835" y="1238739"/>
                    <a:pt x="215631" y="1294728"/>
                    <a:pt x="245024" y="1347918"/>
                  </a:cubicBezTo>
                  <a:lnTo>
                    <a:pt x="235226" y="1359115"/>
                  </a:lnTo>
                  <a:cubicBezTo>
                    <a:pt x="204431" y="1392708"/>
                    <a:pt x="187634" y="1437499"/>
                    <a:pt x="189033" y="1483688"/>
                  </a:cubicBezTo>
                  <a:cubicBezTo>
                    <a:pt x="190434" y="1529881"/>
                    <a:pt x="210031" y="1573270"/>
                    <a:pt x="245022" y="1604064"/>
                  </a:cubicBezTo>
                  <a:lnTo>
                    <a:pt x="315009" y="1668451"/>
                  </a:lnTo>
                  <a:cubicBezTo>
                    <a:pt x="348601" y="1699243"/>
                    <a:pt x="390593" y="1714640"/>
                    <a:pt x="432583" y="1714640"/>
                  </a:cubicBezTo>
                  <a:cubicBezTo>
                    <a:pt x="478775" y="1714640"/>
                    <a:pt x="526363" y="1696445"/>
                    <a:pt x="559957" y="1658652"/>
                  </a:cubicBezTo>
                  <a:lnTo>
                    <a:pt x="562755" y="1655852"/>
                  </a:lnTo>
                  <a:cubicBezTo>
                    <a:pt x="615945" y="1683847"/>
                    <a:pt x="670533" y="1704843"/>
                    <a:pt x="727921" y="1720239"/>
                  </a:cubicBezTo>
                  <a:lnTo>
                    <a:pt x="727921" y="1724438"/>
                  </a:lnTo>
                  <a:cubicBezTo>
                    <a:pt x="727921" y="1819617"/>
                    <a:pt x="806305" y="1898001"/>
                    <a:pt x="901485" y="1898001"/>
                  </a:cubicBezTo>
                  <a:lnTo>
                    <a:pt x="995265" y="1898001"/>
                  </a:lnTo>
                  <a:cubicBezTo>
                    <a:pt x="1090446" y="1898001"/>
                    <a:pt x="1168828" y="1819617"/>
                    <a:pt x="1168828" y="1724438"/>
                  </a:cubicBezTo>
                  <a:lnTo>
                    <a:pt x="1168828" y="1707641"/>
                  </a:lnTo>
                  <a:cubicBezTo>
                    <a:pt x="1223418" y="1689447"/>
                    <a:pt x="1275207" y="1667050"/>
                    <a:pt x="1325596" y="1637656"/>
                  </a:cubicBezTo>
                  <a:lnTo>
                    <a:pt x="1339594" y="1653053"/>
                  </a:lnTo>
                  <a:cubicBezTo>
                    <a:pt x="1370386" y="1686647"/>
                    <a:pt x="1413777" y="1706242"/>
                    <a:pt x="1459968" y="1709042"/>
                  </a:cubicBezTo>
                  <a:cubicBezTo>
                    <a:pt x="1506158" y="1710441"/>
                    <a:pt x="1550948" y="1695044"/>
                    <a:pt x="1584542" y="1662851"/>
                  </a:cubicBezTo>
                  <a:lnTo>
                    <a:pt x="1654527" y="1598464"/>
                  </a:lnTo>
                  <a:cubicBezTo>
                    <a:pt x="1688119" y="1567672"/>
                    <a:pt x="1707714" y="1524281"/>
                    <a:pt x="1710516" y="1478090"/>
                  </a:cubicBezTo>
                  <a:cubicBezTo>
                    <a:pt x="1711915" y="1431900"/>
                    <a:pt x="1696519" y="1387110"/>
                    <a:pt x="1664324" y="1353516"/>
                  </a:cubicBezTo>
                  <a:lnTo>
                    <a:pt x="1627933" y="1314324"/>
                  </a:lnTo>
                  <a:cubicBezTo>
                    <a:pt x="1650328" y="1269534"/>
                    <a:pt x="1668524" y="1223343"/>
                    <a:pt x="1681121" y="1175753"/>
                  </a:cubicBezTo>
                  <a:lnTo>
                    <a:pt x="1728712" y="1174354"/>
                  </a:lnTo>
                  <a:cubicBezTo>
                    <a:pt x="1822493" y="1172954"/>
                    <a:pt x="1899474" y="1093171"/>
                    <a:pt x="1896676" y="997991"/>
                  </a:cubicBezTo>
                  <a:close/>
                  <a:moveTo>
                    <a:pt x="1756705" y="1034383"/>
                  </a:moveTo>
                  <a:cubicBezTo>
                    <a:pt x="1748307" y="1042781"/>
                    <a:pt x="1735711" y="1046980"/>
                    <a:pt x="1724512" y="1046980"/>
                  </a:cubicBezTo>
                  <a:lnTo>
                    <a:pt x="1629332" y="1048381"/>
                  </a:lnTo>
                  <a:cubicBezTo>
                    <a:pt x="1599939" y="1048381"/>
                    <a:pt x="1574744" y="1069377"/>
                    <a:pt x="1569144" y="1098770"/>
                  </a:cubicBezTo>
                  <a:cubicBezTo>
                    <a:pt x="1555147" y="1165955"/>
                    <a:pt x="1529954" y="1231743"/>
                    <a:pt x="1494961" y="1290530"/>
                  </a:cubicBezTo>
                  <a:cubicBezTo>
                    <a:pt x="1480964" y="1314324"/>
                    <a:pt x="1483762" y="1345118"/>
                    <a:pt x="1503359" y="1364713"/>
                  </a:cubicBezTo>
                  <a:lnTo>
                    <a:pt x="1570545" y="1437499"/>
                  </a:lnTo>
                  <a:cubicBezTo>
                    <a:pt x="1578943" y="1447296"/>
                    <a:pt x="1583142" y="1458493"/>
                    <a:pt x="1583142" y="1471092"/>
                  </a:cubicBezTo>
                  <a:cubicBezTo>
                    <a:pt x="1583142" y="1483688"/>
                    <a:pt x="1577542" y="1494886"/>
                    <a:pt x="1567745" y="1503285"/>
                  </a:cubicBezTo>
                  <a:lnTo>
                    <a:pt x="1497759" y="1567672"/>
                  </a:lnTo>
                  <a:cubicBezTo>
                    <a:pt x="1487962" y="1576069"/>
                    <a:pt x="1476765" y="1580268"/>
                    <a:pt x="1464167" y="1580268"/>
                  </a:cubicBezTo>
                  <a:cubicBezTo>
                    <a:pt x="1451570" y="1580268"/>
                    <a:pt x="1440373" y="1574669"/>
                    <a:pt x="1431973" y="1564872"/>
                  </a:cubicBezTo>
                  <a:lnTo>
                    <a:pt x="1381584" y="1510284"/>
                  </a:lnTo>
                  <a:cubicBezTo>
                    <a:pt x="1360590" y="1486490"/>
                    <a:pt x="1325596" y="1483688"/>
                    <a:pt x="1299003" y="1501884"/>
                  </a:cubicBezTo>
                  <a:cubicBezTo>
                    <a:pt x="1234616" y="1546676"/>
                    <a:pt x="1164629" y="1578869"/>
                    <a:pt x="1089045" y="1597065"/>
                  </a:cubicBezTo>
                  <a:cubicBezTo>
                    <a:pt x="1061053" y="1604064"/>
                    <a:pt x="1041457" y="1629259"/>
                    <a:pt x="1041457" y="1658652"/>
                  </a:cubicBezTo>
                  <a:lnTo>
                    <a:pt x="1041457" y="1723039"/>
                  </a:lnTo>
                  <a:cubicBezTo>
                    <a:pt x="1041457" y="1749633"/>
                    <a:pt x="1020460" y="1770627"/>
                    <a:pt x="993866" y="1770627"/>
                  </a:cubicBezTo>
                  <a:lnTo>
                    <a:pt x="900086" y="1770627"/>
                  </a:lnTo>
                  <a:cubicBezTo>
                    <a:pt x="873492" y="1770627"/>
                    <a:pt x="852496" y="1749633"/>
                    <a:pt x="852496" y="1723039"/>
                  </a:cubicBezTo>
                  <a:lnTo>
                    <a:pt x="852496" y="1668451"/>
                  </a:lnTo>
                  <a:cubicBezTo>
                    <a:pt x="852496" y="1637656"/>
                    <a:pt x="831500" y="1612462"/>
                    <a:pt x="800706" y="1606864"/>
                  </a:cubicBezTo>
                  <a:cubicBezTo>
                    <a:pt x="722323" y="1591466"/>
                    <a:pt x="649537" y="1563473"/>
                    <a:pt x="580952" y="1521481"/>
                  </a:cubicBezTo>
                  <a:cubicBezTo>
                    <a:pt x="555757" y="1506085"/>
                    <a:pt x="522164" y="1510282"/>
                    <a:pt x="501168" y="1532679"/>
                  </a:cubicBezTo>
                  <a:lnTo>
                    <a:pt x="464776" y="1571871"/>
                  </a:lnTo>
                  <a:cubicBezTo>
                    <a:pt x="446582" y="1591466"/>
                    <a:pt x="417189" y="1591466"/>
                    <a:pt x="398991" y="1574670"/>
                  </a:cubicBezTo>
                  <a:lnTo>
                    <a:pt x="329004" y="1510284"/>
                  </a:lnTo>
                  <a:cubicBezTo>
                    <a:pt x="319208" y="1501884"/>
                    <a:pt x="315009" y="1490687"/>
                    <a:pt x="313608" y="1478090"/>
                  </a:cubicBezTo>
                  <a:cubicBezTo>
                    <a:pt x="313608" y="1465492"/>
                    <a:pt x="317809" y="1452896"/>
                    <a:pt x="326206" y="1444498"/>
                  </a:cubicBezTo>
                  <a:lnTo>
                    <a:pt x="368198" y="1398305"/>
                  </a:lnTo>
                  <a:cubicBezTo>
                    <a:pt x="387793" y="1377311"/>
                    <a:pt x="390593" y="1345118"/>
                    <a:pt x="375195" y="1321324"/>
                  </a:cubicBezTo>
                  <a:cubicBezTo>
                    <a:pt x="331804" y="1254137"/>
                    <a:pt x="301011" y="1181351"/>
                    <a:pt x="284214" y="1104370"/>
                  </a:cubicBezTo>
                  <a:cubicBezTo>
                    <a:pt x="278615" y="1076373"/>
                    <a:pt x="253422" y="1055379"/>
                    <a:pt x="224028" y="1055379"/>
                  </a:cubicBezTo>
                  <a:lnTo>
                    <a:pt x="170839" y="1053979"/>
                  </a:lnTo>
                  <a:cubicBezTo>
                    <a:pt x="144243" y="1053979"/>
                    <a:pt x="124648" y="1031584"/>
                    <a:pt x="124648" y="1006391"/>
                  </a:cubicBezTo>
                  <a:lnTo>
                    <a:pt x="126047" y="912610"/>
                  </a:lnTo>
                  <a:cubicBezTo>
                    <a:pt x="126047" y="900012"/>
                    <a:pt x="130248" y="888815"/>
                    <a:pt x="138646" y="880415"/>
                  </a:cubicBezTo>
                  <a:cubicBezTo>
                    <a:pt x="148444" y="870617"/>
                    <a:pt x="159641" y="866418"/>
                    <a:pt x="173639" y="866418"/>
                  </a:cubicBezTo>
                  <a:lnTo>
                    <a:pt x="222627" y="867819"/>
                  </a:lnTo>
                  <a:cubicBezTo>
                    <a:pt x="252021" y="867819"/>
                    <a:pt x="278617" y="848222"/>
                    <a:pt x="285615" y="818828"/>
                  </a:cubicBezTo>
                  <a:cubicBezTo>
                    <a:pt x="303809" y="737646"/>
                    <a:pt x="337404" y="662062"/>
                    <a:pt x="384995" y="593476"/>
                  </a:cubicBezTo>
                  <a:cubicBezTo>
                    <a:pt x="403189" y="568282"/>
                    <a:pt x="398991" y="531889"/>
                    <a:pt x="375195" y="510893"/>
                  </a:cubicBezTo>
                  <a:lnTo>
                    <a:pt x="327607" y="467503"/>
                  </a:lnTo>
                  <a:cubicBezTo>
                    <a:pt x="308010" y="449307"/>
                    <a:pt x="308010" y="419913"/>
                    <a:pt x="324805" y="401717"/>
                  </a:cubicBezTo>
                  <a:lnTo>
                    <a:pt x="389192" y="331730"/>
                  </a:lnTo>
                  <a:cubicBezTo>
                    <a:pt x="397592" y="321932"/>
                    <a:pt x="408789" y="317733"/>
                    <a:pt x="421385" y="316334"/>
                  </a:cubicBezTo>
                  <a:cubicBezTo>
                    <a:pt x="433984" y="316334"/>
                    <a:pt x="446580" y="320533"/>
                    <a:pt x="454980" y="328931"/>
                  </a:cubicBezTo>
                  <a:lnTo>
                    <a:pt x="520765" y="389119"/>
                  </a:lnTo>
                  <a:cubicBezTo>
                    <a:pt x="541761" y="407315"/>
                    <a:pt x="571155" y="411514"/>
                    <a:pt x="594949" y="397516"/>
                  </a:cubicBezTo>
                  <a:cubicBezTo>
                    <a:pt x="657937" y="361124"/>
                    <a:pt x="725121" y="335929"/>
                    <a:pt x="795108" y="321932"/>
                  </a:cubicBezTo>
                  <a:cubicBezTo>
                    <a:pt x="824501" y="316332"/>
                    <a:pt x="845497" y="289739"/>
                    <a:pt x="845497" y="260345"/>
                  </a:cubicBezTo>
                  <a:lnTo>
                    <a:pt x="845497" y="173563"/>
                  </a:lnTo>
                  <a:cubicBezTo>
                    <a:pt x="845497" y="146970"/>
                    <a:pt x="866493" y="125976"/>
                    <a:pt x="893087" y="125976"/>
                  </a:cubicBezTo>
                  <a:lnTo>
                    <a:pt x="986867" y="125976"/>
                  </a:lnTo>
                  <a:cubicBezTo>
                    <a:pt x="1013461" y="125976"/>
                    <a:pt x="1034457" y="146970"/>
                    <a:pt x="1034457" y="173563"/>
                  </a:cubicBezTo>
                  <a:lnTo>
                    <a:pt x="1034457" y="267344"/>
                  </a:lnTo>
                  <a:cubicBezTo>
                    <a:pt x="1034457" y="296737"/>
                    <a:pt x="1054054" y="321932"/>
                    <a:pt x="1082047" y="328931"/>
                  </a:cubicBezTo>
                  <a:cubicBezTo>
                    <a:pt x="1149233" y="345728"/>
                    <a:pt x="1212219" y="372321"/>
                    <a:pt x="1271008" y="410115"/>
                  </a:cubicBezTo>
                  <a:cubicBezTo>
                    <a:pt x="1294802" y="425511"/>
                    <a:pt x="1326995" y="422711"/>
                    <a:pt x="1347991" y="403116"/>
                  </a:cubicBezTo>
                  <a:lnTo>
                    <a:pt x="1436172" y="321932"/>
                  </a:lnTo>
                  <a:cubicBezTo>
                    <a:pt x="1455769" y="303738"/>
                    <a:pt x="1485162" y="305137"/>
                    <a:pt x="1501960" y="324732"/>
                  </a:cubicBezTo>
                  <a:lnTo>
                    <a:pt x="1566346" y="394718"/>
                  </a:lnTo>
                  <a:cubicBezTo>
                    <a:pt x="1574744" y="404515"/>
                    <a:pt x="1578943" y="415712"/>
                    <a:pt x="1578943" y="428311"/>
                  </a:cubicBezTo>
                  <a:cubicBezTo>
                    <a:pt x="1578943" y="440907"/>
                    <a:pt x="1573343" y="452105"/>
                    <a:pt x="1563547" y="460504"/>
                  </a:cubicBezTo>
                  <a:lnTo>
                    <a:pt x="1486561" y="531889"/>
                  </a:lnTo>
                  <a:cubicBezTo>
                    <a:pt x="1464167" y="552884"/>
                    <a:pt x="1459968" y="586478"/>
                    <a:pt x="1476765" y="611672"/>
                  </a:cubicBezTo>
                  <a:cubicBezTo>
                    <a:pt x="1515957" y="673259"/>
                    <a:pt x="1545350" y="741845"/>
                    <a:pt x="1562146" y="813230"/>
                  </a:cubicBezTo>
                  <a:cubicBezTo>
                    <a:pt x="1569144" y="842624"/>
                    <a:pt x="1594339" y="862219"/>
                    <a:pt x="1625133" y="862219"/>
                  </a:cubicBezTo>
                  <a:lnTo>
                    <a:pt x="1720313" y="860820"/>
                  </a:lnTo>
                  <a:cubicBezTo>
                    <a:pt x="1732911" y="860820"/>
                    <a:pt x="1744107" y="865019"/>
                    <a:pt x="1753907" y="873417"/>
                  </a:cubicBezTo>
                  <a:cubicBezTo>
                    <a:pt x="1762305" y="881816"/>
                    <a:pt x="1767902" y="894412"/>
                    <a:pt x="1767902" y="907011"/>
                  </a:cubicBezTo>
                  <a:lnTo>
                    <a:pt x="1769303" y="1000791"/>
                  </a:lnTo>
                  <a:cubicBezTo>
                    <a:pt x="1770702" y="1013388"/>
                    <a:pt x="1766503" y="1025986"/>
                    <a:pt x="1756705" y="103438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0" name="任意多边形: 形状 179"/>
            <p:cNvSpPr/>
            <p:nvPr/>
          </p:nvSpPr>
          <p:spPr>
            <a:xfrm>
              <a:off x="673333" y="684456"/>
              <a:ext cx="548684" cy="548684"/>
            </a:xfrm>
            <a:custGeom>
              <a:avLst/>
              <a:gdLst>
                <a:gd name="connsiteX0" fmla="*/ 274342 w 548684"/>
                <a:gd name="connsiteY0" fmla="*/ 0 h 548684"/>
                <a:gd name="connsiteX1" fmla="*/ 0 w 548684"/>
                <a:gd name="connsiteY1" fmla="*/ 274342 h 548684"/>
                <a:gd name="connsiteX2" fmla="*/ 274342 w 548684"/>
                <a:gd name="connsiteY2" fmla="*/ 548685 h 548684"/>
                <a:gd name="connsiteX3" fmla="*/ 548685 w 548684"/>
                <a:gd name="connsiteY3" fmla="*/ 274342 h 548684"/>
                <a:gd name="connsiteX4" fmla="*/ 274342 w 548684"/>
                <a:gd name="connsiteY4" fmla="*/ 0 h 548684"/>
                <a:gd name="connsiteX5" fmla="*/ 274342 w 548684"/>
                <a:gd name="connsiteY5" fmla="*/ 422709 h 548684"/>
                <a:gd name="connsiteX6" fmla="*/ 125974 w 548684"/>
                <a:gd name="connsiteY6" fmla="*/ 274342 h 548684"/>
                <a:gd name="connsiteX7" fmla="*/ 274342 w 548684"/>
                <a:gd name="connsiteY7" fmla="*/ 125974 h 548684"/>
                <a:gd name="connsiteX8" fmla="*/ 422711 w 548684"/>
                <a:gd name="connsiteY8" fmla="*/ 274342 h 548684"/>
                <a:gd name="connsiteX9" fmla="*/ 274342 w 548684"/>
                <a:gd name="connsiteY9" fmla="*/ 422711 h 54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8684" h="548684">
                  <a:moveTo>
                    <a:pt x="274342" y="0"/>
                  </a:moveTo>
                  <a:cubicBezTo>
                    <a:pt x="123174" y="0"/>
                    <a:pt x="0" y="123174"/>
                    <a:pt x="0" y="274342"/>
                  </a:cubicBezTo>
                  <a:cubicBezTo>
                    <a:pt x="0" y="425511"/>
                    <a:pt x="123174" y="548685"/>
                    <a:pt x="274342" y="548685"/>
                  </a:cubicBezTo>
                  <a:cubicBezTo>
                    <a:pt x="425511" y="548685"/>
                    <a:pt x="548685" y="425511"/>
                    <a:pt x="548685" y="274342"/>
                  </a:cubicBezTo>
                  <a:cubicBezTo>
                    <a:pt x="548685" y="123174"/>
                    <a:pt x="425511" y="0"/>
                    <a:pt x="274342" y="0"/>
                  </a:cubicBezTo>
                  <a:close/>
                  <a:moveTo>
                    <a:pt x="274342" y="422709"/>
                  </a:moveTo>
                  <a:cubicBezTo>
                    <a:pt x="191761" y="422709"/>
                    <a:pt x="125974" y="355524"/>
                    <a:pt x="125974" y="274342"/>
                  </a:cubicBezTo>
                  <a:cubicBezTo>
                    <a:pt x="125974" y="191759"/>
                    <a:pt x="193160" y="125974"/>
                    <a:pt x="274342" y="125974"/>
                  </a:cubicBezTo>
                  <a:cubicBezTo>
                    <a:pt x="356925" y="125974"/>
                    <a:pt x="422711" y="193158"/>
                    <a:pt x="422711" y="274342"/>
                  </a:cubicBezTo>
                  <a:cubicBezTo>
                    <a:pt x="422711" y="355526"/>
                    <a:pt x="356925" y="422711"/>
                    <a:pt x="274342" y="42271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95" name="组合 194"/>
          <p:cNvGrpSpPr/>
          <p:nvPr/>
        </p:nvGrpSpPr>
        <p:grpSpPr>
          <a:xfrm>
            <a:off x="4074462" y="3556384"/>
            <a:ext cx="178274" cy="213929"/>
            <a:chOff x="190500" y="38099"/>
            <a:chExt cx="1523999" cy="1828800"/>
          </a:xfrm>
          <a:solidFill>
            <a:schemeClr val="bg1"/>
          </a:solidFill>
        </p:grpSpPr>
        <p:sp>
          <p:nvSpPr>
            <p:cNvPr id="191" name="任意多边形: 形状 190"/>
            <p:cNvSpPr/>
            <p:nvPr/>
          </p:nvSpPr>
          <p:spPr>
            <a:xfrm>
              <a:off x="190500" y="38099"/>
              <a:ext cx="1523999" cy="1828800"/>
            </a:xfrm>
            <a:custGeom>
              <a:avLst/>
              <a:gdLst>
                <a:gd name="connsiteX0" fmla="*/ 762000 w 1523999"/>
                <a:gd name="connsiteY0" fmla="*/ 0 h 1828800"/>
                <a:gd name="connsiteX1" fmla="*/ 0 w 1523999"/>
                <a:gd name="connsiteY1" fmla="*/ 331470 h 1828800"/>
                <a:gd name="connsiteX2" fmla="*/ 0 w 1523999"/>
                <a:gd name="connsiteY2" fmla="*/ 1497330 h 1828800"/>
                <a:gd name="connsiteX3" fmla="*/ 762000 w 1523999"/>
                <a:gd name="connsiteY3" fmla="*/ 1828800 h 1828800"/>
                <a:gd name="connsiteX4" fmla="*/ 1524000 w 1523999"/>
                <a:gd name="connsiteY4" fmla="*/ 1497330 h 1828800"/>
                <a:gd name="connsiteX5" fmla="*/ 1524000 w 1523999"/>
                <a:gd name="connsiteY5" fmla="*/ 331470 h 1828800"/>
                <a:gd name="connsiteX6" fmla="*/ 762000 w 1523999"/>
                <a:gd name="connsiteY6" fmla="*/ 0 h 1828800"/>
                <a:gd name="connsiteX7" fmla="*/ 762000 w 1523999"/>
                <a:gd name="connsiteY7" fmla="*/ 76200 h 1828800"/>
                <a:gd name="connsiteX8" fmla="*/ 1447800 w 1523999"/>
                <a:gd name="connsiteY8" fmla="*/ 331470 h 1828800"/>
                <a:gd name="connsiteX9" fmla="*/ 762000 w 1523999"/>
                <a:gd name="connsiteY9" fmla="*/ 586740 h 1828800"/>
                <a:gd name="connsiteX10" fmla="*/ 76200 w 1523999"/>
                <a:gd name="connsiteY10" fmla="*/ 331470 h 1828800"/>
                <a:gd name="connsiteX11" fmla="*/ 762000 w 1523999"/>
                <a:gd name="connsiteY11" fmla="*/ 76200 h 1828800"/>
                <a:gd name="connsiteX12" fmla="*/ 1447800 w 1523999"/>
                <a:gd name="connsiteY12" fmla="*/ 1497330 h 1828800"/>
                <a:gd name="connsiteX13" fmla="*/ 762000 w 1523999"/>
                <a:gd name="connsiteY13" fmla="*/ 1752600 h 1828800"/>
                <a:gd name="connsiteX14" fmla="*/ 76200 w 1523999"/>
                <a:gd name="connsiteY14" fmla="*/ 1497330 h 1828800"/>
                <a:gd name="connsiteX15" fmla="*/ 76200 w 1523999"/>
                <a:gd name="connsiteY15" fmla="*/ 1253490 h 1828800"/>
                <a:gd name="connsiteX16" fmla="*/ 762000 w 1523999"/>
                <a:gd name="connsiteY16" fmla="*/ 1436370 h 1828800"/>
                <a:gd name="connsiteX17" fmla="*/ 1447800 w 1523999"/>
                <a:gd name="connsiteY17" fmla="*/ 1253490 h 1828800"/>
                <a:gd name="connsiteX18" fmla="*/ 1447800 w 1523999"/>
                <a:gd name="connsiteY18" fmla="*/ 1497330 h 1828800"/>
                <a:gd name="connsiteX19" fmla="*/ 762000 w 1523999"/>
                <a:gd name="connsiteY19" fmla="*/ 1363980 h 1828800"/>
                <a:gd name="connsiteX20" fmla="*/ 76200 w 1523999"/>
                <a:gd name="connsiteY20" fmla="*/ 1108710 h 1828800"/>
                <a:gd name="connsiteX21" fmla="*/ 76200 w 1523999"/>
                <a:gd name="connsiteY21" fmla="*/ 864870 h 1828800"/>
                <a:gd name="connsiteX22" fmla="*/ 762000 w 1523999"/>
                <a:gd name="connsiteY22" fmla="*/ 1047750 h 1828800"/>
                <a:gd name="connsiteX23" fmla="*/ 1447800 w 1523999"/>
                <a:gd name="connsiteY23" fmla="*/ 864870 h 1828800"/>
                <a:gd name="connsiteX24" fmla="*/ 1447800 w 1523999"/>
                <a:gd name="connsiteY24" fmla="*/ 1108710 h 1828800"/>
                <a:gd name="connsiteX25" fmla="*/ 762000 w 1523999"/>
                <a:gd name="connsiteY25" fmla="*/ 1363980 h 1828800"/>
                <a:gd name="connsiteX26" fmla="*/ 762000 w 1523999"/>
                <a:gd name="connsiteY26" fmla="*/ 975360 h 1828800"/>
                <a:gd name="connsiteX27" fmla="*/ 76200 w 1523999"/>
                <a:gd name="connsiteY27" fmla="*/ 720090 h 1828800"/>
                <a:gd name="connsiteX28" fmla="*/ 76200 w 1523999"/>
                <a:gd name="connsiteY28" fmla="*/ 476250 h 1828800"/>
                <a:gd name="connsiteX29" fmla="*/ 762000 w 1523999"/>
                <a:gd name="connsiteY29" fmla="*/ 659130 h 1828800"/>
                <a:gd name="connsiteX30" fmla="*/ 1447800 w 1523999"/>
                <a:gd name="connsiteY30" fmla="*/ 476250 h 1828800"/>
                <a:gd name="connsiteX31" fmla="*/ 1447800 w 1523999"/>
                <a:gd name="connsiteY31" fmla="*/ 720090 h 1828800"/>
                <a:gd name="connsiteX32" fmla="*/ 762000 w 1523999"/>
                <a:gd name="connsiteY32" fmla="*/ 97536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3999" h="1828800">
                  <a:moveTo>
                    <a:pt x="762000" y="0"/>
                  </a:moveTo>
                  <a:cubicBezTo>
                    <a:pt x="342900" y="0"/>
                    <a:pt x="0" y="137160"/>
                    <a:pt x="0" y="331470"/>
                  </a:cubicBezTo>
                  <a:lnTo>
                    <a:pt x="0" y="1497330"/>
                  </a:lnTo>
                  <a:cubicBezTo>
                    <a:pt x="0" y="1687830"/>
                    <a:pt x="342900" y="1828800"/>
                    <a:pt x="762000" y="1828800"/>
                  </a:cubicBezTo>
                  <a:cubicBezTo>
                    <a:pt x="1181100" y="1828800"/>
                    <a:pt x="1524000" y="1691640"/>
                    <a:pt x="1524000" y="1497330"/>
                  </a:cubicBezTo>
                  <a:lnTo>
                    <a:pt x="1524000" y="331470"/>
                  </a:lnTo>
                  <a:cubicBezTo>
                    <a:pt x="1524000" y="137160"/>
                    <a:pt x="1181100" y="0"/>
                    <a:pt x="762000" y="0"/>
                  </a:cubicBezTo>
                  <a:close/>
                  <a:moveTo>
                    <a:pt x="762000" y="76200"/>
                  </a:moveTo>
                  <a:cubicBezTo>
                    <a:pt x="1143000" y="76200"/>
                    <a:pt x="1447800" y="198120"/>
                    <a:pt x="1447800" y="331470"/>
                  </a:cubicBezTo>
                  <a:cubicBezTo>
                    <a:pt x="1447800" y="461010"/>
                    <a:pt x="1143000" y="586740"/>
                    <a:pt x="762000" y="586740"/>
                  </a:cubicBezTo>
                  <a:cubicBezTo>
                    <a:pt x="381000" y="586740"/>
                    <a:pt x="76200" y="464820"/>
                    <a:pt x="76200" y="331470"/>
                  </a:cubicBezTo>
                  <a:cubicBezTo>
                    <a:pt x="76200" y="198120"/>
                    <a:pt x="381000" y="76200"/>
                    <a:pt x="762000" y="76200"/>
                  </a:cubicBezTo>
                  <a:close/>
                  <a:moveTo>
                    <a:pt x="1447800" y="1497330"/>
                  </a:moveTo>
                  <a:cubicBezTo>
                    <a:pt x="1447800" y="1626870"/>
                    <a:pt x="1143000" y="1752600"/>
                    <a:pt x="762000" y="1752600"/>
                  </a:cubicBezTo>
                  <a:cubicBezTo>
                    <a:pt x="381000" y="1752600"/>
                    <a:pt x="76200" y="1630680"/>
                    <a:pt x="76200" y="1497330"/>
                  </a:cubicBezTo>
                  <a:lnTo>
                    <a:pt x="76200" y="1253490"/>
                  </a:lnTo>
                  <a:cubicBezTo>
                    <a:pt x="198120" y="1363980"/>
                    <a:pt x="461010" y="1436370"/>
                    <a:pt x="762000" y="1436370"/>
                  </a:cubicBezTo>
                  <a:cubicBezTo>
                    <a:pt x="1062990" y="1436370"/>
                    <a:pt x="1325880" y="1363980"/>
                    <a:pt x="1447800" y="1253490"/>
                  </a:cubicBezTo>
                  <a:lnTo>
                    <a:pt x="1447800" y="1497330"/>
                  </a:lnTo>
                  <a:close/>
                  <a:moveTo>
                    <a:pt x="762000" y="1363980"/>
                  </a:moveTo>
                  <a:cubicBezTo>
                    <a:pt x="381000" y="1363980"/>
                    <a:pt x="76200" y="1242060"/>
                    <a:pt x="76200" y="1108710"/>
                  </a:cubicBezTo>
                  <a:lnTo>
                    <a:pt x="76200" y="864870"/>
                  </a:lnTo>
                  <a:cubicBezTo>
                    <a:pt x="198120" y="975360"/>
                    <a:pt x="461010" y="1047750"/>
                    <a:pt x="762000" y="1047750"/>
                  </a:cubicBezTo>
                  <a:cubicBezTo>
                    <a:pt x="1062990" y="1047750"/>
                    <a:pt x="1325880" y="975360"/>
                    <a:pt x="1447800" y="864870"/>
                  </a:cubicBezTo>
                  <a:lnTo>
                    <a:pt x="1447800" y="1108710"/>
                  </a:lnTo>
                  <a:cubicBezTo>
                    <a:pt x="1447800" y="1238250"/>
                    <a:pt x="1143000" y="1363980"/>
                    <a:pt x="762000" y="1363980"/>
                  </a:cubicBezTo>
                  <a:close/>
                  <a:moveTo>
                    <a:pt x="762000" y="975360"/>
                  </a:moveTo>
                  <a:cubicBezTo>
                    <a:pt x="381000" y="975360"/>
                    <a:pt x="76200" y="853440"/>
                    <a:pt x="76200" y="720090"/>
                  </a:cubicBezTo>
                  <a:lnTo>
                    <a:pt x="76200" y="476250"/>
                  </a:lnTo>
                  <a:cubicBezTo>
                    <a:pt x="198120" y="586740"/>
                    <a:pt x="461010" y="659130"/>
                    <a:pt x="762000" y="659130"/>
                  </a:cubicBezTo>
                  <a:cubicBezTo>
                    <a:pt x="1062990" y="659130"/>
                    <a:pt x="1325880" y="586740"/>
                    <a:pt x="1447800" y="476250"/>
                  </a:cubicBezTo>
                  <a:lnTo>
                    <a:pt x="1447800" y="720090"/>
                  </a:lnTo>
                  <a:cubicBezTo>
                    <a:pt x="1447800" y="849630"/>
                    <a:pt x="1143000" y="975360"/>
                    <a:pt x="762000" y="975360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1436370" y="708660"/>
              <a:ext cx="91439" cy="91439"/>
            </a:xfrm>
            <a:custGeom>
              <a:avLst/>
              <a:gdLst>
                <a:gd name="connsiteX0" fmla="*/ 0 w 91439"/>
                <a:gd name="connsiteY0" fmla="*/ 45720 h 91439"/>
                <a:gd name="connsiteX1" fmla="*/ 45720 w 91439"/>
                <a:gd name="connsiteY1" fmla="*/ 91440 h 91439"/>
                <a:gd name="connsiteX2" fmla="*/ 91440 w 91439"/>
                <a:gd name="connsiteY2" fmla="*/ 45720 h 91439"/>
                <a:gd name="connsiteX3" fmla="*/ 45720 w 91439"/>
                <a:gd name="connsiteY3" fmla="*/ 0 h 91439"/>
                <a:gd name="connsiteX4" fmla="*/ 0 w 91439"/>
                <a:gd name="connsiteY4" fmla="*/ 45720 h 9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39" h="91439">
                  <a:moveTo>
                    <a:pt x="0" y="45720"/>
                  </a:moveTo>
                  <a:cubicBezTo>
                    <a:pt x="0" y="70970"/>
                    <a:pt x="20470" y="91440"/>
                    <a:pt x="45720" y="91440"/>
                  </a:cubicBezTo>
                  <a:cubicBezTo>
                    <a:pt x="70970" y="91440"/>
                    <a:pt x="91440" y="70970"/>
                    <a:pt x="91440" y="45720"/>
                  </a:cubicBezTo>
                  <a:cubicBezTo>
                    <a:pt x="91440" y="20470"/>
                    <a:pt x="70970" y="0"/>
                    <a:pt x="45720" y="0"/>
                  </a:cubicBezTo>
                  <a:cubicBezTo>
                    <a:pt x="20470" y="0"/>
                    <a:pt x="0" y="20470"/>
                    <a:pt x="0" y="45720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1436370" y="1093470"/>
              <a:ext cx="91439" cy="91439"/>
            </a:xfrm>
            <a:custGeom>
              <a:avLst/>
              <a:gdLst>
                <a:gd name="connsiteX0" fmla="*/ 0 w 91439"/>
                <a:gd name="connsiteY0" fmla="*/ 45720 h 91439"/>
                <a:gd name="connsiteX1" fmla="*/ 45720 w 91439"/>
                <a:gd name="connsiteY1" fmla="*/ 91440 h 91439"/>
                <a:gd name="connsiteX2" fmla="*/ 91440 w 91439"/>
                <a:gd name="connsiteY2" fmla="*/ 45720 h 91439"/>
                <a:gd name="connsiteX3" fmla="*/ 45720 w 91439"/>
                <a:gd name="connsiteY3" fmla="*/ 0 h 91439"/>
                <a:gd name="connsiteX4" fmla="*/ 0 w 91439"/>
                <a:gd name="connsiteY4" fmla="*/ 45720 h 9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39" h="91439">
                  <a:moveTo>
                    <a:pt x="0" y="45720"/>
                  </a:moveTo>
                  <a:cubicBezTo>
                    <a:pt x="0" y="70970"/>
                    <a:pt x="20470" y="91440"/>
                    <a:pt x="45720" y="91440"/>
                  </a:cubicBezTo>
                  <a:cubicBezTo>
                    <a:pt x="70970" y="91440"/>
                    <a:pt x="91440" y="70970"/>
                    <a:pt x="91440" y="45720"/>
                  </a:cubicBezTo>
                  <a:cubicBezTo>
                    <a:pt x="91440" y="20470"/>
                    <a:pt x="70970" y="0"/>
                    <a:pt x="45720" y="0"/>
                  </a:cubicBezTo>
                  <a:cubicBezTo>
                    <a:pt x="20470" y="0"/>
                    <a:pt x="0" y="20470"/>
                    <a:pt x="0" y="45720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4" name="任意多边形: 形状 193"/>
            <p:cNvSpPr/>
            <p:nvPr/>
          </p:nvSpPr>
          <p:spPr>
            <a:xfrm>
              <a:off x="1436370" y="1482089"/>
              <a:ext cx="91439" cy="91439"/>
            </a:xfrm>
            <a:custGeom>
              <a:avLst/>
              <a:gdLst>
                <a:gd name="connsiteX0" fmla="*/ 0 w 91439"/>
                <a:gd name="connsiteY0" fmla="*/ 45720 h 91439"/>
                <a:gd name="connsiteX1" fmla="*/ 45720 w 91439"/>
                <a:gd name="connsiteY1" fmla="*/ 91440 h 91439"/>
                <a:gd name="connsiteX2" fmla="*/ 91440 w 91439"/>
                <a:gd name="connsiteY2" fmla="*/ 45720 h 91439"/>
                <a:gd name="connsiteX3" fmla="*/ 45720 w 91439"/>
                <a:gd name="connsiteY3" fmla="*/ 0 h 91439"/>
                <a:gd name="connsiteX4" fmla="*/ 0 w 91439"/>
                <a:gd name="connsiteY4" fmla="*/ 45720 h 9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39" h="91439">
                  <a:moveTo>
                    <a:pt x="0" y="45720"/>
                  </a:moveTo>
                  <a:cubicBezTo>
                    <a:pt x="0" y="70970"/>
                    <a:pt x="20470" y="91440"/>
                    <a:pt x="45720" y="91440"/>
                  </a:cubicBezTo>
                  <a:cubicBezTo>
                    <a:pt x="70970" y="91440"/>
                    <a:pt x="91440" y="70970"/>
                    <a:pt x="91440" y="45720"/>
                  </a:cubicBezTo>
                  <a:cubicBezTo>
                    <a:pt x="91440" y="20470"/>
                    <a:pt x="70970" y="0"/>
                    <a:pt x="45720" y="0"/>
                  </a:cubicBezTo>
                  <a:cubicBezTo>
                    <a:pt x="20470" y="0"/>
                    <a:pt x="0" y="20470"/>
                    <a:pt x="0" y="45720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4062446" y="4564329"/>
            <a:ext cx="236488" cy="235654"/>
            <a:chOff x="0" y="0"/>
            <a:chExt cx="1906575" cy="1899851"/>
          </a:xfrm>
          <a:solidFill>
            <a:schemeClr val="bg1"/>
          </a:solidFill>
        </p:grpSpPr>
        <p:sp>
          <p:nvSpPr>
            <p:cNvPr id="199" name="任意多边形: 形状 198"/>
            <p:cNvSpPr/>
            <p:nvPr/>
          </p:nvSpPr>
          <p:spPr>
            <a:xfrm>
              <a:off x="0" y="0"/>
              <a:ext cx="1818005" cy="1899851"/>
            </a:xfrm>
            <a:custGeom>
              <a:avLst/>
              <a:gdLst>
                <a:gd name="connsiteX0" fmla="*/ 1090803 w 1818005"/>
                <a:gd name="connsiteY0" fmla="*/ 1760838 h 1899851"/>
                <a:gd name="connsiteX1" fmla="*/ 941634 w 1818005"/>
                <a:gd name="connsiteY1" fmla="*/ 1760838 h 1899851"/>
                <a:gd name="connsiteX2" fmla="*/ 941634 w 1818005"/>
                <a:gd name="connsiteY2" fmla="*/ 1518851 h 1899851"/>
                <a:gd name="connsiteX3" fmla="*/ 1128096 w 1818005"/>
                <a:gd name="connsiteY3" fmla="*/ 1518851 h 1899851"/>
                <a:gd name="connsiteX4" fmla="*/ 1114111 w 1818005"/>
                <a:gd name="connsiteY4" fmla="*/ 1374689 h 1899851"/>
                <a:gd name="connsiteX5" fmla="*/ 233078 w 1818005"/>
                <a:gd name="connsiteY5" fmla="*/ 1374689 h 1899851"/>
                <a:gd name="connsiteX6" fmla="*/ 125862 w 1818005"/>
                <a:gd name="connsiteY6" fmla="*/ 1251122 h 1899851"/>
                <a:gd name="connsiteX7" fmla="*/ 125862 w 1818005"/>
                <a:gd name="connsiteY7" fmla="*/ 272878 h 1899851"/>
                <a:gd name="connsiteX8" fmla="*/ 233078 w 1818005"/>
                <a:gd name="connsiteY8" fmla="*/ 149311 h 1899851"/>
                <a:gd name="connsiteX9" fmla="*/ 1584928 w 1818005"/>
                <a:gd name="connsiteY9" fmla="*/ 149311 h 1899851"/>
                <a:gd name="connsiteX10" fmla="*/ 1692144 w 1818005"/>
                <a:gd name="connsiteY10" fmla="*/ 272878 h 1899851"/>
                <a:gd name="connsiteX11" fmla="*/ 1692144 w 1818005"/>
                <a:gd name="connsiteY11" fmla="*/ 710514 h 1899851"/>
                <a:gd name="connsiteX12" fmla="*/ 1818006 w 1818005"/>
                <a:gd name="connsiteY12" fmla="*/ 725959 h 1899851"/>
                <a:gd name="connsiteX13" fmla="*/ 1818006 w 1818005"/>
                <a:gd name="connsiteY13" fmla="*/ 267730 h 1899851"/>
                <a:gd name="connsiteX14" fmla="*/ 1584928 w 1818005"/>
                <a:gd name="connsiteY14" fmla="*/ 0 h 1899851"/>
                <a:gd name="connsiteX15" fmla="*/ 233078 w 1818005"/>
                <a:gd name="connsiteY15" fmla="*/ 0 h 1899851"/>
                <a:gd name="connsiteX16" fmla="*/ 0 w 1818005"/>
                <a:gd name="connsiteY16" fmla="*/ 267730 h 1899851"/>
                <a:gd name="connsiteX17" fmla="*/ 0 w 1818005"/>
                <a:gd name="connsiteY17" fmla="*/ 1245973 h 1899851"/>
                <a:gd name="connsiteX18" fmla="*/ 233078 w 1818005"/>
                <a:gd name="connsiteY18" fmla="*/ 1513703 h 1899851"/>
                <a:gd name="connsiteX19" fmla="*/ 806449 w 1818005"/>
                <a:gd name="connsiteY19" fmla="*/ 1513703 h 1899851"/>
                <a:gd name="connsiteX20" fmla="*/ 806449 w 1818005"/>
                <a:gd name="connsiteY20" fmla="*/ 1755689 h 1899851"/>
                <a:gd name="connsiteX21" fmla="*/ 657279 w 1818005"/>
                <a:gd name="connsiteY21" fmla="*/ 1755689 h 1899851"/>
                <a:gd name="connsiteX22" fmla="*/ 592017 w 1818005"/>
                <a:gd name="connsiteY22" fmla="*/ 1827770 h 1899851"/>
                <a:gd name="connsiteX23" fmla="*/ 657279 w 1818005"/>
                <a:gd name="connsiteY23" fmla="*/ 1899851 h 1899851"/>
                <a:gd name="connsiteX24" fmla="*/ 1086142 w 1818005"/>
                <a:gd name="connsiteY24" fmla="*/ 1899851 h 1899851"/>
                <a:gd name="connsiteX25" fmla="*/ 1151404 w 1818005"/>
                <a:gd name="connsiteY25" fmla="*/ 1827770 h 1899851"/>
                <a:gd name="connsiteX26" fmla="*/ 1090803 w 1818005"/>
                <a:gd name="connsiteY26" fmla="*/ 1760838 h 1899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18005" h="1899851">
                  <a:moveTo>
                    <a:pt x="1090803" y="1760838"/>
                  </a:moveTo>
                  <a:lnTo>
                    <a:pt x="941634" y="1760838"/>
                  </a:lnTo>
                  <a:lnTo>
                    <a:pt x="941634" y="1518851"/>
                  </a:lnTo>
                  <a:lnTo>
                    <a:pt x="1128096" y="1518851"/>
                  </a:lnTo>
                  <a:cubicBezTo>
                    <a:pt x="1118773" y="1472514"/>
                    <a:pt x="1114111" y="1421027"/>
                    <a:pt x="1114111" y="1374689"/>
                  </a:cubicBezTo>
                  <a:lnTo>
                    <a:pt x="233078" y="1374689"/>
                  </a:lnTo>
                  <a:cubicBezTo>
                    <a:pt x="172477" y="1374689"/>
                    <a:pt x="125862" y="1318054"/>
                    <a:pt x="125862" y="1251122"/>
                  </a:cubicBezTo>
                  <a:lnTo>
                    <a:pt x="125862" y="272878"/>
                  </a:lnTo>
                  <a:cubicBezTo>
                    <a:pt x="125862" y="205946"/>
                    <a:pt x="172477" y="149311"/>
                    <a:pt x="233078" y="149311"/>
                  </a:cubicBezTo>
                  <a:lnTo>
                    <a:pt x="1584928" y="149311"/>
                  </a:lnTo>
                  <a:cubicBezTo>
                    <a:pt x="1645528" y="149311"/>
                    <a:pt x="1692144" y="205946"/>
                    <a:pt x="1692144" y="272878"/>
                  </a:cubicBezTo>
                  <a:lnTo>
                    <a:pt x="1692144" y="710514"/>
                  </a:lnTo>
                  <a:cubicBezTo>
                    <a:pt x="1734098" y="710514"/>
                    <a:pt x="1780713" y="715662"/>
                    <a:pt x="1818006" y="725959"/>
                  </a:cubicBezTo>
                  <a:lnTo>
                    <a:pt x="1818006" y="267730"/>
                  </a:lnTo>
                  <a:cubicBezTo>
                    <a:pt x="1818006" y="118419"/>
                    <a:pt x="1715451" y="0"/>
                    <a:pt x="1584928" y="0"/>
                  </a:cubicBezTo>
                  <a:lnTo>
                    <a:pt x="233078" y="0"/>
                  </a:lnTo>
                  <a:cubicBezTo>
                    <a:pt x="107216" y="0"/>
                    <a:pt x="0" y="118419"/>
                    <a:pt x="0" y="267730"/>
                  </a:cubicBezTo>
                  <a:lnTo>
                    <a:pt x="0" y="1245973"/>
                  </a:lnTo>
                  <a:cubicBezTo>
                    <a:pt x="0" y="1395284"/>
                    <a:pt x="107216" y="1513703"/>
                    <a:pt x="233078" y="1513703"/>
                  </a:cubicBezTo>
                  <a:lnTo>
                    <a:pt x="806449" y="1513703"/>
                  </a:lnTo>
                  <a:lnTo>
                    <a:pt x="806449" y="1755689"/>
                  </a:lnTo>
                  <a:lnTo>
                    <a:pt x="657279" y="1755689"/>
                  </a:lnTo>
                  <a:cubicBezTo>
                    <a:pt x="619987" y="1755689"/>
                    <a:pt x="592017" y="1786581"/>
                    <a:pt x="592017" y="1827770"/>
                  </a:cubicBezTo>
                  <a:cubicBezTo>
                    <a:pt x="592017" y="1868959"/>
                    <a:pt x="619987" y="1899851"/>
                    <a:pt x="657279" y="1899851"/>
                  </a:cubicBezTo>
                  <a:lnTo>
                    <a:pt x="1086142" y="1899851"/>
                  </a:lnTo>
                  <a:cubicBezTo>
                    <a:pt x="1123434" y="1899851"/>
                    <a:pt x="1151404" y="1868959"/>
                    <a:pt x="1151404" y="1827770"/>
                  </a:cubicBezTo>
                  <a:cubicBezTo>
                    <a:pt x="1151404" y="1786581"/>
                    <a:pt x="1128096" y="1760838"/>
                    <a:pt x="1090803" y="1760838"/>
                  </a:cubicBezTo>
                  <a:close/>
                </a:path>
              </a:pathLst>
            </a:custGeom>
            <a:grpFill/>
            <a:ln w="168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1100126" y="756851"/>
              <a:ext cx="792464" cy="875270"/>
            </a:xfrm>
            <a:custGeom>
              <a:avLst/>
              <a:gdLst>
                <a:gd name="connsiteX0" fmla="*/ 396232 w 792464"/>
                <a:gd name="connsiteY0" fmla="*/ 731108 h 875270"/>
                <a:gd name="connsiteX1" fmla="*/ 130523 w 792464"/>
                <a:gd name="connsiteY1" fmla="*/ 437635 h 875270"/>
                <a:gd name="connsiteX2" fmla="*/ 396232 w 792464"/>
                <a:gd name="connsiteY2" fmla="*/ 144162 h 875270"/>
                <a:gd name="connsiteX3" fmla="*/ 396232 w 792464"/>
                <a:gd name="connsiteY3" fmla="*/ 0 h 875270"/>
                <a:gd name="connsiteX4" fmla="*/ 0 w 792464"/>
                <a:gd name="connsiteY4" fmla="*/ 437635 h 875270"/>
                <a:gd name="connsiteX5" fmla="*/ 396232 w 792464"/>
                <a:gd name="connsiteY5" fmla="*/ 875270 h 875270"/>
                <a:gd name="connsiteX6" fmla="*/ 792464 w 792464"/>
                <a:gd name="connsiteY6" fmla="*/ 437635 h 875270"/>
                <a:gd name="connsiteX7" fmla="*/ 661940 w 792464"/>
                <a:gd name="connsiteY7" fmla="*/ 437635 h 875270"/>
                <a:gd name="connsiteX8" fmla="*/ 396232 w 792464"/>
                <a:gd name="connsiteY8" fmla="*/ 731108 h 87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2464" h="875270">
                  <a:moveTo>
                    <a:pt x="396232" y="731108"/>
                  </a:moveTo>
                  <a:cubicBezTo>
                    <a:pt x="251724" y="731108"/>
                    <a:pt x="130523" y="597243"/>
                    <a:pt x="130523" y="437635"/>
                  </a:cubicBezTo>
                  <a:cubicBezTo>
                    <a:pt x="130523" y="278027"/>
                    <a:pt x="251724" y="144162"/>
                    <a:pt x="396232" y="144162"/>
                  </a:cubicBezTo>
                  <a:lnTo>
                    <a:pt x="396232" y="0"/>
                  </a:lnTo>
                  <a:cubicBezTo>
                    <a:pt x="177139" y="0"/>
                    <a:pt x="0" y="195649"/>
                    <a:pt x="0" y="437635"/>
                  </a:cubicBezTo>
                  <a:cubicBezTo>
                    <a:pt x="0" y="679622"/>
                    <a:pt x="177139" y="875270"/>
                    <a:pt x="396232" y="875270"/>
                  </a:cubicBezTo>
                  <a:cubicBezTo>
                    <a:pt x="615325" y="875270"/>
                    <a:pt x="792464" y="679622"/>
                    <a:pt x="792464" y="437635"/>
                  </a:cubicBezTo>
                  <a:lnTo>
                    <a:pt x="661940" y="437635"/>
                  </a:lnTo>
                  <a:cubicBezTo>
                    <a:pt x="661940" y="602392"/>
                    <a:pt x="545402" y="731108"/>
                    <a:pt x="396232" y="731108"/>
                  </a:cubicBezTo>
                  <a:close/>
                </a:path>
              </a:pathLst>
            </a:custGeom>
            <a:grpFill/>
            <a:ln w="168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462659" y="462734"/>
              <a:ext cx="1443916" cy="639076"/>
            </a:xfrm>
            <a:custGeom>
              <a:avLst/>
              <a:gdLst>
                <a:gd name="connsiteX0" fmla="*/ 1164223 w 1443916"/>
                <a:gd name="connsiteY0" fmla="*/ 268373 h 639076"/>
                <a:gd name="connsiteX1" fmla="*/ 1122269 w 1443916"/>
                <a:gd name="connsiteY1" fmla="*/ 268373 h 639076"/>
                <a:gd name="connsiteX2" fmla="*/ 1122269 w 1443916"/>
                <a:gd name="connsiteY2" fmla="*/ 623630 h 639076"/>
                <a:gd name="connsiteX3" fmla="*/ 1443916 w 1443916"/>
                <a:gd name="connsiteY3" fmla="*/ 623630 h 639076"/>
                <a:gd name="connsiteX4" fmla="*/ 1443916 w 1443916"/>
                <a:gd name="connsiteY4" fmla="*/ 577292 h 639076"/>
                <a:gd name="connsiteX5" fmla="*/ 1164223 w 1443916"/>
                <a:gd name="connsiteY5" fmla="*/ 268373 h 639076"/>
                <a:gd name="connsiteX6" fmla="*/ 1210838 w 1443916"/>
                <a:gd name="connsiteY6" fmla="*/ 525806 h 639076"/>
                <a:gd name="connsiteX7" fmla="*/ 1210838 w 1443916"/>
                <a:gd name="connsiteY7" fmla="*/ 371346 h 639076"/>
                <a:gd name="connsiteX8" fmla="*/ 1350685 w 1443916"/>
                <a:gd name="connsiteY8" fmla="*/ 525806 h 639076"/>
                <a:gd name="connsiteX9" fmla="*/ 1210838 w 1443916"/>
                <a:gd name="connsiteY9" fmla="*/ 525806 h 639076"/>
                <a:gd name="connsiteX10" fmla="*/ 837914 w 1443916"/>
                <a:gd name="connsiteY10" fmla="*/ 16090 h 639076"/>
                <a:gd name="connsiteX11" fmla="*/ 329805 w 1443916"/>
                <a:gd name="connsiteY11" fmla="*/ 484617 h 639076"/>
                <a:gd name="connsiteX12" fmla="*/ 101389 w 1443916"/>
                <a:gd name="connsiteY12" fmla="*/ 237481 h 639076"/>
                <a:gd name="connsiteX13" fmla="*/ 17481 w 1443916"/>
                <a:gd name="connsiteY13" fmla="*/ 237481 h 639076"/>
                <a:gd name="connsiteX14" fmla="*/ 17481 w 1443916"/>
                <a:gd name="connsiteY14" fmla="*/ 330157 h 639076"/>
                <a:gd name="connsiteX15" fmla="*/ 283189 w 1443916"/>
                <a:gd name="connsiteY15" fmla="*/ 618481 h 639076"/>
                <a:gd name="connsiteX16" fmla="*/ 325143 w 1443916"/>
                <a:gd name="connsiteY16" fmla="*/ 639076 h 639076"/>
                <a:gd name="connsiteX17" fmla="*/ 362436 w 1443916"/>
                <a:gd name="connsiteY17" fmla="*/ 623630 h 639076"/>
                <a:gd name="connsiteX18" fmla="*/ 912499 w 1443916"/>
                <a:gd name="connsiteY18" fmla="*/ 119063 h 639076"/>
                <a:gd name="connsiteX19" fmla="*/ 921822 w 1443916"/>
                <a:gd name="connsiteY19" fmla="*/ 31535 h 639076"/>
                <a:gd name="connsiteX20" fmla="*/ 837914 w 1443916"/>
                <a:gd name="connsiteY20" fmla="*/ 16090 h 63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43916" h="639076">
                  <a:moveTo>
                    <a:pt x="1164223" y="268373"/>
                  </a:moveTo>
                  <a:lnTo>
                    <a:pt x="1122269" y="268373"/>
                  </a:lnTo>
                  <a:lnTo>
                    <a:pt x="1122269" y="623630"/>
                  </a:lnTo>
                  <a:lnTo>
                    <a:pt x="1443916" y="623630"/>
                  </a:lnTo>
                  <a:lnTo>
                    <a:pt x="1443916" y="577292"/>
                  </a:lnTo>
                  <a:cubicBezTo>
                    <a:pt x="1443916" y="402238"/>
                    <a:pt x="1318054" y="268373"/>
                    <a:pt x="1164223" y="268373"/>
                  </a:cubicBezTo>
                  <a:close/>
                  <a:moveTo>
                    <a:pt x="1210838" y="525806"/>
                  </a:moveTo>
                  <a:lnTo>
                    <a:pt x="1210838" y="371346"/>
                  </a:lnTo>
                  <a:cubicBezTo>
                    <a:pt x="1280762" y="391941"/>
                    <a:pt x="1332039" y="448576"/>
                    <a:pt x="1350685" y="525806"/>
                  </a:cubicBezTo>
                  <a:lnTo>
                    <a:pt x="1210838" y="525806"/>
                  </a:lnTo>
                  <a:close/>
                  <a:moveTo>
                    <a:pt x="837914" y="16090"/>
                  </a:moveTo>
                  <a:lnTo>
                    <a:pt x="329805" y="484617"/>
                  </a:lnTo>
                  <a:lnTo>
                    <a:pt x="101389" y="237481"/>
                  </a:lnTo>
                  <a:cubicBezTo>
                    <a:pt x="78081" y="211738"/>
                    <a:pt x="40789" y="211738"/>
                    <a:pt x="17481" y="237481"/>
                  </a:cubicBezTo>
                  <a:cubicBezTo>
                    <a:pt x="-5827" y="263225"/>
                    <a:pt x="-5827" y="304414"/>
                    <a:pt x="17481" y="330157"/>
                  </a:cubicBezTo>
                  <a:lnTo>
                    <a:pt x="283189" y="618481"/>
                  </a:lnTo>
                  <a:cubicBezTo>
                    <a:pt x="292512" y="628779"/>
                    <a:pt x="311159" y="639076"/>
                    <a:pt x="325143" y="639076"/>
                  </a:cubicBezTo>
                  <a:cubicBezTo>
                    <a:pt x="339128" y="639076"/>
                    <a:pt x="353113" y="633927"/>
                    <a:pt x="362436" y="623630"/>
                  </a:cubicBezTo>
                  <a:lnTo>
                    <a:pt x="912499" y="119063"/>
                  </a:lnTo>
                  <a:cubicBezTo>
                    <a:pt x="935807" y="98468"/>
                    <a:pt x="940468" y="57279"/>
                    <a:pt x="921822" y="31535"/>
                  </a:cubicBezTo>
                  <a:cubicBezTo>
                    <a:pt x="903176" y="-4505"/>
                    <a:pt x="865884" y="-9654"/>
                    <a:pt x="837914" y="16090"/>
                  </a:cubicBezTo>
                  <a:close/>
                </a:path>
              </a:pathLst>
            </a:custGeom>
            <a:grpFill/>
            <a:ln w="168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4062446" y="5586148"/>
            <a:ext cx="204865" cy="247555"/>
            <a:chOff x="179069" y="18097"/>
            <a:chExt cx="1544954" cy="1866899"/>
          </a:xfrm>
          <a:solidFill>
            <a:schemeClr val="bg1"/>
          </a:solidFill>
        </p:grpSpPr>
        <p:sp>
          <p:nvSpPr>
            <p:cNvPr id="206" name="任意多边形: 形状 205"/>
            <p:cNvSpPr/>
            <p:nvPr/>
          </p:nvSpPr>
          <p:spPr>
            <a:xfrm>
              <a:off x="179069" y="18097"/>
              <a:ext cx="1544954" cy="1866899"/>
            </a:xfrm>
            <a:custGeom>
              <a:avLst/>
              <a:gdLst>
                <a:gd name="connsiteX0" fmla="*/ 772478 w 1544954"/>
                <a:gd name="connsiteY0" fmla="*/ 1866900 h 1866899"/>
                <a:gd name="connsiteX1" fmla="*/ 743903 w 1544954"/>
                <a:gd name="connsiteY1" fmla="*/ 1858328 h 1866899"/>
                <a:gd name="connsiteX2" fmla="*/ 220980 w 1544954"/>
                <a:gd name="connsiteY2" fmla="*/ 1452563 h 1866899"/>
                <a:gd name="connsiteX3" fmla="*/ 953 w 1544954"/>
                <a:gd name="connsiteY3" fmla="*/ 823913 h 1866899"/>
                <a:gd name="connsiteX4" fmla="*/ 953 w 1544954"/>
                <a:gd name="connsiteY4" fmla="*/ 819150 h 1866899"/>
                <a:gd name="connsiteX5" fmla="*/ 0 w 1544954"/>
                <a:gd name="connsiteY5" fmla="*/ 778193 h 1866899"/>
                <a:gd name="connsiteX6" fmla="*/ 953 w 1544954"/>
                <a:gd name="connsiteY6" fmla="*/ 737235 h 1866899"/>
                <a:gd name="connsiteX7" fmla="*/ 953 w 1544954"/>
                <a:gd name="connsiteY7" fmla="*/ 472440 h 1866899"/>
                <a:gd name="connsiteX8" fmla="*/ 57150 w 1544954"/>
                <a:gd name="connsiteY8" fmla="*/ 416243 h 1866899"/>
                <a:gd name="connsiteX9" fmla="*/ 723900 w 1544954"/>
                <a:gd name="connsiteY9" fmla="*/ 28575 h 1866899"/>
                <a:gd name="connsiteX10" fmla="*/ 772478 w 1544954"/>
                <a:gd name="connsiteY10" fmla="*/ 0 h 1866899"/>
                <a:gd name="connsiteX11" fmla="*/ 821055 w 1544954"/>
                <a:gd name="connsiteY11" fmla="*/ 28575 h 1866899"/>
                <a:gd name="connsiteX12" fmla="*/ 1488758 w 1544954"/>
                <a:gd name="connsiteY12" fmla="*/ 416243 h 1866899"/>
                <a:gd name="connsiteX13" fmla="*/ 1544955 w 1544954"/>
                <a:gd name="connsiteY13" fmla="*/ 472440 h 1866899"/>
                <a:gd name="connsiteX14" fmla="*/ 1544955 w 1544954"/>
                <a:gd name="connsiteY14" fmla="*/ 823913 h 1866899"/>
                <a:gd name="connsiteX15" fmla="*/ 1544003 w 1544954"/>
                <a:gd name="connsiteY15" fmla="*/ 834390 h 1866899"/>
                <a:gd name="connsiteX16" fmla="*/ 802005 w 1544954"/>
                <a:gd name="connsiteY16" fmla="*/ 1859280 h 1866899"/>
                <a:gd name="connsiteX17" fmla="*/ 772478 w 1544954"/>
                <a:gd name="connsiteY17" fmla="*/ 1866900 h 1866899"/>
                <a:gd name="connsiteX18" fmla="*/ 113348 w 1544954"/>
                <a:gd name="connsiteY18" fmla="*/ 822008 h 1866899"/>
                <a:gd name="connsiteX19" fmla="*/ 307658 w 1544954"/>
                <a:gd name="connsiteY19" fmla="*/ 1381125 h 1866899"/>
                <a:gd name="connsiteX20" fmla="*/ 773430 w 1544954"/>
                <a:gd name="connsiteY20" fmla="*/ 1744980 h 1866899"/>
                <a:gd name="connsiteX21" fmla="*/ 1433513 w 1544954"/>
                <a:gd name="connsiteY21" fmla="*/ 821055 h 1866899"/>
                <a:gd name="connsiteX22" fmla="*/ 1434465 w 1544954"/>
                <a:gd name="connsiteY22" fmla="*/ 813435 h 1866899"/>
                <a:gd name="connsiteX23" fmla="*/ 1434465 w 1544954"/>
                <a:gd name="connsiteY23" fmla="*/ 525780 h 1866899"/>
                <a:gd name="connsiteX24" fmla="*/ 774383 w 1544954"/>
                <a:gd name="connsiteY24" fmla="*/ 159068 h 1866899"/>
                <a:gd name="connsiteX25" fmla="*/ 113348 w 1544954"/>
                <a:gd name="connsiteY25" fmla="*/ 525780 h 1866899"/>
                <a:gd name="connsiteX26" fmla="*/ 113348 w 1544954"/>
                <a:gd name="connsiteY26" fmla="*/ 739140 h 1866899"/>
                <a:gd name="connsiteX27" fmla="*/ 112395 w 1544954"/>
                <a:gd name="connsiteY27" fmla="*/ 778193 h 1866899"/>
                <a:gd name="connsiteX28" fmla="*/ 113348 w 1544954"/>
                <a:gd name="connsiteY28" fmla="*/ 817245 h 1866899"/>
                <a:gd name="connsiteX29" fmla="*/ 113348 w 1544954"/>
                <a:gd name="connsiteY29" fmla="*/ 822008 h 1866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44954" h="1866899">
                  <a:moveTo>
                    <a:pt x="772478" y="1866900"/>
                  </a:moveTo>
                  <a:cubicBezTo>
                    <a:pt x="762000" y="1866900"/>
                    <a:pt x="752475" y="1864043"/>
                    <a:pt x="743903" y="1858328"/>
                  </a:cubicBezTo>
                  <a:cubicBezTo>
                    <a:pt x="512445" y="1718310"/>
                    <a:pt x="344805" y="1602105"/>
                    <a:pt x="220980" y="1452563"/>
                  </a:cubicBezTo>
                  <a:cubicBezTo>
                    <a:pt x="78105" y="1281113"/>
                    <a:pt x="8573" y="1081088"/>
                    <a:pt x="953" y="823913"/>
                  </a:cubicBezTo>
                  <a:lnTo>
                    <a:pt x="953" y="819150"/>
                  </a:lnTo>
                  <a:cubicBezTo>
                    <a:pt x="953" y="804863"/>
                    <a:pt x="0" y="791528"/>
                    <a:pt x="0" y="778193"/>
                  </a:cubicBezTo>
                  <a:cubicBezTo>
                    <a:pt x="0" y="764858"/>
                    <a:pt x="0" y="750570"/>
                    <a:pt x="953" y="737235"/>
                  </a:cubicBezTo>
                  <a:lnTo>
                    <a:pt x="953" y="472440"/>
                  </a:lnTo>
                  <a:cubicBezTo>
                    <a:pt x="953" y="441960"/>
                    <a:pt x="25718" y="416243"/>
                    <a:pt x="57150" y="416243"/>
                  </a:cubicBezTo>
                  <a:cubicBezTo>
                    <a:pt x="332423" y="416243"/>
                    <a:pt x="587693" y="267653"/>
                    <a:pt x="723900" y="28575"/>
                  </a:cubicBezTo>
                  <a:cubicBezTo>
                    <a:pt x="733425" y="11430"/>
                    <a:pt x="752475" y="0"/>
                    <a:pt x="772478" y="0"/>
                  </a:cubicBezTo>
                  <a:cubicBezTo>
                    <a:pt x="792480" y="0"/>
                    <a:pt x="811530" y="10478"/>
                    <a:pt x="821055" y="28575"/>
                  </a:cubicBezTo>
                  <a:cubicBezTo>
                    <a:pt x="957262" y="267653"/>
                    <a:pt x="1213485" y="416243"/>
                    <a:pt x="1488758" y="416243"/>
                  </a:cubicBezTo>
                  <a:cubicBezTo>
                    <a:pt x="1519238" y="416243"/>
                    <a:pt x="1544955" y="441008"/>
                    <a:pt x="1544955" y="472440"/>
                  </a:cubicBezTo>
                  <a:lnTo>
                    <a:pt x="1544955" y="823913"/>
                  </a:lnTo>
                  <a:cubicBezTo>
                    <a:pt x="1544955" y="827723"/>
                    <a:pt x="1544955" y="831533"/>
                    <a:pt x="1544003" y="834390"/>
                  </a:cubicBezTo>
                  <a:cubicBezTo>
                    <a:pt x="1524953" y="1379220"/>
                    <a:pt x="1223963" y="1603058"/>
                    <a:pt x="802005" y="1859280"/>
                  </a:cubicBezTo>
                  <a:cubicBezTo>
                    <a:pt x="792480" y="1864043"/>
                    <a:pt x="782955" y="1866900"/>
                    <a:pt x="772478" y="1866900"/>
                  </a:cubicBezTo>
                  <a:close/>
                  <a:moveTo>
                    <a:pt x="113348" y="822008"/>
                  </a:moveTo>
                  <a:cubicBezTo>
                    <a:pt x="120015" y="1052513"/>
                    <a:pt x="181928" y="1229678"/>
                    <a:pt x="307658" y="1381125"/>
                  </a:cubicBezTo>
                  <a:cubicBezTo>
                    <a:pt x="416243" y="1512570"/>
                    <a:pt x="567690" y="1619250"/>
                    <a:pt x="773430" y="1744980"/>
                  </a:cubicBezTo>
                  <a:cubicBezTo>
                    <a:pt x="1163955" y="1506855"/>
                    <a:pt x="1419225" y="1305878"/>
                    <a:pt x="1433513" y="821055"/>
                  </a:cubicBezTo>
                  <a:cubicBezTo>
                    <a:pt x="1433513" y="818198"/>
                    <a:pt x="1433513" y="816293"/>
                    <a:pt x="1434465" y="813435"/>
                  </a:cubicBezTo>
                  <a:lnTo>
                    <a:pt x="1434465" y="525780"/>
                  </a:lnTo>
                  <a:cubicBezTo>
                    <a:pt x="1170623" y="508635"/>
                    <a:pt x="927735" y="373380"/>
                    <a:pt x="774383" y="159068"/>
                  </a:cubicBezTo>
                  <a:cubicBezTo>
                    <a:pt x="619125" y="373380"/>
                    <a:pt x="376238" y="508635"/>
                    <a:pt x="113348" y="525780"/>
                  </a:cubicBezTo>
                  <a:lnTo>
                    <a:pt x="113348" y="739140"/>
                  </a:lnTo>
                  <a:cubicBezTo>
                    <a:pt x="113348" y="752475"/>
                    <a:pt x="112395" y="765810"/>
                    <a:pt x="112395" y="778193"/>
                  </a:cubicBezTo>
                  <a:cubicBezTo>
                    <a:pt x="112395" y="791528"/>
                    <a:pt x="112395" y="803910"/>
                    <a:pt x="113348" y="817245"/>
                  </a:cubicBezTo>
                  <a:lnTo>
                    <a:pt x="113348" y="82200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7" name="任意多边形: 形状 206"/>
            <p:cNvSpPr/>
            <p:nvPr/>
          </p:nvSpPr>
          <p:spPr>
            <a:xfrm>
              <a:off x="760318" y="542477"/>
              <a:ext cx="423718" cy="896750"/>
            </a:xfrm>
            <a:custGeom>
              <a:avLst/>
              <a:gdLst>
                <a:gd name="connsiteX0" fmla="*/ 212184 w 423718"/>
                <a:gd name="connsiteY0" fmla="*/ 896750 h 896750"/>
                <a:gd name="connsiteX1" fmla="*/ 192182 w 423718"/>
                <a:gd name="connsiteY1" fmla="*/ 892940 h 896750"/>
                <a:gd name="connsiteX2" fmla="*/ 159797 w 423718"/>
                <a:gd name="connsiteY2" fmla="*/ 820550 h 896750"/>
                <a:gd name="connsiteX3" fmla="*/ 286479 w 423718"/>
                <a:gd name="connsiteY3" fmla="*/ 493843 h 896750"/>
                <a:gd name="connsiteX4" fmla="*/ 55974 w 423718"/>
                <a:gd name="connsiteY4" fmla="*/ 493843 h 896750"/>
                <a:gd name="connsiteX5" fmla="*/ 10254 w 423718"/>
                <a:gd name="connsiteY5" fmla="*/ 470030 h 896750"/>
                <a:gd name="connsiteX6" fmla="*/ 3587 w 423718"/>
                <a:gd name="connsiteY6" fmla="*/ 418595 h 896750"/>
                <a:gd name="connsiteX7" fmla="*/ 138842 w 423718"/>
                <a:gd name="connsiteY7" fmla="*/ 37595 h 896750"/>
                <a:gd name="connsiteX8" fmla="*/ 210279 w 423718"/>
                <a:gd name="connsiteY8" fmla="*/ 3305 h 896750"/>
                <a:gd name="connsiteX9" fmla="*/ 244569 w 423718"/>
                <a:gd name="connsiteY9" fmla="*/ 74743 h 896750"/>
                <a:gd name="connsiteX10" fmla="*/ 135032 w 423718"/>
                <a:gd name="connsiteY10" fmla="*/ 382400 h 896750"/>
                <a:gd name="connsiteX11" fmla="*/ 368394 w 423718"/>
                <a:gd name="connsiteY11" fmla="*/ 382400 h 896750"/>
                <a:gd name="connsiteX12" fmla="*/ 414114 w 423718"/>
                <a:gd name="connsiteY12" fmla="*/ 407165 h 896750"/>
                <a:gd name="connsiteX13" fmla="*/ 419829 w 423718"/>
                <a:gd name="connsiteY13" fmla="*/ 458600 h 896750"/>
                <a:gd name="connsiteX14" fmla="*/ 263619 w 423718"/>
                <a:gd name="connsiteY14" fmla="*/ 861508 h 896750"/>
                <a:gd name="connsiteX15" fmla="*/ 212184 w 423718"/>
                <a:gd name="connsiteY15" fmla="*/ 896750 h 89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3718" h="896750">
                  <a:moveTo>
                    <a:pt x="212184" y="896750"/>
                  </a:moveTo>
                  <a:cubicBezTo>
                    <a:pt x="205517" y="896750"/>
                    <a:pt x="198849" y="895798"/>
                    <a:pt x="192182" y="892940"/>
                  </a:cubicBezTo>
                  <a:cubicBezTo>
                    <a:pt x="163607" y="881510"/>
                    <a:pt x="149319" y="849125"/>
                    <a:pt x="159797" y="820550"/>
                  </a:cubicBezTo>
                  <a:lnTo>
                    <a:pt x="286479" y="493843"/>
                  </a:lnTo>
                  <a:lnTo>
                    <a:pt x="55974" y="493843"/>
                  </a:lnTo>
                  <a:cubicBezTo>
                    <a:pt x="37877" y="493843"/>
                    <a:pt x="20732" y="485270"/>
                    <a:pt x="10254" y="470030"/>
                  </a:cubicBezTo>
                  <a:cubicBezTo>
                    <a:pt x="-223" y="454790"/>
                    <a:pt x="-3081" y="435740"/>
                    <a:pt x="3587" y="418595"/>
                  </a:cubicBezTo>
                  <a:lnTo>
                    <a:pt x="138842" y="37595"/>
                  </a:lnTo>
                  <a:cubicBezTo>
                    <a:pt x="149319" y="8068"/>
                    <a:pt x="180752" y="-7172"/>
                    <a:pt x="210279" y="3305"/>
                  </a:cubicBezTo>
                  <a:cubicBezTo>
                    <a:pt x="239807" y="13783"/>
                    <a:pt x="255047" y="45215"/>
                    <a:pt x="244569" y="74743"/>
                  </a:cubicBezTo>
                  <a:lnTo>
                    <a:pt x="135032" y="382400"/>
                  </a:lnTo>
                  <a:lnTo>
                    <a:pt x="368394" y="382400"/>
                  </a:lnTo>
                  <a:cubicBezTo>
                    <a:pt x="386492" y="382400"/>
                    <a:pt x="404589" y="391925"/>
                    <a:pt x="414114" y="407165"/>
                  </a:cubicBezTo>
                  <a:cubicBezTo>
                    <a:pt x="424592" y="422405"/>
                    <a:pt x="426497" y="441455"/>
                    <a:pt x="419829" y="458600"/>
                  </a:cubicBezTo>
                  <a:lnTo>
                    <a:pt x="263619" y="861508"/>
                  </a:lnTo>
                  <a:cubicBezTo>
                    <a:pt x="255999" y="883415"/>
                    <a:pt x="235044" y="896750"/>
                    <a:pt x="212184" y="89675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14" name="图形 212"/>
          <p:cNvSpPr/>
          <p:nvPr/>
        </p:nvSpPr>
        <p:spPr>
          <a:xfrm>
            <a:off x="6806460" y="2512029"/>
            <a:ext cx="246901" cy="282409"/>
          </a:xfrm>
          <a:custGeom>
            <a:avLst/>
            <a:gdLst>
              <a:gd name="connsiteX0" fmla="*/ 1188373 w 1632825"/>
              <a:gd name="connsiteY0" fmla="*/ 309245 h 1867646"/>
              <a:gd name="connsiteX1" fmla="*/ 1119521 w 1632825"/>
              <a:gd name="connsiteY1" fmla="*/ 611505 h 1867646"/>
              <a:gd name="connsiteX2" fmla="*/ 852730 w 1632825"/>
              <a:gd name="connsiteY2" fmla="*/ 0 h 1867646"/>
              <a:gd name="connsiteX3" fmla="*/ 385461 w 1632825"/>
              <a:gd name="connsiteY3" fmla="*/ 891540 h 1867646"/>
              <a:gd name="connsiteX4" fmla="*/ 174278 w 1632825"/>
              <a:gd name="connsiteY4" fmla="*/ 641804 h 1867646"/>
              <a:gd name="connsiteX5" fmla="*/ 118398 w 1632825"/>
              <a:gd name="connsiteY5" fmla="*/ 1493792 h 1867646"/>
              <a:gd name="connsiteX6" fmla="*/ 187250 w 1632825"/>
              <a:gd name="connsiteY6" fmla="*/ 1585867 h 1867646"/>
              <a:gd name="connsiteX7" fmla="*/ 827784 w 1632825"/>
              <a:gd name="connsiteY7" fmla="*/ 1867082 h 1867646"/>
              <a:gd name="connsiteX8" fmla="*/ 1384498 w 1632825"/>
              <a:gd name="connsiteY8" fmla="*/ 1676582 h 1867646"/>
              <a:gd name="connsiteX9" fmla="*/ 1605024 w 1632825"/>
              <a:gd name="connsiteY9" fmla="*/ 1340394 h 1867646"/>
              <a:gd name="connsiteX10" fmla="*/ 1188373 w 1632825"/>
              <a:gd name="connsiteY10" fmla="*/ 309245 h 1867646"/>
              <a:gd name="connsiteX11" fmla="*/ 1510500 w 1632825"/>
              <a:gd name="connsiteY11" fmla="*/ 1323975 h 1867646"/>
              <a:gd name="connsiteX12" fmla="*/ 1325080 w 1632825"/>
              <a:gd name="connsiteY12" fmla="*/ 1604282 h 1867646"/>
              <a:gd name="connsiteX13" fmla="*/ 830506 w 1632825"/>
              <a:gd name="connsiteY13" fmla="*/ 1773102 h 1867646"/>
              <a:gd name="connsiteX14" fmla="*/ 260366 w 1632825"/>
              <a:gd name="connsiteY14" fmla="*/ 1525814 h 1867646"/>
              <a:gd name="connsiteX15" fmla="*/ 200404 w 1632825"/>
              <a:gd name="connsiteY15" fmla="*/ 1445895 h 1867646"/>
              <a:gd name="connsiteX16" fmla="*/ 148969 w 1632825"/>
              <a:gd name="connsiteY16" fmla="*/ 863963 h 1867646"/>
              <a:gd name="connsiteX17" fmla="*/ 185255 w 1632825"/>
              <a:gd name="connsiteY17" fmla="*/ 898888 h 1867646"/>
              <a:gd name="connsiteX18" fmla="*/ 277148 w 1632825"/>
              <a:gd name="connsiteY18" fmla="*/ 980077 h 1867646"/>
              <a:gd name="connsiteX19" fmla="*/ 543395 w 1632825"/>
              <a:gd name="connsiteY19" fmla="*/ 1241334 h 1867646"/>
              <a:gd name="connsiteX20" fmla="*/ 496586 w 1632825"/>
              <a:gd name="connsiteY20" fmla="*/ 871311 h 1867646"/>
              <a:gd name="connsiteX21" fmla="*/ 756120 w 1632825"/>
              <a:gd name="connsiteY21" fmla="*/ 204561 h 1867646"/>
              <a:gd name="connsiteX22" fmla="*/ 1042505 w 1632825"/>
              <a:gd name="connsiteY22" fmla="*/ 690426 h 1867646"/>
              <a:gd name="connsiteX23" fmla="*/ 1182205 w 1632825"/>
              <a:gd name="connsiteY23" fmla="*/ 822506 h 1867646"/>
              <a:gd name="connsiteX24" fmla="*/ 1251873 w 1632825"/>
              <a:gd name="connsiteY24" fmla="*/ 643618 h 1867646"/>
              <a:gd name="connsiteX25" fmla="*/ 1292695 w 1632825"/>
              <a:gd name="connsiteY25" fmla="*/ 520065 h 1867646"/>
              <a:gd name="connsiteX26" fmla="*/ 1510500 w 1632825"/>
              <a:gd name="connsiteY26" fmla="*/ 1323975 h 1867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632825" h="1867646">
                <a:moveTo>
                  <a:pt x="1188373" y="309245"/>
                </a:moveTo>
                <a:cubicBezTo>
                  <a:pt x="1180471" y="412845"/>
                  <a:pt x="1157269" y="514703"/>
                  <a:pt x="1119521" y="611505"/>
                </a:cubicBezTo>
                <a:cubicBezTo>
                  <a:pt x="951415" y="452235"/>
                  <a:pt x="855138" y="231562"/>
                  <a:pt x="852730" y="0"/>
                </a:cubicBezTo>
                <a:cubicBezTo>
                  <a:pt x="568704" y="190046"/>
                  <a:pt x="336657" y="504190"/>
                  <a:pt x="385461" y="891540"/>
                </a:cubicBezTo>
                <a:cubicBezTo>
                  <a:pt x="324864" y="831941"/>
                  <a:pt x="208659" y="757374"/>
                  <a:pt x="174278" y="641804"/>
                </a:cubicBezTo>
                <a:cubicBezTo>
                  <a:pt x="-35305" y="880307"/>
                  <a:pt x="-58238" y="1229958"/>
                  <a:pt x="118398" y="1493792"/>
                </a:cubicBezTo>
                <a:cubicBezTo>
                  <a:pt x="138565" y="1526471"/>
                  <a:pt x="161607" y="1557285"/>
                  <a:pt x="187250" y="1585867"/>
                </a:cubicBezTo>
                <a:cubicBezTo>
                  <a:pt x="346492" y="1772668"/>
                  <a:pt x="582493" y="1876280"/>
                  <a:pt x="827784" y="1867082"/>
                </a:cubicBezTo>
                <a:cubicBezTo>
                  <a:pt x="1029986" y="1871041"/>
                  <a:pt x="1227110" y="1803587"/>
                  <a:pt x="1384498" y="1676582"/>
                </a:cubicBezTo>
                <a:cubicBezTo>
                  <a:pt x="1490928" y="1589953"/>
                  <a:pt x="1567957" y="1472523"/>
                  <a:pt x="1605024" y="1340394"/>
                </a:cubicBezTo>
                <a:cubicBezTo>
                  <a:pt x="1703354" y="942770"/>
                  <a:pt x="1535333" y="526944"/>
                  <a:pt x="1188373" y="309245"/>
                </a:cubicBezTo>
                <a:close/>
                <a:moveTo>
                  <a:pt x="1510500" y="1323975"/>
                </a:moveTo>
                <a:cubicBezTo>
                  <a:pt x="1478867" y="1434199"/>
                  <a:pt x="1414142" y="1532047"/>
                  <a:pt x="1325080" y="1604282"/>
                </a:cubicBezTo>
                <a:cubicBezTo>
                  <a:pt x="1185180" y="1716922"/>
                  <a:pt x="1010079" y="1776691"/>
                  <a:pt x="830506" y="1773102"/>
                </a:cubicBezTo>
                <a:cubicBezTo>
                  <a:pt x="612544" y="1782733"/>
                  <a:pt x="402274" y="1691532"/>
                  <a:pt x="260366" y="1525814"/>
                </a:cubicBezTo>
                <a:cubicBezTo>
                  <a:pt x="237976" y="1501066"/>
                  <a:pt x="217904" y="1474313"/>
                  <a:pt x="200404" y="1445895"/>
                </a:cubicBezTo>
                <a:cubicBezTo>
                  <a:pt x="84111" y="1273746"/>
                  <a:pt x="64674" y="1053841"/>
                  <a:pt x="148969" y="863963"/>
                </a:cubicBezTo>
                <a:cubicBezTo>
                  <a:pt x="161064" y="876058"/>
                  <a:pt x="173160" y="887700"/>
                  <a:pt x="185255" y="898888"/>
                </a:cubicBezTo>
                <a:cubicBezTo>
                  <a:pt x="199497" y="911769"/>
                  <a:pt x="265446" y="968557"/>
                  <a:pt x="277148" y="980077"/>
                </a:cubicBezTo>
                <a:lnTo>
                  <a:pt x="543395" y="1241334"/>
                </a:lnTo>
                <a:lnTo>
                  <a:pt x="496586" y="871311"/>
                </a:lnTo>
                <a:cubicBezTo>
                  <a:pt x="465199" y="624386"/>
                  <a:pt x="564259" y="391160"/>
                  <a:pt x="756120" y="204561"/>
                </a:cubicBezTo>
                <a:cubicBezTo>
                  <a:pt x="803909" y="390259"/>
                  <a:pt x="903182" y="558681"/>
                  <a:pt x="1042505" y="690426"/>
                </a:cubicBezTo>
                <a:lnTo>
                  <a:pt x="1182205" y="822506"/>
                </a:lnTo>
                <a:lnTo>
                  <a:pt x="1251873" y="643618"/>
                </a:lnTo>
                <a:cubicBezTo>
                  <a:pt x="1267691" y="603197"/>
                  <a:pt x="1281318" y="561953"/>
                  <a:pt x="1292695" y="520065"/>
                </a:cubicBezTo>
                <a:cubicBezTo>
                  <a:pt x="1499390" y="732363"/>
                  <a:pt x="1581756" y="1036371"/>
                  <a:pt x="1510500" y="132397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20" name="组合 219"/>
          <p:cNvGrpSpPr/>
          <p:nvPr/>
        </p:nvGrpSpPr>
        <p:grpSpPr>
          <a:xfrm>
            <a:off x="6806460" y="3543434"/>
            <a:ext cx="257085" cy="250056"/>
            <a:chOff x="119062" y="178593"/>
            <a:chExt cx="1666875" cy="1621304"/>
          </a:xfrm>
          <a:solidFill>
            <a:schemeClr val="bg1"/>
          </a:solidFill>
        </p:grpSpPr>
        <p:sp>
          <p:nvSpPr>
            <p:cNvPr id="218" name="任意多边形: 形状 217"/>
            <p:cNvSpPr/>
            <p:nvPr/>
          </p:nvSpPr>
          <p:spPr>
            <a:xfrm>
              <a:off x="119062" y="178593"/>
              <a:ext cx="1666875" cy="1621304"/>
            </a:xfrm>
            <a:custGeom>
              <a:avLst/>
              <a:gdLst>
                <a:gd name="connsiteX0" fmla="*/ 1250156 w 1666875"/>
                <a:gd name="connsiteY0" fmla="*/ 0 h 1621304"/>
                <a:gd name="connsiteX1" fmla="*/ 1428452 w 1666875"/>
                <a:gd name="connsiteY1" fmla="*/ 168116 h 1621304"/>
                <a:gd name="connsiteX2" fmla="*/ 1428750 w 1666875"/>
                <a:gd name="connsiteY2" fmla="*/ 178594 h 1621304"/>
                <a:gd name="connsiteX3" fmla="*/ 1428750 w 1666875"/>
                <a:gd name="connsiteY3" fmla="*/ 238125 h 1621304"/>
                <a:gd name="connsiteX4" fmla="*/ 1488281 w 1666875"/>
                <a:gd name="connsiteY4" fmla="*/ 238125 h 1621304"/>
                <a:gd name="connsiteX5" fmla="*/ 1666577 w 1666875"/>
                <a:gd name="connsiteY5" fmla="*/ 406241 h 1621304"/>
                <a:gd name="connsiteX6" fmla="*/ 1666875 w 1666875"/>
                <a:gd name="connsiteY6" fmla="*/ 416719 h 1621304"/>
                <a:gd name="connsiteX7" fmla="*/ 1666875 w 1666875"/>
                <a:gd name="connsiteY7" fmla="*/ 1250156 h 1621304"/>
                <a:gd name="connsiteX8" fmla="*/ 1498759 w 1666875"/>
                <a:gd name="connsiteY8" fmla="*/ 1428452 h 1621304"/>
                <a:gd name="connsiteX9" fmla="*/ 1488281 w 1666875"/>
                <a:gd name="connsiteY9" fmla="*/ 1428750 h 1621304"/>
                <a:gd name="connsiteX10" fmla="*/ 1068169 w 1666875"/>
                <a:gd name="connsiteY10" fmla="*/ 1428691 h 1621304"/>
                <a:gd name="connsiteX11" fmla="*/ 775633 w 1666875"/>
                <a:gd name="connsiteY11" fmla="*/ 1604308 h 1621304"/>
                <a:gd name="connsiteX12" fmla="*/ 623530 w 1666875"/>
                <a:gd name="connsiteY12" fmla="*/ 1579245 h 1621304"/>
                <a:gd name="connsiteX13" fmla="*/ 617637 w 1666875"/>
                <a:gd name="connsiteY13" fmla="*/ 1571625 h 1621304"/>
                <a:gd name="connsiteX14" fmla="*/ 612279 w 1666875"/>
                <a:gd name="connsiteY14" fmla="*/ 1563469 h 1621304"/>
                <a:gd name="connsiteX15" fmla="*/ 595789 w 1666875"/>
                <a:gd name="connsiteY15" fmla="*/ 1512927 h 1621304"/>
                <a:gd name="connsiteX16" fmla="*/ 595313 w 1666875"/>
                <a:gd name="connsiteY16" fmla="*/ 1502212 h 1621304"/>
                <a:gd name="connsiteX17" fmla="*/ 595313 w 1666875"/>
                <a:gd name="connsiteY17" fmla="*/ 1428691 h 1621304"/>
                <a:gd name="connsiteX18" fmla="*/ 416719 w 1666875"/>
                <a:gd name="connsiteY18" fmla="*/ 1428750 h 1621304"/>
                <a:gd name="connsiteX19" fmla="*/ 239316 w 1666875"/>
                <a:gd name="connsiteY19" fmla="*/ 1270992 h 1621304"/>
                <a:gd name="connsiteX20" fmla="*/ 238423 w 1666875"/>
                <a:gd name="connsiteY20" fmla="*/ 1260634 h 1621304"/>
                <a:gd name="connsiteX21" fmla="*/ 238125 w 1666875"/>
                <a:gd name="connsiteY21" fmla="*/ 1250156 h 1621304"/>
                <a:gd name="connsiteX22" fmla="*/ 238125 w 1666875"/>
                <a:gd name="connsiteY22" fmla="*/ 1190625 h 1621304"/>
                <a:gd name="connsiteX23" fmla="*/ 178594 w 1666875"/>
                <a:gd name="connsiteY23" fmla="*/ 1190625 h 1621304"/>
                <a:gd name="connsiteX24" fmla="*/ 298 w 1666875"/>
                <a:gd name="connsiteY24" fmla="*/ 1022509 h 1621304"/>
                <a:gd name="connsiteX25" fmla="*/ 0 w 1666875"/>
                <a:gd name="connsiteY25" fmla="*/ 1012031 h 1621304"/>
                <a:gd name="connsiteX26" fmla="*/ 0 w 1666875"/>
                <a:gd name="connsiteY26" fmla="*/ 178594 h 1621304"/>
                <a:gd name="connsiteX27" fmla="*/ 168116 w 1666875"/>
                <a:gd name="connsiteY27" fmla="*/ 298 h 1621304"/>
                <a:gd name="connsiteX28" fmla="*/ 178594 w 1666875"/>
                <a:gd name="connsiteY28" fmla="*/ 0 h 1621304"/>
                <a:gd name="connsiteX29" fmla="*/ 1250156 w 1666875"/>
                <a:gd name="connsiteY29" fmla="*/ 0 h 1621304"/>
                <a:gd name="connsiteX30" fmla="*/ 1488281 w 1666875"/>
                <a:gd name="connsiteY30" fmla="*/ 357188 h 1621304"/>
                <a:gd name="connsiteX31" fmla="*/ 416719 w 1666875"/>
                <a:gd name="connsiteY31" fmla="*/ 357188 h 1621304"/>
                <a:gd name="connsiteX32" fmla="*/ 409575 w 1666875"/>
                <a:gd name="connsiteY32" fmla="*/ 357604 h 1621304"/>
                <a:gd name="connsiteX33" fmla="*/ 357545 w 1666875"/>
                <a:gd name="connsiteY33" fmla="*/ 409754 h 1621304"/>
                <a:gd name="connsiteX34" fmla="*/ 357188 w 1666875"/>
                <a:gd name="connsiteY34" fmla="*/ 416719 h 1621304"/>
                <a:gd name="connsiteX35" fmla="*/ 357188 w 1666875"/>
                <a:gd name="connsiteY35" fmla="*/ 1250156 h 1621304"/>
                <a:gd name="connsiteX36" fmla="*/ 409754 w 1666875"/>
                <a:gd name="connsiteY36" fmla="*/ 1309271 h 1621304"/>
                <a:gd name="connsiteX37" fmla="*/ 416719 w 1666875"/>
                <a:gd name="connsiteY37" fmla="*/ 1309688 h 1621304"/>
                <a:gd name="connsiteX38" fmla="*/ 654844 w 1666875"/>
                <a:gd name="connsiteY38" fmla="*/ 1309688 h 1621304"/>
                <a:gd name="connsiteX39" fmla="*/ 713958 w 1666875"/>
                <a:gd name="connsiteY39" fmla="*/ 1362254 h 1621304"/>
                <a:gd name="connsiteX40" fmla="*/ 714375 w 1666875"/>
                <a:gd name="connsiteY40" fmla="*/ 1369219 h 1621304"/>
                <a:gd name="connsiteX41" fmla="*/ 714375 w 1666875"/>
                <a:gd name="connsiteY41" fmla="*/ 1502093 h 1621304"/>
                <a:gd name="connsiteX42" fmla="*/ 1021020 w 1666875"/>
                <a:gd name="connsiteY42" fmla="*/ 1318141 h 1621304"/>
                <a:gd name="connsiteX43" fmla="*/ 1035784 w 1666875"/>
                <a:gd name="connsiteY43" fmla="*/ 1311831 h 1621304"/>
                <a:gd name="connsiteX44" fmla="*/ 1043642 w 1666875"/>
                <a:gd name="connsiteY44" fmla="*/ 1310223 h 1621304"/>
                <a:gd name="connsiteX45" fmla="*/ 1051679 w 1666875"/>
                <a:gd name="connsiteY45" fmla="*/ 1309688 h 1621304"/>
                <a:gd name="connsiteX46" fmla="*/ 1488281 w 1666875"/>
                <a:gd name="connsiteY46" fmla="*/ 1309688 h 1621304"/>
                <a:gd name="connsiteX47" fmla="*/ 1547396 w 1666875"/>
                <a:gd name="connsiteY47" fmla="*/ 1257122 h 1621304"/>
                <a:gd name="connsiteX48" fmla="*/ 1547813 w 1666875"/>
                <a:gd name="connsiteY48" fmla="*/ 1250156 h 1621304"/>
                <a:gd name="connsiteX49" fmla="*/ 1547813 w 1666875"/>
                <a:gd name="connsiteY49" fmla="*/ 416719 h 1621304"/>
                <a:gd name="connsiteX50" fmla="*/ 1488281 w 1666875"/>
                <a:gd name="connsiteY50" fmla="*/ 357188 h 1621304"/>
                <a:gd name="connsiteX51" fmla="*/ 238125 w 1666875"/>
                <a:gd name="connsiteY51" fmla="*/ 1071563 h 1621304"/>
                <a:gd name="connsiteX52" fmla="*/ 238125 w 1666875"/>
                <a:gd name="connsiteY52" fmla="*/ 414516 h 1621304"/>
                <a:gd name="connsiteX53" fmla="*/ 238601 w 1666875"/>
                <a:gd name="connsiteY53" fmla="*/ 403443 h 1621304"/>
                <a:gd name="connsiteX54" fmla="*/ 239435 w 1666875"/>
                <a:gd name="connsiteY54" fmla="*/ 395109 h 1621304"/>
                <a:gd name="connsiteX55" fmla="*/ 241578 w 1666875"/>
                <a:gd name="connsiteY55" fmla="*/ 381417 h 1621304"/>
                <a:gd name="connsiteX56" fmla="*/ 244138 w 1666875"/>
                <a:gd name="connsiteY56" fmla="*/ 370701 h 1621304"/>
                <a:gd name="connsiteX57" fmla="*/ 246162 w 1666875"/>
                <a:gd name="connsiteY57" fmla="*/ 363676 h 1621304"/>
                <a:gd name="connsiteX58" fmla="*/ 249019 w 1666875"/>
                <a:gd name="connsiteY58" fmla="*/ 355223 h 1621304"/>
                <a:gd name="connsiteX59" fmla="*/ 253544 w 1666875"/>
                <a:gd name="connsiteY59" fmla="*/ 344091 h 1621304"/>
                <a:gd name="connsiteX60" fmla="*/ 256996 w 1666875"/>
                <a:gd name="connsiteY60" fmla="*/ 336709 h 1621304"/>
                <a:gd name="connsiteX61" fmla="*/ 260687 w 1666875"/>
                <a:gd name="connsiteY61" fmla="*/ 329744 h 1621304"/>
                <a:gd name="connsiteX62" fmla="*/ 267653 w 1666875"/>
                <a:gd name="connsiteY62" fmla="*/ 318314 h 1621304"/>
                <a:gd name="connsiteX63" fmla="*/ 272117 w 1666875"/>
                <a:gd name="connsiteY63" fmla="*/ 311944 h 1621304"/>
                <a:gd name="connsiteX64" fmla="*/ 276761 w 1666875"/>
                <a:gd name="connsiteY64" fmla="*/ 305752 h 1621304"/>
                <a:gd name="connsiteX65" fmla="*/ 286583 w 1666875"/>
                <a:gd name="connsiteY65" fmla="*/ 294442 h 1621304"/>
                <a:gd name="connsiteX66" fmla="*/ 309979 w 1666875"/>
                <a:gd name="connsiteY66" fmla="*/ 273546 h 1621304"/>
                <a:gd name="connsiteX67" fmla="*/ 319504 w 1666875"/>
                <a:gd name="connsiteY67" fmla="*/ 266879 h 1621304"/>
                <a:gd name="connsiteX68" fmla="*/ 331649 w 1666875"/>
                <a:gd name="connsiteY68" fmla="*/ 259616 h 1621304"/>
                <a:gd name="connsiteX69" fmla="*/ 340578 w 1666875"/>
                <a:gd name="connsiteY69" fmla="*/ 255091 h 1621304"/>
                <a:gd name="connsiteX70" fmla="*/ 351056 w 1666875"/>
                <a:gd name="connsiteY70" fmla="*/ 250567 h 1621304"/>
                <a:gd name="connsiteX71" fmla="*/ 367605 w 1666875"/>
                <a:gd name="connsiteY71" fmla="*/ 244971 h 1621304"/>
                <a:gd name="connsiteX72" fmla="*/ 378202 w 1666875"/>
                <a:gd name="connsiteY72" fmla="*/ 242292 h 1621304"/>
                <a:gd name="connsiteX73" fmla="*/ 406360 w 1666875"/>
                <a:gd name="connsiteY73" fmla="*/ 238423 h 1621304"/>
                <a:gd name="connsiteX74" fmla="*/ 416719 w 1666875"/>
                <a:gd name="connsiteY74" fmla="*/ 238125 h 1621304"/>
                <a:gd name="connsiteX75" fmla="*/ 1309688 w 1666875"/>
                <a:gd name="connsiteY75" fmla="*/ 238065 h 1621304"/>
                <a:gd name="connsiteX76" fmla="*/ 1309688 w 1666875"/>
                <a:gd name="connsiteY76" fmla="*/ 178594 h 1621304"/>
                <a:gd name="connsiteX77" fmla="*/ 1263848 w 1666875"/>
                <a:gd name="connsiteY77" fmla="*/ 120610 h 1621304"/>
                <a:gd name="connsiteX78" fmla="*/ 1257122 w 1666875"/>
                <a:gd name="connsiteY78" fmla="*/ 119420 h 1621304"/>
                <a:gd name="connsiteX79" fmla="*/ 1250156 w 1666875"/>
                <a:gd name="connsiteY79" fmla="*/ 119063 h 1621304"/>
                <a:gd name="connsiteX80" fmla="*/ 178594 w 1666875"/>
                <a:gd name="connsiteY80" fmla="*/ 119063 h 1621304"/>
                <a:gd name="connsiteX81" fmla="*/ 119479 w 1666875"/>
                <a:gd name="connsiteY81" fmla="*/ 171629 h 1621304"/>
                <a:gd name="connsiteX82" fmla="*/ 119063 w 1666875"/>
                <a:gd name="connsiteY82" fmla="*/ 178594 h 1621304"/>
                <a:gd name="connsiteX83" fmla="*/ 119063 w 1666875"/>
                <a:gd name="connsiteY83" fmla="*/ 1012031 h 1621304"/>
                <a:gd name="connsiteX84" fmla="*/ 171629 w 1666875"/>
                <a:gd name="connsiteY84" fmla="*/ 1071146 h 1621304"/>
                <a:gd name="connsiteX85" fmla="*/ 178594 w 1666875"/>
                <a:gd name="connsiteY85" fmla="*/ 1071563 h 1621304"/>
                <a:gd name="connsiteX86" fmla="*/ 238125 w 1666875"/>
                <a:gd name="connsiteY86" fmla="*/ 1071563 h 1621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1666875" h="1621304">
                  <a:moveTo>
                    <a:pt x="1250156" y="0"/>
                  </a:moveTo>
                  <a:cubicBezTo>
                    <a:pt x="1344725" y="-5"/>
                    <a:pt x="1422904" y="73710"/>
                    <a:pt x="1428452" y="168116"/>
                  </a:cubicBezTo>
                  <a:lnTo>
                    <a:pt x="1428750" y="178594"/>
                  </a:lnTo>
                  <a:lnTo>
                    <a:pt x="1428750" y="238125"/>
                  </a:lnTo>
                  <a:lnTo>
                    <a:pt x="1488281" y="238125"/>
                  </a:lnTo>
                  <a:cubicBezTo>
                    <a:pt x="1582850" y="238120"/>
                    <a:pt x="1661029" y="311835"/>
                    <a:pt x="1666577" y="406241"/>
                  </a:cubicBezTo>
                  <a:lnTo>
                    <a:pt x="1666875" y="416719"/>
                  </a:lnTo>
                  <a:lnTo>
                    <a:pt x="1666875" y="1250156"/>
                  </a:lnTo>
                  <a:cubicBezTo>
                    <a:pt x="1666880" y="1344725"/>
                    <a:pt x="1593165" y="1422904"/>
                    <a:pt x="1498759" y="1428452"/>
                  </a:cubicBezTo>
                  <a:lnTo>
                    <a:pt x="1488281" y="1428750"/>
                  </a:lnTo>
                  <a:lnTo>
                    <a:pt x="1068169" y="1428691"/>
                  </a:lnTo>
                  <a:lnTo>
                    <a:pt x="775633" y="1604308"/>
                  </a:lnTo>
                  <a:cubicBezTo>
                    <a:pt x="725636" y="1634332"/>
                    <a:pt x="661251" y="1623723"/>
                    <a:pt x="623530" y="1579245"/>
                  </a:cubicBezTo>
                  <a:lnTo>
                    <a:pt x="617637" y="1571625"/>
                  </a:lnTo>
                  <a:lnTo>
                    <a:pt x="612279" y="1563469"/>
                  </a:lnTo>
                  <a:cubicBezTo>
                    <a:pt x="603043" y="1548080"/>
                    <a:pt x="597406" y="1530802"/>
                    <a:pt x="595789" y="1512927"/>
                  </a:cubicBezTo>
                  <a:lnTo>
                    <a:pt x="595313" y="1502212"/>
                  </a:lnTo>
                  <a:lnTo>
                    <a:pt x="595313" y="1428691"/>
                  </a:lnTo>
                  <a:lnTo>
                    <a:pt x="416719" y="1428750"/>
                  </a:lnTo>
                  <a:cubicBezTo>
                    <a:pt x="326133" y="1428765"/>
                    <a:pt x="249884" y="1360959"/>
                    <a:pt x="239316" y="1270992"/>
                  </a:cubicBezTo>
                  <a:lnTo>
                    <a:pt x="238423" y="1260634"/>
                  </a:lnTo>
                  <a:lnTo>
                    <a:pt x="238125" y="1250156"/>
                  </a:lnTo>
                  <a:lnTo>
                    <a:pt x="238125" y="1190625"/>
                  </a:lnTo>
                  <a:lnTo>
                    <a:pt x="178594" y="1190625"/>
                  </a:lnTo>
                  <a:cubicBezTo>
                    <a:pt x="84025" y="1190630"/>
                    <a:pt x="5846" y="1116915"/>
                    <a:pt x="298" y="1022509"/>
                  </a:cubicBezTo>
                  <a:lnTo>
                    <a:pt x="0" y="1012031"/>
                  </a:lnTo>
                  <a:lnTo>
                    <a:pt x="0" y="178594"/>
                  </a:lnTo>
                  <a:cubicBezTo>
                    <a:pt x="-5" y="84025"/>
                    <a:pt x="73710" y="5846"/>
                    <a:pt x="168116" y="298"/>
                  </a:cubicBezTo>
                  <a:lnTo>
                    <a:pt x="178594" y="0"/>
                  </a:lnTo>
                  <a:lnTo>
                    <a:pt x="1250156" y="0"/>
                  </a:lnTo>
                  <a:close/>
                  <a:moveTo>
                    <a:pt x="1488281" y="357188"/>
                  </a:moveTo>
                  <a:lnTo>
                    <a:pt x="416719" y="357188"/>
                  </a:lnTo>
                  <a:lnTo>
                    <a:pt x="409575" y="357604"/>
                  </a:lnTo>
                  <a:cubicBezTo>
                    <a:pt x="382267" y="360881"/>
                    <a:pt x="360759" y="382438"/>
                    <a:pt x="357545" y="409754"/>
                  </a:cubicBezTo>
                  <a:lnTo>
                    <a:pt x="357188" y="416719"/>
                  </a:lnTo>
                  <a:lnTo>
                    <a:pt x="357188" y="1250156"/>
                  </a:lnTo>
                  <a:cubicBezTo>
                    <a:pt x="357191" y="1280337"/>
                    <a:pt x="379780" y="1305740"/>
                    <a:pt x="409754" y="1309271"/>
                  </a:cubicBezTo>
                  <a:lnTo>
                    <a:pt x="416719" y="1309688"/>
                  </a:lnTo>
                  <a:lnTo>
                    <a:pt x="654844" y="1309688"/>
                  </a:lnTo>
                  <a:cubicBezTo>
                    <a:pt x="685025" y="1309692"/>
                    <a:pt x="710427" y="1332280"/>
                    <a:pt x="713958" y="1362254"/>
                  </a:cubicBezTo>
                  <a:lnTo>
                    <a:pt x="714375" y="1369219"/>
                  </a:lnTo>
                  <a:lnTo>
                    <a:pt x="714375" y="1502093"/>
                  </a:lnTo>
                  <a:lnTo>
                    <a:pt x="1021020" y="1318141"/>
                  </a:lnTo>
                  <a:cubicBezTo>
                    <a:pt x="1025634" y="1315381"/>
                    <a:pt x="1030601" y="1313258"/>
                    <a:pt x="1035784" y="1311831"/>
                  </a:cubicBezTo>
                  <a:lnTo>
                    <a:pt x="1043642" y="1310223"/>
                  </a:lnTo>
                  <a:lnTo>
                    <a:pt x="1051679" y="1309688"/>
                  </a:lnTo>
                  <a:lnTo>
                    <a:pt x="1488281" y="1309688"/>
                  </a:lnTo>
                  <a:cubicBezTo>
                    <a:pt x="1518462" y="1309684"/>
                    <a:pt x="1543865" y="1287095"/>
                    <a:pt x="1547396" y="1257122"/>
                  </a:cubicBezTo>
                  <a:lnTo>
                    <a:pt x="1547813" y="1250156"/>
                  </a:lnTo>
                  <a:lnTo>
                    <a:pt x="1547813" y="416719"/>
                  </a:lnTo>
                  <a:cubicBezTo>
                    <a:pt x="1547813" y="383841"/>
                    <a:pt x="1521159" y="357188"/>
                    <a:pt x="1488281" y="357188"/>
                  </a:cubicBezTo>
                  <a:close/>
                  <a:moveTo>
                    <a:pt x="238125" y="1071563"/>
                  </a:moveTo>
                  <a:lnTo>
                    <a:pt x="238125" y="414516"/>
                  </a:lnTo>
                  <a:lnTo>
                    <a:pt x="238601" y="403443"/>
                  </a:lnTo>
                  <a:lnTo>
                    <a:pt x="239435" y="395109"/>
                  </a:lnTo>
                  <a:lnTo>
                    <a:pt x="241578" y="381417"/>
                  </a:lnTo>
                  <a:lnTo>
                    <a:pt x="244138" y="370701"/>
                  </a:lnTo>
                  <a:lnTo>
                    <a:pt x="246162" y="363676"/>
                  </a:lnTo>
                  <a:lnTo>
                    <a:pt x="249019" y="355223"/>
                  </a:lnTo>
                  <a:lnTo>
                    <a:pt x="253544" y="344091"/>
                  </a:lnTo>
                  <a:lnTo>
                    <a:pt x="256996" y="336709"/>
                  </a:lnTo>
                  <a:lnTo>
                    <a:pt x="260687" y="329744"/>
                  </a:lnTo>
                  <a:lnTo>
                    <a:pt x="267653" y="318314"/>
                  </a:lnTo>
                  <a:lnTo>
                    <a:pt x="272117" y="311944"/>
                  </a:lnTo>
                  <a:lnTo>
                    <a:pt x="276761" y="305752"/>
                  </a:lnTo>
                  <a:lnTo>
                    <a:pt x="286583" y="294442"/>
                  </a:lnTo>
                  <a:cubicBezTo>
                    <a:pt x="293727" y="286822"/>
                    <a:pt x="301585" y="279797"/>
                    <a:pt x="309979" y="273546"/>
                  </a:cubicBezTo>
                  <a:lnTo>
                    <a:pt x="319504" y="266879"/>
                  </a:lnTo>
                  <a:lnTo>
                    <a:pt x="331649" y="259616"/>
                  </a:lnTo>
                  <a:lnTo>
                    <a:pt x="340578" y="255091"/>
                  </a:lnTo>
                  <a:lnTo>
                    <a:pt x="351056" y="250567"/>
                  </a:lnTo>
                  <a:cubicBezTo>
                    <a:pt x="356476" y="248427"/>
                    <a:pt x="361999" y="246560"/>
                    <a:pt x="367605" y="244971"/>
                  </a:cubicBezTo>
                  <a:lnTo>
                    <a:pt x="378202" y="242292"/>
                  </a:lnTo>
                  <a:cubicBezTo>
                    <a:pt x="387461" y="240206"/>
                    <a:pt x="396881" y="238911"/>
                    <a:pt x="406360" y="238423"/>
                  </a:cubicBezTo>
                  <a:lnTo>
                    <a:pt x="416719" y="238125"/>
                  </a:lnTo>
                  <a:lnTo>
                    <a:pt x="1309688" y="238065"/>
                  </a:lnTo>
                  <a:lnTo>
                    <a:pt x="1309688" y="178594"/>
                  </a:lnTo>
                  <a:cubicBezTo>
                    <a:pt x="1309710" y="150972"/>
                    <a:pt x="1290730" y="126963"/>
                    <a:pt x="1263848" y="120610"/>
                  </a:cubicBezTo>
                  <a:lnTo>
                    <a:pt x="1257122" y="119420"/>
                  </a:lnTo>
                  <a:lnTo>
                    <a:pt x="1250156" y="119063"/>
                  </a:lnTo>
                  <a:lnTo>
                    <a:pt x="178594" y="119063"/>
                  </a:lnTo>
                  <a:cubicBezTo>
                    <a:pt x="148413" y="119066"/>
                    <a:pt x="123010" y="141655"/>
                    <a:pt x="119479" y="171629"/>
                  </a:cubicBezTo>
                  <a:lnTo>
                    <a:pt x="119063" y="178594"/>
                  </a:lnTo>
                  <a:lnTo>
                    <a:pt x="119063" y="1012031"/>
                  </a:lnTo>
                  <a:cubicBezTo>
                    <a:pt x="119066" y="1042212"/>
                    <a:pt x="141655" y="1067615"/>
                    <a:pt x="171629" y="1071146"/>
                  </a:cubicBezTo>
                  <a:lnTo>
                    <a:pt x="178594" y="1071563"/>
                  </a:lnTo>
                  <a:lnTo>
                    <a:pt x="238125" y="107156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19" name="任意多边形: 形状 218"/>
            <p:cNvSpPr/>
            <p:nvPr/>
          </p:nvSpPr>
          <p:spPr>
            <a:xfrm>
              <a:off x="684609" y="952500"/>
              <a:ext cx="773906" cy="178593"/>
            </a:xfrm>
            <a:custGeom>
              <a:avLst/>
              <a:gdLst>
                <a:gd name="connsiteX0" fmla="*/ 386953 w 773906"/>
                <a:gd name="connsiteY0" fmla="*/ 0 h 178593"/>
                <a:gd name="connsiteX1" fmla="*/ 476250 w 773906"/>
                <a:gd name="connsiteY1" fmla="*/ 89297 h 178593"/>
                <a:gd name="connsiteX2" fmla="*/ 386953 w 773906"/>
                <a:gd name="connsiteY2" fmla="*/ 178594 h 178593"/>
                <a:gd name="connsiteX3" fmla="*/ 297656 w 773906"/>
                <a:gd name="connsiteY3" fmla="*/ 89297 h 178593"/>
                <a:gd name="connsiteX4" fmla="*/ 386953 w 773906"/>
                <a:gd name="connsiteY4" fmla="*/ 0 h 178593"/>
                <a:gd name="connsiteX5" fmla="*/ 89297 w 773906"/>
                <a:gd name="connsiteY5" fmla="*/ 0 h 178593"/>
                <a:gd name="connsiteX6" fmla="*/ 178594 w 773906"/>
                <a:gd name="connsiteY6" fmla="*/ 89297 h 178593"/>
                <a:gd name="connsiteX7" fmla="*/ 89297 w 773906"/>
                <a:gd name="connsiteY7" fmla="*/ 178594 h 178593"/>
                <a:gd name="connsiteX8" fmla="*/ 0 w 773906"/>
                <a:gd name="connsiteY8" fmla="*/ 89297 h 178593"/>
                <a:gd name="connsiteX9" fmla="*/ 89297 w 773906"/>
                <a:gd name="connsiteY9" fmla="*/ 0 h 178593"/>
                <a:gd name="connsiteX10" fmla="*/ 684609 w 773906"/>
                <a:gd name="connsiteY10" fmla="*/ 0 h 178593"/>
                <a:gd name="connsiteX11" fmla="*/ 773906 w 773906"/>
                <a:gd name="connsiteY11" fmla="*/ 89297 h 178593"/>
                <a:gd name="connsiteX12" fmla="*/ 684609 w 773906"/>
                <a:gd name="connsiteY12" fmla="*/ 178594 h 178593"/>
                <a:gd name="connsiteX13" fmla="*/ 595313 w 773906"/>
                <a:gd name="connsiteY13" fmla="*/ 89297 h 178593"/>
                <a:gd name="connsiteX14" fmla="*/ 684609 w 773906"/>
                <a:gd name="connsiteY14" fmla="*/ 0 h 178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73906" h="178593">
                  <a:moveTo>
                    <a:pt x="386953" y="0"/>
                  </a:moveTo>
                  <a:cubicBezTo>
                    <a:pt x="436270" y="0"/>
                    <a:pt x="476250" y="39980"/>
                    <a:pt x="476250" y="89297"/>
                  </a:cubicBezTo>
                  <a:cubicBezTo>
                    <a:pt x="476250" y="138614"/>
                    <a:pt x="436270" y="178594"/>
                    <a:pt x="386953" y="178594"/>
                  </a:cubicBezTo>
                  <a:cubicBezTo>
                    <a:pt x="337636" y="178594"/>
                    <a:pt x="297656" y="138614"/>
                    <a:pt x="297656" y="89297"/>
                  </a:cubicBezTo>
                  <a:cubicBezTo>
                    <a:pt x="297656" y="39980"/>
                    <a:pt x="337636" y="0"/>
                    <a:pt x="386953" y="0"/>
                  </a:cubicBezTo>
                  <a:close/>
                  <a:moveTo>
                    <a:pt x="89297" y="0"/>
                  </a:moveTo>
                  <a:cubicBezTo>
                    <a:pt x="138614" y="0"/>
                    <a:pt x="178594" y="39980"/>
                    <a:pt x="178594" y="89297"/>
                  </a:cubicBezTo>
                  <a:cubicBezTo>
                    <a:pt x="178594" y="138614"/>
                    <a:pt x="138614" y="178594"/>
                    <a:pt x="89297" y="178594"/>
                  </a:cubicBezTo>
                  <a:cubicBezTo>
                    <a:pt x="39980" y="178594"/>
                    <a:pt x="0" y="138614"/>
                    <a:pt x="0" y="89297"/>
                  </a:cubicBezTo>
                  <a:cubicBezTo>
                    <a:pt x="0" y="39980"/>
                    <a:pt x="39980" y="0"/>
                    <a:pt x="89297" y="0"/>
                  </a:cubicBezTo>
                  <a:close/>
                  <a:moveTo>
                    <a:pt x="684609" y="0"/>
                  </a:moveTo>
                  <a:cubicBezTo>
                    <a:pt x="733927" y="0"/>
                    <a:pt x="773906" y="39980"/>
                    <a:pt x="773906" y="89297"/>
                  </a:cubicBezTo>
                  <a:cubicBezTo>
                    <a:pt x="773906" y="138614"/>
                    <a:pt x="733927" y="178594"/>
                    <a:pt x="684609" y="178594"/>
                  </a:cubicBezTo>
                  <a:cubicBezTo>
                    <a:pt x="635292" y="178594"/>
                    <a:pt x="595313" y="138614"/>
                    <a:pt x="595313" y="89297"/>
                  </a:cubicBezTo>
                  <a:cubicBezTo>
                    <a:pt x="595313" y="39980"/>
                    <a:pt x="635292" y="0"/>
                    <a:pt x="684609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23" name="图形 221"/>
          <p:cNvSpPr>
            <a:spLocks noChangeAspect="1"/>
          </p:cNvSpPr>
          <p:nvPr/>
        </p:nvSpPr>
        <p:spPr>
          <a:xfrm>
            <a:off x="6838564" y="4566261"/>
            <a:ext cx="251790" cy="252000"/>
          </a:xfrm>
          <a:custGeom>
            <a:avLst/>
            <a:gdLst>
              <a:gd name="connsiteX0" fmla="*/ 1339696 w 1852112"/>
              <a:gd name="connsiteY0" fmla="*/ 94149 h 1853657"/>
              <a:gd name="connsiteX1" fmla="*/ 1313461 w 1852112"/>
              <a:gd name="connsiteY1" fmla="*/ 81801 h 1853657"/>
              <a:gd name="connsiteX2" fmla="*/ 943035 w 1852112"/>
              <a:gd name="connsiteY2" fmla="*/ 4630 h 1853657"/>
              <a:gd name="connsiteX3" fmla="*/ 359619 w 1852112"/>
              <a:gd name="connsiteY3" fmla="*/ 212994 h 1853657"/>
              <a:gd name="connsiteX4" fmla="*/ 446050 w 1852112"/>
              <a:gd name="connsiteY4" fmla="*/ 313316 h 1853657"/>
              <a:gd name="connsiteX5" fmla="*/ 941492 w 1852112"/>
              <a:gd name="connsiteY5" fmla="*/ 137366 h 1853657"/>
              <a:gd name="connsiteX6" fmla="*/ 1260978 w 1852112"/>
              <a:gd name="connsiteY6" fmla="*/ 203733 h 1853657"/>
              <a:gd name="connsiteX7" fmla="*/ 1287222 w 1852112"/>
              <a:gd name="connsiteY7" fmla="*/ 214537 h 1853657"/>
              <a:gd name="connsiteX8" fmla="*/ 1250178 w 1852112"/>
              <a:gd name="connsiteY8" fmla="*/ 304055 h 1853657"/>
              <a:gd name="connsiteX9" fmla="*/ 1492498 w 1852112"/>
              <a:gd name="connsiteY9" fmla="*/ 226883 h 1853657"/>
              <a:gd name="connsiteX10" fmla="*/ 1379828 w 1852112"/>
              <a:gd name="connsiteY10" fmla="*/ 0 h 1853657"/>
              <a:gd name="connsiteX11" fmla="*/ 1339696 w 1852112"/>
              <a:gd name="connsiteY11" fmla="*/ 94149 h 1853657"/>
              <a:gd name="connsiteX12" fmla="*/ 910623 w 1852112"/>
              <a:gd name="connsiteY12" fmla="*/ 1714749 h 1853657"/>
              <a:gd name="connsiteX13" fmla="*/ 591134 w 1852112"/>
              <a:gd name="connsiteY13" fmla="*/ 1648382 h 1853657"/>
              <a:gd name="connsiteX14" fmla="*/ 564895 w 1852112"/>
              <a:gd name="connsiteY14" fmla="*/ 1637582 h 1853657"/>
              <a:gd name="connsiteX15" fmla="*/ 601936 w 1852112"/>
              <a:gd name="connsiteY15" fmla="*/ 1549603 h 1853657"/>
              <a:gd name="connsiteX16" fmla="*/ 359619 w 1852112"/>
              <a:gd name="connsiteY16" fmla="*/ 1626775 h 1853657"/>
              <a:gd name="connsiteX17" fmla="*/ 472289 w 1852112"/>
              <a:gd name="connsiteY17" fmla="*/ 1853658 h 1853657"/>
              <a:gd name="connsiteX18" fmla="*/ 512419 w 1852112"/>
              <a:gd name="connsiteY18" fmla="*/ 1759511 h 1853657"/>
              <a:gd name="connsiteX19" fmla="*/ 538656 w 1852112"/>
              <a:gd name="connsiteY19" fmla="*/ 1771859 h 1853657"/>
              <a:gd name="connsiteX20" fmla="*/ 909080 w 1852112"/>
              <a:gd name="connsiteY20" fmla="*/ 1849031 h 1853657"/>
              <a:gd name="connsiteX21" fmla="*/ 1490950 w 1852112"/>
              <a:gd name="connsiteY21" fmla="*/ 1642209 h 1853657"/>
              <a:gd name="connsiteX22" fmla="*/ 1404519 w 1852112"/>
              <a:gd name="connsiteY22" fmla="*/ 1538803 h 1853657"/>
              <a:gd name="connsiteX23" fmla="*/ 910623 w 1852112"/>
              <a:gd name="connsiteY23" fmla="*/ 1714749 h 1853657"/>
              <a:gd name="connsiteX24" fmla="*/ 205276 w 1852112"/>
              <a:gd name="connsiteY24" fmla="*/ 589591 h 1853657"/>
              <a:gd name="connsiteX25" fmla="*/ 216081 w 1852112"/>
              <a:gd name="connsiteY25" fmla="*/ 563352 h 1853657"/>
              <a:gd name="connsiteX26" fmla="*/ 304055 w 1852112"/>
              <a:gd name="connsiteY26" fmla="*/ 600393 h 1853657"/>
              <a:gd name="connsiteX27" fmla="*/ 226883 w 1852112"/>
              <a:gd name="connsiteY27" fmla="*/ 358076 h 1853657"/>
              <a:gd name="connsiteX28" fmla="*/ 0 w 1852112"/>
              <a:gd name="connsiteY28" fmla="*/ 470746 h 1853657"/>
              <a:gd name="connsiteX29" fmla="*/ 94149 w 1852112"/>
              <a:gd name="connsiteY29" fmla="*/ 510876 h 1853657"/>
              <a:gd name="connsiteX30" fmla="*/ 81801 w 1852112"/>
              <a:gd name="connsiteY30" fmla="*/ 537113 h 1853657"/>
              <a:gd name="connsiteX31" fmla="*/ 212994 w 1852112"/>
              <a:gd name="connsiteY31" fmla="*/ 1489409 h 1853657"/>
              <a:gd name="connsiteX32" fmla="*/ 313316 w 1852112"/>
              <a:gd name="connsiteY32" fmla="*/ 1402978 h 1853657"/>
              <a:gd name="connsiteX33" fmla="*/ 205276 w 1852112"/>
              <a:gd name="connsiteY33" fmla="*/ 589591 h 1853657"/>
              <a:gd name="connsiteX34" fmla="*/ 1757966 w 1852112"/>
              <a:gd name="connsiteY34" fmla="*/ 1338152 h 1853657"/>
              <a:gd name="connsiteX35" fmla="*/ 1770313 w 1852112"/>
              <a:gd name="connsiteY35" fmla="*/ 1311913 h 1853657"/>
              <a:gd name="connsiteX36" fmla="*/ 1639120 w 1852112"/>
              <a:gd name="connsiteY36" fmla="*/ 359619 h 1853657"/>
              <a:gd name="connsiteX37" fmla="*/ 1538799 w 1852112"/>
              <a:gd name="connsiteY37" fmla="*/ 446050 h 1853657"/>
              <a:gd name="connsiteX38" fmla="*/ 1646837 w 1852112"/>
              <a:gd name="connsiteY38" fmla="*/ 1260978 h 1853657"/>
              <a:gd name="connsiteX39" fmla="*/ 1636032 w 1852112"/>
              <a:gd name="connsiteY39" fmla="*/ 1287217 h 1853657"/>
              <a:gd name="connsiteX40" fmla="*/ 1548058 w 1852112"/>
              <a:gd name="connsiteY40" fmla="*/ 1250178 h 1853657"/>
              <a:gd name="connsiteX41" fmla="*/ 1625229 w 1852112"/>
              <a:gd name="connsiteY41" fmla="*/ 1492498 h 1853657"/>
              <a:gd name="connsiteX42" fmla="*/ 1852112 w 1852112"/>
              <a:gd name="connsiteY42" fmla="*/ 1379828 h 1853657"/>
              <a:gd name="connsiteX43" fmla="*/ 1757966 w 1852112"/>
              <a:gd name="connsiteY43" fmla="*/ 1338152 h 1853657"/>
              <a:gd name="connsiteX44" fmla="*/ 555634 w 1852112"/>
              <a:gd name="connsiteY44" fmla="*/ 865863 h 1853657"/>
              <a:gd name="connsiteX45" fmla="*/ 555634 w 1852112"/>
              <a:gd name="connsiteY45" fmla="*/ 987795 h 1853657"/>
              <a:gd name="connsiteX46" fmla="*/ 666762 w 1852112"/>
              <a:gd name="connsiteY46" fmla="*/ 987795 h 1853657"/>
              <a:gd name="connsiteX47" fmla="*/ 702261 w 1852112"/>
              <a:gd name="connsiteY47" fmla="*/ 1071137 h 1853657"/>
              <a:gd name="connsiteX48" fmla="*/ 625089 w 1852112"/>
              <a:gd name="connsiteY48" fmla="*/ 1148308 h 1853657"/>
              <a:gd name="connsiteX49" fmla="*/ 709977 w 1852112"/>
              <a:gd name="connsiteY49" fmla="*/ 1234744 h 1853657"/>
              <a:gd name="connsiteX50" fmla="*/ 788692 w 1852112"/>
              <a:gd name="connsiteY50" fmla="*/ 1156029 h 1853657"/>
              <a:gd name="connsiteX51" fmla="*/ 865863 w 1852112"/>
              <a:gd name="connsiteY51" fmla="*/ 1186895 h 1853657"/>
              <a:gd name="connsiteX52" fmla="*/ 865863 w 1852112"/>
              <a:gd name="connsiteY52" fmla="*/ 1296481 h 1853657"/>
              <a:gd name="connsiteX53" fmla="*/ 987795 w 1852112"/>
              <a:gd name="connsiteY53" fmla="*/ 1296481 h 1853657"/>
              <a:gd name="connsiteX54" fmla="*/ 987795 w 1852112"/>
              <a:gd name="connsiteY54" fmla="*/ 1185355 h 1853657"/>
              <a:gd name="connsiteX55" fmla="*/ 1068053 w 1852112"/>
              <a:gd name="connsiteY55" fmla="*/ 1151399 h 1853657"/>
              <a:gd name="connsiteX56" fmla="*/ 1148311 w 1852112"/>
              <a:gd name="connsiteY56" fmla="*/ 1231657 h 1853657"/>
              <a:gd name="connsiteX57" fmla="*/ 1234746 w 1852112"/>
              <a:gd name="connsiteY57" fmla="*/ 1145227 h 1853657"/>
              <a:gd name="connsiteX58" fmla="*/ 1154488 w 1852112"/>
              <a:gd name="connsiteY58" fmla="*/ 1064969 h 1853657"/>
              <a:gd name="connsiteX59" fmla="*/ 1188443 w 1852112"/>
              <a:gd name="connsiteY59" fmla="*/ 984711 h 1853657"/>
              <a:gd name="connsiteX60" fmla="*/ 1296481 w 1852112"/>
              <a:gd name="connsiteY60" fmla="*/ 984711 h 1853657"/>
              <a:gd name="connsiteX61" fmla="*/ 1296481 w 1852112"/>
              <a:gd name="connsiteY61" fmla="*/ 862777 h 1853657"/>
              <a:gd name="connsiteX62" fmla="*/ 1185354 w 1852112"/>
              <a:gd name="connsiteY62" fmla="*/ 862777 h 1853657"/>
              <a:gd name="connsiteX63" fmla="*/ 1154488 w 1852112"/>
              <a:gd name="connsiteY63" fmla="*/ 785605 h 1853657"/>
              <a:gd name="connsiteX64" fmla="*/ 1233203 w 1852112"/>
              <a:gd name="connsiteY64" fmla="*/ 706890 h 1853657"/>
              <a:gd name="connsiteX65" fmla="*/ 1146768 w 1852112"/>
              <a:gd name="connsiteY65" fmla="*/ 620457 h 1853657"/>
              <a:gd name="connsiteX66" fmla="*/ 1069596 w 1852112"/>
              <a:gd name="connsiteY66" fmla="*/ 697629 h 1853657"/>
              <a:gd name="connsiteX67" fmla="*/ 986254 w 1852112"/>
              <a:gd name="connsiteY67" fmla="*/ 662131 h 1853657"/>
              <a:gd name="connsiteX68" fmla="*/ 986254 w 1852112"/>
              <a:gd name="connsiteY68" fmla="*/ 555634 h 1853657"/>
              <a:gd name="connsiteX69" fmla="*/ 864322 w 1852112"/>
              <a:gd name="connsiteY69" fmla="*/ 555634 h 1853657"/>
              <a:gd name="connsiteX70" fmla="*/ 864322 w 1852112"/>
              <a:gd name="connsiteY70" fmla="*/ 666760 h 1853657"/>
              <a:gd name="connsiteX71" fmla="*/ 784064 w 1852112"/>
              <a:gd name="connsiteY71" fmla="*/ 700718 h 1853657"/>
              <a:gd name="connsiteX72" fmla="*/ 709979 w 1852112"/>
              <a:gd name="connsiteY72" fmla="*/ 623546 h 1853657"/>
              <a:gd name="connsiteX73" fmla="*/ 623548 w 1852112"/>
              <a:gd name="connsiteY73" fmla="*/ 709977 h 1853657"/>
              <a:gd name="connsiteX74" fmla="*/ 699177 w 1852112"/>
              <a:gd name="connsiteY74" fmla="*/ 785605 h 1853657"/>
              <a:gd name="connsiteX75" fmla="*/ 665219 w 1852112"/>
              <a:gd name="connsiteY75" fmla="*/ 865863 h 1853657"/>
              <a:gd name="connsiteX76" fmla="*/ 555634 w 1852112"/>
              <a:gd name="connsiteY76" fmla="*/ 865863 h 1853657"/>
              <a:gd name="connsiteX77" fmla="*/ 779432 w 1852112"/>
              <a:gd name="connsiteY77" fmla="*/ 924514 h 1853657"/>
              <a:gd name="connsiteX78" fmla="*/ 924514 w 1852112"/>
              <a:gd name="connsiteY78" fmla="*/ 779432 h 1853657"/>
              <a:gd name="connsiteX79" fmla="*/ 1069594 w 1852112"/>
              <a:gd name="connsiteY79" fmla="*/ 924514 h 1853657"/>
              <a:gd name="connsiteX80" fmla="*/ 924514 w 1852112"/>
              <a:gd name="connsiteY80" fmla="*/ 1069594 h 1853657"/>
              <a:gd name="connsiteX81" fmla="*/ 779432 w 1852112"/>
              <a:gd name="connsiteY81" fmla="*/ 924514 h 185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852112" h="1853657">
                <a:moveTo>
                  <a:pt x="1339696" y="94149"/>
                </a:moveTo>
                <a:lnTo>
                  <a:pt x="1313461" y="81801"/>
                </a:lnTo>
                <a:cubicBezTo>
                  <a:pt x="1196159" y="30869"/>
                  <a:pt x="1071141" y="4630"/>
                  <a:pt x="943035" y="4630"/>
                </a:cubicBezTo>
                <a:cubicBezTo>
                  <a:pt x="730045" y="4630"/>
                  <a:pt x="524765" y="78715"/>
                  <a:pt x="359619" y="212994"/>
                </a:cubicBezTo>
                <a:lnTo>
                  <a:pt x="446050" y="313316"/>
                </a:lnTo>
                <a:cubicBezTo>
                  <a:pt x="588045" y="199103"/>
                  <a:pt x="762455" y="137366"/>
                  <a:pt x="941492" y="137366"/>
                </a:cubicBezTo>
                <a:cubicBezTo>
                  <a:pt x="1052618" y="137366"/>
                  <a:pt x="1159116" y="160516"/>
                  <a:pt x="1260978" y="203733"/>
                </a:cubicBezTo>
                <a:lnTo>
                  <a:pt x="1287222" y="214537"/>
                </a:lnTo>
                <a:lnTo>
                  <a:pt x="1250178" y="304055"/>
                </a:lnTo>
                <a:lnTo>
                  <a:pt x="1492498" y="226883"/>
                </a:lnTo>
                <a:lnTo>
                  <a:pt x="1379828" y="0"/>
                </a:lnTo>
                <a:lnTo>
                  <a:pt x="1339696" y="94149"/>
                </a:lnTo>
                <a:close/>
                <a:moveTo>
                  <a:pt x="910623" y="1714749"/>
                </a:moveTo>
                <a:cubicBezTo>
                  <a:pt x="799496" y="1714749"/>
                  <a:pt x="692999" y="1691601"/>
                  <a:pt x="591134" y="1648382"/>
                </a:cubicBezTo>
                <a:lnTo>
                  <a:pt x="564895" y="1637582"/>
                </a:lnTo>
                <a:lnTo>
                  <a:pt x="601936" y="1549603"/>
                </a:lnTo>
                <a:lnTo>
                  <a:pt x="359619" y="1626775"/>
                </a:lnTo>
                <a:lnTo>
                  <a:pt x="472289" y="1853658"/>
                </a:lnTo>
                <a:lnTo>
                  <a:pt x="512419" y="1759511"/>
                </a:lnTo>
                <a:lnTo>
                  <a:pt x="538656" y="1771859"/>
                </a:lnTo>
                <a:cubicBezTo>
                  <a:pt x="655958" y="1822794"/>
                  <a:pt x="780976" y="1849031"/>
                  <a:pt x="909080" y="1849031"/>
                </a:cubicBezTo>
                <a:cubicBezTo>
                  <a:pt x="1122069" y="1849031"/>
                  <a:pt x="1327350" y="1774943"/>
                  <a:pt x="1490950" y="1642209"/>
                </a:cubicBezTo>
                <a:lnTo>
                  <a:pt x="1404519" y="1538803"/>
                </a:lnTo>
                <a:cubicBezTo>
                  <a:pt x="1264069" y="1653012"/>
                  <a:pt x="1089660" y="1714749"/>
                  <a:pt x="910623" y="1714749"/>
                </a:cubicBezTo>
                <a:close/>
                <a:moveTo>
                  <a:pt x="205276" y="589591"/>
                </a:moveTo>
                <a:lnTo>
                  <a:pt x="216081" y="563352"/>
                </a:lnTo>
                <a:lnTo>
                  <a:pt x="304055" y="600393"/>
                </a:lnTo>
                <a:lnTo>
                  <a:pt x="226883" y="358076"/>
                </a:lnTo>
                <a:lnTo>
                  <a:pt x="0" y="470746"/>
                </a:lnTo>
                <a:lnTo>
                  <a:pt x="94149" y="510876"/>
                </a:lnTo>
                <a:lnTo>
                  <a:pt x="81801" y="537113"/>
                </a:lnTo>
                <a:cubicBezTo>
                  <a:pt x="-58651" y="858147"/>
                  <a:pt x="-7718" y="1220851"/>
                  <a:pt x="212994" y="1489409"/>
                </a:cubicBezTo>
                <a:lnTo>
                  <a:pt x="313316" y="1402978"/>
                </a:lnTo>
                <a:cubicBezTo>
                  <a:pt x="126561" y="1173007"/>
                  <a:pt x="84890" y="862777"/>
                  <a:pt x="205276" y="589591"/>
                </a:cubicBezTo>
                <a:close/>
                <a:moveTo>
                  <a:pt x="1757966" y="1338152"/>
                </a:moveTo>
                <a:lnTo>
                  <a:pt x="1770313" y="1311913"/>
                </a:lnTo>
                <a:cubicBezTo>
                  <a:pt x="1910763" y="990879"/>
                  <a:pt x="1859831" y="628176"/>
                  <a:pt x="1639120" y="359619"/>
                </a:cubicBezTo>
                <a:lnTo>
                  <a:pt x="1538799" y="446050"/>
                </a:lnTo>
                <a:cubicBezTo>
                  <a:pt x="1725551" y="676022"/>
                  <a:pt x="1767227" y="986251"/>
                  <a:pt x="1646837" y="1260978"/>
                </a:cubicBezTo>
                <a:lnTo>
                  <a:pt x="1636032" y="1287217"/>
                </a:lnTo>
                <a:lnTo>
                  <a:pt x="1548058" y="1250178"/>
                </a:lnTo>
                <a:lnTo>
                  <a:pt x="1625229" y="1492498"/>
                </a:lnTo>
                <a:lnTo>
                  <a:pt x="1852112" y="1379828"/>
                </a:lnTo>
                <a:lnTo>
                  <a:pt x="1757966" y="1338152"/>
                </a:lnTo>
                <a:close/>
                <a:moveTo>
                  <a:pt x="555634" y="865863"/>
                </a:moveTo>
                <a:lnTo>
                  <a:pt x="555634" y="987795"/>
                </a:lnTo>
                <a:lnTo>
                  <a:pt x="666762" y="987795"/>
                </a:lnTo>
                <a:cubicBezTo>
                  <a:pt x="672935" y="1017122"/>
                  <a:pt x="685283" y="1044902"/>
                  <a:pt x="702261" y="1071137"/>
                </a:cubicBezTo>
                <a:lnTo>
                  <a:pt x="625089" y="1148308"/>
                </a:lnTo>
                <a:lnTo>
                  <a:pt x="709977" y="1234744"/>
                </a:lnTo>
                <a:lnTo>
                  <a:pt x="788692" y="1156029"/>
                </a:lnTo>
                <a:cubicBezTo>
                  <a:pt x="813387" y="1171461"/>
                  <a:pt x="839624" y="1180720"/>
                  <a:pt x="865863" y="1186895"/>
                </a:cubicBezTo>
                <a:lnTo>
                  <a:pt x="865863" y="1296481"/>
                </a:lnTo>
                <a:lnTo>
                  <a:pt x="987795" y="1296481"/>
                </a:lnTo>
                <a:lnTo>
                  <a:pt x="987795" y="1185355"/>
                </a:lnTo>
                <a:cubicBezTo>
                  <a:pt x="1015575" y="1179179"/>
                  <a:pt x="1043357" y="1166832"/>
                  <a:pt x="1068053" y="1151399"/>
                </a:cubicBezTo>
                <a:lnTo>
                  <a:pt x="1148311" y="1231657"/>
                </a:lnTo>
                <a:lnTo>
                  <a:pt x="1234746" y="1145227"/>
                </a:lnTo>
                <a:lnTo>
                  <a:pt x="1154488" y="1064969"/>
                </a:lnTo>
                <a:cubicBezTo>
                  <a:pt x="1169920" y="1040273"/>
                  <a:pt x="1180723" y="1012488"/>
                  <a:pt x="1188443" y="984711"/>
                </a:cubicBezTo>
                <a:lnTo>
                  <a:pt x="1296481" y="984711"/>
                </a:lnTo>
                <a:lnTo>
                  <a:pt x="1296481" y="862777"/>
                </a:lnTo>
                <a:lnTo>
                  <a:pt x="1185354" y="862777"/>
                </a:lnTo>
                <a:cubicBezTo>
                  <a:pt x="1179179" y="834995"/>
                  <a:pt x="1168375" y="810301"/>
                  <a:pt x="1154488" y="785605"/>
                </a:cubicBezTo>
                <a:lnTo>
                  <a:pt x="1233203" y="706890"/>
                </a:lnTo>
                <a:lnTo>
                  <a:pt x="1146768" y="620457"/>
                </a:lnTo>
                <a:lnTo>
                  <a:pt x="1069596" y="697629"/>
                </a:lnTo>
                <a:cubicBezTo>
                  <a:pt x="1043357" y="680651"/>
                  <a:pt x="1015577" y="669849"/>
                  <a:pt x="986254" y="662131"/>
                </a:cubicBezTo>
                <a:lnTo>
                  <a:pt x="986254" y="555634"/>
                </a:lnTo>
                <a:lnTo>
                  <a:pt x="864322" y="555634"/>
                </a:lnTo>
                <a:lnTo>
                  <a:pt x="864322" y="666760"/>
                </a:lnTo>
                <a:cubicBezTo>
                  <a:pt x="836540" y="672935"/>
                  <a:pt x="808760" y="685283"/>
                  <a:pt x="784064" y="700718"/>
                </a:cubicBezTo>
                <a:lnTo>
                  <a:pt x="709979" y="623546"/>
                </a:lnTo>
                <a:lnTo>
                  <a:pt x="623548" y="709977"/>
                </a:lnTo>
                <a:lnTo>
                  <a:pt x="699177" y="785605"/>
                </a:lnTo>
                <a:cubicBezTo>
                  <a:pt x="683742" y="810301"/>
                  <a:pt x="672938" y="838081"/>
                  <a:pt x="665219" y="865863"/>
                </a:cubicBezTo>
                <a:lnTo>
                  <a:pt x="555634" y="865863"/>
                </a:lnTo>
                <a:close/>
                <a:moveTo>
                  <a:pt x="779432" y="924514"/>
                </a:moveTo>
                <a:cubicBezTo>
                  <a:pt x="779432" y="844256"/>
                  <a:pt x="844256" y="779432"/>
                  <a:pt x="924514" y="779432"/>
                </a:cubicBezTo>
                <a:cubicBezTo>
                  <a:pt x="1004774" y="779432"/>
                  <a:pt x="1069594" y="844256"/>
                  <a:pt x="1069594" y="924514"/>
                </a:cubicBezTo>
                <a:cubicBezTo>
                  <a:pt x="1069594" y="1004774"/>
                  <a:pt x="1004774" y="1069594"/>
                  <a:pt x="924514" y="1069594"/>
                </a:cubicBezTo>
                <a:cubicBezTo>
                  <a:pt x="845799" y="1069594"/>
                  <a:pt x="780976" y="1003227"/>
                  <a:pt x="779432" y="924514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30" name="组合 229"/>
          <p:cNvGrpSpPr/>
          <p:nvPr/>
        </p:nvGrpSpPr>
        <p:grpSpPr>
          <a:xfrm>
            <a:off x="6841608" y="5593957"/>
            <a:ext cx="221732" cy="252318"/>
            <a:chOff x="7214383" y="4927418"/>
            <a:chExt cx="552208" cy="628380"/>
          </a:xfrm>
          <a:solidFill>
            <a:schemeClr val="bg1"/>
          </a:solidFill>
        </p:grpSpPr>
        <p:sp>
          <p:nvSpPr>
            <p:cNvPr id="227" name="任意多边形: 形状 226"/>
            <p:cNvSpPr/>
            <p:nvPr/>
          </p:nvSpPr>
          <p:spPr>
            <a:xfrm>
              <a:off x="7214383" y="4927418"/>
              <a:ext cx="552208" cy="628380"/>
            </a:xfrm>
            <a:custGeom>
              <a:avLst/>
              <a:gdLst>
                <a:gd name="connsiteX0" fmla="*/ 261135 w 552208"/>
                <a:gd name="connsiteY0" fmla="*/ 4040 h 628380"/>
                <a:gd name="connsiteX1" fmla="*/ 291028 w 552208"/>
                <a:gd name="connsiteY1" fmla="*/ 4040 h 628380"/>
                <a:gd name="connsiteX2" fmla="*/ 537217 w 552208"/>
                <a:gd name="connsiteY2" fmla="*/ 146143 h 628380"/>
                <a:gd name="connsiteX3" fmla="*/ 552209 w 552208"/>
                <a:gd name="connsiteY3" fmla="*/ 172041 h 628380"/>
                <a:gd name="connsiteX4" fmla="*/ 552209 w 552208"/>
                <a:gd name="connsiteY4" fmla="*/ 456336 h 628380"/>
                <a:gd name="connsiteX5" fmla="*/ 537217 w 552208"/>
                <a:gd name="connsiteY5" fmla="*/ 482234 h 628380"/>
                <a:gd name="connsiteX6" fmla="*/ 291028 w 552208"/>
                <a:gd name="connsiteY6" fmla="*/ 624382 h 628380"/>
                <a:gd name="connsiteX7" fmla="*/ 261135 w 552208"/>
                <a:gd name="connsiteY7" fmla="*/ 624382 h 628380"/>
                <a:gd name="connsiteX8" fmla="*/ 14946 w 552208"/>
                <a:gd name="connsiteY8" fmla="*/ 482234 h 628380"/>
                <a:gd name="connsiteX9" fmla="*/ 0 w 552208"/>
                <a:gd name="connsiteY9" fmla="*/ 456336 h 628380"/>
                <a:gd name="connsiteX10" fmla="*/ 0 w 552208"/>
                <a:gd name="connsiteY10" fmla="*/ 172041 h 628380"/>
                <a:gd name="connsiteX11" fmla="*/ 14946 w 552208"/>
                <a:gd name="connsiteY11" fmla="*/ 146143 h 628380"/>
                <a:gd name="connsiteX12" fmla="*/ 261135 w 552208"/>
                <a:gd name="connsiteY12" fmla="*/ 3995 h 628380"/>
                <a:gd name="connsiteX13" fmla="*/ 59830 w 552208"/>
                <a:gd name="connsiteY13" fmla="*/ 189276 h 628380"/>
                <a:gd name="connsiteX14" fmla="*/ 59830 w 552208"/>
                <a:gd name="connsiteY14" fmla="*/ 439011 h 628380"/>
                <a:gd name="connsiteX15" fmla="*/ 276082 w 552208"/>
                <a:gd name="connsiteY15" fmla="*/ 563878 h 628380"/>
                <a:gd name="connsiteX16" fmla="*/ 492333 w 552208"/>
                <a:gd name="connsiteY16" fmla="*/ 439056 h 628380"/>
                <a:gd name="connsiteX17" fmla="*/ 492333 w 552208"/>
                <a:gd name="connsiteY17" fmla="*/ 189321 h 628380"/>
                <a:gd name="connsiteX18" fmla="*/ 276082 w 552208"/>
                <a:gd name="connsiteY18" fmla="*/ 64454 h 628380"/>
                <a:gd name="connsiteX19" fmla="*/ 59830 w 552208"/>
                <a:gd name="connsiteY19" fmla="*/ 189321 h 628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52208" h="628380">
                  <a:moveTo>
                    <a:pt x="261135" y="4040"/>
                  </a:moveTo>
                  <a:cubicBezTo>
                    <a:pt x="270382" y="-1347"/>
                    <a:pt x="281782" y="-1347"/>
                    <a:pt x="291028" y="4040"/>
                  </a:cubicBezTo>
                  <a:lnTo>
                    <a:pt x="537217" y="146143"/>
                  </a:lnTo>
                  <a:cubicBezTo>
                    <a:pt x="546464" y="151529"/>
                    <a:pt x="552209" y="161403"/>
                    <a:pt x="552209" y="172041"/>
                  </a:cubicBezTo>
                  <a:lnTo>
                    <a:pt x="552209" y="456336"/>
                  </a:lnTo>
                  <a:cubicBezTo>
                    <a:pt x="552194" y="467026"/>
                    <a:pt x="546480" y="476897"/>
                    <a:pt x="537217" y="482234"/>
                  </a:cubicBezTo>
                  <a:lnTo>
                    <a:pt x="291028" y="624382"/>
                  </a:lnTo>
                  <a:cubicBezTo>
                    <a:pt x="281777" y="629713"/>
                    <a:pt x="270387" y="629713"/>
                    <a:pt x="261135" y="624382"/>
                  </a:cubicBezTo>
                  <a:lnTo>
                    <a:pt x="14946" y="482234"/>
                  </a:lnTo>
                  <a:cubicBezTo>
                    <a:pt x="5701" y="476886"/>
                    <a:pt x="6" y="467017"/>
                    <a:pt x="0" y="456336"/>
                  </a:cubicBezTo>
                  <a:lnTo>
                    <a:pt x="0" y="172041"/>
                  </a:lnTo>
                  <a:cubicBezTo>
                    <a:pt x="0" y="161358"/>
                    <a:pt x="5700" y="151484"/>
                    <a:pt x="14946" y="146143"/>
                  </a:cubicBezTo>
                  <a:lnTo>
                    <a:pt x="261135" y="3995"/>
                  </a:lnTo>
                  <a:close/>
                  <a:moveTo>
                    <a:pt x="59830" y="189276"/>
                  </a:moveTo>
                  <a:lnTo>
                    <a:pt x="59830" y="439011"/>
                  </a:lnTo>
                  <a:lnTo>
                    <a:pt x="276082" y="563878"/>
                  </a:lnTo>
                  <a:lnTo>
                    <a:pt x="492333" y="439056"/>
                  </a:lnTo>
                  <a:lnTo>
                    <a:pt x="492333" y="189321"/>
                  </a:lnTo>
                  <a:lnTo>
                    <a:pt x="276082" y="64454"/>
                  </a:lnTo>
                  <a:lnTo>
                    <a:pt x="59830" y="189321"/>
                  </a:lnTo>
                  <a:close/>
                </a:path>
              </a:pathLst>
            </a:custGeom>
            <a:grpFill/>
            <a:ln w="6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28" name="任意多边形: 形状 227"/>
            <p:cNvSpPr/>
            <p:nvPr/>
          </p:nvSpPr>
          <p:spPr>
            <a:xfrm>
              <a:off x="7330004" y="5133525"/>
              <a:ext cx="320921" cy="137990"/>
            </a:xfrm>
            <a:custGeom>
              <a:avLst/>
              <a:gdLst>
                <a:gd name="connsiteX0" fmla="*/ 29399 w 320921"/>
                <a:gd name="connsiteY0" fmla="*/ 0 h 137990"/>
                <a:gd name="connsiteX1" fmla="*/ 160416 w 320921"/>
                <a:gd name="connsiteY1" fmla="*/ 73745 h 137990"/>
                <a:gd name="connsiteX2" fmla="*/ 291567 w 320921"/>
                <a:gd name="connsiteY2" fmla="*/ 0 h 137990"/>
                <a:gd name="connsiteX3" fmla="*/ 320921 w 320921"/>
                <a:gd name="connsiteY3" fmla="*/ 52155 h 137990"/>
                <a:gd name="connsiteX4" fmla="*/ 175048 w 320921"/>
                <a:gd name="connsiteY4" fmla="*/ 134158 h 137990"/>
                <a:gd name="connsiteX5" fmla="*/ 145739 w 320921"/>
                <a:gd name="connsiteY5" fmla="*/ 134158 h 137990"/>
                <a:gd name="connsiteX6" fmla="*/ 0 w 320921"/>
                <a:gd name="connsiteY6" fmla="*/ 52155 h 137990"/>
                <a:gd name="connsiteX7" fmla="*/ 29354 w 320921"/>
                <a:gd name="connsiteY7" fmla="*/ 0 h 137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0921" h="137990">
                  <a:moveTo>
                    <a:pt x="29399" y="0"/>
                  </a:moveTo>
                  <a:lnTo>
                    <a:pt x="160416" y="73745"/>
                  </a:lnTo>
                  <a:lnTo>
                    <a:pt x="291567" y="0"/>
                  </a:lnTo>
                  <a:lnTo>
                    <a:pt x="320921" y="52155"/>
                  </a:lnTo>
                  <a:lnTo>
                    <a:pt x="175048" y="134158"/>
                  </a:lnTo>
                  <a:cubicBezTo>
                    <a:pt x="165946" y="139268"/>
                    <a:pt x="154840" y="139268"/>
                    <a:pt x="145739" y="134158"/>
                  </a:cubicBezTo>
                  <a:lnTo>
                    <a:pt x="0" y="52155"/>
                  </a:lnTo>
                  <a:lnTo>
                    <a:pt x="29354" y="0"/>
                  </a:lnTo>
                  <a:close/>
                </a:path>
              </a:pathLst>
            </a:custGeom>
            <a:grpFill/>
            <a:ln w="6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29" name="任意多边形: 形状 228"/>
            <p:cNvSpPr/>
            <p:nvPr/>
          </p:nvSpPr>
          <p:spPr>
            <a:xfrm>
              <a:off x="7460527" y="5211668"/>
              <a:ext cx="59875" cy="179536"/>
            </a:xfrm>
            <a:custGeom>
              <a:avLst/>
              <a:gdLst>
                <a:gd name="connsiteX0" fmla="*/ 59875 w 59875"/>
                <a:gd name="connsiteY0" fmla="*/ 0 h 179536"/>
                <a:gd name="connsiteX1" fmla="*/ 59875 w 59875"/>
                <a:gd name="connsiteY1" fmla="*/ 179536 h 179536"/>
                <a:gd name="connsiteX2" fmla="*/ 0 w 59875"/>
                <a:gd name="connsiteY2" fmla="*/ 179536 h 179536"/>
                <a:gd name="connsiteX3" fmla="*/ 0 w 59875"/>
                <a:gd name="connsiteY3" fmla="*/ 0 h 179536"/>
                <a:gd name="connsiteX4" fmla="*/ 59875 w 59875"/>
                <a:gd name="connsiteY4" fmla="*/ 0 h 17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5" h="179536">
                  <a:moveTo>
                    <a:pt x="59875" y="0"/>
                  </a:moveTo>
                  <a:lnTo>
                    <a:pt x="59875" y="179536"/>
                  </a:lnTo>
                  <a:lnTo>
                    <a:pt x="0" y="179536"/>
                  </a:lnTo>
                  <a:lnTo>
                    <a:pt x="0" y="0"/>
                  </a:lnTo>
                  <a:lnTo>
                    <a:pt x="59875" y="0"/>
                  </a:lnTo>
                  <a:close/>
                </a:path>
              </a:pathLst>
            </a:custGeom>
            <a:grpFill/>
            <a:ln w="6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33" name="图形 231"/>
          <p:cNvSpPr>
            <a:spLocks noChangeAspect="1"/>
          </p:cNvSpPr>
          <p:nvPr/>
        </p:nvSpPr>
        <p:spPr>
          <a:xfrm>
            <a:off x="9639358" y="2536003"/>
            <a:ext cx="236034" cy="252000"/>
          </a:xfrm>
          <a:custGeom>
            <a:avLst/>
            <a:gdLst>
              <a:gd name="connsiteX0" fmla="*/ 0 w 1666875"/>
              <a:gd name="connsiteY0" fmla="*/ 1071563 h 1428750"/>
              <a:gd name="connsiteX1" fmla="*/ 0 w 1666875"/>
              <a:gd name="connsiteY1" fmla="*/ 119063 h 1428750"/>
              <a:gd name="connsiteX2" fmla="*/ 119063 w 1666875"/>
              <a:gd name="connsiteY2" fmla="*/ 0 h 1428750"/>
              <a:gd name="connsiteX3" fmla="*/ 1547813 w 1666875"/>
              <a:gd name="connsiteY3" fmla="*/ 0 h 1428750"/>
              <a:gd name="connsiteX4" fmla="*/ 1666875 w 1666875"/>
              <a:gd name="connsiteY4" fmla="*/ 119063 h 1428750"/>
              <a:gd name="connsiteX5" fmla="*/ 1666875 w 1666875"/>
              <a:gd name="connsiteY5" fmla="*/ 1071563 h 1428750"/>
              <a:gd name="connsiteX6" fmla="*/ 1547813 w 1666875"/>
              <a:gd name="connsiteY6" fmla="*/ 1190625 h 1428750"/>
              <a:gd name="connsiteX7" fmla="*/ 119063 w 1666875"/>
              <a:gd name="connsiteY7" fmla="*/ 1190625 h 1428750"/>
              <a:gd name="connsiteX8" fmla="*/ 0 w 1666875"/>
              <a:gd name="connsiteY8" fmla="*/ 1071563 h 1428750"/>
              <a:gd name="connsiteX9" fmla="*/ 119063 w 1666875"/>
              <a:gd name="connsiteY9" fmla="*/ 1071563 h 1428750"/>
              <a:gd name="connsiteX10" fmla="*/ 1547813 w 1666875"/>
              <a:gd name="connsiteY10" fmla="*/ 1071563 h 1428750"/>
              <a:gd name="connsiteX11" fmla="*/ 1547813 w 1666875"/>
              <a:gd name="connsiteY11" fmla="*/ 119063 h 1428750"/>
              <a:gd name="connsiteX12" fmla="*/ 119063 w 1666875"/>
              <a:gd name="connsiteY12" fmla="*/ 119063 h 1428750"/>
              <a:gd name="connsiteX13" fmla="*/ 119063 w 1666875"/>
              <a:gd name="connsiteY13" fmla="*/ 1071563 h 1428750"/>
              <a:gd name="connsiteX14" fmla="*/ 715566 w 1666875"/>
              <a:gd name="connsiteY14" fmla="*/ 596146 h 1428750"/>
              <a:gd name="connsiteX15" fmla="*/ 491133 w 1666875"/>
              <a:gd name="connsiteY15" fmla="*/ 773906 h 1428750"/>
              <a:gd name="connsiteX16" fmla="*/ 416719 w 1666875"/>
              <a:gd name="connsiteY16" fmla="*/ 681038 h 1428750"/>
              <a:gd name="connsiteX17" fmla="*/ 713184 w 1666875"/>
              <a:gd name="connsiteY17" fmla="*/ 445651 h 1428750"/>
              <a:gd name="connsiteX18" fmla="*/ 952500 w 1666875"/>
              <a:gd name="connsiteY18" fmla="*/ 625078 h 1428750"/>
              <a:gd name="connsiteX19" fmla="*/ 1154906 w 1666875"/>
              <a:gd name="connsiteY19" fmla="*/ 473273 h 1428750"/>
              <a:gd name="connsiteX20" fmla="*/ 1226344 w 1666875"/>
              <a:gd name="connsiteY20" fmla="*/ 568523 h 1428750"/>
              <a:gd name="connsiteX21" fmla="*/ 952500 w 1666875"/>
              <a:gd name="connsiteY21" fmla="*/ 773906 h 1428750"/>
              <a:gd name="connsiteX22" fmla="*/ 715566 w 1666875"/>
              <a:gd name="connsiteY22" fmla="*/ 596146 h 1428750"/>
              <a:gd name="connsiteX23" fmla="*/ 1428750 w 1666875"/>
              <a:gd name="connsiteY23" fmla="*/ 1428750 h 1428750"/>
              <a:gd name="connsiteX24" fmla="*/ 238125 w 1666875"/>
              <a:gd name="connsiteY24" fmla="*/ 1428750 h 1428750"/>
              <a:gd name="connsiteX25" fmla="*/ 238125 w 1666875"/>
              <a:gd name="connsiteY25" fmla="*/ 1309688 h 1428750"/>
              <a:gd name="connsiteX26" fmla="*/ 1428750 w 1666875"/>
              <a:gd name="connsiteY26" fmla="*/ 1309688 h 1428750"/>
              <a:gd name="connsiteX27" fmla="*/ 1428750 w 1666875"/>
              <a:gd name="connsiteY27" fmla="*/ 142875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666875" h="1428750">
                <a:moveTo>
                  <a:pt x="0" y="1071563"/>
                </a:moveTo>
                <a:lnTo>
                  <a:pt x="0" y="119063"/>
                </a:lnTo>
                <a:cubicBezTo>
                  <a:pt x="0" y="53306"/>
                  <a:pt x="53306" y="0"/>
                  <a:pt x="119063" y="0"/>
                </a:cubicBezTo>
                <a:lnTo>
                  <a:pt x="1547813" y="0"/>
                </a:lnTo>
                <a:cubicBezTo>
                  <a:pt x="1613569" y="0"/>
                  <a:pt x="1666875" y="53306"/>
                  <a:pt x="1666875" y="119063"/>
                </a:cubicBezTo>
                <a:lnTo>
                  <a:pt x="1666875" y="1071563"/>
                </a:lnTo>
                <a:cubicBezTo>
                  <a:pt x="1666875" y="1137319"/>
                  <a:pt x="1613569" y="1190625"/>
                  <a:pt x="1547813" y="1190625"/>
                </a:cubicBezTo>
                <a:lnTo>
                  <a:pt x="119063" y="1190625"/>
                </a:lnTo>
                <a:cubicBezTo>
                  <a:pt x="53306" y="1190625"/>
                  <a:pt x="0" y="1137319"/>
                  <a:pt x="0" y="1071563"/>
                </a:cubicBezTo>
                <a:close/>
                <a:moveTo>
                  <a:pt x="119063" y="1071563"/>
                </a:moveTo>
                <a:lnTo>
                  <a:pt x="1547813" y="1071563"/>
                </a:lnTo>
                <a:lnTo>
                  <a:pt x="1547813" y="119063"/>
                </a:lnTo>
                <a:lnTo>
                  <a:pt x="119063" y="119063"/>
                </a:lnTo>
                <a:lnTo>
                  <a:pt x="119063" y="1071563"/>
                </a:lnTo>
                <a:close/>
                <a:moveTo>
                  <a:pt x="715566" y="596146"/>
                </a:moveTo>
                <a:lnTo>
                  <a:pt x="491133" y="773906"/>
                </a:lnTo>
                <a:lnTo>
                  <a:pt x="416719" y="681038"/>
                </a:lnTo>
                <a:lnTo>
                  <a:pt x="713184" y="445651"/>
                </a:lnTo>
                <a:lnTo>
                  <a:pt x="952500" y="625078"/>
                </a:lnTo>
                <a:lnTo>
                  <a:pt x="1154906" y="473273"/>
                </a:lnTo>
                <a:lnTo>
                  <a:pt x="1226344" y="568523"/>
                </a:lnTo>
                <a:lnTo>
                  <a:pt x="952500" y="773906"/>
                </a:lnTo>
                <a:lnTo>
                  <a:pt x="715566" y="596146"/>
                </a:lnTo>
                <a:close/>
                <a:moveTo>
                  <a:pt x="1428750" y="1428750"/>
                </a:moveTo>
                <a:lnTo>
                  <a:pt x="238125" y="1428750"/>
                </a:lnTo>
                <a:lnTo>
                  <a:pt x="238125" y="1309688"/>
                </a:lnTo>
                <a:lnTo>
                  <a:pt x="1428750" y="1309688"/>
                </a:lnTo>
                <a:lnTo>
                  <a:pt x="1428750" y="142875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39" name="组合 238"/>
          <p:cNvGrpSpPr>
            <a:grpSpLocks noChangeAspect="1"/>
          </p:cNvGrpSpPr>
          <p:nvPr/>
        </p:nvGrpSpPr>
        <p:grpSpPr>
          <a:xfrm>
            <a:off x="9635977" y="3540518"/>
            <a:ext cx="242796" cy="252000"/>
            <a:chOff x="159332" y="140319"/>
            <a:chExt cx="1577780" cy="1637597"/>
          </a:xfrm>
          <a:solidFill>
            <a:schemeClr val="bg1"/>
          </a:solidFill>
        </p:grpSpPr>
        <p:sp>
          <p:nvSpPr>
            <p:cNvPr id="237" name="任意多边形: 形状 236"/>
            <p:cNvSpPr/>
            <p:nvPr/>
          </p:nvSpPr>
          <p:spPr>
            <a:xfrm>
              <a:off x="159332" y="318802"/>
              <a:ext cx="1577780" cy="1459114"/>
            </a:xfrm>
            <a:custGeom>
              <a:avLst/>
              <a:gdLst>
                <a:gd name="connsiteX0" fmla="*/ 1382285 w 1577780"/>
                <a:gd name="connsiteY0" fmla="*/ 676 h 1459114"/>
                <a:gd name="connsiteX1" fmla="*/ 1186971 w 1577780"/>
                <a:gd name="connsiteY1" fmla="*/ 196035 h 1459114"/>
                <a:gd name="connsiteX2" fmla="*/ 1203952 w 1577780"/>
                <a:gd name="connsiteY2" fmla="*/ 275673 h 1459114"/>
                <a:gd name="connsiteX3" fmla="*/ 1202668 w 1577780"/>
                <a:gd name="connsiteY3" fmla="*/ 276529 h 1459114"/>
                <a:gd name="connsiteX4" fmla="*/ 967687 w 1577780"/>
                <a:gd name="connsiteY4" fmla="*/ 441058 h 1459114"/>
                <a:gd name="connsiteX5" fmla="*/ 958162 w 1577780"/>
                <a:gd name="connsiteY5" fmla="*/ 449969 h 1459114"/>
                <a:gd name="connsiteX6" fmla="*/ 630176 w 1577780"/>
                <a:gd name="connsiteY6" fmla="*/ 433628 h 1459114"/>
                <a:gd name="connsiteX7" fmla="*/ 612881 w 1577780"/>
                <a:gd name="connsiteY7" fmla="*/ 451030 h 1459114"/>
                <a:gd name="connsiteX8" fmla="*/ 608974 w 1577780"/>
                <a:gd name="connsiteY8" fmla="*/ 447960 h 1459114"/>
                <a:gd name="connsiteX9" fmla="*/ 373993 w 1577780"/>
                <a:gd name="connsiteY9" fmla="*/ 283431 h 1459114"/>
                <a:gd name="connsiteX10" fmla="*/ 371407 w 1577780"/>
                <a:gd name="connsiteY10" fmla="*/ 281756 h 1459114"/>
                <a:gd name="connsiteX11" fmla="*/ 281756 w 1577780"/>
                <a:gd name="connsiteY11" fmla="*/ 19987 h 1459114"/>
                <a:gd name="connsiteX12" fmla="*/ 19987 w 1577780"/>
                <a:gd name="connsiteY12" fmla="*/ 109638 h 1459114"/>
                <a:gd name="connsiteX13" fmla="*/ 109638 w 1577780"/>
                <a:gd name="connsiteY13" fmla="*/ 371407 h 1459114"/>
                <a:gd name="connsiteX14" fmla="*/ 312657 w 1577780"/>
                <a:gd name="connsiteY14" fmla="*/ 352543 h 1459114"/>
                <a:gd name="connsiteX15" fmla="*/ 320638 w 1577780"/>
                <a:gd name="connsiteY15" fmla="*/ 359631 h 1459114"/>
                <a:gd name="connsiteX16" fmla="*/ 555619 w 1577780"/>
                <a:gd name="connsiteY16" fmla="*/ 524160 h 1459114"/>
                <a:gd name="connsiteX17" fmla="*/ 566353 w 1577780"/>
                <a:gd name="connsiteY17" fmla="*/ 529741 h 1459114"/>
                <a:gd name="connsiteX18" fmla="*/ 553443 w 1577780"/>
                <a:gd name="connsiteY18" fmla="*/ 606127 h 1459114"/>
                <a:gd name="connsiteX19" fmla="*/ 750342 w 1577780"/>
                <a:gd name="connsiteY19" fmla="*/ 835937 h 1459114"/>
                <a:gd name="connsiteX20" fmla="*/ 750342 w 1577780"/>
                <a:gd name="connsiteY20" fmla="*/ 1073169 h 1459114"/>
                <a:gd name="connsiteX21" fmla="*/ 602680 w 1577780"/>
                <a:gd name="connsiteY21" fmla="*/ 1306640 h 1459114"/>
                <a:gd name="connsiteX22" fmla="*/ 836152 w 1577780"/>
                <a:gd name="connsiteY22" fmla="*/ 1454302 h 1459114"/>
                <a:gd name="connsiteX23" fmla="*/ 983814 w 1577780"/>
                <a:gd name="connsiteY23" fmla="*/ 1220831 h 1459114"/>
                <a:gd name="connsiteX24" fmla="*/ 843360 w 1577780"/>
                <a:gd name="connsiteY24" fmla="*/ 1074936 h 1459114"/>
                <a:gd name="connsiteX25" fmla="*/ 843360 w 1577780"/>
                <a:gd name="connsiteY25" fmla="*/ 831509 h 1459114"/>
                <a:gd name="connsiteX26" fmla="*/ 1011348 w 1577780"/>
                <a:gd name="connsiteY26" fmla="*/ 548784 h 1459114"/>
                <a:gd name="connsiteX27" fmla="*/ 1003797 w 1577780"/>
                <a:gd name="connsiteY27" fmla="*/ 524681 h 1459114"/>
                <a:gd name="connsiteX28" fmla="*/ 1021042 w 1577780"/>
                <a:gd name="connsiteY28" fmla="*/ 517240 h 1459114"/>
                <a:gd name="connsiteX29" fmla="*/ 1256023 w 1577780"/>
                <a:gd name="connsiteY29" fmla="*/ 352785 h 1459114"/>
                <a:gd name="connsiteX30" fmla="*/ 1260804 w 1577780"/>
                <a:gd name="connsiteY30" fmla="*/ 348934 h 1459114"/>
                <a:gd name="connsiteX31" fmla="*/ 1535283 w 1577780"/>
                <a:gd name="connsiteY31" fmla="*/ 317720 h 1459114"/>
                <a:gd name="connsiteX32" fmla="*/ 1504069 w 1577780"/>
                <a:gd name="connsiteY32" fmla="*/ 43241 h 1459114"/>
                <a:gd name="connsiteX33" fmla="*/ 1382285 w 1577780"/>
                <a:gd name="connsiteY33" fmla="*/ 750 h 1459114"/>
                <a:gd name="connsiteX34" fmla="*/ 195995 w 1577780"/>
                <a:gd name="connsiteY34" fmla="*/ 298332 h 1459114"/>
                <a:gd name="connsiteX35" fmla="*/ 93675 w 1577780"/>
                <a:gd name="connsiteY35" fmla="*/ 196013 h 1459114"/>
                <a:gd name="connsiteX36" fmla="*/ 195995 w 1577780"/>
                <a:gd name="connsiteY36" fmla="*/ 93693 h 1459114"/>
                <a:gd name="connsiteX37" fmla="*/ 298314 w 1577780"/>
                <a:gd name="connsiteY37" fmla="*/ 196013 h 1459114"/>
                <a:gd name="connsiteX38" fmla="*/ 195995 w 1577780"/>
                <a:gd name="connsiteY38" fmla="*/ 298332 h 1459114"/>
                <a:gd name="connsiteX39" fmla="*/ 895580 w 1577780"/>
                <a:gd name="connsiteY39" fmla="*/ 1263743 h 1459114"/>
                <a:gd name="connsiteX40" fmla="*/ 793261 w 1577780"/>
                <a:gd name="connsiteY40" fmla="*/ 1366062 h 1459114"/>
                <a:gd name="connsiteX41" fmla="*/ 690941 w 1577780"/>
                <a:gd name="connsiteY41" fmla="*/ 1263743 h 1459114"/>
                <a:gd name="connsiteX42" fmla="*/ 793261 w 1577780"/>
                <a:gd name="connsiteY42" fmla="*/ 1161424 h 1459114"/>
                <a:gd name="connsiteX43" fmla="*/ 895580 w 1577780"/>
                <a:gd name="connsiteY43" fmla="*/ 1263743 h 1459114"/>
                <a:gd name="connsiteX44" fmla="*/ 785987 w 1577780"/>
                <a:gd name="connsiteY44" fmla="*/ 745654 h 1459114"/>
                <a:gd name="connsiteX45" fmla="*/ 646460 w 1577780"/>
                <a:gd name="connsiteY45" fmla="*/ 606127 h 1459114"/>
                <a:gd name="connsiteX46" fmla="*/ 785987 w 1577780"/>
                <a:gd name="connsiteY46" fmla="*/ 466601 h 1459114"/>
                <a:gd name="connsiteX47" fmla="*/ 925513 w 1577780"/>
                <a:gd name="connsiteY47" fmla="*/ 606127 h 1459114"/>
                <a:gd name="connsiteX48" fmla="*/ 785987 w 1577780"/>
                <a:gd name="connsiteY48" fmla="*/ 745654 h 1459114"/>
                <a:gd name="connsiteX49" fmla="*/ 1382285 w 1577780"/>
                <a:gd name="connsiteY49" fmla="*/ 298332 h 1459114"/>
                <a:gd name="connsiteX50" fmla="*/ 1279966 w 1577780"/>
                <a:gd name="connsiteY50" fmla="*/ 196013 h 1459114"/>
                <a:gd name="connsiteX51" fmla="*/ 1382285 w 1577780"/>
                <a:gd name="connsiteY51" fmla="*/ 93693 h 1459114"/>
                <a:gd name="connsiteX52" fmla="*/ 1484604 w 1577780"/>
                <a:gd name="connsiteY52" fmla="*/ 196013 h 1459114"/>
                <a:gd name="connsiteX53" fmla="*/ 1382285 w 1577780"/>
                <a:gd name="connsiteY53" fmla="*/ 298332 h 145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77780" h="1459114">
                  <a:moveTo>
                    <a:pt x="1382285" y="676"/>
                  </a:moveTo>
                  <a:cubicBezTo>
                    <a:pt x="1274404" y="688"/>
                    <a:pt x="1186958" y="88154"/>
                    <a:pt x="1186971" y="196035"/>
                  </a:cubicBezTo>
                  <a:cubicBezTo>
                    <a:pt x="1186974" y="223479"/>
                    <a:pt x="1192760" y="250615"/>
                    <a:pt x="1203952" y="275673"/>
                  </a:cubicBezTo>
                  <a:cubicBezTo>
                    <a:pt x="1203524" y="275952"/>
                    <a:pt x="1203077" y="276231"/>
                    <a:pt x="1202668" y="276529"/>
                  </a:cubicBezTo>
                  <a:lnTo>
                    <a:pt x="967687" y="441058"/>
                  </a:lnTo>
                  <a:cubicBezTo>
                    <a:pt x="964108" y="443564"/>
                    <a:pt x="960901" y="446564"/>
                    <a:pt x="958162" y="449969"/>
                  </a:cubicBezTo>
                  <a:cubicBezTo>
                    <a:pt x="872104" y="354886"/>
                    <a:pt x="725259" y="347570"/>
                    <a:pt x="630176" y="433628"/>
                  </a:cubicBezTo>
                  <a:cubicBezTo>
                    <a:pt x="624108" y="439120"/>
                    <a:pt x="618335" y="444929"/>
                    <a:pt x="612881" y="451030"/>
                  </a:cubicBezTo>
                  <a:cubicBezTo>
                    <a:pt x="611635" y="449937"/>
                    <a:pt x="610331" y="448912"/>
                    <a:pt x="608974" y="447960"/>
                  </a:cubicBezTo>
                  <a:lnTo>
                    <a:pt x="373993" y="283431"/>
                  </a:lnTo>
                  <a:cubicBezTo>
                    <a:pt x="373156" y="282835"/>
                    <a:pt x="372282" y="282296"/>
                    <a:pt x="371407" y="281756"/>
                  </a:cubicBezTo>
                  <a:cubicBezTo>
                    <a:pt x="418936" y="184714"/>
                    <a:pt x="378798" y="67516"/>
                    <a:pt x="281756" y="19987"/>
                  </a:cubicBezTo>
                  <a:cubicBezTo>
                    <a:pt x="184714" y="-27542"/>
                    <a:pt x="67516" y="12596"/>
                    <a:pt x="19987" y="109638"/>
                  </a:cubicBezTo>
                  <a:cubicBezTo>
                    <a:pt x="-27542" y="206680"/>
                    <a:pt x="12596" y="323878"/>
                    <a:pt x="109638" y="371407"/>
                  </a:cubicBezTo>
                  <a:cubicBezTo>
                    <a:pt x="175499" y="403664"/>
                    <a:pt x="253868" y="396382"/>
                    <a:pt x="312657" y="352543"/>
                  </a:cubicBezTo>
                  <a:cubicBezTo>
                    <a:pt x="315045" y="355195"/>
                    <a:pt x="317722" y="357573"/>
                    <a:pt x="320638" y="359631"/>
                  </a:cubicBezTo>
                  <a:lnTo>
                    <a:pt x="555619" y="524160"/>
                  </a:lnTo>
                  <a:cubicBezTo>
                    <a:pt x="558939" y="526480"/>
                    <a:pt x="562548" y="528356"/>
                    <a:pt x="566353" y="529741"/>
                  </a:cubicBezTo>
                  <a:cubicBezTo>
                    <a:pt x="557787" y="554297"/>
                    <a:pt x="553422" y="580121"/>
                    <a:pt x="553443" y="606127"/>
                  </a:cubicBezTo>
                  <a:cubicBezTo>
                    <a:pt x="553443" y="722232"/>
                    <a:pt x="639019" y="818728"/>
                    <a:pt x="750342" y="835937"/>
                  </a:cubicBezTo>
                  <a:lnTo>
                    <a:pt x="750342" y="1073169"/>
                  </a:lnTo>
                  <a:cubicBezTo>
                    <a:pt x="645095" y="1096864"/>
                    <a:pt x="578985" y="1201393"/>
                    <a:pt x="602680" y="1306640"/>
                  </a:cubicBezTo>
                  <a:cubicBezTo>
                    <a:pt x="626376" y="1411887"/>
                    <a:pt x="730905" y="1477998"/>
                    <a:pt x="836152" y="1454302"/>
                  </a:cubicBezTo>
                  <a:cubicBezTo>
                    <a:pt x="941399" y="1430606"/>
                    <a:pt x="1007509" y="1326078"/>
                    <a:pt x="983814" y="1220831"/>
                  </a:cubicBezTo>
                  <a:cubicBezTo>
                    <a:pt x="967829" y="1149832"/>
                    <a:pt x="913700" y="1093606"/>
                    <a:pt x="843360" y="1074936"/>
                  </a:cubicBezTo>
                  <a:lnTo>
                    <a:pt x="843360" y="831509"/>
                  </a:lnTo>
                  <a:cubicBezTo>
                    <a:pt x="967821" y="799825"/>
                    <a:pt x="1043031" y="673245"/>
                    <a:pt x="1011348" y="548784"/>
                  </a:cubicBezTo>
                  <a:cubicBezTo>
                    <a:pt x="1009269" y="540619"/>
                    <a:pt x="1006748" y="532573"/>
                    <a:pt x="1003797" y="524681"/>
                  </a:cubicBezTo>
                  <a:cubicBezTo>
                    <a:pt x="1009994" y="523407"/>
                    <a:pt x="1015864" y="520875"/>
                    <a:pt x="1021042" y="517240"/>
                  </a:cubicBezTo>
                  <a:lnTo>
                    <a:pt x="1256023" y="352785"/>
                  </a:lnTo>
                  <a:cubicBezTo>
                    <a:pt x="1257701" y="351609"/>
                    <a:pt x="1259298" y="350322"/>
                    <a:pt x="1260804" y="348934"/>
                  </a:cubicBezTo>
                  <a:cubicBezTo>
                    <a:pt x="1345219" y="416109"/>
                    <a:pt x="1468107" y="402134"/>
                    <a:pt x="1535283" y="317720"/>
                  </a:cubicBezTo>
                  <a:cubicBezTo>
                    <a:pt x="1602459" y="233305"/>
                    <a:pt x="1588484" y="110416"/>
                    <a:pt x="1504069" y="43241"/>
                  </a:cubicBezTo>
                  <a:cubicBezTo>
                    <a:pt x="1469456" y="15696"/>
                    <a:pt x="1426520" y="716"/>
                    <a:pt x="1382285" y="750"/>
                  </a:cubicBezTo>
                  <a:close/>
                  <a:moveTo>
                    <a:pt x="195995" y="298332"/>
                  </a:moveTo>
                  <a:cubicBezTo>
                    <a:pt x="139485" y="298332"/>
                    <a:pt x="93675" y="252522"/>
                    <a:pt x="93675" y="196013"/>
                  </a:cubicBezTo>
                  <a:cubicBezTo>
                    <a:pt x="93675" y="139503"/>
                    <a:pt x="139485" y="93693"/>
                    <a:pt x="195995" y="93693"/>
                  </a:cubicBezTo>
                  <a:cubicBezTo>
                    <a:pt x="252504" y="93693"/>
                    <a:pt x="298314" y="139503"/>
                    <a:pt x="298314" y="196013"/>
                  </a:cubicBezTo>
                  <a:cubicBezTo>
                    <a:pt x="298253" y="252497"/>
                    <a:pt x="252479" y="298271"/>
                    <a:pt x="195995" y="298332"/>
                  </a:cubicBezTo>
                  <a:close/>
                  <a:moveTo>
                    <a:pt x="895580" y="1263743"/>
                  </a:moveTo>
                  <a:cubicBezTo>
                    <a:pt x="895580" y="1320252"/>
                    <a:pt x="849770" y="1366062"/>
                    <a:pt x="793261" y="1366062"/>
                  </a:cubicBezTo>
                  <a:cubicBezTo>
                    <a:pt x="736751" y="1366062"/>
                    <a:pt x="690941" y="1320252"/>
                    <a:pt x="690941" y="1263743"/>
                  </a:cubicBezTo>
                  <a:cubicBezTo>
                    <a:pt x="690941" y="1207234"/>
                    <a:pt x="736751" y="1161424"/>
                    <a:pt x="793261" y="1161424"/>
                  </a:cubicBezTo>
                  <a:cubicBezTo>
                    <a:pt x="849744" y="1161485"/>
                    <a:pt x="895518" y="1207259"/>
                    <a:pt x="895580" y="1263743"/>
                  </a:cubicBezTo>
                  <a:close/>
                  <a:moveTo>
                    <a:pt x="785987" y="745654"/>
                  </a:moveTo>
                  <a:cubicBezTo>
                    <a:pt x="708928" y="745654"/>
                    <a:pt x="646460" y="683186"/>
                    <a:pt x="646460" y="606127"/>
                  </a:cubicBezTo>
                  <a:cubicBezTo>
                    <a:pt x="646460" y="529069"/>
                    <a:pt x="708928" y="466601"/>
                    <a:pt x="785987" y="466601"/>
                  </a:cubicBezTo>
                  <a:cubicBezTo>
                    <a:pt x="863045" y="466601"/>
                    <a:pt x="925513" y="529069"/>
                    <a:pt x="925513" y="606127"/>
                  </a:cubicBezTo>
                  <a:cubicBezTo>
                    <a:pt x="925421" y="683147"/>
                    <a:pt x="863007" y="745561"/>
                    <a:pt x="785987" y="745654"/>
                  </a:cubicBezTo>
                  <a:close/>
                  <a:moveTo>
                    <a:pt x="1382285" y="298332"/>
                  </a:moveTo>
                  <a:cubicBezTo>
                    <a:pt x="1325776" y="298332"/>
                    <a:pt x="1279966" y="252522"/>
                    <a:pt x="1279966" y="196013"/>
                  </a:cubicBezTo>
                  <a:cubicBezTo>
                    <a:pt x="1279966" y="139503"/>
                    <a:pt x="1325776" y="93693"/>
                    <a:pt x="1382285" y="93693"/>
                  </a:cubicBezTo>
                  <a:cubicBezTo>
                    <a:pt x="1438795" y="93693"/>
                    <a:pt x="1484604" y="139503"/>
                    <a:pt x="1484604" y="196013"/>
                  </a:cubicBezTo>
                  <a:cubicBezTo>
                    <a:pt x="1484543" y="252497"/>
                    <a:pt x="1438769" y="298271"/>
                    <a:pt x="1382285" y="29833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38" name="任意多边形: 形状 237"/>
            <p:cNvSpPr/>
            <p:nvPr/>
          </p:nvSpPr>
          <p:spPr>
            <a:xfrm>
              <a:off x="298679" y="140319"/>
              <a:ext cx="1321035" cy="1343927"/>
            </a:xfrm>
            <a:custGeom>
              <a:avLst/>
              <a:gdLst>
                <a:gd name="connsiteX0" fmla="*/ 397706 w 1321035"/>
                <a:gd name="connsiteY0" fmla="*/ 1257065 h 1343927"/>
                <a:gd name="connsiteX1" fmla="*/ 94171 w 1321035"/>
                <a:gd name="connsiteY1" fmla="*/ 1082862 h 1343927"/>
                <a:gd name="connsiteX2" fmla="*/ 93018 w 1321035"/>
                <a:gd name="connsiteY2" fmla="*/ 683593 h 1343927"/>
                <a:gd name="connsiteX3" fmla="*/ 46509 w 1321035"/>
                <a:gd name="connsiteY3" fmla="*/ 637215 h 1343927"/>
                <a:gd name="connsiteX4" fmla="*/ 46360 w 1321035"/>
                <a:gd name="connsiteY4" fmla="*/ 637215 h 1343927"/>
                <a:gd name="connsiteX5" fmla="*/ 0 w 1321035"/>
                <a:gd name="connsiteY5" fmla="*/ 683816 h 1343927"/>
                <a:gd name="connsiteX6" fmla="*/ 1228 w 1321035"/>
                <a:gd name="connsiteY6" fmla="*/ 1109930 h 1343927"/>
                <a:gd name="connsiteX7" fmla="*/ 24594 w 1321035"/>
                <a:gd name="connsiteY7" fmla="*/ 1150151 h 1343927"/>
                <a:gd name="connsiteX8" fmla="*/ 351402 w 1321035"/>
                <a:gd name="connsiteY8" fmla="*/ 1337749 h 1343927"/>
                <a:gd name="connsiteX9" fmla="*/ 414896 w 1321035"/>
                <a:gd name="connsiteY9" fmla="*/ 1320559 h 1343927"/>
                <a:gd name="connsiteX10" fmla="*/ 397706 w 1321035"/>
                <a:gd name="connsiteY10" fmla="*/ 1257065 h 1343927"/>
                <a:gd name="connsiteX11" fmla="*/ 311218 w 1321035"/>
                <a:gd name="connsiteY11" fmla="*/ 294464 h 1343927"/>
                <a:gd name="connsiteX12" fmla="*/ 334529 w 1321035"/>
                <a:gd name="connsiteY12" fmla="*/ 288157 h 1343927"/>
                <a:gd name="connsiteX13" fmla="*/ 658230 w 1321035"/>
                <a:gd name="connsiteY13" fmla="*/ 100150 h 1343927"/>
                <a:gd name="connsiteX14" fmla="*/ 961467 w 1321035"/>
                <a:gd name="connsiteY14" fmla="*/ 272549 h 1343927"/>
                <a:gd name="connsiteX15" fmla="*/ 1025157 w 1321035"/>
                <a:gd name="connsiteY15" fmla="*/ 256126 h 1343927"/>
                <a:gd name="connsiteX16" fmla="*/ 1008734 w 1321035"/>
                <a:gd name="connsiteY16" fmla="*/ 192436 h 1343927"/>
                <a:gd name="connsiteX17" fmla="*/ 1007436 w 1321035"/>
                <a:gd name="connsiteY17" fmla="*/ 191698 h 1343927"/>
                <a:gd name="connsiteX18" fmla="*/ 680982 w 1321035"/>
                <a:gd name="connsiteY18" fmla="*/ 6072 h 1343927"/>
                <a:gd name="connsiteX19" fmla="*/ 634640 w 1321035"/>
                <a:gd name="connsiteY19" fmla="*/ 6295 h 1343927"/>
                <a:gd name="connsiteX20" fmla="*/ 287815 w 1321035"/>
                <a:gd name="connsiteY20" fmla="*/ 207715 h 1343927"/>
                <a:gd name="connsiteX21" fmla="*/ 270896 w 1321035"/>
                <a:gd name="connsiteY21" fmla="*/ 271275 h 1343927"/>
                <a:gd name="connsiteX22" fmla="*/ 311218 w 1321035"/>
                <a:gd name="connsiteY22" fmla="*/ 294464 h 1343927"/>
                <a:gd name="connsiteX23" fmla="*/ 1274620 w 1321035"/>
                <a:gd name="connsiteY23" fmla="*/ 633271 h 1343927"/>
                <a:gd name="connsiteX24" fmla="*/ 1274490 w 1321035"/>
                <a:gd name="connsiteY24" fmla="*/ 633271 h 1343927"/>
                <a:gd name="connsiteX25" fmla="*/ 1227981 w 1321035"/>
                <a:gd name="connsiteY25" fmla="*/ 679649 h 1343927"/>
                <a:gd name="connsiteX26" fmla="*/ 1226809 w 1321035"/>
                <a:gd name="connsiteY26" fmla="*/ 1078918 h 1343927"/>
                <a:gd name="connsiteX27" fmla="*/ 923274 w 1321035"/>
                <a:gd name="connsiteY27" fmla="*/ 1253084 h 1343927"/>
                <a:gd name="connsiteX28" fmla="*/ 905292 w 1321035"/>
                <a:gd name="connsiteY28" fmla="*/ 1316352 h 1343927"/>
                <a:gd name="connsiteX29" fmla="*/ 968560 w 1321035"/>
                <a:gd name="connsiteY29" fmla="*/ 1334333 h 1343927"/>
                <a:gd name="connsiteX30" fmla="*/ 969578 w 1321035"/>
                <a:gd name="connsiteY30" fmla="*/ 1333749 h 1343927"/>
                <a:gd name="connsiteX31" fmla="*/ 981708 w 1321035"/>
                <a:gd name="connsiteY31" fmla="*/ 1326791 h 1343927"/>
                <a:gd name="connsiteX32" fmla="*/ 996814 w 1321035"/>
                <a:gd name="connsiteY32" fmla="*/ 1321210 h 1343927"/>
                <a:gd name="connsiteX33" fmla="*/ 1297093 w 1321035"/>
                <a:gd name="connsiteY33" fmla="*/ 1146802 h 1343927"/>
                <a:gd name="connsiteX34" fmla="*/ 1319827 w 1321035"/>
                <a:gd name="connsiteY34" fmla="*/ 1100089 h 1343927"/>
                <a:gd name="connsiteX35" fmla="*/ 1321036 w 1321035"/>
                <a:gd name="connsiteY35" fmla="*/ 679910 h 1343927"/>
                <a:gd name="connsiteX36" fmla="*/ 1274658 w 1321035"/>
                <a:gd name="connsiteY36" fmla="*/ 633271 h 1343927"/>
                <a:gd name="connsiteX37" fmla="*/ 1274620 w 1321035"/>
                <a:gd name="connsiteY37" fmla="*/ 633271 h 134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21035" h="1343927">
                  <a:moveTo>
                    <a:pt x="397706" y="1257065"/>
                  </a:moveTo>
                  <a:lnTo>
                    <a:pt x="94171" y="1082862"/>
                  </a:lnTo>
                  <a:lnTo>
                    <a:pt x="93018" y="683593"/>
                  </a:lnTo>
                  <a:cubicBezTo>
                    <a:pt x="92946" y="657958"/>
                    <a:pt x="72144" y="637215"/>
                    <a:pt x="46509" y="637215"/>
                  </a:cubicBezTo>
                  <a:lnTo>
                    <a:pt x="46360" y="637215"/>
                  </a:lnTo>
                  <a:cubicBezTo>
                    <a:pt x="20696" y="637297"/>
                    <a:pt x="-51" y="658152"/>
                    <a:pt x="0" y="683816"/>
                  </a:cubicBezTo>
                  <a:lnTo>
                    <a:pt x="1228" y="1109930"/>
                  </a:lnTo>
                  <a:cubicBezTo>
                    <a:pt x="1271" y="1126549"/>
                    <a:pt x="10179" y="1141881"/>
                    <a:pt x="24594" y="1150151"/>
                  </a:cubicBezTo>
                  <a:lnTo>
                    <a:pt x="351402" y="1337749"/>
                  </a:lnTo>
                  <a:cubicBezTo>
                    <a:pt x="373682" y="1350535"/>
                    <a:pt x="402109" y="1342839"/>
                    <a:pt x="414896" y="1320559"/>
                  </a:cubicBezTo>
                  <a:cubicBezTo>
                    <a:pt x="427682" y="1298279"/>
                    <a:pt x="419986" y="1269852"/>
                    <a:pt x="397706" y="1257065"/>
                  </a:cubicBezTo>
                  <a:close/>
                  <a:moveTo>
                    <a:pt x="311218" y="294464"/>
                  </a:moveTo>
                  <a:cubicBezTo>
                    <a:pt x="319409" y="294457"/>
                    <a:pt x="327452" y="292281"/>
                    <a:pt x="334529" y="288157"/>
                  </a:cubicBezTo>
                  <a:lnTo>
                    <a:pt x="658230" y="100150"/>
                  </a:lnTo>
                  <a:lnTo>
                    <a:pt x="961467" y="272549"/>
                  </a:lnTo>
                  <a:cubicBezTo>
                    <a:pt x="983590" y="285601"/>
                    <a:pt x="1012105" y="278248"/>
                    <a:pt x="1025157" y="256126"/>
                  </a:cubicBezTo>
                  <a:cubicBezTo>
                    <a:pt x="1038210" y="234003"/>
                    <a:pt x="1030857" y="205488"/>
                    <a:pt x="1008734" y="192436"/>
                  </a:cubicBezTo>
                  <a:cubicBezTo>
                    <a:pt x="1008306" y="192183"/>
                    <a:pt x="1007873" y="191937"/>
                    <a:pt x="1007436" y="191698"/>
                  </a:cubicBezTo>
                  <a:lnTo>
                    <a:pt x="680982" y="6072"/>
                  </a:lnTo>
                  <a:cubicBezTo>
                    <a:pt x="666595" y="-2103"/>
                    <a:pt x="648948" y="-2018"/>
                    <a:pt x="634640" y="6295"/>
                  </a:cubicBezTo>
                  <a:lnTo>
                    <a:pt x="287815" y="207715"/>
                  </a:lnTo>
                  <a:cubicBezTo>
                    <a:pt x="265591" y="220595"/>
                    <a:pt x="258017" y="249052"/>
                    <a:pt x="270896" y="271275"/>
                  </a:cubicBezTo>
                  <a:cubicBezTo>
                    <a:pt x="279229" y="285653"/>
                    <a:pt x="294600" y="294493"/>
                    <a:pt x="311218" y="294464"/>
                  </a:cubicBezTo>
                  <a:close/>
                  <a:moveTo>
                    <a:pt x="1274620" y="633271"/>
                  </a:moveTo>
                  <a:lnTo>
                    <a:pt x="1274490" y="633271"/>
                  </a:lnTo>
                  <a:cubicBezTo>
                    <a:pt x="1248854" y="633271"/>
                    <a:pt x="1228053" y="654014"/>
                    <a:pt x="1227981" y="679649"/>
                  </a:cubicBezTo>
                  <a:lnTo>
                    <a:pt x="1226809" y="1078918"/>
                  </a:lnTo>
                  <a:lnTo>
                    <a:pt x="923274" y="1253084"/>
                  </a:lnTo>
                  <a:cubicBezTo>
                    <a:pt x="900838" y="1265589"/>
                    <a:pt x="892787" y="1293915"/>
                    <a:pt x="905292" y="1316352"/>
                  </a:cubicBezTo>
                  <a:cubicBezTo>
                    <a:pt x="917798" y="1338788"/>
                    <a:pt x="946124" y="1346839"/>
                    <a:pt x="968560" y="1334333"/>
                  </a:cubicBezTo>
                  <a:cubicBezTo>
                    <a:pt x="968902" y="1334143"/>
                    <a:pt x="969241" y="1333948"/>
                    <a:pt x="969578" y="1333749"/>
                  </a:cubicBezTo>
                  <a:lnTo>
                    <a:pt x="981708" y="1326791"/>
                  </a:lnTo>
                  <a:cubicBezTo>
                    <a:pt x="987030" y="1325826"/>
                    <a:pt x="992142" y="1323937"/>
                    <a:pt x="996814" y="1321210"/>
                  </a:cubicBezTo>
                  <a:lnTo>
                    <a:pt x="1297093" y="1146802"/>
                  </a:lnTo>
                  <a:cubicBezTo>
                    <a:pt x="1313472" y="1137309"/>
                    <a:pt x="1322462" y="1118835"/>
                    <a:pt x="1319827" y="1100089"/>
                  </a:cubicBezTo>
                  <a:lnTo>
                    <a:pt x="1321036" y="679910"/>
                  </a:lnTo>
                  <a:cubicBezTo>
                    <a:pt x="1321108" y="654224"/>
                    <a:pt x="1300344" y="633343"/>
                    <a:pt x="1274658" y="633271"/>
                  </a:cubicBezTo>
                  <a:cubicBezTo>
                    <a:pt x="1274645" y="633271"/>
                    <a:pt x="1274633" y="633271"/>
                    <a:pt x="1274620" y="63327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45" name="组合 244"/>
          <p:cNvGrpSpPr/>
          <p:nvPr/>
        </p:nvGrpSpPr>
        <p:grpSpPr>
          <a:xfrm>
            <a:off x="9616872" y="4545070"/>
            <a:ext cx="258520" cy="275755"/>
            <a:chOff x="59531" y="0"/>
            <a:chExt cx="1785937" cy="1905000"/>
          </a:xfrm>
          <a:solidFill>
            <a:schemeClr val="bg1"/>
          </a:solidFill>
        </p:grpSpPr>
        <p:sp>
          <p:nvSpPr>
            <p:cNvPr id="243" name="任意多边形: 形状 242"/>
            <p:cNvSpPr/>
            <p:nvPr/>
          </p:nvSpPr>
          <p:spPr>
            <a:xfrm>
              <a:off x="59531" y="0"/>
              <a:ext cx="1785937" cy="1905000"/>
            </a:xfrm>
            <a:custGeom>
              <a:avLst/>
              <a:gdLst>
                <a:gd name="connsiteX0" fmla="*/ 1032510 w 1785937"/>
                <a:gd name="connsiteY0" fmla="*/ 1905000 h 1905000"/>
                <a:gd name="connsiteX1" fmla="*/ 59531 w 1785937"/>
                <a:gd name="connsiteY1" fmla="*/ 1905000 h 1905000"/>
                <a:gd name="connsiteX2" fmla="*/ 0 w 1785937"/>
                <a:gd name="connsiteY2" fmla="*/ 1845469 h 1905000"/>
                <a:gd name="connsiteX3" fmla="*/ 953 w 1785937"/>
                <a:gd name="connsiteY3" fmla="*/ 1834753 h 1905000"/>
                <a:gd name="connsiteX4" fmla="*/ 59531 w 1785937"/>
                <a:gd name="connsiteY4" fmla="*/ 1785938 h 1905000"/>
                <a:gd name="connsiteX5" fmla="*/ 923687 w 1785937"/>
                <a:gd name="connsiteY5" fmla="*/ 1785938 h 1905000"/>
                <a:gd name="connsiteX6" fmla="*/ 1032510 w 1785937"/>
                <a:gd name="connsiteY6" fmla="*/ 1905000 h 1905000"/>
                <a:gd name="connsiteX7" fmla="*/ 1783437 w 1785937"/>
                <a:gd name="connsiteY7" fmla="*/ 1828205 h 1905000"/>
                <a:gd name="connsiteX8" fmla="*/ 1785938 w 1785937"/>
                <a:gd name="connsiteY8" fmla="*/ 1845469 h 1905000"/>
                <a:gd name="connsiteX9" fmla="*/ 1784985 w 1785937"/>
                <a:gd name="connsiteY9" fmla="*/ 1856184 h 1905000"/>
                <a:gd name="connsiteX10" fmla="*/ 1726406 w 1785937"/>
                <a:gd name="connsiteY10" fmla="*/ 1905000 h 1905000"/>
                <a:gd name="connsiteX11" fmla="*/ 1705928 w 1785937"/>
                <a:gd name="connsiteY11" fmla="*/ 1905000 h 1905000"/>
                <a:gd name="connsiteX12" fmla="*/ 1772126 w 1785937"/>
                <a:gd name="connsiteY12" fmla="*/ 1841421 h 1905000"/>
                <a:gd name="connsiteX13" fmla="*/ 1545788 w 1785937"/>
                <a:gd name="connsiteY13" fmla="*/ 960596 h 1905000"/>
                <a:gd name="connsiteX14" fmla="*/ 1547098 w 1785937"/>
                <a:gd name="connsiteY14" fmla="*/ 982742 h 1905000"/>
                <a:gd name="connsiteX15" fmla="*/ 1425654 w 1785937"/>
                <a:gd name="connsiteY15" fmla="*/ 955358 h 1905000"/>
                <a:gd name="connsiteX16" fmla="*/ 892969 w 1785937"/>
                <a:gd name="connsiteY16" fmla="*/ 473154 h 1905000"/>
                <a:gd name="connsiteX17" fmla="*/ 357188 w 1785937"/>
                <a:gd name="connsiteY17" fmla="*/ 1012031 h 1905000"/>
                <a:gd name="connsiteX18" fmla="*/ 357188 w 1785937"/>
                <a:gd name="connsiteY18" fmla="*/ 1547813 h 1905000"/>
                <a:gd name="connsiteX19" fmla="*/ 595313 w 1785937"/>
                <a:gd name="connsiteY19" fmla="*/ 1547813 h 1905000"/>
                <a:gd name="connsiteX20" fmla="*/ 595313 w 1785937"/>
                <a:gd name="connsiteY20" fmla="*/ 952500 h 1905000"/>
                <a:gd name="connsiteX21" fmla="*/ 714375 w 1785937"/>
                <a:gd name="connsiteY21" fmla="*/ 952500 h 1905000"/>
                <a:gd name="connsiteX22" fmla="*/ 714375 w 1785937"/>
                <a:gd name="connsiteY22" fmla="*/ 1547813 h 1905000"/>
                <a:gd name="connsiteX23" fmla="*/ 836771 w 1785937"/>
                <a:gd name="connsiteY23" fmla="*/ 1547813 h 1905000"/>
                <a:gd name="connsiteX24" fmla="*/ 863918 w 1785937"/>
                <a:gd name="connsiteY24" fmla="*/ 1666875 h 1905000"/>
                <a:gd name="connsiteX25" fmla="*/ 357188 w 1785937"/>
                <a:gd name="connsiteY25" fmla="*/ 1666875 h 1905000"/>
                <a:gd name="connsiteX26" fmla="*/ 238125 w 1785937"/>
                <a:gd name="connsiteY26" fmla="*/ 1541383 h 1905000"/>
                <a:gd name="connsiteX27" fmla="*/ 238125 w 1785937"/>
                <a:gd name="connsiteY27" fmla="*/ 1012031 h 1905000"/>
                <a:gd name="connsiteX28" fmla="*/ 892969 w 1785937"/>
                <a:gd name="connsiteY28" fmla="*/ 353497 h 1905000"/>
                <a:gd name="connsiteX29" fmla="*/ 1545788 w 1785937"/>
                <a:gd name="connsiteY29" fmla="*/ 960596 h 1905000"/>
                <a:gd name="connsiteX30" fmla="*/ 337542 w 1785937"/>
                <a:gd name="connsiteY30" fmla="*/ 125016 h 1905000"/>
                <a:gd name="connsiteX31" fmla="*/ 505897 w 1785937"/>
                <a:gd name="connsiteY31" fmla="*/ 293370 h 1905000"/>
                <a:gd name="connsiteX32" fmla="*/ 421719 w 1785937"/>
                <a:gd name="connsiteY32" fmla="*/ 377547 h 1905000"/>
                <a:gd name="connsiteX33" fmla="*/ 253365 w 1785937"/>
                <a:gd name="connsiteY33" fmla="*/ 209193 h 1905000"/>
                <a:gd name="connsiteX34" fmla="*/ 337542 w 1785937"/>
                <a:gd name="connsiteY34" fmla="*/ 125016 h 1905000"/>
                <a:gd name="connsiteX35" fmla="*/ 1374219 w 1785937"/>
                <a:gd name="connsiteY35" fmla="*/ 125016 h 1905000"/>
                <a:gd name="connsiteX36" fmla="*/ 1458397 w 1785937"/>
                <a:gd name="connsiteY36" fmla="*/ 209193 h 1905000"/>
                <a:gd name="connsiteX37" fmla="*/ 1290042 w 1785937"/>
                <a:gd name="connsiteY37" fmla="*/ 377547 h 1905000"/>
                <a:gd name="connsiteX38" fmla="*/ 1205865 w 1785937"/>
                <a:gd name="connsiteY38" fmla="*/ 293370 h 1905000"/>
                <a:gd name="connsiteX39" fmla="*/ 1374219 w 1785937"/>
                <a:gd name="connsiteY39" fmla="*/ 125016 h 1905000"/>
                <a:gd name="connsiteX40" fmla="*/ 952500 w 1785937"/>
                <a:gd name="connsiteY40" fmla="*/ 0 h 1905000"/>
                <a:gd name="connsiteX41" fmla="*/ 952500 w 1785937"/>
                <a:gd name="connsiteY41" fmla="*/ 238125 h 1905000"/>
                <a:gd name="connsiteX42" fmla="*/ 833438 w 1785937"/>
                <a:gd name="connsiteY42" fmla="*/ 238125 h 1905000"/>
                <a:gd name="connsiteX43" fmla="*/ 833438 w 1785937"/>
                <a:gd name="connsiteY43" fmla="*/ 0 h 1905000"/>
                <a:gd name="connsiteX44" fmla="*/ 952500 w 1785937"/>
                <a:gd name="connsiteY4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785937" h="1905000">
                  <a:moveTo>
                    <a:pt x="1032510" y="1905000"/>
                  </a:moveTo>
                  <a:lnTo>
                    <a:pt x="59531" y="1905000"/>
                  </a:lnTo>
                  <a:cubicBezTo>
                    <a:pt x="26653" y="1905000"/>
                    <a:pt x="0" y="1878347"/>
                    <a:pt x="0" y="1845469"/>
                  </a:cubicBezTo>
                  <a:lnTo>
                    <a:pt x="953" y="1834753"/>
                  </a:lnTo>
                  <a:cubicBezTo>
                    <a:pt x="6128" y="1806470"/>
                    <a:pt x="30779" y="1785928"/>
                    <a:pt x="59531" y="1785938"/>
                  </a:cubicBezTo>
                  <a:lnTo>
                    <a:pt x="923687" y="1785938"/>
                  </a:lnTo>
                  <a:cubicBezTo>
                    <a:pt x="953810" y="1830943"/>
                    <a:pt x="990600" y="1871186"/>
                    <a:pt x="1032510" y="1905000"/>
                  </a:cubicBezTo>
                  <a:close/>
                  <a:moveTo>
                    <a:pt x="1783437" y="1828205"/>
                  </a:moveTo>
                  <a:cubicBezTo>
                    <a:pt x="1785114" y="1833805"/>
                    <a:pt x="1785956" y="1839623"/>
                    <a:pt x="1785938" y="1845469"/>
                  </a:cubicBezTo>
                  <a:lnTo>
                    <a:pt x="1784985" y="1856184"/>
                  </a:lnTo>
                  <a:cubicBezTo>
                    <a:pt x="1779810" y="1884467"/>
                    <a:pt x="1755159" y="1905010"/>
                    <a:pt x="1726406" y="1905000"/>
                  </a:cubicBezTo>
                  <a:lnTo>
                    <a:pt x="1705928" y="1905000"/>
                  </a:lnTo>
                  <a:cubicBezTo>
                    <a:pt x="1729740" y="1885831"/>
                    <a:pt x="1752005" y="1864519"/>
                    <a:pt x="1772126" y="1841421"/>
                  </a:cubicBezTo>
                  <a:close/>
                  <a:moveTo>
                    <a:pt x="1545788" y="960596"/>
                  </a:moveTo>
                  <a:lnTo>
                    <a:pt x="1547098" y="982742"/>
                  </a:lnTo>
                  <a:cubicBezTo>
                    <a:pt x="1507826" y="968898"/>
                    <a:pt x="1467067" y="959708"/>
                    <a:pt x="1425654" y="955358"/>
                  </a:cubicBezTo>
                  <a:cubicBezTo>
                    <a:pt x="1397556" y="684371"/>
                    <a:pt x="1168122" y="473154"/>
                    <a:pt x="892969" y="473154"/>
                  </a:cubicBezTo>
                  <a:cubicBezTo>
                    <a:pt x="599003" y="473154"/>
                    <a:pt x="357188" y="714494"/>
                    <a:pt x="357188" y="1012031"/>
                  </a:cubicBezTo>
                  <a:lnTo>
                    <a:pt x="357188" y="1547813"/>
                  </a:lnTo>
                  <a:lnTo>
                    <a:pt x="595313" y="1547813"/>
                  </a:lnTo>
                  <a:lnTo>
                    <a:pt x="595313" y="952500"/>
                  </a:lnTo>
                  <a:lnTo>
                    <a:pt x="714375" y="952500"/>
                  </a:lnTo>
                  <a:lnTo>
                    <a:pt x="714375" y="1547813"/>
                  </a:lnTo>
                  <a:lnTo>
                    <a:pt x="836771" y="1547813"/>
                  </a:lnTo>
                  <a:cubicBezTo>
                    <a:pt x="841296" y="1589127"/>
                    <a:pt x="850583" y="1629013"/>
                    <a:pt x="863918" y="1666875"/>
                  </a:cubicBezTo>
                  <a:lnTo>
                    <a:pt x="357188" y="1666875"/>
                  </a:lnTo>
                  <a:cubicBezTo>
                    <a:pt x="244793" y="1666875"/>
                    <a:pt x="238482" y="1554004"/>
                    <a:pt x="238125" y="1541383"/>
                  </a:cubicBezTo>
                  <a:lnTo>
                    <a:pt x="238125" y="1012031"/>
                  </a:lnTo>
                  <a:cubicBezTo>
                    <a:pt x="238125" y="648295"/>
                    <a:pt x="533638" y="353497"/>
                    <a:pt x="892969" y="353497"/>
                  </a:cubicBezTo>
                  <a:cubicBezTo>
                    <a:pt x="1235154" y="353497"/>
                    <a:pt x="1519476" y="620911"/>
                    <a:pt x="1545788" y="960596"/>
                  </a:cubicBezTo>
                  <a:close/>
                  <a:moveTo>
                    <a:pt x="337542" y="125016"/>
                  </a:moveTo>
                  <a:lnTo>
                    <a:pt x="505897" y="293370"/>
                  </a:lnTo>
                  <a:lnTo>
                    <a:pt x="421719" y="377547"/>
                  </a:lnTo>
                  <a:lnTo>
                    <a:pt x="253365" y="209193"/>
                  </a:lnTo>
                  <a:lnTo>
                    <a:pt x="337542" y="125016"/>
                  </a:lnTo>
                  <a:close/>
                  <a:moveTo>
                    <a:pt x="1374219" y="125016"/>
                  </a:moveTo>
                  <a:lnTo>
                    <a:pt x="1458397" y="209193"/>
                  </a:lnTo>
                  <a:lnTo>
                    <a:pt x="1290042" y="377547"/>
                  </a:lnTo>
                  <a:lnTo>
                    <a:pt x="1205865" y="293370"/>
                  </a:lnTo>
                  <a:lnTo>
                    <a:pt x="1374219" y="125016"/>
                  </a:lnTo>
                  <a:close/>
                  <a:moveTo>
                    <a:pt x="952500" y="0"/>
                  </a:moveTo>
                  <a:lnTo>
                    <a:pt x="952500" y="238125"/>
                  </a:lnTo>
                  <a:lnTo>
                    <a:pt x="833438" y="238125"/>
                  </a:lnTo>
                  <a:lnTo>
                    <a:pt x="833438" y="0"/>
                  </a:lnTo>
                  <a:lnTo>
                    <a:pt x="952500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4" name="任意多边形: 形状 243"/>
            <p:cNvSpPr/>
            <p:nvPr/>
          </p:nvSpPr>
          <p:spPr>
            <a:xfrm>
              <a:off x="1012031" y="1068585"/>
              <a:ext cx="833437" cy="836414"/>
            </a:xfrm>
            <a:custGeom>
              <a:avLst/>
              <a:gdLst>
                <a:gd name="connsiteX0" fmla="*/ 476250 w 833437"/>
                <a:gd name="connsiteY0" fmla="*/ 0 h 836414"/>
                <a:gd name="connsiteX1" fmla="*/ 476250 w 833437"/>
                <a:gd name="connsiteY1" fmla="*/ 147637 h 836414"/>
                <a:gd name="connsiteX2" fmla="*/ 565785 w 833437"/>
                <a:gd name="connsiteY2" fmla="*/ 184190 h 836414"/>
                <a:gd name="connsiteX3" fmla="*/ 674608 w 833437"/>
                <a:gd name="connsiteY3" fmla="*/ 75009 h 836414"/>
                <a:gd name="connsiteX4" fmla="*/ 758785 w 833437"/>
                <a:gd name="connsiteY4" fmla="*/ 159544 h 836414"/>
                <a:gd name="connsiteX5" fmla="*/ 649962 w 833437"/>
                <a:gd name="connsiteY5" fmla="*/ 268605 h 836414"/>
                <a:gd name="connsiteX6" fmla="*/ 686276 w 833437"/>
                <a:gd name="connsiteY6" fmla="*/ 358497 h 836414"/>
                <a:gd name="connsiteX7" fmla="*/ 833438 w 833437"/>
                <a:gd name="connsiteY7" fmla="*/ 358497 h 836414"/>
                <a:gd name="connsiteX8" fmla="*/ 833438 w 833437"/>
                <a:gd name="connsiteY8" fmla="*/ 477917 h 836414"/>
                <a:gd name="connsiteX9" fmla="*/ 684609 w 833437"/>
                <a:gd name="connsiteY9" fmla="*/ 477917 h 836414"/>
                <a:gd name="connsiteX10" fmla="*/ 646986 w 833437"/>
                <a:gd name="connsiteY10" fmla="*/ 564832 h 836414"/>
                <a:gd name="connsiteX11" fmla="*/ 758785 w 833437"/>
                <a:gd name="connsiteY11" fmla="*/ 676989 h 836414"/>
                <a:gd name="connsiteX12" fmla="*/ 674608 w 833437"/>
                <a:gd name="connsiteY12" fmla="*/ 761524 h 836414"/>
                <a:gd name="connsiteX13" fmla="*/ 561142 w 833437"/>
                <a:gd name="connsiteY13" fmla="*/ 647700 h 836414"/>
                <a:gd name="connsiteX14" fmla="*/ 476250 w 833437"/>
                <a:gd name="connsiteY14" fmla="*/ 681276 h 836414"/>
                <a:gd name="connsiteX15" fmla="*/ 476250 w 833437"/>
                <a:gd name="connsiteY15" fmla="*/ 836414 h 836414"/>
                <a:gd name="connsiteX16" fmla="*/ 357188 w 833437"/>
                <a:gd name="connsiteY16" fmla="*/ 836414 h 836414"/>
                <a:gd name="connsiteX17" fmla="*/ 357188 w 833437"/>
                <a:gd name="connsiteY17" fmla="*/ 679609 h 836414"/>
                <a:gd name="connsiteX18" fmla="*/ 272534 w 833437"/>
                <a:gd name="connsiteY18" fmla="*/ 643056 h 836414"/>
                <a:gd name="connsiteX19" fmla="*/ 274677 w 833437"/>
                <a:gd name="connsiteY19" fmla="*/ 645319 h 836414"/>
                <a:gd name="connsiteX20" fmla="*/ 158829 w 833437"/>
                <a:gd name="connsiteY20" fmla="*/ 761405 h 836414"/>
                <a:gd name="connsiteX21" fmla="*/ 74652 w 833437"/>
                <a:gd name="connsiteY21" fmla="*/ 676870 h 836414"/>
                <a:gd name="connsiteX22" fmla="*/ 190500 w 833437"/>
                <a:gd name="connsiteY22" fmla="*/ 560784 h 836414"/>
                <a:gd name="connsiteX23" fmla="*/ 192643 w 833437"/>
                <a:gd name="connsiteY23" fmla="*/ 562927 h 836414"/>
                <a:gd name="connsiteX24" fmla="*/ 156210 w 833437"/>
                <a:gd name="connsiteY24" fmla="*/ 477917 h 836414"/>
                <a:gd name="connsiteX25" fmla="*/ 0 w 833437"/>
                <a:gd name="connsiteY25" fmla="*/ 477917 h 836414"/>
                <a:gd name="connsiteX26" fmla="*/ 0 w 833437"/>
                <a:gd name="connsiteY26" fmla="*/ 358497 h 836414"/>
                <a:gd name="connsiteX27" fmla="*/ 154543 w 833437"/>
                <a:gd name="connsiteY27" fmla="*/ 358497 h 836414"/>
                <a:gd name="connsiteX28" fmla="*/ 188119 w 833437"/>
                <a:gd name="connsiteY28" fmla="*/ 273248 h 836414"/>
                <a:gd name="connsiteX29" fmla="*/ 74652 w 833437"/>
                <a:gd name="connsiteY29" fmla="*/ 159425 h 836414"/>
                <a:gd name="connsiteX30" fmla="*/ 158829 w 833437"/>
                <a:gd name="connsiteY30" fmla="*/ 74890 h 836414"/>
                <a:gd name="connsiteX31" fmla="*/ 270629 w 833437"/>
                <a:gd name="connsiteY31" fmla="*/ 187166 h 836414"/>
                <a:gd name="connsiteX32" fmla="*/ 357188 w 833437"/>
                <a:gd name="connsiteY32" fmla="*/ 149304 h 836414"/>
                <a:gd name="connsiteX33" fmla="*/ 357188 w 833437"/>
                <a:gd name="connsiteY33" fmla="*/ 0 h 836414"/>
                <a:gd name="connsiteX34" fmla="*/ 476250 w 833437"/>
                <a:gd name="connsiteY34" fmla="*/ 0 h 836414"/>
                <a:gd name="connsiteX35" fmla="*/ 420410 w 833437"/>
                <a:gd name="connsiteY35" fmla="*/ 261461 h 836414"/>
                <a:gd name="connsiteX36" fmla="*/ 267891 w 833437"/>
                <a:gd name="connsiteY36" fmla="*/ 414457 h 836414"/>
                <a:gd name="connsiteX37" fmla="*/ 420410 w 833437"/>
                <a:gd name="connsiteY37" fmla="*/ 567571 h 836414"/>
                <a:gd name="connsiteX38" fmla="*/ 572929 w 833437"/>
                <a:gd name="connsiteY38" fmla="*/ 414457 h 836414"/>
                <a:gd name="connsiteX39" fmla="*/ 420529 w 833437"/>
                <a:gd name="connsiteY39" fmla="*/ 261461 h 836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33437" h="836414">
                  <a:moveTo>
                    <a:pt x="476250" y="0"/>
                  </a:moveTo>
                  <a:lnTo>
                    <a:pt x="476250" y="147637"/>
                  </a:lnTo>
                  <a:cubicBezTo>
                    <a:pt x="508516" y="154424"/>
                    <a:pt x="538758" y="167045"/>
                    <a:pt x="565785" y="184190"/>
                  </a:cubicBezTo>
                  <a:lnTo>
                    <a:pt x="674608" y="75009"/>
                  </a:lnTo>
                  <a:lnTo>
                    <a:pt x="758785" y="159544"/>
                  </a:lnTo>
                  <a:lnTo>
                    <a:pt x="649962" y="268605"/>
                  </a:lnTo>
                  <a:cubicBezTo>
                    <a:pt x="667107" y="295751"/>
                    <a:pt x="679609" y="326112"/>
                    <a:pt x="686276" y="358497"/>
                  </a:cubicBezTo>
                  <a:lnTo>
                    <a:pt x="833438" y="358497"/>
                  </a:lnTo>
                  <a:lnTo>
                    <a:pt x="833438" y="477917"/>
                  </a:lnTo>
                  <a:lnTo>
                    <a:pt x="684609" y="477917"/>
                  </a:lnTo>
                  <a:cubicBezTo>
                    <a:pt x="677227" y="509349"/>
                    <a:pt x="664369" y="538639"/>
                    <a:pt x="646986" y="564832"/>
                  </a:cubicBezTo>
                  <a:lnTo>
                    <a:pt x="758785" y="676989"/>
                  </a:lnTo>
                  <a:lnTo>
                    <a:pt x="674608" y="761524"/>
                  </a:lnTo>
                  <a:lnTo>
                    <a:pt x="561142" y="647700"/>
                  </a:lnTo>
                  <a:cubicBezTo>
                    <a:pt x="534961" y="663641"/>
                    <a:pt x="506252" y="674996"/>
                    <a:pt x="476250" y="681276"/>
                  </a:cubicBezTo>
                  <a:lnTo>
                    <a:pt x="476250" y="836414"/>
                  </a:lnTo>
                  <a:lnTo>
                    <a:pt x="357188" y="836414"/>
                  </a:lnTo>
                  <a:lnTo>
                    <a:pt x="357188" y="679609"/>
                  </a:lnTo>
                  <a:cubicBezTo>
                    <a:pt x="327081" y="672375"/>
                    <a:pt x="298444" y="660010"/>
                    <a:pt x="272534" y="643056"/>
                  </a:cubicBezTo>
                  <a:lnTo>
                    <a:pt x="274677" y="645319"/>
                  </a:lnTo>
                  <a:lnTo>
                    <a:pt x="158829" y="761405"/>
                  </a:lnTo>
                  <a:lnTo>
                    <a:pt x="74652" y="676870"/>
                  </a:lnTo>
                  <a:lnTo>
                    <a:pt x="190500" y="560784"/>
                  </a:lnTo>
                  <a:lnTo>
                    <a:pt x="192643" y="562927"/>
                  </a:lnTo>
                  <a:cubicBezTo>
                    <a:pt x="175727" y="536882"/>
                    <a:pt x="163404" y="508128"/>
                    <a:pt x="156210" y="477917"/>
                  </a:cubicBezTo>
                  <a:lnTo>
                    <a:pt x="0" y="477917"/>
                  </a:lnTo>
                  <a:lnTo>
                    <a:pt x="0" y="358497"/>
                  </a:lnTo>
                  <a:lnTo>
                    <a:pt x="154543" y="358497"/>
                  </a:lnTo>
                  <a:cubicBezTo>
                    <a:pt x="160824" y="328384"/>
                    <a:pt x="172178" y="299557"/>
                    <a:pt x="188119" y="273248"/>
                  </a:cubicBezTo>
                  <a:lnTo>
                    <a:pt x="74652" y="159425"/>
                  </a:lnTo>
                  <a:lnTo>
                    <a:pt x="158829" y="74890"/>
                  </a:lnTo>
                  <a:lnTo>
                    <a:pt x="270629" y="187166"/>
                  </a:lnTo>
                  <a:cubicBezTo>
                    <a:pt x="296704" y="169783"/>
                    <a:pt x="325874" y="156805"/>
                    <a:pt x="357188" y="149304"/>
                  </a:cubicBezTo>
                  <a:lnTo>
                    <a:pt x="357188" y="0"/>
                  </a:lnTo>
                  <a:lnTo>
                    <a:pt x="476250" y="0"/>
                  </a:lnTo>
                  <a:close/>
                  <a:moveTo>
                    <a:pt x="420410" y="261461"/>
                  </a:moveTo>
                  <a:cubicBezTo>
                    <a:pt x="336233" y="261461"/>
                    <a:pt x="267891" y="329922"/>
                    <a:pt x="267891" y="414457"/>
                  </a:cubicBezTo>
                  <a:cubicBezTo>
                    <a:pt x="267891" y="498991"/>
                    <a:pt x="336233" y="567571"/>
                    <a:pt x="420410" y="567571"/>
                  </a:cubicBezTo>
                  <a:cubicBezTo>
                    <a:pt x="504706" y="567571"/>
                    <a:pt x="572929" y="498991"/>
                    <a:pt x="572929" y="414457"/>
                  </a:cubicBezTo>
                  <a:cubicBezTo>
                    <a:pt x="572929" y="329922"/>
                    <a:pt x="504706" y="261461"/>
                    <a:pt x="420529" y="26146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52" name="组合 251"/>
          <p:cNvGrpSpPr/>
          <p:nvPr/>
        </p:nvGrpSpPr>
        <p:grpSpPr>
          <a:xfrm>
            <a:off x="9625013" y="5586535"/>
            <a:ext cx="236969" cy="243732"/>
            <a:chOff x="9193942" y="3963649"/>
            <a:chExt cx="1956775" cy="2012622"/>
          </a:xfrm>
          <a:solidFill>
            <a:schemeClr val="bg1"/>
          </a:solidFill>
        </p:grpSpPr>
        <p:sp>
          <p:nvSpPr>
            <p:cNvPr id="249" name="任意多边形: 形状 248"/>
            <p:cNvSpPr/>
            <p:nvPr/>
          </p:nvSpPr>
          <p:spPr>
            <a:xfrm>
              <a:off x="9194585" y="3963649"/>
              <a:ext cx="1956132" cy="1125677"/>
            </a:xfrm>
            <a:custGeom>
              <a:avLst/>
              <a:gdLst>
                <a:gd name="connsiteX0" fmla="*/ 992519 w 1956132"/>
                <a:gd name="connsiteY0" fmla="*/ 1125676 h 1125677"/>
                <a:gd name="connsiteX1" fmla="*/ 939959 w 1956132"/>
                <a:gd name="connsiteY1" fmla="*/ 1112536 h 1125677"/>
                <a:gd name="connsiteX2" fmla="*/ 77102 w 1956132"/>
                <a:gd name="connsiteY2" fmla="*/ 686583 h 1125677"/>
                <a:gd name="connsiteX3" fmla="*/ 4832 w 1956132"/>
                <a:gd name="connsiteY3" fmla="*/ 520143 h 1125677"/>
                <a:gd name="connsiteX4" fmla="*/ 4832 w 1956132"/>
                <a:gd name="connsiteY4" fmla="*/ 508098 h 1125677"/>
                <a:gd name="connsiteX5" fmla="*/ 74912 w 1956132"/>
                <a:gd name="connsiteY5" fmla="*/ 422689 h 1125677"/>
                <a:gd name="connsiteX6" fmla="*/ 909299 w 1956132"/>
                <a:gd name="connsiteY6" fmla="*/ 12065 h 1125677"/>
                <a:gd name="connsiteX7" fmla="*/ 964049 w 1956132"/>
                <a:gd name="connsiteY7" fmla="*/ 20 h 1125677"/>
                <a:gd name="connsiteX8" fmla="*/ 1015513 w 1956132"/>
                <a:gd name="connsiteY8" fmla="*/ 12065 h 1125677"/>
                <a:gd name="connsiteX9" fmla="*/ 1878370 w 1956132"/>
                <a:gd name="connsiteY9" fmla="*/ 438019 h 1125677"/>
                <a:gd name="connsiteX10" fmla="*/ 1948450 w 1956132"/>
                <a:gd name="connsiteY10" fmla="*/ 523428 h 1125677"/>
                <a:gd name="connsiteX11" fmla="*/ 1878370 w 1956132"/>
                <a:gd name="connsiteY11" fmla="*/ 699723 h 1125677"/>
                <a:gd name="connsiteX12" fmla="*/ 1046173 w 1956132"/>
                <a:gd name="connsiteY12" fmla="*/ 1111441 h 1125677"/>
                <a:gd name="connsiteX13" fmla="*/ 992519 w 1956132"/>
                <a:gd name="connsiteY13" fmla="*/ 1125676 h 1125677"/>
                <a:gd name="connsiteX14" fmla="*/ 967334 w 1956132"/>
                <a:gd name="connsiteY14" fmla="*/ 109520 h 1125677"/>
                <a:gd name="connsiteX15" fmla="*/ 126377 w 1956132"/>
                <a:gd name="connsiteY15" fmla="*/ 521238 h 1125677"/>
                <a:gd name="connsiteX16" fmla="*/ 108857 w 1956132"/>
                <a:gd name="connsiteY16" fmla="*/ 547518 h 1125677"/>
                <a:gd name="connsiteX17" fmla="*/ 121997 w 1956132"/>
                <a:gd name="connsiteY17" fmla="*/ 592413 h 1125677"/>
                <a:gd name="connsiteX18" fmla="*/ 984853 w 1956132"/>
                <a:gd name="connsiteY18" fmla="*/ 1015081 h 1125677"/>
                <a:gd name="connsiteX19" fmla="*/ 1830190 w 1956132"/>
                <a:gd name="connsiteY19" fmla="*/ 602268 h 1125677"/>
                <a:gd name="connsiteX20" fmla="*/ 1843330 w 1956132"/>
                <a:gd name="connsiteY20" fmla="*/ 556278 h 1125677"/>
                <a:gd name="connsiteX21" fmla="*/ 1830190 w 1956132"/>
                <a:gd name="connsiteY21" fmla="*/ 536568 h 1125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56132" h="1125677">
                  <a:moveTo>
                    <a:pt x="992519" y="1125676"/>
                  </a:moveTo>
                  <a:cubicBezTo>
                    <a:pt x="974175" y="1125768"/>
                    <a:pt x="956101" y="1121250"/>
                    <a:pt x="939959" y="1112536"/>
                  </a:cubicBezTo>
                  <a:lnTo>
                    <a:pt x="77102" y="686583"/>
                  </a:lnTo>
                  <a:cubicBezTo>
                    <a:pt x="17483" y="654434"/>
                    <a:pt x="-12382" y="585654"/>
                    <a:pt x="4832" y="520143"/>
                  </a:cubicBezTo>
                  <a:lnTo>
                    <a:pt x="4832" y="508098"/>
                  </a:lnTo>
                  <a:cubicBezTo>
                    <a:pt x="14774" y="470850"/>
                    <a:pt x="40322" y="439713"/>
                    <a:pt x="74912" y="422689"/>
                  </a:cubicBezTo>
                  <a:lnTo>
                    <a:pt x="909299" y="12065"/>
                  </a:lnTo>
                  <a:cubicBezTo>
                    <a:pt x="926347" y="3800"/>
                    <a:pt x="945105" y="-327"/>
                    <a:pt x="964049" y="20"/>
                  </a:cubicBezTo>
                  <a:cubicBezTo>
                    <a:pt x="981930" y="-228"/>
                    <a:pt x="999599" y="3908"/>
                    <a:pt x="1015513" y="12065"/>
                  </a:cubicBezTo>
                  <a:lnTo>
                    <a:pt x="1878370" y="438019"/>
                  </a:lnTo>
                  <a:cubicBezTo>
                    <a:pt x="1912357" y="455794"/>
                    <a:pt x="1937654" y="486625"/>
                    <a:pt x="1948450" y="523428"/>
                  </a:cubicBezTo>
                  <a:cubicBezTo>
                    <a:pt x="1971329" y="591423"/>
                    <a:pt x="1941687" y="665992"/>
                    <a:pt x="1878370" y="699723"/>
                  </a:cubicBezTo>
                  <a:lnTo>
                    <a:pt x="1046173" y="1111441"/>
                  </a:lnTo>
                  <a:cubicBezTo>
                    <a:pt x="1029687" y="1120415"/>
                    <a:pt x="1011285" y="1125297"/>
                    <a:pt x="992519" y="1125676"/>
                  </a:cubicBezTo>
                  <a:close/>
                  <a:moveTo>
                    <a:pt x="967334" y="109520"/>
                  </a:moveTo>
                  <a:lnTo>
                    <a:pt x="126377" y="521238"/>
                  </a:lnTo>
                  <a:cubicBezTo>
                    <a:pt x="115955" y="525883"/>
                    <a:pt x="109136" y="536111"/>
                    <a:pt x="108857" y="547518"/>
                  </a:cubicBezTo>
                  <a:cubicBezTo>
                    <a:pt x="103283" y="563756"/>
                    <a:pt x="108547" y="581743"/>
                    <a:pt x="121997" y="592413"/>
                  </a:cubicBezTo>
                  <a:lnTo>
                    <a:pt x="984853" y="1015081"/>
                  </a:lnTo>
                  <a:lnTo>
                    <a:pt x="1830190" y="602268"/>
                  </a:lnTo>
                  <a:cubicBezTo>
                    <a:pt x="1844117" y="591435"/>
                    <a:pt x="1849432" y="572834"/>
                    <a:pt x="1843330" y="556278"/>
                  </a:cubicBezTo>
                  <a:cubicBezTo>
                    <a:pt x="1841768" y="548213"/>
                    <a:pt x="1837034" y="541113"/>
                    <a:pt x="1830190" y="536568"/>
                  </a:cubicBezTo>
                  <a:close/>
                </a:path>
              </a:pathLst>
            </a:custGeom>
            <a:grpFill/>
            <a:ln w="196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0" name="任意多边形: 形状 249"/>
            <p:cNvSpPr/>
            <p:nvPr/>
          </p:nvSpPr>
          <p:spPr>
            <a:xfrm>
              <a:off x="9193942" y="4960115"/>
              <a:ext cx="1953472" cy="572682"/>
            </a:xfrm>
            <a:custGeom>
              <a:avLst/>
              <a:gdLst>
                <a:gd name="connsiteX0" fmla="*/ 993161 w 1953472"/>
                <a:gd name="connsiteY0" fmla="*/ 572683 h 572682"/>
                <a:gd name="connsiteX1" fmla="*/ 940601 w 1953472"/>
                <a:gd name="connsiteY1" fmla="*/ 560638 h 572682"/>
                <a:gd name="connsiteX2" fmla="*/ 0 w 1953472"/>
                <a:gd name="connsiteY2" fmla="*/ 98550 h 572682"/>
                <a:gd name="connsiteX3" fmla="*/ 48180 w 1953472"/>
                <a:gd name="connsiteY3" fmla="*/ 0 h 572682"/>
                <a:gd name="connsiteX4" fmla="*/ 985496 w 1953472"/>
                <a:gd name="connsiteY4" fmla="*/ 462088 h 572682"/>
                <a:gd name="connsiteX5" fmla="*/ 1904198 w 1953472"/>
                <a:gd name="connsiteY5" fmla="*/ 2190 h 572682"/>
                <a:gd name="connsiteX6" fmla="*/ 1953473 w 1953472"/>
                <a:gd name="connsiteY6" fmla="*/ 100740 h 572682"/>
                <a:gd name="connsiteX7" fmla="*/ 1046816 w 1953472"/>
                <a:gd name="connsiteY7" fmla="*/ 559543 h 572682"/>
                <a:gd name="connsiteX8" fmla="*/ 993161 w 1953472"/>
                <a:gd name="connsiteY8" fmla="*/ 572683 h 572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3472" h="572682">
                  <a:moveTo>
                    <a:pt x="993161" y="572683"/>
                  </a:moveTo>
                  <a:cubicBezTo>
                    <a:pt x="974969" y="572581"/>
                    <a:pt x="957023" y="568468"/>
                    <a:pt x="940601" y="560638"/>
                  </a:cubicBezTo>
                  <a:lnTo>
                    <a:pt x="0" y="98550"/>
                  </a:lnTo>
                  <a:lnTo>
                    <a:pt x="48180" y="0"/>
                  </a:lnTo>
                  <a:lnTo>
                    <a:pt x="985496" y="462088"/>
                  </a:lnTo>
                  <a:lnTo>
                    <a:pt x="1904198" y="2190"/>
                  </a:lnTo>
                  <a:lnTo>
                    <a:pt x="1953473" y="100740"/>
                  </a:lnTo>
                  <a:lnTo>
                    <a:pt x="1046816" y="559543"/>
                  </a:lnTo>
                  <a:cubicBezTo>
                    <a:pt x="1030234" y="568137"/>
                    <a:pt x="1011838" y="572642"/>
                    <a:pt x="993161" y="572683"/>
                  </a:cubicBezTo>
                  <a:close/>
                </a:path>
              </a:pathLst>
            </a:custGeom>
            <a:grpFill/>
            <a:ln w="196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1" name="任意多边形: 形状 250"/>
            <p:cNvSpPr/>
            <p:nvPr/>
          </p:nvSpPr>
          <p:spPr>
            <a:xfrm>
              <a:off x="9193942" y="5405779"/>
              <a:ext cx="1953472" cy="570492"/>
            </a:xfrm>
            <a:custGeom>
              <a:avLst/>
              <a:gdLst>
                <a:gd name="connsiteX0" fmla="*/ 993161 w 1953472"/>
                <a:gd name="connsiteY0" fmla="*/ 570493 h 570492"/>
                <a:gd name="connsiteX1" fmla="*/ 940601 w 1953472"/>
                <a:gd name="connsiteY1" fmla="*/ 558448 h 570492"/>
                <a:gd name="connsiteX2" fmla="*/ 0 w 1953472"/>
                <a:gd name="connsiteY2" fmla="*/ 98550 h 570492"/>
                <a:gd name="connsiteX3" fmla="*/ 48180 w 1953472"/>
                <a:gd name="connsiteY3" fmla="*/ 0 h 570492"/>
                <a:gd name="connsiteX4" fmla="*/ 985496 w 1953472"/>
                <a:gd name="connsiteY4" fmla="*/ 459898 h 570492"/>
                <a:gd name="connsiteX5" fmla="*/ 1904198 w 1953472"/>
                <a:gd name="connsiteY5" fmla="*/ 0 h 570492"/>
                <a:gd name="connsiteX6" fmla="*/ 1953473 w 1953472"/>
                <a:gd name="connsiteY6" fmla="*/ 98550 h 570492"/>
                <a:gd name="connsiteX7" fmla="*/ 1046816 w 1953472"/>
                <a:gd name="connsiteY7" fmla="*/ 557353 h 570492"/>
                <a:gd name="connsiteX8" fmla="*/ 993161 w 1953472"/>
                <a:gd name="connsiteY8" fmla="*/ 570493 h 570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3472" h="570492">
                  <a:moveTo>
                    <a:pt x="993161" y="570493"/>
                  </a:moveTo>
                  <a:cubicBezTo>
                    <a:pt x="974969" y="570391"/>
                    <a:pt x="957023" y="566278"/>
                    <a:pt x="940601" y="558448"/>
                  </a:cubicBezTo>
                  <a:lnTo>
                    <a:pt x="0" y="98550"/>
                  </a:lnTo>
                  <a:lnTo>
                    <a:pt x="48180" y="0"/>
                  </a:lnTo>
                  <a:lnTo>
                    <a:pt x="985496" y="459898"/>
                  </a:lnTo>
                  <a:lnTo>
                    <a:pt x="1904198" y="0"/>
                  </a:lnTo>
                  <a:lnTo>
                    <a:pt x="1953473" y="98550"/>
                  </a:lnTo>
                  <a:lnTo>
                    <a:pt x="1046816" y="557353"/>
                  </a:lnTo>
                  <a:cubicBezTo>
                    <a:pt x="1030234" y="565947"/>
                    <a:pt x="1011838" y="570452"/>
                    <a:pt x="993161" y="570493"/>
                  </a:cubicBezTo>
                  <a:close/>
                </a:path>
              </a:pathLst>
            </a:custGeom>
            <a:grpFill/>
            <a:ln w="196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671016" y="196403"/>
            <a:ext cx="3590727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市场部数字化转型规划</a:t>
            </a:r>
            <a:endParaRPr lang="en-US" altLang="zh-CN" dirty="0">
              <a:sym typeface="Roboto" panose="02000000000000000000" pitchFamily="2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19009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时间轴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157584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/>
          <p:cNvSpPr/>
          <p:nvPr/>
        </p:nvSpPr>
        <p:spPr>
          <a:xfrm>
            <a:off x="1681163" y="908049"/>
            <a:ext cx="3797387" cy="1045526"/>
          </a:xfrm>
          <a:custGeom>
            <a:avLst/>
            <a:gdLst>
              <a:gd name="connsiteX0" fmla="*/ 0 w 3797387"/>
              <a:gd name="connsiteY0" fmla="*/ 0 h 1045526"/>
              <a:gd name="connsiteX1" fmla="*/ 3797387 w 3797387"/>
              <a:gd name="connsiteY1" fmla="*/ 0 h 1045526"/>
              <a:gd name="connsiteX2" fmla="*/ 3530525 w 3797387"/>
              <a:gd name="connsiteY2" fmla="*/ 1045526 h 1045526"/>
              <a:gd name="connsiteX3" fmla="*/ 0 w 3797387"/>
              <a:gd name="connsiteY3" fmla="*/ 1045526 h 1045526"/>
              <a:gd name="connsiteX4" fmla="*/ 0 w 3797387"/>
              <a:gd name="connsiteY4" fmla="*/ 0 h 104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7387" h="1045526">
                <a:moveTo>
                  <a:pt x="0" y="0"/>
                </a:moveTo>
                <a:lnTo>
                  <a:pt x="3797387" y="0"/>
                </a:lnTo>
                <a:lnTo>
                  <a:pt x="3530525" y="1045526"/>
                </a:lnTo>
                <a:lnTo>
                  <a:pt x="0" y="10455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任意多边形: 形状 27"/>
          <p:cNvSpPr/>
          <p:nvPr/>
        </p:nvSpPr>
        <p:spPr>
          <a:xfrm>
            <a:off x="1681163" y="1999294"/>
            <a:ext cx="3518856" cy="1108814"/>
          </a:xfrm>
          <a:custGeom>
            <a:avLst/>
            <a:gdLst>
              <a:gd name="connsiteX0" fmla="*/ 0 w 3518856"/>
              <a:gd name="connsiteY0" fmla="*/ 0 h 1108814"/>
              <a:gd name="connsiteX1" fmla="*/ 3518856 w 3518856"/>
              <a:gd name="connsiteY1" fmla="*/ 0 h 1108814"/>
              <a:gd name="connsiteX2" fmla="*/ 3235841 w 3518856"/>
              <a:gd name="connsiteY2" fmla="*/ 1108814 h 1108814"/>
              <a:gd name="connsiteX3" fmla="*/ 0 w 3518856"/>
              <a:gd name="connsiteY3" fmla="*/ 1108814 h 1108814"/>
              <a:gd name="connsiteX4" fmla="*/ 0 w 3518856"/>
              <a:gd name="connsiteY4" fmla="*/ 0 h 1108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8856" h="1108814">
                <a:moveTo>
                  <a:pt x="0" y="0"/>
                </a:moveTo>
                <a:lnTo>
                  <a:pt x="3518856" y="0"/>
                </a:lnTo>
                <a:lnTo>
                  <a:pt x="3235841" y="1108814"/>
                </a:lnTo>
                <a:lnTo>
                  <a:pt x="0" y="11088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>
            <a:off x="1681163" y="3153827"/>
            <a:ext cx="3224171" cy="1108814"/>
          </a:xfrm>
          <a:custGeom>
            <a:avLst/>
            <a:gdLst>
              <a:gd name="connsiteX0" fmla="*/ 0 w 3224171"/>
              <a:gd name="connsiteY0" fmla="*/ 0 h 1108814"/>
              <a:gd name="connsiteX1" fmla="*/ 3224171 w 3224171"/>
              <a:gd name="connsiteY1" fmla="*/ 0 h 1108814"/>
              <a:gd name="connsiteX2" fmla="*/ 2941156 w 3224171"/>
              <a:gd name="connsiteY2" fmla="*/ 1108814 h 1108814"/>
              <a:gd name="connsiteX3" fmla="*/ 0 w 3224171"/>
              <a:gd name="connsiteY3" fmla="*/ 1108814 h 1108814"/>
              <a:gd name="connsiteX4" fmla="*/ 0 w 3224171"/>
              <a:gd name="connsiteY4" fmla="*/ 0 h 1108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24171" h="1108814">
                <a:moveTo>
                  <a:pt x="0" y="0"/>
                </a:moveTo>
                <a:lnTo>
                  <a:pt x="3224171" y="0"/>
                </a:lnTo>
                <a:lnTo>
                  <a:pt x="2941156" y="1108814"/>
                </a:lnTo>
                <a:lnTo>
                  <a:pt x="0" y="11088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681163" y="4308361"/>
            <a:ext cx="2929486" cy="1108813"/>
          </a:xfrm>
          <a:custGeom>
            <a:avLst/>
            <a:gdLst>
              <a:gd name="connsiteX0" fmla="*/ 0 w 2929486"/>
              <a:gd name="connsiteY0" fmla="*/ 0 h 1108813"/>
              <a:gd name="connsiteX1" fmla="*/ 2929486 w 2929486"/>
              <a:gd name="connsiteY1" fmla="*/ 0 h 1108813"/>
              <a:gd name="connsiteX2" fmla="*/ 2646471 w 2929486"/>
              <a:gd name="connsiteY2" fmla="*/ 1108813 h 1108813"/>
              <a:gd name="connsiteX3" fmla="*/ 0 w 2929486"/>
              <a:gd name="connsiteY3" fmla="*/ 1108813 h 1108813"/>
              <a:gd name="connsiteX4" fmla="*/ 0 w 2929486"/>
              <a:gd name="connsiteY4" fmla="*/ 0 h 110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9486" h="1108813">
                <a:moveTo>
                  <a:pt x="0" y="0"/>
                </a:moveTo>
                <a:lnTo>
                  <a:pt x="2929486" y="0"/>
                </a:lnTo>
                <a:lnTo>
                  <a:pt x="2646471" y="1108813"/>
                </a:lnTo>
                <a:lnTo>
                  <a:pt x="0" y="11088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1681163" y="5462892"/>
            <a:ext cx="2634802" cy="1026806"/>
          </a:xfrm>
          <a:custGeom>
            <a:avLst/>
            <a:gdLst>
              <a:gd name="connsiteX0" fmla="*/ 0 w 2634802"/>
              <a:gd name="connsiteY0" fmla="*/ 0 h 1026806"/>
              <a:gd name="connsiteX1" fmla="*/ 2634802 w 2634802"/>
              <a:gd name="connsiteY1" fmla="*/ 0 h 1026806"/>
              <a:gd name="connsiteX2" fmla="*/ 2372718 w 2634802"/>
              <a:gd name="connsiteY2" fmla="*/ 1026806 h 1026806"/>
              <a:gd name="connsiteX3" fmla="*/ 0 w 2634802"/>
              <a:gd name="connsiteY3" fmla="*/ 1026806 h 1026806"/>
              <a:gd name="connsiteX4" fmla="*/ 0 w 2634802"/>
              <a:gd name="connsiteY4" fmla="*/ 0 h 102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34802" h="1026806">
                <a:moveTo>
                  <a:pt x="0" y="0"/>
                </a:moveTo>
                <a:lnTo>
                  <a:pt x="2634802" y="0"/>
                </a:lnTo>
                <a:lnTo>
                  <a:pt x="2372718" y="1026806"/>
                </a:lnTo>
                <a:lnTo>
                  <a:pt x="0" y="10268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42913" y="1147382"/>
            <a:ext cx="1238250" cy="56686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206953" y="1215369"/>
            <a:ext cx="80791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3842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15789" y="1292312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线索池</a:t>
            </a:r>
          </a:p>
        </p:txBody>
      </p:sp>
      <p:sp>
        <p:nvSpPr>
          <p:cNvPr id="41" name="矩形 40"/>
          <p:cNvSpPr/>
          <p:nvPr/>
        </p:nvSpPr>
        <p:spPr>
          <a:xfrm>
            <a:off x="442913" y="2270271"/>
            <a:ext cx="1238250" cy="56686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06953" y="2338258"/>
            <a:ext cx="80791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1568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00372" y="2415201"/>
            <a:ext cx="9233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潜在客户</a:t>
            </a:r>
          </a:p>
        </p:txBody>
      </p:sp>
      <p:sp>
        <p:nvSpPr>
          <p:cNvPr id="45" name="矩形 44"/>
          <p:cNvSpPr/>
          <p:nvPr/>
        </p:nvSpPr>
        <p:spPr>
          <a:xfrm>
            <a:off x="442913" y="3424804"/>
            <a:ext cx="1238250" cy="56686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202144" y="3492791"/>
            <a:ext cx="6059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842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00371" y="3569734"/>
            <a:ext cx="9233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意向客户</a:t>
            </a:r>
          </a:p>
        </p:txBody>
      </p:sp>
      <p:sp>
        <p:nvSpPr>
          <p:cNvPr id="49" name="矩形 48"/>
          <p:cNvSpPr/>
          <p:nvPr/>
        </p:nvSpPr>
        <p:spPr>
          <a:xfrm>
            <a:off x="442913" y="4579338"/>
            <a:ext cx="1238250" cy="56686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202144" y="4647325"/>
            <a:ext cx="6059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485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00372" y="4724268"/>
            <a:ext cx="9233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商机客户</a:t>
            </a:r>
          </a:p>
        </p:txBody>
      </p:sp>
      <p:sp>
        <p:nvSpPr>
          <p:cNvPr id="53" name="矩形 52"/>
          <p:cNvSpPr/>
          <p:nvPr/>
        </p:nvSpPr>
        <p:spPr>
          <a:xfrm>
            <a:off x="442913" y="5692865"/>
            <a:ext cx="1238250" cy="56686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202144" y="5760852"/>
            <a:ext cx="6059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278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00372" y="5837795"/>
            <a:ext cx="9233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成交客户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4299943" y="1209080"/>
            <a:ext cx="443466" cy="443462"/>
            <a:chOff x="119057" y="119062"/>
            <a:chExt cx="1666896" cy="1666880"/>
          </a:xfrm>
          <a:solidFill>
            <a:schemeClr val="bg1"/>
          </a:solidFill>
        </p:grpSpPr>
        <p:sp>
          <p:nvSpPr>
            <p:cNvPr id="59" name="任意多边形: 形状 58"/>
            <p:cNvSpPr/>
            <p:nvPr/>
          </p:nvSpPr>
          <p:spPr>
            <a:xfrm>
              <a:off x="341471" y="119062"/>
              <a:ext cx="1444482" cy="1022598"/>
            </a:xfrm>
            <a:custGeom>
              <a:avLst/>
              <a:gdLst>
                <a:gd name="connsiteX0" fmla="*/ 1377375 w 1444482"/>
                <a:gd name="connsiteY0" fmla="*/ 1022598 h 1022598"/>
                <a:gd name="connsiteX1" fmla="*/ 1310237 w 1444482"/>
                <a:gd name="connsiteY1" fmla="*/ 955195 h 1022598"/>
                <a:gd name="connsiteX2" fmla="*/ 1310253 w 1444482"/>
                <a:gd name="connsiteY2" fmla="*/ 953869 h 1022598"/>
                <a:gd name="connsiteX3" fmla="*/ 1310253 w 1444482"/>
                <a:gd name="connsiteY3" fmla="*/ 137458 h 1022598"/>
                <a:gd name="connsiteX4" fmla="*/ 68729 w 1444482"/>
                <a:gd name="connsiteY4" fmla="*/ 137458 h 1022598"/>
                <a:gd name="connsiteX5" fmla="*/ 0 w 1444482"/>
                <a:gd name="connsiteY5" fmla="*/ 68729 h 1022598"/>
                <a:gd name="connsiteX6" fmla="*/ 68729 w 1444482"/>
                <a:gd name="connsiteY6" fmla="*/ 0 h 1022598"/>
                <a:gd name="connsiteX7" fmla="*/ 1377345 w 1444482"/>
                <a:gd name="connsiteY7" fmla="*/ 0 h 1022598"/>
                <a:gd name="connsiteX8" fmla="*/ 1444482 w 1444482"/>
                <a:gd name="connsiteY8" fmla="*/ 67403 h 1022598"/>
                <a:gd name="connsiteX9" fmla="*/ 1444466 w 1444482"/>
                <a:gd name="connsiteY9" fmla="*/ 68729 h 1022598"/>
                <a:gd name="connsiteX10" fmla="*/ 1444466 w 1444482"/>
                <a:gd name="connsiteY10" fmla="*/ 953869 h 1022598"/>
                <a:gd name="connsiteX11" fmla="*/ 1377375 w 1444482"/>
                <a:gd name="connsiteY11" fmla="*/ 1022598 h 102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44482" h="1022598">
                  <a:moveTo>
                    <a:pt x="1377375" y="1022598"/>
                  </a:moveTo>
                  <a:cubicBezTo>
                    <a:pt x="1340222" y="1022525"/>
                    <a:pt x="1310164" y="992347"/>
                    <a:pt x="1310237" y="955195"/>
                  </a:cubicBezTo>
                  <a:cubicBezTo>
                    <a:pt x="1310238" y="954753"/>
                    <a:pt x="1310243" y="954311"/>
                    <a:pt x="1310253" y="953869"/>
                  </a:cubicBezTo>
                  <a:lnTo>
                    <a:pt x="1310253" y="137458"/>
                  </a:lnTo>
                  <a:lnTo>
                    <a:pt x="68729" y="137458"/>
                  </a:lnTo>
                  <a:cubicBezTo>
                    <a:pt x="30771" y="137458"/>
                    <a:pt x="0" y="106687"/>
                    <a:pt x="0" y="68729"/>
                  </a:cubicBezTo>
                  <a:cubicBezTo>
                    <a:pt x="0" y="30771"/>
                    <a:pt x="30771" y="0"/>
                    <a:pt x="68729" y="0"/>
                  </a:cubicBezTo>
                  <a:lnTo>
                    <a:pt x="1377345" y="0"/>
                  </a:lnTo>
                  <a:cubicBezTo>
                    <a:pt x="1414497" y="73"/>
                    <a:pt x="1444555" y="30251"/>
                    <a:pt x="1444482" y="67403"/>
                  </a:cubicBezTo>
                  <a:cubicBezTo>
                    <a:pt x="1444481" y="67845"/>
                    <a:pt x="1444476" y="68287"/>
                    <a:pt x="1444466" y="68729"/>
                  </a:cubicBezTo>
                  <a:lnTo>
                    <a:pt x="1444466" y="953869"/>
                  </a:lnTo>
                  <a:cubicBezTo>
                    <a:pt x="1444798" y="991327"/>
                    <a:pt x="1414829" y="1022027"/>
                    <a:pt x="1377375" y="1022598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119057" y="357389"/>
              <a:ext cx="1411676" cy="1428553"/>
            </a:xfrm>
            <a:custGeom>
              <a:avLst/>
              <a:gdLst>
                <a:gd name="connsiteX0" fmla="*/ 355763 w 1411676"/>
                <a:gd name="connsiteY0" fmla="*/ 1428548 h 1428553"/>
                <a:gd name="connsiteX1" fmla="*/ 307662 w 1411676"/>
                <a:gd name="connsiteY1" fmla="*/ 1407891 h 1428553"/>
                <a:gd name="connsiteX2" fmla="*/ 306635 w 1411676"/>
                <a:gd name="connsiteY2" fmla="*/ 1311078 h 1428553"/>
                <a:gd name="connsiteX3" fmla="*/ 307662 w 1411676"/>
                <a:gd name="connsiteY3" fmla="*/ 1310051 h 1428553"/>
                <a:gd name="connsiteX4" fmla="*/ 716106 w 1411676"/>
                <a:gd name="connsiteY4" fmla="*/ 901190 h 1428553"/>
                <a:gd name="connsiteX5" fmla="*/ 764207 w 1411676"/>
                <a:gd name="connsiteY5" fmla="*/ 880533 h 1428553"/>
                <a:gd name="connsiteX6" fmla="*/ 1272753 w 1411676"/>
                <a:gd name="connsiteY6" fmla="*/ 880533 h 1428553"/>
                <a:gd name="connsiteX7" fmla="*/ 1272753 w 1411676"/>
                <a:gd name="connsiteY7" fmla="*/ 137791 h 1428553"/>
                <a:gd name="connsiteX8" fmla="*/ 137462 w 1411676"/>
                <a:gd name="connsiteY8" fmla="*/ 137791 h 1428553"/>
                <a:gd name="connsiteX9" fmla="*/ 137462 w 1411676"/>
                <a:gd name="connsiteY9" fmla="*/ 880503 h 1428553"/>
                <a:gd name="connsiteX10" fmla="*/ 321652 w 1411676"/>
                <a:gd name="connsiteY10" fmla="*/ 880503 h 1428553"/>
                <a:gd name="connsiteX11" fmla="*/ 389112 w 1411676"/>
                <a:gd name="connsiteY11" fmla="*/ 950828 h 1428553"/>
                <a:gd name="connsiteX12" fmla="*/ 321652 w 1411676"/>
                <a:gd name="connsiteY12" fmla="*/ 1018288 h 1428553"/>
                <a:gd name="connsiteX13" fmla="*/ 68644 w 1411676"/>
                <a:gd name="connsiteY13" fmla="*/ 1018288 h 1428553"/>
                <a:gd name="connsiteX14" fmla="*/ 4 w 1411676"/>
                <a:gd name="connsiteY14" fmla="*/ 950665 h 1428553"/>
                <a:gd name="connsiteX15" fmla="*/ 5 w 1411676"/>
                <a:gd name="connsiteY15" fmla="*/ 949530 h 1428553"/>
                <a:gd name="connsiteX16" fmla="*/ 5 w 1411676"/>
                <a:gd name="connsiteY16" fmla="*/ 68914 h 1428553"/>
                <a:gd name="connsiteX17" fmla="*/ 67357 w 1411676"/>
                <a:gd name="connsiteY17" fmla="*/ 8 h 1428553"/>
                <a:gd name="connsiteX18" fmla="*/ 68733 w 1411676"/>
                <a:gd name="connsiteY18" fmla="*/ 6 h 1428553"/>
                <a:gd name="connsiteX19" fmla="*/ 1342851 w 1411676"/>
                <a:gd name="connsiteY19" fmla="*/ 6 h 1428553"/>
                <a:gd name="connsiteX20" fmla="*/ 1392321 w 1411676"/>
                <a:gd name="connsiteY20" fmla="*/ 20664 h 1428553"/>
                <a:gd name="connsiteX21" fmla="*/ 1411550 w 1411676"/>
                <a:gd name="connsiteY21" fmla="*/ 70283 h 1428553"/>
                <a:gd name="connsiteX22" fmla="*/ 1408812 w 1411676"/>
                <a:gd name="connsiteY22" fmla="*/ 950780 h 1428553"/>
                <a:gd name="connsiteX23" fmla="*/ 1340083 w 1411676"/>
                <a:gd name="connsiteY23" fmla="*/ 1018288 h 1428553"/>
                <a:gd name="connsiteX24" fmla="*/ 793080 w 1411676"/>
                <a:gd name="connsiteY24" fmla="*/ 1018288 h 1428553"/>
                <a:gd name="connsiteX25" fmla="*/ 405264 w 1411676"/>
                <a:gd name="connsiteY25" fmla="*/ 1406492 h 1428553"/>
                <a:gd name="connsiteX26" fmla="*/ 355763 w 1411676"/>
                <a:gd name="connsiteY26" fmla="*/ 1428548 h 142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1676" h="1428553">
                  <a:moveTo>
                    <a:pt x="355763" y="1428548"/>
                  </a:moveTo>
                  <a:cubicBezTo>
                    <a:pt x="337527" y="1428786"/>
                    <a:pt x="320046" y="1421278"/>
                    <a:pt x="307662" y="1407891"/>
                  </a:cubicBezTo>
                  <a:cubicBezTo>
                    <a:pt x="280644" y="1381440"/>
                    <a:pt x="280185" y="1338095"/>
                    <a:pt x="306635" y="1311078"/>
                  </a:cubicBezTo>
                  <a:cubicBezTo>
                    <a:pt x="306974" y="1310732"/>
                    <a:pt x="307316" y="1310389"/>
                    <a:pt x="307662" y="1310051"/>
                  </a:cubicBezTo>
                  <a:lnTo>
                    <a:pt x="716106" y="901190"/>
                  </a:lnTo>
                  <a:cubicBezTo>
                    <a:pt x="728858" y="888333"/>
                    <a:pt x="746103" y="880927"/>
                    <a:pt x="764207" y="880533"/>
                  </a:cubicBezTo>
                  <a:lnTo>
                    <a:pt x="1272753" y="880533"/>
                  </a:lnTo>
                  <a:lnTo>
                    <a:pt x="1272753" y="137791"/>
                  </a:lnTo>
                  <a:lnTo>
                    <a:pt x="137462" y="137791"/>
                  </a:lnTo>
                  <a:lnTo>
                    <a:pt x="137462" y="880503"/>
                  </a:lnTo>
                  <a:lnTo>
                    <a:pt x="321652" y="880503"/>
                  </a:lnTo>
                  <a:cubicBezTo>
                    <a:pt x="359700" y="881294"/>
                    <a:pt x="389903" y="912780"/>
                    <a:pt x="389112" y="950828"/>
                  </a:cubicBezTo>
                  <a:cubicBezTo>
                    <a:pt x="388345" y="987763"/>
                    <a:pt x="358587" y="1017521"/>
                    <a:pt x="321652" y="1018288"/>
                  </a:cubicBezTo>
                  <a:lnTo>
                    <a:pt x="68644" y="1018288"/>
                  </a:lnTo>
                  <a:cubicBezTo>
                    <a:pt x="31016" y="1018569"/>
                    <a:pt x="285" y="988294"/>
                    <a:pt x="4" y="950665"/>
                  </a:cubicBezTo>
                  <a:cubicBezTo>
                    <a:pt x="1" y="950287"/>
                    <a:pt x="1" y="949908"/>
                    <a:pt x="5" y="949530"/>
                  </a:cubicBezTo>
                  <a:lnTo>
                    <a:pt x="5" y="68914"/>
                  </a:lnTo>
                  <a:cubicBezTo>
                    <a:pt x="-424" y="31287"/>
                    <a:pt x="29730" y="437"/>
                    <a:pt x="67357" y="8"/>
                  </a:cubicBezTo>
                  <a:cubicBezTo>
                    <a:pt x="67816" y="3"/>
                    <a:pt x="68275" y="2"/>
                    <a:pt x="68733" y="6"/>
                  </a:cubicBezTo>
                  <a:lnTo>
                    <a:pt x="1342851" y="6"/>
                  </a:lnTo>
                  <a:cubicBezTo>
                    <a:pt x="1361488" y="-246"/>
                    <a:pt x="1379398" y="7233"/>
                    <a:pt x="1392321" y="20664"/>
                  </a:cubicBezTo>
                  <a:cubicBezTo>
                    <a:pt x="1405694" y="33585"/>
                    <a:pt x="1412724" y="51724"/>
                    <a:pt x="1411550" y="70283"/>
                  </a:cubicBezTo>
                  <a:lnTo>
                    <a:pt x="1408812" y="950780"/>
                  </a:lnTo>
                  <a:cubicBezTo>
                    <a:pt x="1407667" y="988053"/>
                    <a:pt x="1377370" y="1017812"/>
                    <a:pt x="1340083" y="1018288"/>
                  </a:cubicBezTo>
                  <a:lnTo>
                    <a:pt x="793080" y="1018288"/>
                  </a:lnTo>
                  <a:lnTo>
                    <a:pt x="405264" y="1406492"/>
                  </a:lnTo>
                  <a:cubicBezTo>
                    <a:pt x="392531" y="1420383"/>
                    <a:pt x="374606" y="1428370"/>
                    <a:pt x="355763" y="1428548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64" name="图形 62"/>
          <p:cNvSpPr/>
          <p:nvPr/>
        </p:nvSpPr>
        <p:spPr>
          <a:xfrm>
            <a:off x="3986895" y="2338258"/>
            <a:ext cx="498873" cy="498873"/>
          </a:xfrm>
          <a:custGeom>
            <a:avLst/>
            <a:gdLst>
              <a:gd name="connsiteX0" fmla="*/ 873096 w 1870969"/>
              <a:gd name="connsiteY0" fmla="*/ 0 h 1870969"/>
              <a:gd name="connsiteX1" fmla="*/ 400310 w 1870969"/>
              <a:gd name="connsiteY1" fmla="*/ 472786 h 1870969"/>
              <a:gd name="connsiteX2" fmla="*/ 400310 w 1870969"/>
              <a:gd name="connsiteY2" fmla="*/ 609600 h 1870969"/>
              <a:gd name="connsiteX3" fmla="*/ 440921 w 1870969"/>
              <a:gd name="connsiteY3" fmla="*/ 815860 h 1870969"/>
              <a:gd name="connsiteX4" fmla="*/ 532967 w 1870969"/>
              <a:gd name="connsiteY4" fmla="*/ 987136 h 1870969"/>
              <a:gd name="connsiteX5" fmla="*/ 171363 w 1870969"/>
              <a:gd name="connsiteY5" fmla="*/ 1180494 h 1870969"/>
              <a:gd name="connsiteX6" fmla="*/ 48924 w 1870969"/>
              <a:gd name="connsiteY6" fmla="*/ 1295487 h 1870969"/>
              <a:gd name="connsiteX7" fmla="*/ 0 w 1870969"/>
              <a:gd name="connsiteY7" fmla="*/ 1458884 h 1870969"/>
              <a:gd name="connsiteX8" fmla="*/ 0 w 1870969"/>
              <a:gd name="connsiteY8" fmla="*/ 1503738 h 1870969"/>
              <a:gd name="connsiteX9" fmla="*/ 242455 w 1870969"/>
              <a:gd name="connsiteY9" fmla="*/ 1746192 h 1870969"/>
              <a:gd name="connsiteX10" fmla="*/ 748405 w 1870969"/>
              <a:gd name="connsiteY10" fmla="*/ 1746192 h 1870969"/>
              <a:gd name="connsiteX11" fmla="*/ 686060 w 1870969"/>
              <a:gd name="connsiteY11" fmla="*/ 1621501 h 1870969"/>
              <a:gd name="connsiteX12" fmla="*/ 242368 w 1870969"/>
              <a:gd name="connsiteY12" fmla="*/ 1621501 h 1870969"/>
              <a:gd name="connsiteX13" fmla="*/ 124604 w 1870969"/>
              <a:gd name="connsiteY13" fmla="*/ 1503738 h 1870969"/>
              <a:gd name="connsiteX14" fmla="*/ 124604 w 1870969"/>
              <a:gd name="connsiteY14" fmla="*/ 1458884 h 1870969"/>
              <a:gd name="connsiteX15" fmla="*/ 154651 w 1870969"/>
              <a:gd name="connsiteY15" fmla="*/ 1361296 h 1870969"/>
              <a:gd name="connsiteX16" fmla="*/ 227907 w 1870969"/>
              <a:gd name="connsiteY16" fmla="*/ 1291677 h 1870969"/>
              <a:gd name="connsiteX17" fmla="*/ 642158 w 1870969"/>
              <a:gd name="connsiteY17" fmla="*/ 1070177 h 1870969"/>
              <a:gd name="connsiteX18" fmla="*/ 642678 w 1870969"/>
              <a:gd name="connsiteY18" fmla="*/ 1069917 h 1870969"/>
              <a:gd name="connsiteX19" fmla="*/ 673071 w 1870969"/>
              <a:gd name="connsiteY19" fmla="*/ 1046711 h 1870969"/>
              <a:gd name="connsiteX20" fmla="*/ 681557 w 1870969"/>
              <a:gd name="connsiteY20" fmla="*/ 1033722 h 1870969"/>
              <a:gd name="connsiteX21" fmla="*/ 685713 w 1870969"/>
              <a:gd name="connsiteY21" fmla="*/ 987136 h 1870969"/>
              <a:gd name="connsiteX22" fmla="*/ 667096 w 1870969"/>
              <a:gd name="connsiteY22" fmla="*/ 953366 h 1870969"/>
              <a:gd name="connsiteX23" fmla="*/ 638175 w 1870969"/>
              <a:gd name="connsiteY23" fmla="*/ 918989 h 1870969"/>
              <a:gd name="connsiteX24" fmla="*/ 557992 w 1870969"/>
              <a:gd name="connsiteY24" fmla="*/ 773084 h 1870969"/>
              <a:gd name="connsiteX25" fmla="*/ 525087 w 1870969"/>
              <a:gd name="connsiteY25" fmla="*/ 609687 h 1870969"/>
              <a:gd name="connsiteX26" fmla="*/ 525087 w 1870969"/>
              <a:gd name="connsiteY26" fmla="*/ 472700 h 1870969"/>
              <a:gd name="connsiteX27" fmla="*/ 882561 w 1870969"/>
              <a:gd name="connsiteY27" fmla="*/ 134243 h 1870969"/>
              <a:gd name="connsiteX28" fmla="*/ 1221018 w 1870969"/>
              <a:gd name="connsiteY28" fmla="*/ 472700 h 1870969"/>
              <a:gd name="connsiteX29" fmla="*/ 1221018 w 1870969"/>
              <a:gd name="connsiteY29" fmla="*/ 609687 h 1870969"/>
              <a:gd name="connsiteX30" fmla="*/ 1345709 w 1870969"/>
              <a:gd name="connsiteY30" fmla="*/ 609687 h 1870969"/>
              <a:gd name="connsiteX31" fmla="*/ 1345709 w 1870969"/>
              <a:gd name="connsiteY31" fmla="*/ 472700 h 1870969"/>
              <a:gd name="connsiteX32" fmla="*/ 1345709 w 1870969"/>
              <a:gd name="connsiteY32" fmla="*/ 472873 h 1870969"/>
              <a:gd name="connsiteX33" fmla="*/ 873356 w 1870969"/>
              <a:gd name="connsiteY33" fmla="*/ 0 h 1870969"/>
              <a:gd name="connsiteX34" fmla="*/ 873183 w 1870969"/>
              <a:gd name="connsiteY34" fmla="*/ 0 h 1870969"/>
              <a:gd name="connsiteX35" fmla="*/ 1746279 w 1870969"/>
              <a:gd name="connsiteY35" fmla="*/ 1309688 h 1870969"/>
              <a:gd name="connsiteX36" fmla="*/ 1309716 w 1870969"/>
              <a:gd name="connsiteY36" fmla="*/ 873068 h 1870969"/>
              <a:gd name="connsiteX37" fmla="*/ 873096 w 1870969"/>
              <a:gd name="connsiteY37" fmla="*/ 1309631 h 1870969"/>
              <a:gd name="connsiteX38" fmla="*/ 873096 w 1870969"/>
              <a:gd name="connsiteY38" fmla="*/ 1309688 h 1870969"/>
              <a:gd name="connsiteX39" fmla="*/ 1309659 w 1870969"/>
              <a:gd name="connsiteY39" fmla="*/ 1746307 h 1870969"/>
              <a:gd name="connsiteX40" fmla="*/ 1746279 w 1870969"/>
              <a:gd name="connsiteY40" fmla="*/ 1309745 h 1870969"/>
              <a:gd name="connsiteX41" fmla="*/ 1746279 w 1870969"/>
              <a:gd name="connsiteY41" fmla="*/ 1309688 h 1870969"/>
              <a:gd name="connsiteX42" fmla="*/ 1870970 w 1870969"/>
              <a:gd name="connsiteY42" fmla="*/ 1309688 h 1870969"/>
              <a:gd name="connsiteX43" fmla="*/ 1309688 w 1870969"/>
              <a:gd name="connsiteY43" fmla="*/ 1870970 h 1870969"/>
              <a:gd name="connsiteX44" fmla="*/ 748405 w 1870969"/>
              <a:gd name="connsiteY44" fmla="*/ 1309688 h 1870969"/>
              <a:gd name="connsiteX45" fmla="*/ 1309688 w 1870969"/>
              <a:gd name="connsiteY45" fmla="*/ 748405 h 1870969"/>
              <a:gd name="connsiteX46" fmla="*/ 1870970 w 1870969"/>
              <a:gd name="connsiteY46" fmla="*/ 1309688 h 1870969"/>
              <a:gd name="connsiteX47" fmla="*/ 1309688 w 1870969"/>
              <a:gd name="connsiteY47" fmla="*/ 1621501 h 1870969"/>
              <a:gd name="connsiteX48" fmla="*/ 1372033 w 1870969"/>
              <a:gd name="connsiteY48" fmla="*/ 1559156 h 1870969"/>
              <a:gd name="connsiteX49" fmla="*/ 1309688 w 1870969"/>
              <a:gd name="connsiteY49" fmla="*/ 1496810 h 1870969"/>
              <a:gd name="connsiteX50" fmla="*/ 1247342 w 1870969"/>
              <a:gd name="connsiteY50" fmla="*/ 1559156 h 1870969"/>
              <a:gd name="connsiteX51" fmla="*/ 1309688 w 1870969"/>
              <a:gd name="connsiteY51" fmla="*/ 1621501 h 1870969"/>
              <a:gd name="connsiteX52" fmla="*/ 1309688 w 1870969"/>
              <a:gd name="connsiteY52" fmla="*/ 1060219 h 1870969"/>
              <a:gd name="connsiteX53" fmla="*/ 1372033 w 1870969"/>
              <a:gd name="connsiteY53" fmla="*/ 1122565 h 1870969"/>
              <a:gd name="connsiteX54" fmla="*/ 1372033 w 1870969"/>
              <a:gd name="connsiteY54" fmla="*/ 1372033 h 1870969"/>
              <a:gd name="connsiteX55" fmla="*/ 1309688 w 1870969"/>
              <a:gd name="connsiteY55" fmla="*/ 1434379 h 1870969"/>
              <a:gd name="connsiteX56" fmla="*/ 1247342 w 1870969"/>
              <a:gd name="connsiteY56" fmla="*/ 1372033 h 1870969"/>
              <a:gd name="connsiteX57" fmla="*/ 1247342 w 1870969"/>
              <a:gd name="connsiteY57" fmla="*/ 1122651 h 1870969"/>
              <a:gd name="connsiteX58" fmla="*/ 1309601 w 1870969"/>
              <a:gd name="connsiteY58" fmla="*/ 1060219 h 1870969"/>
              <a:gd name="connsiteX59" fmla="*/ 1309688 w 1870969"/>
              <a:gd name="connsiteY59" fmla="*/ 1060219 h 1870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870969" h="1870969">
                <a:moveTo>
                  <a:pt x="873096" y="0"/>
                </a:moveTo>
                <a:cubicBezTo>
                  <a:pt x="612023" y="96"/>
                  <a:pt x="400405" y="211713"/>
                  <a:pt x="400310" y="472786"/>
                </a:cubicBezTo>
                <a:lnTo>
                  <a:pt x="400310" y="609600"/>
                </a:lnTo>
                <a:cubicBezTo>
                  <a:pt x="400310" y="678526"/>
                  <a:pt x="417628" y="752129"/>
                  <a:pt x="440921" y="815860"/>
                </a:cubicBezTo>
                <a:cubicBezTo>
                  <a:pt x="462395" y="874568"/>
                  <a:pt x="493308" y="936567"/>
                  <a:pt x="532967" y="987136"/>
                </a:cubicBezTo>
                <a:lnTo>
                  <a:pt x="171363" y="1180494"/>
                </a:lnTo>
                <a:cubicBezTo>
                  <a:pt x="116811" y="1208030"/>
                  <a:pt x="75854" y="1252018"/>
                  <a:pt x="48924" y="1295487"/>
                </a:cubicBezTo>
                <a:cubicBezTo>
                  <a:pt x="17868" y="1344402"/>
                  <a:pt x="936" y="1400950"/>
                  <a:pt x="0" y="1458884"/>
                </a:cubicBezTo>
                <a:lnTo>
                  <a:pt x="0" y="1503738"/>
                </a:lnTo>
                <a:cubicBezTo>
                  <a:pt x="0" y="1637642"/>
                  <a:pt x="108551" y="1746192"/>
                  <a:pt x="242455" y="1746192"/>
                </a:cubicBezTo>
                <a:lnTo>
                  <a:pt x="748405" y="1746192"/>
                </a:lnTo>
                <a:lnTo>
                  <a:pt x="686060" y="1621501"/>
                </a:lnTo>
                <a:lnTo>
                  <a:pt x="242368" y="1621501"/>
                </a:lnTo>
                <a:cubicBezTo>
                  <a:pt x="177329" y="1621501"/>
                  <a:pt x="124604" y="1568777"/>
                  <a:pt x="124604" y="1503738"/>
                </a:cubicBezTo>
                <a:lnTo>
                  <a:pt x="124604" y="1458884"/>
                </a:lnTo>
                <a:cubicBezTo>
                  <a:pt x="124604" y="1425113"/>
                  <a:pt x="136640" y="1390477"/>
                  <a:pt x="154651" y="1361296"/>
                </a:cubicBezTo>
                <a:cubicBezTo>
                  <a:pt x="172662" y="1332461"/>
                  <a:pt x="197947" y="1306744"/>
                  <a:pt x="227907" y="1291677"/>
                </a:cubicBezTo>
                <a:lnTo>
                  <a:pt x="642158" y="1070177"/>
                </a:lnTo>
                <a:lnTo>
                  <a:pt x="642678" y="1069917"/>
                </a:lnTo>
                <a:cubicBezTo>
                  <a:pt x="654368" y="1064462"/>
                  <a:pt x="664672" y="1056582"/>
                  <a:pt x="673071" y="1046711"/>
                </a:cubicBezTo>
                <a:cubicBezTo>
                  <a:pt x="676370" y="1042708"/>
                  <a:pt x="679216" y="1038352"/>
                  <a:pt x="681557" y="1033722"/>
                </a:cubicBezTo>
                <a:cubicBezTo>
                  <a:pt x="688935" y="1019321"/>
                  <a:pt x="690426" y="1002616"/>
                  <a:pt x="685713" y="987136"/>
                </a:cubicBezTo>
                <a:cubicBezTo>
                  <a:pt x="682011" y="974671"/>
                  <a:pt x="675661" y="963151"/>
                  <a:pt x="667096" y="953366"/>
                </a:cubicBezTo>
                <a:lnTo>
                  <a:pt x="638175" y="918989"/>
                </a:lnTo>
                <a:cubicBezTo>
                  <a:pt x="605963" y="880889"/>
                  <a:pt x="577908" y="827723"/>
                  <a:pt x="557992" y="773084"/>
                </a:cubicBezTo>
                <a:cubicBezTo>
                  <a:pt x="538076" y="718185"/>
                  <a:pt x="525087" y="659650"/>
                  <a:pt x="525087" y="609687"/>
                </a:cubicBezTo>
                <a:lnTo>
                  <a:pt x="525087" y="472700"/>
                </a:lnTo>
                <a:cubicBezTo>
                  <a:pt x="530339" y="280524"/>
                  <a:pt x="690385" y="128991"/>
                  <a:pt x="882561" y="134243"/>
                </a:cubicBezTo>
                <a:cubicBezTo>
                  <a:pt x="1067354" y="139292"/>
                  <a:pt x="1215969" y="287907"/>
                  <a:pt x="1221018" y="472700"/>
                </a:cubicBezTo>
                <a:lnTo>
                  <a:pt x="1221018" y="609687"/>
                </a:lnTo>
                <a:lnTo>
                  <a:pt x="1345709" y="609687"/>
                </a:lnTo>
                <a:lnTo>
                  <a:pt x="1345709" y="472700"/>
                </a:lnTo>
                <a:lnTo>
                  <a:pt x="1345709" y="472873"/>
                </a:lnTo>
                <a:cubicBezTo>
                  <a:pt x="1345757" y="211895"/>
                  <a:pt x="1134333" y="239"/>
                  <a:pt x="873356" y="0"/>
                </a:cubicBezTo>
                <a:lnTo>
                  <a:pt x="873183" y="0"/>
                </a:lnTo>
                <a:close/>
                <a:moveTo>
                  <a:pt x="1746279" y="1309688"/>
                </a:moveTo>
                <a:cubicBezTo>
                  <a:pt x="1746295" y="1068565"/>
                  <a:pt x="1550839" y="873083"/>
                  <a:pt x="1309716" y="873068"/>
                </a:cubicBezTo>
                <a:cubicBezTo>
                  <a:pt x="1068593" y="873052"/>
                  <a:pt x="873112" y="1068508"/>
                  <a:pt x="873096" y="1309631"/>
                </a:cubicBezTo>
                <a:cubicBezTo>
                  <a:pt x="873096" y="1309650"/>
                  <a:pt x="873096" y="1309669"/>
                  <a:pt x="873096" y="1309688"/>
                </a:cubicBezTo>
                <a:cubicBezTo>
                  <a:pt x="873080" y="1550810"/>
                  <a:pt x="1068536" y="1746292"/>
                  <a:pt x="1309659" y="1746307"/>
                </a:cubicBezTo>
                <a:cubicBezTo>
                  <a:pt x="1550782" y="1746323"/>
                  <a:pt x="1746263" y="1550867"/>
                  <a:pt x="1746279" y="1309745"/>
                </a:cubicBezTo>
                <a:cubicBezTo>
                  <a:pt x="1746279" y="1309726"/>
                  <a:pt x="1746279" y="1309707"/>
                  <a:pt x="1746279" y="1309688"/>
                </a:cubicBezTo>
                <a:close/>
                <a:moveTo>
                  <a:pt x="1870970" y="1309688"/>
                </a:moveTo>
                <a:cubicBezTo>
                  <a:pt x="1870970" y="1619675"/>
                  <a:pt x="1619675" y="1870970"/>
                  <a:pt x="1309688" y="1870970"/>
                </a:cubicBezTo>
                <a:cubicBezTo>
                  <a:pt x="999700" y="1870970"/>
                  <a:pt x="748405" y="1619675"/>
                  <a:pt x="748405" y="1309688"/>
                </a:cubicBezTo>
                <a:cubicBezTo>
                  <a:pt x="748405" y="999700"/>
                  <a:pt x="999700" y="748405"/>
                  <a:pt x="1309688" y="748405"/>
                </a:cubicBezTo>
                <a:cubicBezTo>
                  <a:pt x="1619675" y="748405"/>
                  <a:pt x="1870970" y="999700"/>
                  <a:pt x="1870970" y="1309688"/>
                </a:cubicBezTo>
                <a:close/>
                <a:moveTo>
                  <a:pt x="1309688" y="1621501"/>
                </a:moveTo>
                <a:cubicBezTo>
                  <a:pt x="1344120" y="1621501"/>
                  <a:pt x="1372033" y="1593588"/>
                  <a:pt x="1372033" y="1559156"/>
                </a:cubicBezTo>
                <a:cubicBezTo>
                  <a:pt x="1372033" y="1524723"/>
                  <a:pt x="1344120" y="1496811"/>
                  <a:pt x="1309688" y="1496810"/>
                </a:cubicBezTo>
                <a:cubicBezTo>
                  <a:pt x="1275255" y="1496810"/>
                  <a:pt x="1247342" y="1524723"/>
                  <a:pt x="1247342" y="1559156"/>
                </a:cubicBezTo>
                <a:cubicBezTo>
                  <a:pt x="1247342" y="1593588"/>
                  <a:pt x="1275255" y="1621501"/>
                  <a:pt x="1309688" y="1621501"/>
                </a:cubicBezTo>
                <a:close/>
                <a:moveTo>
                  <a:pt x="1309688" y="1060219"/>
                </a:moveTo>
                <a:cubicBezTo>
                  <a:pt x="1344120" y="1060219"/>
                  <a:pt x="1372033" y="1088132"/>
                  <a:pt x="1372033" y="1122565"/>
                </a:cubicBezTo>
                <a:lnTo>
                  <a:pt x="1372033" y="1372033"/>
                </a:lnTo>
                <a:cubicBezTo>
                  <a:pt x="1372033" y="1406465"/>
                  <a:pt x="1344120" y="1434379"/>
                  <a:pt x="1309688" y="1434379"/>
                </a:cubicBezTo>
                <a:cubicBezTo>
                  <a:pt x="1275255" y="1434379"/>
                  <a:pt x="1247342" y="1406466"/>
                  <a:pt x="1247342" y="1372033"/>
                </a:cubicBezTo>
                <a:lnTo>
                  <a:pt x="1247342" y="1122651"/>
                </a:lnTo>
                <a:cubicBezTo>
                  <a:pt x="1247294" y="1088219"/>
                  <a:pt x="1275169" y="1060267"/>
                  <a:pt x="1309601" y="1060219"/>
                </a:cubicBezTo>
                <a:cubicBezTo>
                  <a:pt x="1309630" y="1060219"/>
                  <a:pt x="1309659" y="1060219"/>
                  <a:pt x="1309688" y="106021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图形 65"/>
          <p:cNvSpPr/>
          <p:nvPr/>
        </p:nvSpPr>
        <p:spPr>
          <a:xfrm>
            <a:off x="3653312" y="3424804"/>
            <a:ext cx="519409" cy="525988"/>
          </a:xfrm>
          <a:custGeom>
            <a:avLst/>
            <a:gdLst>
              <a:gd name="connsiteX0" fmla="*/ 1136749 w 1761232"/>
              <a:gd name="connsiteY0" fmla="*/ 965282 h 1783539"/>
              <a:gd name="connsiteX1" fmla="*/ 1306473 w 1761232"/>
              <a:gd name="connsiteY1" fmla="*/ 247574 h 1783539"/>
              <a:gd name="connsiteX2" fmla="*/ 588764 w 1761232"/>
              <a:gd name="connsiteY2" fmla="*/ 77850 h 1783539"/>
              <a:gd name="connsiteX3" fmla="*/ 419041 w 1761232"/>
              <a:gd name="connsiteY3" fmla="*/ 795559 h 1783539"/>
              <a:gd name="connsiteX4" fmla="*/ 588764 w 1761232"/>
              <a:gd name="connsiteY4" fmla="*/ 965282 h 1783539"/>
              <a:gd name="connsiteX5" fmla="*/ 526852 w 1761232"/>
              <a:gd name="connsiteY5" fmla="*/ 988797 h 1783539"/>
              <a:gd name="connsiteX6" fmla="*/ 0 w 1761232"/>
              <a:gd name="connsiteY6" fmla="*/ 1783539 h 1783539"/>
              <a:gd name="connsiteX7" fmla="*/ 125611 w 1761232"/>
              <a:gd name="connsiteY7" fmla="*/ 1783539 h 1783539"/>
              <a:gd name="connsiteX8" fmla="*/ 862608 w 1761232"/>
              <a:gd name="connsiteY8" fmla="*/ 1046542 h 1783539"/>
              <a:gd name="connsiteX9" fmla="*/ 1136749 w 1761232"/>
              <a:gd name="connsiteY9" fmla="*/ 965282 h 1783539"/>
              <a:gd name="connsiteX10" fmla="*/ 460772 w 1761232"/>
              <a:gd name="connsiteY10" fmla="*/ 522072 h 1783539"/>
              <a:gd name="connsiteX11" fmla="*/ 862608 w 1761232"/>
              <a:gd name="connsiteY11" fmla="*/ 120236 h 1783539"/>
              <a:gd name="connsiteX12" fmla="*/ 1264444 w 1761232"/>
              <a:gd name="connsiteY12" fmla="*/ 522072 h 1783539"/>
              <a:gd name="connsiteX13" fmla="*/ 862608 w 1761232"/>
              <a:gd name="connsiteY13" fmla="*/ 923908 h 1783539"/>
              <a:gd name="connsiteX14" fmla="*/ 460772 w 1761232"/>
              <a:gd name="connsiteY14" fmla="*/ 522072 h 1783539"/>
              <a:gd name="connsiteX15" fmla="*/ 1329928 w 1761232"/>
              <a:gd name="connsiteY15" fmla="*/ 957841 h 1783539"/>
              <a:gd name="connsiteX16" fmla="*/ 1463576 w 1761232"/>
              <a:gd name="connsiteY16" fmla="*/ 1228410 h 1783539"/>
              <a:gd name="connsiteX17" fmla="*/ 1761232 w 1761232"/>
              <a:gd name="connsiteY17" fmla="*/ 1271868 h 1783539"/>
              <a:gd name="connsiteX18" fmla="*/ 1545134 w 1761232"/>
              <a:gd name="connsiteY18" fmla="*/ 1482609 h 1783539"/>
              <a:gd name="connsiteX19" fmla="*/ 1596330 w 1761232"/>
              <a:gd name="connsiteY19" fmla="*/ 1780265 h 1783539"/>
              <a:gd name="connsiteX20" fmla="*/ 1328440 w 1761232"/>
              <a:gd name="connsiteY20" fmla="*/ 1639771 h 1783539"/>
              <a:gd name="connsiteX21" fmla="*/ 1060549 w 1761232"/>
              <a:gd name="connsiteY21" fmla="*/ 1780265 h 1783539"/>
              <a:gd name="connsiteX22" fmla="*/ 1111746 w 1761232"/>
              <a:gd name="connsiteY22" fmla="*/ 1482609 h 1783539"/>
              <a:gd name="connsiteX23" fmla="*/ 895648 w 1761232"/>
              <a:gd name="connsiteY23" fmla="*/ 1271868 h 1783539"/>
              <a:gd name="connsiteX24" fmla="*/ 1193304 w 1761232"/>
              <a:gd name="connsiteY24" fmla="*/ 1228410 h 1783539"/>
              <a:gd name="connsiteX25" fmla="*/ 1263253 w 1761232"/>
              <a:gd name="connsiteY25" fmla="*/ 1329018 h 1783539"/>
              <a:gd name="connsiteX26" fmla="*/ 1114425 w 1761232"/>
              <a:gd name="connsiteY26" fmla="*/ 1350747 h 1783539"/>
              <a:gd name="connsiteX27" fmla="*/ 1222474 w 1761232"/>
              <a:gd name="connsiteY27" fmla="*/ 1456117 h 1783539"/>
              <a:gd name="connsiteX28" fmla="*/ 1196876 w 1761232"/>
              <a:gd name="connsiteY28" fmla="*/ 1604946 h 1783539"/>
              <a:gd name="connsiteX29" fmla="*/ 1330523 w 1761232"/>
              <a:gd name="connsiteY29" fmla="*/ 1534699 h 1783539"/>
              <a:gd name="connsiteX30" fmla="*/ 1464171 w 1761232"/>
              <a:gd name="connsiteY30" fmla="*/ 1604946 h 1783539"/>
              <a:gd name="connsiteX31" fmla="*/ 1438573 w 1761232"/>
              <a:gd name="connsiteY31" fmla="*/ 1456117 h 1783539"/>
              <a:gd name="connsiteX32" fmla="*/ 1546622 w 1761232"/>
              <a:gd name="connsiteY32" fmla="*/ 1350747 h 1783539"/>
              <a:gd name="connsiteX33" fmla="*/ 1397794 w 1761232"/>
              <a:gd name="connsiteY33" fmla="*/ 1329018 h 1783539"/>
              <a:gd name="connsiteX34" fmla="*/ 1329928 w 1761232"/>
              <a:gd name="connsiteY34" fmla="*/ 1193882 h 1783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761232" h="1783539">
                <a:moveTo>
                  <a:pt x="1136749" y="965282"/>
                </a:moveTo>
                <a:cubicBezTo>
                  <a:pt x="1381807" y="813960"/>
                  <a:pt x="1457794" y="492631"/>
                  <a:pt x="1306473" y="247574"/>
                </a:cubicBezTo>
                <a:cubicBezTo>
                  <a:pt x="1155151" y="2516"/>
                  <a:pt x="833822" y="-73472"/>
                  <a:pt x="588764" y="77850"/>
                </a:cubicBezTo>
                <a:cubicBezTo>
                  <a:pt x="343707" y="229172"/>
                  <a:pt x="267719" y="550501"/>
                  <a:pt x="419041" y="795559"/>
                </a:cubicBezTo>
                <a:cubicBezTo>
                  <a:pt x="461649" y="864560"/>
                  <a:pt x="519763" y="922674"/>
                  <a:pt x="588764" y="965282"/>
                </a:cubicBezTo>
                <a:cubicBezTo>
                  <a:pt x="567928" y="972426"/>
                  <a:pt x="547390" y="980165"/>
                  <a:pt x="526852" y="988797"/>
                </a:cubicBezTo>
                <a:cubicBezTo>
                  <a:pt x="207578" y="1123881"/>
                  <a:pt x="94" y="1436865"/>
                  <a:pt x="0" y="1783539"/>
                </a:cubicBezTo>
                <a:lnTo>
                  <a:pt x="125611" y="1783539"/>
                </a:lnTo>
                <a:cubicBezTo>
                  <a:pt x="126103" y="1376711"/>
                  <a:pt x="455780" y="1047034"/>
                  <a:pt x="862608" y="1046542"/>
                </a:cubicBezTo>
                <a:cubicBezTo>
                  <a:pt x="958876" y="1040078"/>
                  <a:pt x="1052509" y="1012323"/>
                  <a:pt x="1136749" y="965282"/>
                </a:cubicBezTo>
                <a:close/>
                <a:moveTo>
                  <a:pt x="460772" y="522072"/>
                </a:moveTo>
                <a:cubicBezTo>
                  <a:pt x="460772" y="300144"/>
                  <a:pt x="640680" y="120236"/>
                  <a:pt x="862608" y="120236"/>
                </a:cubicBezTo>
                <a:cubicBezTo>
                  <a:pt x="1084536" y="120236"/>
                  <a:pt x="1264444" y="300144"/>
                  <a:pt x="1264444" y="522072"/>
                </a:cubicBezTo>
                <a:cubicBezTo>
                  <a:pt x="1264444" y="744000"/>
                  <a:pt x="1084536" y="923908"/>
                  <a:pt x="862608" y="923908"/>
                </a:cubicBezTo>
                <a:cubicBezTo>
                  <a:pt x="640816" y="923580"/>
                  <a:pt x="461100" y="743864"/>
                  <a:pt x="460772" y="522072"/>
                </a:cubicBezTo>
                <a:close/>
                <a:moveTo>
                  <a:pt x="1329928" y="957841"/>
                </a:moveTo>
                <a:lnTo>
                  <a:pt x="1463576" y="1228410"/>
                </a:lnTo>
                <a:lnTo>
                  <a:pt x="1761232" y="1271868"/>
                </a:lnTo>
                <a:lnTo>
                  <a:pt x="1545134" y="1482609"/>
                </a:lnTo>
                <a:lnTo>
                  <a:pt x="1596330" y="1780265"/>
                </a:lnTo>
                <a:lnTo>
                  <a:pt x="1328440" y="1639771"/>
                </a:lnTo>
                <a:lnTo>
                  <a:pt x="1060549" y="1780265"/>
                </a:lnTo>
                <a:lnTo>
                  <a:pt x="1111746" y="1482609"/>
                </a:lnTo>
                <a:lnTo>
                  <a:pt x="895648" y="1271868"/>
                </a:lnTo>
                <a:lnTo>
                  <a:pt x="1193304" y="1228410"/>
                </a:lnTo>
                <a:close/>
                <a:moveTo>
                  <a:pt x="1263253" y="1329018"/>
                </a:moveTo>
                <a:lnTo>
                  <a:pt x="1114425" y="1350747"/>
                </a:lnTo>
                <a:lnTo>
                  <a:pt x="1222474" y="1456117"/>
                </a:lnTo>
                <a:lnTo>
                  <a:pt x="1196876" y="1604946"/>
                </a:lnTo>
                <a:lnTo>
                  <a:pt x="1330523" y="1534699"/>
                </a:lnTo>
                <a:lnTo>
                  <a:pt x="1464171" y="1604946"/>
                </a:lnTo>
                <a:lnTo>
                  <a:pt x="1438573" y="1456117"/>
                </a:lnTo>
                <a:lnTo>
                  <a:pt x="1546622" y="1350747"/>
                </a:lnTo>
                <a:lnTo>
                  <a:pt x="1397794" y="1329018"/>
                </a:lnTo>
                <a:lnTo>
                  <a:pt x="1329928" y="1193882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3357830" y="4597924"/>
            <a:ext cx="481308" cy="480288"/>
            <a:chOff x="119062" y="120736"/>
            <a:chExt cx="1666875" cy="1663341"/>
          </a:xfrm>
          <a:solidFill>
            <a:schemeClr val="bg1"/>
          </a:solidFill>
        </p:grpSpPr>
        <p:sp>
          <p:nvSpPr>
            <p:cNvPr id="74" name="任意多边形: 形状 73"/>
            <p:cNvSpPr/>
            <p:nvPr/>
          </p:nvSpPr>
          <p:spPr>
            <a:xfrm>
              <a:off x="390673" y="120736"/>
              <a:ext cx="882550" cy="882550"/>
            </a:xfrm>
            <a:custGeom>
              <a:avLst/>
              <a:gdLst>
                <a:gd name="connsiteX0" fmla="*/ 441275 w 882550"/>
                <a:gd name="connsiteY0" fmla="*/ 882551 h 882550"/>
                <a:gd name="connsiteX1" fmla="*/ 0 w 882550"/>
                <a:gd name="connsiteY1" fmla="*/ 441275 h 882550"/>
                <a:gd name="connsiteX2" fmla="*/ 441275 w 882550"/>
                <a:gd name="connsiteY2" fmla="*/ 0 h 882550"/>
                <a:gd name="connsiteX3" fmla="*/ 882551 w 882550"/>
                <a:gd name="connsiteY3" fmla="*/ 441275 h 882550"/>
                <a:gd name="connsiteX4" fmla="*/ 441275 w 882550"/>
                <a:gd name="connsiteY4" fmla="*/ 882551 h 882550"/>
                <a:gd name="connsiteX5" fmla="*/ 441275 w 882550"/>
                <a:gd name="connsiteY5" fmla="*/ 104738 h 882550"/>
                <a:gd name="connsiteX6" fmla="*/ 104738 w 882550"/>
                <a:gd name="connsiteY6" fmla="*/ 441275 h 882550"/>
                <a:gd name="connsiteX7" fmla="*/ 441275 w 882550"/>
                <a:gd name="connsiteY7" fmla="*/ 777813 h 882550"/>
                <a:gd name="connsiteX8" fmla="*/ 777813 w 882550"/>
                <a:gd name="connsiteY8" fmla="*/ 441275 h 882550"/>
                <a:gd name="connsiteX9" fmla="*/ 441275 w 882550"/>
                <a:gd name="connsiteY9" fmla="*/ 104738 h 88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550" h="882550">
                  <a:moveTo>
                    <a:pt x="441275" y="882551"/>
                  </a:moveTo>
                  <a:cubicBezTo>
                    <a:pt x="198127" y="882551"/>
                    <a:pt x="0" y="684423"/>
                    <a:pt x="0" y="441275"/>
                  </a:cubicBezTo>
                  <a:cubicBezTo>
                    <a:pt x="0" y="198127"/>
                    <a:pt x="198127" y="0"/>
                    <a:pt x="441275" y="0"/>
                  </a:cubicBezTo>
                  <a:cubicBezTo>
                    <a:pt x="684423" y="0"/>
                    <a:pt x="882551" y="198127"/>
                    <a:pt x="882551" y="441275"/>
                  </a:cubicBezTo>
                  <a:cubicBezTo>
                    <a:pt x="882737" y="684423"/>
                    <a:pt x="684609" y="882551"/>
                    <a:pt x="441275" y="882551"/>
                  </a:cubicBezTo>
                  <a:close/>
                  <a:moveTo>
                    <a:pt x="441275" y="104738"/>
                  </a:moveTo>
                  <a:cubicBezTo>
                    <a:pt x="255798" y="104738"/>
                    <a:pt x="104738" y="255612"/>
                    <a:pt x="104738" y="441275"/>
                  </a:cubicBezTo>
                  <a:cubicBezTo>
                    <a:pt x="104738" y="626938"/>
                    <a:pt x="255798" y="777813"/>
                    <a:pt x="441275" y="777813"/>
                  </a:cubicBezTo>
                  <a:cubicBezTo>
                    <a:pt x="626753" y="777813"/>
                    <a:pt x="777813" y="626938"/>
                    <a:pt x="777813" y="441275"/>
                  </a:cubicBezTo>
                  <a:cubicBezTo>
                    <a:pt x="777813" y="255612"/>
                    <a:pt x="626939" y="104738"/>
                    <a:pt x="441275" y="104738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119062" y="966452"/>
              <a:ext cx="1459639" cy="765348"/>
            </a:xfrm>
            <a:custGeom>
              <a:avLst/>
              <a:gdLst>
                <a:gd name="connsiteX0" fmla="*/ 52462 w 1459639"/>
                <a:gd name="connsiteY0" fmla="*/ 765349 h 765348"/>
                <a:gd name="connsiteX1" fmla="*/ 0 w 1459639"/>
                <a:gd name="connsiteY1" fmla="*/ 712887 h 765348"/>
                <a:gd name="connsiteX2" fmla="*/ 712887 w 1459639"/>
                <a:gd name="connsiteY2" fmla="*/ 0 h 765348"/>
                <a:gd name="connsiteX3" fmla="*/ 945617 w 1459639"/>
                <a:gd name="connsiteY3" fmla="*/ 38881 h 765348"/>
                <a:gd name="connsiteX4" fmla="*/ 978173 w 1459639"/>
                <a:gd name="connsiteY4" fmla="*/ 104924 h 765348"/>
                <a:gd name="connsiteX5" fmla="*/ 912130 w 1459639"/>
                <a:gd name="connsiteY5" fmla="*/ 137480 h 765348"/>
                <a:gd name="connsiteX6" fmla="*/ 712887 w 1459639"/>
                <a:gd name="connsiteY6" fmla="*/ 104924 h 765348"/>
                <a:gd name="connsiteX7" fmla="*/ 104924 w 1459639"/>
                <a:gd name="connsiteY7" fmla="*/ 712887 h 765348"/>
                <a:gd name="connsiteX8" fmla="*/ 52462 w 1459639"/>
                <a:gd name="connsiteY8" fmla="*/ 765349 h 765348"/>
                <a:gd name="connsiteX9" fmla="*/ 1431727 w 1459639"/>
                <a:gd name="connsiteY9" fmla="*/ 519782 h 765348"/>
                <a:gd name="connsiteX10" fmla="*/ 1322896 w 1459639"/>
                <a:gd name="connsiteY10" fmla="*/ 519782 h 765348"/>
                <a:gd name="connsiteX11" fmla="*/ 1322896 w 1459639"/>
                <a:gd name="connsiteY11" fmla="*/ 472715 h 765348"/>
                <a:gd name="connsiteX12" fmla="*/ 1411449 w 1459639"/>
                <a:gd name="connsiteY12" fmla="*/ 472715 h 765348"/>
                <a:gd name="connsiteX13" fmla="*/ 1439726 w 1459639"/>
                <a:gd name="connsiteY13" fmla="*/ 444438 h 765348"/>
                <a:gd name="connsiteX14" fmla="*/ 1411449 w 1459639"/>
                <a:gd name="connsiteY14" fmla="*/ 416161 h 765348"/>
                <a:gd name="connsiteX15" fmla="*/ 1333500 w 1459639"/>
                <a:gd name="connsiteY15" fmla="*/ 416161 h 765348"/>
                <a:gd name="connsiteX16" fmla="*/ 1379079 w 1459639"/>
                <a:gd name="connsiteY16" fmla="*/ 369094 h 765348"/>
                <a:gd name="connsiteX17" fmla="*/ 1379079 w 1459639"/>
                <a:gd name="connsiteY17" fmla="*/ 330212 h 765348"/>
                <a:gd name="connsiteX18" fmla="*/ 1338709 w 1459639"/>
                <a:gd name="connsiteY18" fmla="*/ 330212 h 765348"/>
                <a:gd name="connsiteX19" fmla="*/ 1291642 w 1459639"/>
                <a:gd name="connsiteY19" fmla="*/ 378582 h 765348"/>
                <a:gd name="connsiteX20" fmla="*/ 1244575 w 1459639"/>
                <a:gd name="connsiteY20" fmla="*/ 330212 h 765348"/>
                <a:gd name="connsiteX21" fmla="*/ 1204206 w 1459639"/>
                <a:gd name="connsiteY21" fmla="*/ 330212 h 765348"/>
                <a:gd name="connsiteX22" fmla="*/ 1204206 w 1459639"/>
                <a:gd name="connsiteY22" fmla="*/ 369094 h 765348"/>
                <a:gd name="connsiteX23" fmla="*/ 1249784 w 1459639"/>
                <a:gd name="connsiteY23" fmla="*/ 416161 h 765348"/>
                <a:gd name="connsiteX24" fmla="*/ 1175928 w 1459639"/>
                <a:gd name="connsiteY24" fmla="*/ 416161 h 765348"/>
                <a:gd name="connsiteX25" fmla="*/ 1147651 w 1459639"/>
                <a:gd name="connsiteY25" fmla="*/ 444438 h 765348"/>
                <a:gd name="connsiteX26" fmla="*/ 1175928 w 1459639"/>
                <a:gd name="connsiteY26" fmla="*/ 472715 h 765348"/>
                <a:gd name="connsiteX27" fmla="*/ 1264481 w 1459639"/>
                <a:gd name="connsiteY27" fmla="*/ 472715 h 765348"/>
                <a:gd name="connsiteX28" fmla="*/ 1264481 w 1459639"/>
                <a:gd name="connsiteY28" fmla="*/ 519782 h 765348"/>
                <a:gd name="connsiteX29" fmla="*/ 1157139 w 1459639"/>
                <a:gd name="connsiteY29" fmla="*/ 519782 h 765348"/>
                <a:gd name="connsiteX30" fmla="*/ 1128861 w 1459639"/>
                <a:gd name="connsiteY30" fmla="*/ 548060 h 765348"/>
                <a:gd name="connsiteX31" fmla="*/ 1157139 w 1459639"/>
                <a:gd name="connsiteY31" fmla="*/ 576337 h 765348"/>
                <a:gd name="connsiteX32" fmla="*/ 1265969 w 1459639"/>
                <a:gd name="connsiteY32" fmla="*/ 576337 h 765348"/>
                <a:gd name="connsiteX33" fmla="*/ 1265969 w 1459639"/>
                <a:gd name="connsiteY33" fmla="*/ 643496 h 765348"/>
                <a:gd name="connsiteX34" fmla="*/ 1294247 w 1459639"/>
                <a:gd name="connsiteY34" fmla="*/ 671773 h 765348"/>
                <a:gd name="connsiteX35" fmla="*/ 1322524 w 1459639"/>
                <a:gd name="connsiteY35" fmla="*/ 643496 h 765348"/>
                <a:gd name="connsiteX36" fmla="*/ 1322524 w 1459639"/>
                <a:gd name="connsiteY36" fmla="*/ 576337 h 765348"/>
                <a:gd name="connsiteX37" fmla="*/ 1431355 w 1459639"/>
                <a:gd name="connsiteY37" fmla="*/ 576337 h 765348"/>
                <a:gd name="connsiteX38" fmla="*/ 1459632 w 1459639"/>
                <a:gd name="connsiteY38" fmla="*/ 548060 h 765348"/>
                <a:gd name="connsiteX39" fmla="*/ 1431727 w 1459639"/>
                <a:gd name="connsiteY39" fmla="*/ 519782 h 76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459639" h="765348">
                  <a:moveTo>
                    <a:pt x="52462" y="765349"/>
                  </a:moveTo>
                  <a:cubicBezTo>
                    <a:pt x="23068" y="765349"/>
                    <a:pt x="0" y="742280"/>
                    <a:pt x="0" y="712887"/>
                  </a:cubicBezTo>
                  <a:cubicBezTo>
                    <a:pt x="0" y="319794"/>
                    <a:pt x="319794" y="0"/>
                    <a:pt x="712887" y="0"/>
                  </a:cubicBezTo>
                  <a:cubicBezTo>
                    <a:pt x="791580" y="0"/>
                    <a:pt x="870086" y="12650"/>
                    <a:pt x="945617" y="38881"/>
                  </a:cubicBezTo>
                  <a:cubicBezTo>
                    <a:pt x="972778" y="48369"/>
                    <a:pt x="987475" y="77763"/>
                    <a:pt x="978173" y="104924"/>
                  </a:cubicBezTo>
                  <a:cubicBezTo>
                    <a:pt x="968685" y="132271"/>
                    <a:pt x="939292" y="146782"/>
                    <a:pt x="912130" y="137480"/>
                  </a:cubicBezTo>
                  <a:cubicBezTo>
                    <a:pt x="848134" y="115528"/>
                    <a:pt x="781162" y="104924"/>
                    <a:pt x="712887" y="104924"/>
                  </a:cubicBezTo>
                  <a:cubicBezTo>
                    <a:pt x="377465" y="104924"/>
                    <a:pt x="104924" y="377465"/>
                    <a:pt x="104924" y="712887"/>
                  </a:cubicBezTo>
                  <a:cubicBezTo>
                    <a:pt x="104924" y="742280"/>
                    <a:pt x="81855" y="765349"/>
                    <a:pt x="52462" y="765349"/>
                  </a:cubicBezTo>
                  <a:close/>
                  <a:moveTo>
                    <a:pt x="1431727" y="519782"/>
                  </a:moveTo>
                  <a:lnTo>
                    <a:pt x="1322896" y="519782"/>
                  </a:lnTo>
                  <a:lnTo>
                    <a:pt x="1322896" y="472715"/>
                  </a:lnTo>
                  <a:lnTo>
                    <a:pt x="1411449" y="472715"/>
                  </a:lnTo>
                  <a:cubicBezTo>
                    <a:pt x="1427634" y="472715"/>
                    <a:pt x="1439726" y="460623"/>
                    <a:pt x="1439726" y="444438"/>
                  </a:cubicBezTo>
                  <a:cubicBezTo>
                    <a:pt x="1439726" y="429741"/>
                    <a:pt x="1427634" y="416161"/>
                    <a:pt x="1411449" y="416161"/>
                  </a:cubicBezTo>
                  <a:lnTo>
                    <a:pt x="1333500" y="416161"/>
                  </a:lnTo>
                  <a:lnTo>
                    <a:pt x="1379079" y="369094"/>
                  </a:lnTo>
                  <a:cubicBezTo>
                    <a:pt x="1389869" y="358304"/>
                    <a:pt x="1389869" y="340816"/>
                    <a:pt x="1379079" y="330212"/>
                  </a:cubicBezTo>
                  <a:cubicBezTo>
                    <a:pt x="1368289" y="319422"/>
                    <a:pt x="1350801" y="319422"/>
                    <a:pt x="1338709" y="330212"/>
                  </a:cubicBezTo>
                  <a:lnTo>
                    <a:pt x="1291642" y="378582"/>
                  </a:lnTo>
                  <a:lnTo>
                    <a:pt x="1244575" y="330212"/>
                  </a:lnTo>
                  <a:cubicBezTo>
                    <a:pt x="1233785" y="319422"/>
                    <a:pt x="1216298" y="319422"/>
                    <a:pt x="1204206" y="330212"/>
                  </a:cubicBezTo>
                  <a:cubicBezTo>
                    <a:pt x="1193416" y="341002"/>
                    <a:pt x="1193416" y="358490"/>
                    <a:pt x="1204206" y="369094"/>
                  </a:cubicBezTo>
                  <a:lnTo>
                    <a:pt x="1249784" y="416161"/>
                  </a:lnTo>
                  <a:lnTo>
                    <a:pt x="1175928" y="416161"/>
                  </a:lnTo>
                  <a:cubicBezTo>
                    <a:pt x="1159743" y="416161"/>
                    <a:pt x="1147651" y="428253"/>
                    <a:pt x="1147651" y="444438"/>
                  </a:cubicBezTo>
                  <a:cubicBezTo>
                    <a:pt x="1147651" y="460623"/>
                    <a:pt x="1159743" y="472715"/>
                    <a:pt x="1175928" y="472715"/>
                  </a:cubicBezTo>
                  <a:lnTo>
                    <a:pt x="1264481" y="472715"/>
                  </a:lnTo>
                  <a:lnTo>
                    <a:pt x="1264481" y="519782"/>
                  </a:lnTo>
                  <a:lnTo>
                    <a:pt x="1157139" y="519782"/>
                  </a:lnTo>
                  <a:cubicBezTo>
                    <a:pt x="1140954" y="519782"/>
                    <a:pt x="1128861" y="531875"/>
                    <a:pt x="1128861" y="548060"/>
                  </a:cubicBezTo>
                  <a:cubicBezTo>
                    <a:pt x="1128861" y="562756"/>
                    <a:pt x="1140954" y="576337"/>
                    <a:pt x="1157139" y="576337"/>
                  </a:cubicBezTo>
                  <a:lnTo>
                    <a:pt x="1265969" y="576337"/>
                  </a:lnTo>
                  <a:lnTo>
                    <a:pt x="1265969" y="643496"/>
                  </a:lnTo>
                  <a:cubicBezTo>
                    <a:pt x="1265969" y="658192"/>
                    <a:pt x="1278062" y="671773"/>
                    <a:pt x="1294247" y="671773"/>
                  </a:cubicBezTo>
                  <a:cubicBezTo>
                    <a:pt x="1310432" y="671773"/>
                    <a:pt x="1322524" y="659681"/>
                    <a:pt x="1322524" y="643496"/>
                  </a:cubicBezTo>
                  <a:lnTo>
                    <a:pt x="1322524" y="576337"/>
                  </a:lnTo>
                  <a:lnTo>
                    <a:pt x="1431355" y="576337"/>
                  </a:lnTo>
                  <a:cubicBezTo>
                    <a:pt x="1447540" y="576337"/>
                    <a:pt x="1459632" y="564245"/>
                    <a:pt x="1459632" y="548060"/>
                  </a:cubicBezTo>
                  <a:cubicBezTo>
                    <a:pt x="1460004" y="533177"/>
                    <a:pt x="1446609" y="519782"/>
                    <a:pt x="1431727" y="519782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1034169" y="1032495"/>
              <a:ext cx="751768" cy="751582"/>
            </a:xfrm>
            <a:custGeom>
              <a:avLst/>
              <a:gdLst>
                <a:gd name="connsiteX0" fmla="*/ 652239 w 751768"/>
                <a:gd name="connsiteY0" fmla="*/ 261751 h 751582"/>
                <a:gd name="connsiteX1" fmla="*/ 586383 w 751768"/>
                <a:gd name="connsiteY1" fmla="*/ 209476 h 751582"/>
                <a:gd name="connsiteX2" fmla="*/ 576895 w 751768"/>
                <a:gd name="connsiteY2" fmla="*/ 204081 h 751582"/>
                <a:gd name="connsiteX3" fmla="*/ 648146 w 751768"/>
                <a:gd name="connsiteY3" fmla="*/ 123527 h 751582"/>
                <a:gd name="connsiteX4" fmla="*/ 535409 w 751768"/>
                <a:gd name="connsiteY4" fmla="*/ 37579 h 751582"/>
                <a:gd name="connsiteX5" fmla="*/ 496528 w 751768"/>
                <a:gd name="connsiteY5" fmla="*/ 44276 h 751582"/>
                <a:gd name="connsiteX6" fmla="*/ 483133 w 751768"/>
                <a:gd name="connsiteY6" fmla="*/ 49671 h 751582"/>
                <a:gd name="connsiteX7" fmla="*/ 480529 w 751768"/>
                <a:gd name="connsiteY7" fmla="*/ 49671 h 751582"/>
                <a:gd name="connsiteX8" fmla="*/ 473831 w 751768"/>
                <a:gd name="connsiteY8" fmla="*/ 48369 h 751582"/>
                <a:gd name="connsiteX9" fmla="*/ 450949 w 751768"/>
                <a:gd name="connsiteY9" fmla="*/ 25487 h 751582"/>
                <a:gd name="connsiteX10" fmla="*/ 383791 w 751768"/>
                <a:gd name="connsiteY10" fmla="*/ 0 h 751582"/>
                <a:gd name="connsiteX11" fmla="*/ 314027 w 751768"/>
                <a:gd name="connsiteY11" fmla="*/ 24185 h 751582"/>
                <a:gd name="connsiteX12" fmla="*/ 292633 w 751768"/>
                <a:gd name="connsiteY12" fmla="*/ 45579 h 751582"/>
                <a:gd name="connsiteX13" fmla="*/ 285936 w 751768"/>
                <a:gd name="connsiteY13" fmla="*/ 48183 h 751582"/>
                <a:gd name="connsiteX14" fmla="*/ 284634 w 751768"/>
                <a:gd name="connsiteY14" fmla="*/ 48183 h 751582"/>
                <a:gd name="connsiteX15" fmla="*/ 271239 w 751768"/>
                <a:gd name="connsiteY15" fmla="*/ 42788 h 751582"/>
                <a:gd name="connsiteX16" fmla="*/ 232358 w 751768"/>
                <a:gd name="connsiteY16" fmla="*/ 36091 h 751582"/>
                <a:gd name="connsiteX17" fmla="*/ 119621 w 751768"/>
                <a:gd name="connsiteY17" fmla="*/ 122039 h 751582"/>
                <a:gd name="connsiteX18" fmla="*/ 173385 w 751768"/>
                <a:gd name="connsiteY18" fmla="*/ 195895 h 751582"/>
                <a:gd name="connsiteX19" fmla="*/ 162595 w 751768"/>
                <a:gd name="connsiteY19" fmla="*/ 202592 h 751582"/>
                <a:gd name="connsiteX20" fmla="*/ 96738 w 751768"/>
                <a:gd name="connsiteY20" fmla="*/ 254868 h 751582"/>
                <a:gd name="connsiteX21" fmla="*/ 0 w 751768"/>
                <a:gd name="connsiteY21" fmla="*/ 452251 h 751582"/>
                <a:gd name="connsiteX22" fmla="*/ 371884 w 751768"/>
                <a:gd name="connsiteY22" fmla="*/ 751582 h 751582"/>
                <a:gd name="connsiteX23" fmla="*/ 608149 w 751768"/>
                <a:gd name="connsiteY23" fmla="*/ 700608 h 751582"/>
                <a:gd name="connsiteX24" fmla="*/ 751768 w 751768"/>
                <a:gd name="connsiteY24" fmla="*/ 452251 h 751582"/>
                <a:gd name="connsiteX25" fmla="*/ 652239 w 751768"/>
                <a:gd name="connsiteY25" fmla="*/ 261751 h 751582"/>
                <a:gd name="connsiteX26" fmla="*/ 571500 w 751768"/>
                <a:gd name="connsiteY26" fmla="*/ 633078 h 751582"/>
                <a:gd name="connsiteX27" fmla="*/ 371698 w 751768"/>
                <a:gd name="connsiteY27" fmla="*/ 674936 h 751582"/>
                <a:gd name="connsiteX28" fmla="*/ 154967 w 751768"/>
                <a:gd name="connsiteY28" fmla="*/ 616148 h 751582"/>
                <a:gd name="connsiteX29" fmla="*/ 75344 w 751768"/>
                <a:gd name="connsiteY29" fmla="*/ 448903 h 751582"/>
                <a:gd name="connsiteX30" fmla="*/ 149758 w 751768"/>
                <a:gd name="connsiteY30" fmla="*/ 303982 h 751582"/>
                <a:gd name="connsiteX31" fmla="*/ 203336 w 751768"/>
                <a:gd name="connsiteY31" fmla="*/ 260821 h 751582"/>
                <a:gd name="connsiteX32" fmla="*/ 209848 w 751768"/>
                <a:gd name="connsiteY32" fmla="*/ 256915 h 751582"/>
                <a:gd name="connsiteX33" fmla="*/ 212452 w 751768"/>
                <a:gd name="connsiteY33" fmla="*/ 255612 h 751582"/>
                <a:gd name="connsiteX34" fmla="*/ 243706 w 751768"/>
                <a:gd name="connsiteY34" fmla="*/ 196825 h 751582"/>
                <a:gd name="connsiteX35" fmla="*/ 205755 w 751768"/>
                <a:gd name="connsiteY35" fmla="*/ 140643 h 751582"/>
                <a:gd name="connsiteX36" fmla="*/ 191430 w 751768"/>
                <a:gd name="connsiteY36" fmla="*/ 128922 h 751582"/>
                <a:gd name="connsiteX37" fmla="*/ 235893 w 751768"/>
                <a:gd name="connsiteY37" fmla="*/ 110691 h 751582"/>
                <a:gd name="connsiteX38" fmla="*/ 250217 w 751768"/>
                <a:gd name="connsiteY38" fmla="*/ 113295 h 751582"/>
                <a:gd name="connsiteX39" fmla="*/ 256729 w 751768"/>
                <a:gd name="connsiteY39" fmla="*/ 115900 h 751582"/>
                <a:gd name="connsiteX40" fmla="*/ 265844 w 751768"/>
                <a:gd name="connsiteY40" fmla="*/ 119807 h 751582"/>
                <a:gd name="connsiteX41" fmla="*/ 287982 w 751768"/>
                <a:gd name="connsiteY41" fmla="*/ 123713 h 751582"/>
                <a:gd name="connsiteX42" fmla="*/ 341561 w 751768"/>
                <a:gd name="connsiteY42" fmla="*/ 102877 h 751582"/>
                <a:gd name="connsiteX43" fmla="*/ 348072 w 751768"/>
                <a:gd name="connsiteY43" fmla="*/ 95064 h 751582"/>
                <a:gd name="connsiteX44" fmla="*/ 355885 w 751768"/>
                <a:gd name="connsiteY44" fmla="*/ 87251 h 751582"/>
                <a:gd name="connsiteX45" fmla="*/ 383232 w 751768"/>
                <a:gd name="connsiteY45" fmla="*/ 75530 h 751582"/>
                <a:gd name="connsiteX46" fmla="*/ 410580 w 751768"/>
                <a:gd name="connsiteY46" fmla="*/ 84646 h 751582"/>
                <a:gd name="connsiteX47" fmla="*/ 419695 w 751768"/>
                <a:gd name="connsiteY47" fmla="*/ 92459 h 751582"/>
                <a:gd name="connsiteX48" fmla="*/ 426207 w 751768"/>
                <a:gd name="connsiteY48" fmla="*/ 100273 h 751582"/>
                <a:gd name="connsiteX49" fmla="*/ 478482 w 751768"/>
                <a:gd name="connsiteY49" fmla="*/ 121109 h 751582"/>
                <a:gd name="connsiteX50" fmla="*/ 496714 w 751768"/>
                <a:gd name="connsiteY50" fmla="*/ 118504 h 751582"/>
                <a:gd name="connsiteX51" fmla="*/ 511038 w 751768"/>
                <a:gd name="connsiteY51" fmla="*/ 113295 h 751582"/>
                <a:gd name="connsiteX52" fmla="*/ 513643 w 751768"/>
                <a:gd name="connsiteY52" fmla="*/ 111993 h 751582"/>
                <a:gd name="connsiteX53" fmla="*/ 514945 w 751768"/>
                <a:gd name="connsiteY53" fmla="*/ 111993 h 751582"/>
                <a:gd name="connsiteX54" fmla="*/ 530572 w 751768"/>
                <a:gd name="connsiteY54" fmla="*/ 109389 h 751582"/>
                <a:gd name="connsiteX55" fmla="*/ 575035 w 751768"/>
                <a:gd name="connsiteY55" fmla="*/ 127620 h 751582"/>
                <a:gd name="connsiteX56" fmla="*/ 551594 w 751768"/>
                <a:gd name="connsiteY56" fmla="*/ 143247 h 751582"/>
                <a:gd name="connsiteX57" fmla="*/ 505830 w 751768"/>
                <a:gd name="connsiteY57" fmla="*/ 198127 h 751582"/>
                <a:gd name="connsiteX58" fmla="*/ 537083 w 751768"/>
                <a:gd name="connsiteY58" fmla="*/ 262124 h 751582"/>
                <a:gd name="connsiteX59" fmla="*/ 539688 w 751768"/>
                <a:gd name="connsiteY59" fmla="*/ 263426 h 751582"/>
                <a:gd name="connsiteX60" fmla="*/ 543595 w 751768"/>
                <a:gd name="connsiteY60" fmla="*/ 266030 h 751582"/>
                <a:gd name="connsiteX61" fmla="*/ 599777 w 751768"/>
                <a:gd name="connsiteY61" fmla="*/ 310493 h 751582"/>
                <a:gd name="connsiteX62" fmla="*/ 675494 w 751768"/>
                <a:gd name="connsiteY62" fmla="*/ 448903 h 751582"/>
                <a:gd name="connsiteX63" fmla="*/ 571500 w 751768"/>
                <a:gd name="connsiteY63" fmla="*/ 633078 h 751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751768" h="751582">
                  <a:moveTo>
                    <a:pt x="652239" y="261751"/>
                  </a:moveTo>
                  <a:cubicBezTo>
                    <a:pt x="630845" y="241660"/>
                    <a:pt x="609265" y="224172"/>
                    <a:pt x="586383" y="209476"/>
                  </a:cubicBezTo>
                  <a:cubicBezTo>
                    <a:pt x="582290" y="206871"/>
                    <a:pt x="580988" y="205383"/>
                    <a:pt x="576895" y="204081"/>
                  </a:cubicBezTo>
                  <a:cubicBezTo>
                    <a:pt x="618567" y="190686"/>
                    <a:pt x="648146" y="161106"/>
                    <a:pt x="648146" y="123527"/>
                  </a:cubicBezTo>
                  <a:cubicBezTo>
                    <a:pt x="648146" y="75158"/>
                    <a:pt x="595871" y="37579"/>
                    <a:pt x="535409" y="37579"/>
                  </a:cubicBezTo>
                  <a:cubicBezTo>
                    <a:pt x="522015" y="37579"/>
                    <a:pt x="508620" y="40184"/>
                    <a:pt x="496528" y="44276"/>
                  </a:cubicBezTo>
                  <a:cubicBezTo>
                    <a:pt x="491133" y="45579"/>
                    <a:pt x="487040" y="48369"/>
                    <a:pt x="483133" y="49671"/>
                  </a:cubicBezTo>
                  <a:lnTo>
                    <a:pt x="480529" y="49671"/>
                  </a:lnTo>
                  <a:cubicBezTo>
                    <a:pt x="477924" y="49671"/>
                    <a:pt x="475134" y="49671"/>
                    <a:pt x="473831" y="48369"/>
                  </a:cubicBezTo>
                  <a:cubicBezTo>
                    <a:pt x="468437" y="41672"/>
                    <a:pt x="461739" y="33672"/>
                    <a:pt x="450949" y="25487"/>
                  </a:cubicBezTo>
                  <a:cubicBezTo>
                    <a:pt x="433462" y="9302"/>
                    <a:pt x="410580" y="0"/>
                    <a:pt x="383791" y="0"/>
                  </a:cubicBezTo>
                  <a:cubicBezTo>
                    <a:pt x="357001" y="0"/>
                    <a:pt x="334119" y="9488"/>
                    <a:pt x="314027" y="24185"/>
                  </a:cubicBezTo>
                  <a:cubicBezTo>
                    <a:pt x="304539" y="32184"/>
                    <a:pt x="296540" y="38881"/>
                    <a:pt x="292633" y="45579"/>
                  </a:cubicBezTo>
                  <a:cubicBezTo>
                    <a:pt x="291331" y="46881"/>
                    <a:pt x="287238" y="48183"/>
                    <a:pt x="285936" y="48183"/>
                  </a:cubicBezTo>
                  <a:lnTo>
                    <a:pt x="284634" y="48183"/>
                  </a:lnTo>
                  <a:cubicBezTo>
                    <a:pt x="280541" y="46881"/>
                    <a:pt x="276634" y="44090"/>
                    <a:pt x="271239" y="42788"/>
                  </a:cubicBezTo>
                  <a:cubicBezTo>
                    <a:pt x="259147" y="38695"/>
                    <a:pt x="247055" y="36091"/>
                    <a:pt x="232358" y="36091"/>
                  </a:cubicBezTo>
                  <a:cubicBezTo>
                    <a:pt x="170594" y="36091"/>
                    <a:pt x="119621" y="73670"/>
                    <a:pt x="119621" y="122039"/>
                  </a:cubicBezTo>
                  <a:cubicBezTo>
                    <a:pt x="119621" y="152921"/>
                    <a:pt x="141015" y="179710"/>
                    <a:pt x="173385" y="195895"/>
                  </a:cubicBezTo>
                  <a:cubicBezTo>
                    <a:pt x="170780" y="197197"/>
                    <a:pt x="166687" y="199988"/>
                    <a:pt x="162595" y="202592"/>
                  </a:cubicBezTo>
                  <a:cubicBezTo>
                    <a:pt x="139712" y="217289"/>
                    <a:pt x="118318" y="234776"/>
                    <a:pt x="96738" y="254868"/>
                  </a:cubicBezTo>
                  <a:cubicBezTo>
                    <a:pt x="36277" y="312539"/>
                    <a:pt x="0" y="378396"/>
                    <a:pt x="0" y="452251"/>
                  </a:cubicBezTo>
                  <a:cubicBezTo>
                    <a:pt x="0" y="655030"/>
                    <a:pt x="169106" y="751582"/>
                    <a:pt x="371884" y="751582"/>
                  </a:cubicBezTo>
                  <a:cubicBezTo>
                    <a:pt x="456530" y="751582"/>
                    <a:pt x="540990" y="736885"/>
                    <a:pt x="608149" y="700608"/>
                  </a:cubicBezTo>
                  <a:cubicBezTo>
                    <a:pt x="699492" y="652239"/>
                    <a:pt x="751768" y="569082"/>
                    <a:pt x="751768" y="452251"/>
                  </a:cubicBezTo>
                  <a:cubicBezTo>
                    <a:pt x="751582" y="382674"/>
                    <a:pt x="714003" y="319608"/>
                    <a:pt x="652239" y="261751"/>
                  </a:cubicBezTo>
                  <a:close/>
                  <a:moveTo>
                    <a:pt x="571500" y="633078"/>
                  </a:moveTo>
                  <a:cubicBezTo>
                    <a:pt x="519224" y="660425"/>
                    <a:pt x="450019" y="674936"/>
                    <a:pt x="371698" y="674936"/>
                  </a:cubicBezTo>
                  <a:cubicBezTo>
                    <a:pt x="284262" y="674936"/>
                    <a:pt x="207243" y="654100"/>
                    <a:pt x="154967" y="616148"/>
                  </a:cubicBezTo>
                  <a:cubicBezTo>
                    <a:pt x="101389" y="576895"/>
                    <a:pt x="75344" y="520898"/>
                    <a:pt x="75344" y="448903"/>
                  </a:cubicBezTo>
                  <a:cubicBezTo>
                    <a:pt x="75344" y="400534"/>
                    <a:pt x="100087" y="352351"/>
                    <a:pt x="149758" y="303982"/>
                  </a:cubicBezTo>
                  <a:cubicBezTo>
                    <a:pt x="165385" y="289657"/>
                    <a:pt x="182314" y="276634"/>
                    <a:pt x="203336" y="260821"/>
                  </a:cubicBezTo>
                  <a:cubicBezTo>
                    <a:pt x="205941" y="259519"/>
                    <a:pt x="207243" y="258217"/>
                    <a:pt x="209848" y="256915"/>
                  </a:cubicBezTo>
                  <a:lnTo>
                    <a:pt x="212452" y="255612"/>
                  </a:lnTo>
                  <a:cubicBezTo>
                    <a:pt x="233288" y="243892"/>
                    <a:pt x="245194" y="220266"/>
                    <a:pt x="243706" y="196825"/>
                  </a:cubicBezTo>
                  <a:cubicBezTo>
                    <a:pt x="242404" y="173385"/>
                    <a:pt x="228079" y="151061"/>
                    <a:pt x="205755" y="140643"/>
                  </a:cubicBezTo>
                  <a:cubicBezTo>
                    <a:pt x="195337" y="135434"/>
                    <a:pt x="191430" y="128922"/>
                    <a:pt x="191430" y="128922"/>
                  </a:cubicBezTo>
                  <a:cubicBezTo>
                    <a:pt x="191430" y="125016"/>
                    <a:pt x="205755" y="110691"/>
                    <a:pt x="235893" y="110691"/>
                  </a:cubicBezTo>
                  <a:cubicBezTo>
                    <a:pt x="241102" y="110691"/>
                    <a:pt x="246310" y="111993"/>
                    <a:pt x="250217" y="113295"/>
                  </a:cubicBezTo>
                  <a:cubicBezTo>
                    <a:pt x="252822" y="114598"/>
                    <a:pt x="255426" y="115900"/>
                    <a:pt x="256729" y="115900"/>
                  </a:cubicBezTo>
                  <a:cubicBezTo>
                    <a:pt x="259333" y="117202"/>
                    <a:pt x="261937" y="118504"/>
                    <a:pt x="265844" y="119807"/>
                  </a:cubicBezTo>
                  <a:cubicBezTo>
                    <a:pt x="272355" y="122411"/>
                    <a:pt x="280169" y="123713"/>
                    <a:pt x="287982" y="123713"/>
                  </a:cubicBezTo>
                  <a:cubicBezTo>
                    <a:pt x="307516" y="123713"/>
                    <a:pt x="327236" y="115900"/>
                    <a:pt x="341561" y="102877"/>
                  </a:cubicBezTo>
                  <a:cubicBezTo>
                    <a:pt x="344165" y="100273"/>
                    <a:pt x="345467" y="97668"/>
                    <a:pt x="348072" y="95064"/>
                  </a:cubicBezTo>
                  <a:cubicBezTo>
                    <a:pt x="349374" y="93762"/>
                    <a:pt x="351978" y="89855"/>
                    <a:pt x="355885" y="87251"/>
                  </a:cubicBezTo>
                  <a:cubicBezTo>
                    <a:pt x="367605" y="76833"/>
                    <a:pt x="376721" y="75530"/>
                    <a:pt x="383232" y="75530"/>
                  </a:cubicBezTo>
                  <a:cubicBezTo>
                    <a:pt x="393650" y="75530"/>
                    <a:pt x="402766" y="79437"/>
                    <a:pt x="410580" y="84646"/>
                  </a:cubicBezTo>
                  <a:cubicBezTo>
                    <a:pt x="415789" y="88553"/>
                    <a:pt x="418393" y="92459"/>
                    <a:pt x="419695" y="92459"/>
                  </a:cubicBezTo>
                  <a:cubicBezTo>
                    <a:pt x="422300" y="95064"/>
                    <a:pt x="423602" y="97668"/>
                    <a:pt x="426207" y="100273"/>
                  </a:cubicBezTo>
                  <a:cubicBezTo>
                    <a:pt x="439229" y="113295"/>
                    <a:pt x="458763" y="121109"/>
                    <a:pt x="478482" y="121109"/>
                  </a:cubicBezTo>
                  <a:cubicBezTo>
                    <a:pt x="484994" y="121109"/>
                    <a:pt x="490203" y="119807"/>
                    <a:pt x="496714" y="118504"/>
                  </a:cubicBezTo>
                  <a:cubicBezTo>
                    <a:pt x="501923" y="117202"/>
                    <a:pt x="505830" y="115900"/>
                    <a:pt x="511038" y="113295"/>
                  </a:cubicBezTo>
                  <a:cubicBezTo>
                    <a:pt x="511038" y="113295"/>
                    <a:pt x="512341" y="113295"/>
                    <a:pt x="513643" y="111993"/>
                  </a:cubicBezTo>
                  <a:lnTo>
                    <a:pt x="514945" y="111993"/>
                  </a:lnTo>
                  <a:cubicBezTo>
                    <a:pt x="520154" y="110691"/>
                    <a:pt x="525363" y="109389"/>
                    <a:pt x="530572" y="109389"/>
                  </a:cubicBezTo>
                  <a:cubicBezTo>
                    <a:pt x="559222" y="109389"/>
                    <a:pt x="575035" y="123713"/>
                    <a:pt x="575035" y="127620"/>
                  </a:cubicBezTo>
                  <a:cubicBezTo>
                    <a:pt x="575035" y="130225"/>
                    <a:pt x="568523" y="138038"/>
                    <a:pt x="551594" y="143247"/>
                  </a:cubicBezTo>
                  <a:cubicBezTo>
                    <a:pt x="526852" y="151061"/>
                    <a:pt x="509736" y="171897"/>
                    <a:pt x="505830" y="198127"/>
                  </a:cubicBezTo>
                  <a:cubicBezTo>
                    <a:pt x="503225" y="224172"/>
                    <a:pt x="514945" y="249101"/>
                    <a:pt x="537083" y="262124"/>
                  </a:cubicBezTo>
                  <a:cubicBezTo>
                    <a:pt x="538386" y="262124"/>
                    <a:pt x="538386" y="263426"/>
                    <a:pt x="539688" y="263426"/>
                  </a:cubicBezTo>
                  <a:cubicBezTo>
                    <a:pt x="540990" y="264728"/>
                    <a:pt x="542293" y="264728"/>
                    <a:pt x="543595" y="266030"/>
                  </a:cubicBezTo>
                  <a:cubicBezTo>
                    <a:pt x="563128" y="280355"/>
                    <a:pt x="582848" y="294680"/>
                    <a:pt x="599777" y="310493"/>
                  </a:cubicBezTo>
                  <a:cubicBezTo>
                    <a:pt x="650751" y="358862"/>
                    <a:pt x="675494" y="403138"/>
                    <a:pt x="675494" y="448903"/>
                  </a:cubicBezTo>
                  <a:cubicBezTo>
                    <a:pt x="676052" y="535223"/>
                    <a:pt x="642007" y="595313"/>
                    <a:pt x="571500" y="633078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80" name="图形 78"/>
          <p:cNvSpPr/>
          <p:nvPr/>
        </p:nvSpPr>
        <p:spPr>
          <a:xfrm>
            <a:off x="3128192" y="5760852"/>
            <a:ext cx="415464" cy="455825"/>
          </a:xfrm>
          <a:custGeom>
            <a:avLst/>
            <a:gdLst>
              <a:gd name="connsiteX0" fmla="*/ 867691 w 1735220"/>
              <a:gd name="connsiteY0" fmla="*/ 844723 h 1903792"/>
              <a:gd name="connsiteX1" fmla="*/ 433367 w 1735220"/>
              <a:gd name="connsiteY1" fmla="*/ 434499 h 1903792"/>
              <a:gd name="connsiteX2" fmla="*/ 843591 w 1735220"/>
              <a:gd name="connsiteY2" fmla="*/ 175 h 1903792"/>
              <a:gd name="connsiteX3" fmla="*/ 1277915 w 1735220"/>
              <a:gd name="connsiteY3" fmla="*/ 410399 h 1903792"/>
              <a:gd name="connsiteX4" fmla="*/ 1278087 w 1735220"/>
              <a:gd name="connsiteY4" fmla="*/ 422451 h 1903792"/>
              <a:gd name="connsiteX5" fmla="*/ 867691 w 1735220"/>
              <a:gd name="connsiteY5" fmla="*/ 844723 h 1903792"/>
              <a:gd name="connsiteX6" fmla="*/ 867691 w 1735220"/>
              <a:gd name="connsiteY6" fmla="*/ 132989 h 1903792"/>
              <a:gd name="connsiteX7" fmla="*/ 569854 w 1735220"/>
              <a:gd name="connsiteY7" fmla="*/ 414182 h 1903792"/>
              <a:gd name="connsiteX8" fmla="*/ 851047 w 1735220"/>
              <a:gd name="connsiteY8" fmla="*/ 712020 h 1903792"/>
              <a:gd name="connsiteX9" fmla="*/ 1148885 w 1735220"/>
              <a:gd name="connsiteY9" fmla="*/ 430827 h 1903792"/>
              <a:gd name="connsiteX10" fmla="*/ 1149004 w 1735220"/>
              <a:gd name="connsiteY10" fmla="*/ 422451 h 1903792"/>
              <a:gd name="connsiteX11" fmla="*/ 867691 w 1735220"/>
              <a:gd name="connsiteY11" fmla="*/ 132989 h 1903792"/>
              <a:gd name="connsiteX12" fmla="*/ 1449302 w 1735220"/>
              <a:gd name="connsiteY12" fmla="*/ 1903742 h 1903792"/>
              <a:gd name="connsiteX13" fmla="*/ 286081 w 1735220"/>
              <a:gd name="connsiteY13" fmla="*/ 1903742 h 1903792"/>
              <a:gd name="connsiteX14" fmla="*/ 0 w 1735220"/>
              <a:gd name="connsiteY14" fmla="*/ 1628758 h 1903792"/>
              <a:gd name="connsiteX15" fmla="*/ 0 w 1735220"/>
              <a:gd name="connsiteY15" fmla="*/ 1557931 h 1903792"/>
              <a:gd name="connsiteX16" fmla="*/ 614207 w 1735220"/>
              <a:gd name="connsiteY16" fmla="*/ 885555 h 1903792"/>
              <a:gd name="connsiteX17" fmla="*/ 1120916 w 1735220"/>
              <a:gd name="connsiteY17" fmla="*/ 885555 h 1903792"/>
              <a:gd name="connsiteX18" fmla="*/ 1309556 w 1735220"/>
              <a:gd name="connsiteY18" fmla="*/ 917890 h 1903792"/>
              <a:gd name="connsiteX19" fmla="*/ 1349694 w 1735220"/>
              <a:gd name="connsiteY19" fmla="*/ 1002241 h 1903792"/>
              <a:gd name="connsiteX20" fmla="*/ 1269761 w 1735220"/>
              <a:gd name="connsiteY20" fmla="*/ 1044108 h 1903792"/>
              <a:gd name="connsiteX21" fmla="*/ 1267684 w 1735220"/>
              <a:gd name="connsiteY21" fmla="*/ 1043419 h 1903792"/>
              <a:gd name="connsiteX22" fmla="*/ 1120916 w 1735220"/>
              <a:gd name="connsiteY22" fmla="*/ 1018365 h 1903792"/>
              <a:gd name="connsiteX23" fmla="*/ 614207 w 1735220"/>
              <a:gd name="connsiteY23" fmla="*/ 1018365 h 1903792"/>
              <a:gd name="connsiteX24" fmla="*/ 128736 w 1735220"/>
              <a:gd name="connsiteY24" fmla="*/ 1557931 h 1903792"/>
              <a:gd name="connsiteX25" fmla="*/ 128736 w 1735220"/>
              <a:gd name="connsiteY25" fmla="*/ 1628758 h 1903792"/>
              <a:gd name="connsiteX26" fmla="*/ 285647 w 1735220"/>
              <a:gd name="connsiteY26" fmla="*/ 1770931 h 1903792"/>
              <a:gd name="connsiteX27" fmla="*/ 1448869 w 1735220"/>
              <a:gd name="connsiteY27" fmla="*/ 1770931 h 1903792"/>
              <a:gd name="connsiteX28" fmla="*/ 1605780 w 1735220"/>
              <a:gd name="connsiteY28" fmla="*/ 1628758 h 1903792"/>
              <a:gd name="connsiteX29" fmla="*/ 1605780 w 1735220"/>
              <a:gd name="connsiteY29" fmla="*/ 1557931 h 1903792"/>
              <a:gd name="connsiteX30" fmla="*/ 1511546 w 1735220"/>
              <a:gd name="connsiteY30" fmla="*/ 1238388 h 1903792"/>
              <a:gd name="connsiteX31" fmla="*/ 1528885 w 1735220"/>
              <a:gd name="connsiteY31" fmla="*/ 1146062 h 1903792"/>
              <a:gd name="connsiteX32" fmla="*/ 1617378 w 1735220"/>
              <a:gd name="connsiteY32" fmla="*/ 1161705 h 1903792"/>
              <a:gd name="connsiteX33" fmla="*/ 1618523 w 1735220"/>
              <a:gd name="connsiteY33" fmla="*/ 1163400 h 1903792"/>
              <a:gd name="connsiteX34" fmla="*/ 1735209 w 1735220"/>
              <a:gd name="connsiteY34" fmla="*/ 1557758 h 1903792"/>
              <a:gd name="connsiteX35" fmla="*/ 1735209 w 1735220"/>
              <a:gd name="connsiteY35" fmla="*/ 1628584 h 1903792"/>
              <a:gd name="connsiteX36" fmla="*/ 1449302 w 1735220"/>
              <a:gd name="connsiteY36" fmla="*/ 1903742 h 1903792"/>
              <a:gd name="connsiteX37" fmla="*/ 874020 w 1735220"/>
              <a:gd name="connsiteY37" fmla="*/ 1619308 h 1903792"/>
              <a:gd name="connsiteX38" fmla="*/ 867431 w 1735220"/>
              <a:gd name="connsiteY38" fmla="*/ 1619308 h 1903792"/>
              <a:gd name="connsiteX39" fmla="*/ 733407 w 1735220"/>
              <a:gd name="connsiteY39" fmla="*/ 1554203 h 1903792"/>
              <a:gd name="connsiteX40" fmla="*/ 546848 w 1735220"/>
              <a:gd name="connsiteY40" fmla="*/ 1336955 h 1903792"/>
              <a:gd name="connsiteX41" fmla="*/ 552483 w 1735220"/>
              <a:gd name="connsiteY41" fmla="*/ 1243242 h 1903792"/>
              <a:gd name="connsiteX42" fmla="*/ 641900 w 1735220"/>
              <a:gd name="connsiteY42" fmla="*/ 1247041 h 1903792"/>
              <a:gd name="connsiteX43" fmla="*/ 643595 w 1735220"/>
              <a:gd name="connsiteY43" fmla="*/ 1248964 h 1903792"/>
              <a:gd name="connsiteX44" fmla="*/ 830154 w 1735220"/>
              <a:gd name="connsiteY44" fmla="*/ 1465692 h 1903792"/>
              <a:gd name="connsiteX45" fmla="*/ 910878 w 1735220"/>
              <a:gd name="connsiteY45" fmla="*/ 1472825 h 1903792"/>
              <a:gd name="connsiteX46" fmla="*/ 915111 w 1735220"/>
              <a:gd name="connsiteY46" fmla="*/ 1468899 h 1903792"/>
              <a:gd name="connsiteX47" fmla="*/ 1446355 w 1735220"/>
              <a:gd name="connsiteY47" fmla="*/ 933235 h 1903792"/>
              <a:gd name="connsiteX48" fmla="*/ 1535724 w 1735220"/>
              <a:gd name="connsiteY48" fmla="*/ 932237 h 1903792"/>
              <a:gd name="connsiteX49" fmla="*/ 1537554 w 1735220"/>
              <a:gd name="connsiteY49" fmla="*/ 934102 h 1903792"/>
              <a:gd name="connsiteX50" fmla="*/ 1536687 w 1735220"/>
              <a:gd name="connsiteY50" fmla="*/ 1027988 h 1903792"/>
              <a:gd name="connsiteX51" fmla="*/ 1005444 w 1735220"/>
              <a:gd name="connsiteY51" fmla="*/ 1563739 h 1903792"/>
              <a:gd name="connsiteX52" fmla="*/ 874020 w 1735220"/>
              <a:gd name="connsiteY52" fmla="*/ 1619308 h 1903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735220" h="1903792">
                <a:moveTo>
                  <a:pt x="867691" y="844723"/>
                </a:moveTo>
                <a:cubicBezTo>
                  <a:pt x="634476" y="851378"/>
                  <a:pt x="440022" y="667715"/>
                  <a:pt x="433367" y="434499"/>
                </a:cubicBezTo>
                <a:cubicBezTo>
                  <a:pt x="426712" y="201284"/>
                  <a:pt x="610376" y="6830"/>
                  <a:pt x="843591" y="175"/>
                </a:cubicBezTo>
                <a:cubicBezTo>
                  <a:pt x="1076807" y="-6480"/>
                  <a:pt x="1271260" y="177184"/>
                  <a:pt x="1277915" y="410399"/>
                </a:cubicBezTo>
                <a:cubicBezTo>
                  <a:pt x="1278030" y="414415"/>
                  <a:pt x="1278087" y="418433"/>
                  <a:pt x="1278087" y="422451"/>
                </a:cubicBezTo>
                <a:cubicBezTo>
                  <a:pt x="1281030" y="652252"/>
                  <a:pt x="1097483" y="841111"/>
                  <a:pt x="867691" y="844723"/>
                </a:cubicBezTo>
                <a:close/>
                <a:moveTo>
                  <a:pt x="867691" y="132989"/>
                </a:moveTo>
                <a:cubicBezTo>
                  <a:pt x="707796" y="128393"/>
                  <a:pt x="574450" y="254287"/>
                  <a:pt x="569854" y="414182"/>
                </a:cubicBezTo>
                <a:cubicBezTo>
                  <a:pt x="565257" y="574077"/>
                  <a:pt x="691152" y="707424"/>
                  <a:pt x="851047" y="712020"/>
                </a:cubicBezTo>
                <a:cubicBezTo>
                  <a:pt x="1010942" y="716616"/>
                  <a:pt x="1144288" y="590722"/>
                  <a:pt x="1148885" y="430827"/>
                </a:cubicBezTo>
                <a:cubicBezTo>
                  <a:pt x="1148965" y="428036"/>
                  <a:pt x="1149005" y="425243"/>
                  <a:pt x="1149004" y="422451"/>
                </a:cubicBezTo>
                <a:cubicBezTo>
                  <a:pt x="1150887" y="264982"/>
                  <a:pt x="1025150" y="135603"/>
                  <a:pt x="867691" y="132989"/>
                </a:cubicBezTo>
                <a:close/>
                <a:moveTo>
                  <a:pt x="1449302" y="1903742"/>
                </a:moveTo>
                <a:lnTo>
                  <a:pt x="286081" y="1903742"/>
                </a:lnTo>
                <a:cubicBezTo>
                  <a:pt x="131210" y="1906644"/>
                  <a:pt x="3224" y="1783622"/>
                  <a:pt x="0" y="1628758"/>
                </a:cubicBezTo>
                <a:lnTo>
                  <a:pt x="0" y="1557931"/>
                </a:lnTo>
                <a:cubicBezTo>
                  <a:pt x="0" y="1187240"/>
                  <a:pt x="275504" y="885555"/>
                  <a:pt x="614207" y="885555"/>
                </a:cubicBezTo>
                <a:lnTo>
                  <a:pt x="1120916" y="885555"/>
                </a:lnTo>
                <a:cubicBezTo>
                  <a:pt x="1185176" y="885543"/>
                  <a:pt x="1248968" y="896478"/>
                  <a:pt x="1309556" y="917890"/>
                </a:cubicBezTo>
                <a:cubicBezTo>
                  <a:pt x="1343590" y="930477"/>
                  <a:pt x="1361394" y="967892"/>
                  <a:pt x="1349694" y="1002241"/>
                </a:cubicBezTo>
                <a:cubicBezTo>
                  <a:pt x="1339182" y="1035875"/>
                  <a:pt x="1303395" y="1054619"/>
                  <a:pt x="1269761" y="1044108"/>
                </a:cubicBezTo>
                <a:cubicBezTo>
                  <a:pt x="1269065" y="1043890"/>
                  <a:pt x="1268373" y="1043661"/>
                  <a:pt x="1267684" y="1043419"/>
                </a:cubicBezTo>
                <a:cubicBezTo>
                  <a:pt x="1220530" y="1026831"/>
                  <a:pt x="1170903" y="1018360"/>
                  <a:pt x="1120916" y="1018365"/>
                </a:cubicBezTo>
                <a:lnTo>
                  <a:pt x="614207" y="1018365"/>
                </a:lnTo>
                <a:cubicBezTo>
                  <a:pt x="346678" y="1018365"/>
                  <a:pt x="128736" y="1260494"/>
                  <a:pt x="128736" y="1557931"/>
                </a:cubicBezTo>
                <a:lnTo>
                  <a:pt x="128736" y="1628758"/>
                </a:lnTo>
                <a:cubicBezTo>
                  <a:pt x="133081" y="1711217"/>
                  <a:pt x="203160" y="1774714"/>
                  <a:pt x="285647" y="1770931"/>
                </a:cubicBezTo>
                <a:lnTo>
                  <a:pt x="1448869" y="1770931"/>
                </a:lnTo>
                <a:cubicBezTo>
                  <a:pt x="1531356" y="1774714"/>
                  <a:pt x="1601435" y="1711217"/>
                  <a:pt x="1605780" y="1628758"/>
                </a:cubicBezTo>
                <a:lnTo>
                  <a:pt x="1605780" y="1557931"/>
                </a:lnTo>
                <a:cubicBezTo>
                  <a:pt x="1606526" y="1444460"/>
                  <a:pt x="1573744" y="1333296"/>
                  <a:pt x="1511546" y="1238388"/>
                </a:cubicBezTo>
                <a:cubicBezTo>
                  <a:pt x="1491516" y="1207966"/>
                  <a:pt x="1499182" y="1167144"/>
                  <a:pt x="1528885" y="1146062"/>
                </a:cubicBezTo>
                <a:cubicBezTo>
                  <a:pt x="1557641" y="1125945"/>
                  <a:pt x="1597261" y="1132949"/>
                  <a:pt x="1617378" y="1161705"/>
                </a:cubicBezTo>
                <a:cubicBezTo>
                  <a:pt x="1617769" y="1162264"/>
                  <a:pt x="1618151" y="1162829"/>
                  <a:pt x="1618523" y="1163400"/>
                </a:cubicBezTo>
                <a:cubicBezTo>
                  <a:pt x="1695396" y="1280497"/>
                  <a:pt x="1735988" y="1417684"/>
                  <a:pt x="1735209" y="1557758"/>
                </a:cubicBezTo>
                <a:lnTo>
                  <a:pt x="1735209" y="1628584"/>
                </a:lnTo>
                <a:cubicBezTo>
                  <a:pt x="1732032" y="1783427"/>
                  <a:pt x="1604153" y="1906498"/>
                  <a:pt x="1449302" y="1903742"/>
                </a:cubicBezTo>
                <a:close/>
                <a:moveTo>
                  <a:pt x="874020" y="1619308"/>
                </a:moveTo>
                <a:lnTo>
                  <a:pt x="867431" y="1619308"/>
                </a:lnTo>
                <a:cubicBezTo>
                  <a:pt x="815664" y="1617122"/>
                  <a:pt x="767126" y="1593544"/>
                  <a:pt x="733407" y="1554203"/>
                </a:cubicBezTo>
                <a:lnTo>
                  <a:pt x="546848" y="1336955"/>
                </a:lnTo>
                <a:cubicBezTo>
                  <a:pt x="523293" y="1309260"/>
                  <a:pt x="525779" y="1267915"/>
                  <a:pt x="552483" y="1243242"/>
                </a:cubicBezTo>
                <a:cubicBezTo>
                  <a:pt x="578224" y="1219600"/>
                  <a:pt x="618257" y="1221301"/>
                  <a:pt x="641900" y="1247041"/>
                </a:cubicBezTo>
                <a:cubicBezTo>
                  <a:pt x="642478" y="1247671"/>
                  <a:pt x="643043" y="1248312"/>
                  <a:pt x="643595" y="1248964"/>
                </a:cubicBezTo>
                <a:lnTo>
                  <a:pt x="830154" y="1465692"/>
                </a:lnTo>
                <a:cubicBezTo>
                  <a:pt x="850476" y="1489953"/>
                  <a:pt x="886617" y="1493146"/>
                  <a:pt x="910878" y="1472825"/>
                </a:cubicBezTo>
                <a:cubicBezTo>
                  <a:pt x="912354" y="1471588"/>
                  <a:pt x="913767" y="1470278"/>
                  <a:pt x="915111" y="1468899"/>
                </a:cubicBezTo>
                <a:lnTo>
                  <a:pt x="1446355" y="933235"/>
                </a:lnTo>
                <a:cubicBezTo>
                  <a:pt x="1470758" y="908281"/>
                  <a:pt x="1510770" y="907834"/>
                  <a:pt x="1535724" y="932237"/>
                </a:cubicBezTo>
                <a:cubicBezTo>
                  <a:pt x="1536347" y="932846"/>
                  <a:pt x="1536957" y="933468"/>
                  <a:pt x="1537554" y="934102"/>
                </a:cubicBezTo>
                <a:cubicBezTo>
                  <a:pt x="1562535" y="960548"/>
                  <a:pt x="1562152" y="1002008"/>
                  <a:pt x="1536687" y="1027988"/>
                </a:cubicBezTo>
                <a:lnTo>
                  <a:pt x="1005444" y="1563739"/>
                </a:lnTo>
                <a:cubicBezTo>
                  <a:pt x="970785" y="1599026"/>
                  <a:pt x="923480" y="1619028"/>
                  <a:pt x="874020" y="161930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5776827" y="1358024"/>
            <a:ext cx="1371600" cy="980234"/>
            <a:chOff x="5776827" y="1358024"/>
            <a:chExt cx="1371600" cy="980234"/>
          </a:xfrm>
        </p:grpSpPr>
        <p:sp>
          <p:nvSpPr>
            <p:cNvPr id="92" name="矩形: 圆角 91"/>
            <p:cNvSpPr/>
            <p:nvPr/>
          </p:nvSpPr>
          <p:spPr>
            <a:xfrm>
              <a:off x="5776827" y="1660623"/>
              <a:ext cx="1371600" cy="677635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5992947" y="1814774"/>
              <a:ext cx="825547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40.8%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6193322" y="135802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转化率</a:t>
              </a:r>
            </a:p>
          </p:txBody>
        </p:sp>
      </p:grpSp>
      <p:sp>
        <p:nvSpPr>
          <p:cNvPr id="91" name="任意多边形: 形状 90"/>
          <p:cNvSpPr/>
          <p:nvPr/>
        </p:nvSpPr>
        <p:spPr>
          <a:xfrm>
            <a:off x="5177541" y="1628156"/>
            <a:ext cx="498873" cy="733425"/>
          </a:xfrm>
          <a:custGeom>
            <a:avLst/>
            <a:gdLst>
              <a:gd name="connsiteX0" fmla="*/ 142875 w 500062"/>
              <a:gd name="connsiteY0" fmla="*/ 0 h 490538"/>
              <a:gd name="connsiteX1" fmla="*/ 500062 w 500062"/>
              <a:gd name="connsiteY1" fmla="*/ 0 h 490538"/>
              <a:gd name="connsiteX2" fmla="*/ 500062 w 500062"/>
              <a:gd name="connsiteY2" fmla="*/ 485775 h 490538"/>
              <a:gd name="connsiteX3" fmla="*/ 4762 w 500062"/>
              <a:gd name="connsiteY3" fmla="*/ 485775 h 490538"/>
              <a:gd name="connsiteX4" fmla="*/ 0 w 500062"/>
              <a:gd name="connsiteY4" fmla="*/ 490538 h 49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062" h="490538">
                <a:moveTo>
                  <a:pt x="142875" y="0"/>
                </a:moveTo>
                <a:lnTo>
                  <a:pt x="500062" y="0"/>
                </a:lnTo>
                <a:lnTo>
                  <a:pt x="500062" y="485775"/>
                </a:lnTo>
                <a:lnTo>
                  <a:pt x="4762" y="485775"/>
                </a:lnTo>
                <a:lnTo>
                  <a:pt x="0" y="490538"/>
                </a:lnTo>
              </a:path>
            </a:pathLst>
          </a:custGeom>
          <a:noFill/>
          <a:ln w="25400">
            <a:solidFill>
              <a:schemeClr val="accent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5776827" y="1660623"/>
            <a:ext cx="1371600" cy="67763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5992947" y="1814774"/>
            <a:ext cx="8255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40.8%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6193322" y="1358024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转化率</a:t>
            </a:r>
          </a:p>
        </p:txBody>
      </p:sp>
      <p:sp>
        <p:nvSpPr>
          <p:cNvPr id="102" name="任意多边形: 形状 101"/>
          <p:cNvSpPr/>
          <p:nvPr/>
        </p:nvSpPr>
        <p:spPr>
          <a:xfrm>
            <a:off x="4961421" y="2792301"/>
            <a:ext cx="498873" cy="733425"/>
          </a:xfrm>
          <a:custGeom>
            <a:avLst/>
            <a:gdLst>
              <a:gd name="connsiteX0" fmla="*/ 142875 w 500062"/>
              <a:gd name="connsiteY0" fmla="*/ 0 h 490538"/>
              <a:gd name="connsiteX1" fmla="*/ 500062 w 500062"/>
              <a:gd name="connsiteY1" fmla="*/ 0 h 490538"/>
              <a:gd name="connsiteX2" fmla="*/ 500062 w 500062"/>
              <a:gd name="connsiteY2" fmla="*/ 485775 h 490538"/>
              <a:gd name="connsiteX3" fmla="*/ 4762 w 500062"/>
              <a:gd name="connsiteY3" fmla="*/ 485775 h 490538"/>
              <a:gd name="connsiteX4" fmla="*/ 0 w 500062"/>
              <a:gd name="connsiteY4" fmla="*/ 490538 h 49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062" h="490538">
                <a:moveTo>
                  <a:pt x="142875" y="0"/>
                </a:moveTo>
                <a:lnTo>
                  <a:pt x="500062" y="0"/>
                </a:lnTo>
                <a:lnTo>
                  <a:pt x="500062" y="485775"/>
                </a:lnTo>
                <a:lnTo>
                  <a:pt x="4762" y="485775"/>
                </a:lnTo>
                <a:lnTo>
                  <a:pt x="0" y="490538"/>
                </a:lnTo>
              </a:path>
            </a:pathLst>
          </a:custGeom>
          <a:noFill/>
          <a:ln w="25400">
            <a:solidFill>
              <a:schemeClr val="accent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5560707" y="2824768"/>
            <a:ext cx="1371600" cy="67763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776827" y="2978919"/>
            <a:ext cx="8255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53.7%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977202" y="2522169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转化率</a:t>
            </a:r>
          </a:p>
        </p:txBody>
      </p:sp>
      <p:sp>
        <p:nvSpPr>
          <p:cNvPr id="108" name="任意多边形: 形状 107"/>
          <p:cNvSpPr/>
          <p:nvPr/>
        </p:nvSpPr>
        <p:spPr>
          <a:xfrm>
            <a:off x="4642628" y="3990843"/>
            <a:ext cx="498873" cy="733425"/>
          </a:xfrm>
          <a:custGeom>
            <a:avLst/>
            <a:gdLst>
              <a:gd name="connsiteX0" fmla="*/ 142875 w 500062"/>
              <a:gd name="connsiteY0" fmla="*/ 0 h 490538"/>
              <a:gd name="connsiteX1" fmla="*/ 500062 w 500062"/>
              <a:gd name="connsiteY1" fmla="*/ 0 h 490538"/>
              <a:gd name="connsiteX2" fmla="*/ 500062 w 500062"/>
              <a:gd name="connsiteY2" fmla="*/ 485775 h 490538"/>
              <a:gd name="connsiteX3" fmla="*/ 4762 w 500062"/>
              <a:gd name="connsiteY3" fmla="*/ 485775 h 490538"/>
              <a:gd name="connsiteX4" fmla="*/ 0 w 500062"/>
              <a:gd name="connsiteY4" fmla="*/ 490538 h 49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062" h="490538">
                <a:moveTo>
                  <a:pt x="142875" y="0"/>
                </a:moveTo>
                <a:lnTo>
                  <a:pt x="500062" y="0"/>
                </a:lnTo>
                <a:lnTo>
                  <a:pt x="500062" y="485775"/>
                </a:lnTo>
                <a:lnTo>
                  <a:pt x="4762" y="485775"/>
                </a:lnTo>
                <a:lnTo>
                  <a:pt x="0" y="490538"/>
                </a:lnTo>
              </a:path>
            </a:pathLst>
          </a:custGeom>
          <a:noFill/>
          <a:ln w="25400">
            <a:solidFill>
              <a:schemeClr val="accent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矩形: 圆角 109"/>
          <p:cNvSpPr/>
          <p:nvPr/>
        </p:nvSpPr>
        <p:spPr>
          <a:xfrm>
            <a:off x="5241914" y="4023310"/>
            <a:ext cx="1371600" cy="6776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5458034" y="4177461"/>
            <a:ext cx="8255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57.6%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658409" y="3720711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转化率</a:t>
            </a:r>
          </a:p>
        </p:txBody>
      </p:sp>
      <p:sp>
        <p:nvSpPr>
          <p:cNvPr id="114" name="任意多边形: 形状 113"/>
          <p:cNvSpPr/>
          <p:nvPr/>
        </p:nvSpPr>
        <p:spPr>
          <a:xfrm>
            <a:off x="4368366" y="5089217"/>
            <a:ext cx="498873" cy="733425"/>
          </a:xfrm>
          <a:custGeom>
            <a:avLst/>
            <a:gdLst>
              <a:gd name="connsiteX0" fmla="*/ 142875 w 500062"/>
              <a:gd name="connsiteY0" fmla="*/ 0 h 490538"/>
              <a:gd name="connsiteX1" fmla="*/ 500062 w 500062"/>
              <a:gd name="connsiteY1" fmla="*/ 0 h 490538"/>
              <a:gd name="connsiteX2" fmla="*/ 500062 w 500062"/>
              <a:gd name="connsiteY2" fmla="*/ 485775 h 490538"/>
              <a:gd name="connsiteX3" fmla="*/ 4762 w 500062"/>
              <a:gd name="connsiteY3" fmla="*/ 485775 h 490538"/>
              <a:gd name="connsiteX4" fmla="*/ 0 w 500062"/>
              <a:gd name="connsiteY4" fmla="*/ 490538 h 49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062" h="490538">
                <a:moveTo>
                  <a:pt x="142875" y="0"/>
                </a:moveTo>
                <a:lnTo>
                  <a:pt x="500062" y="0"/>
                </a:lnTo>
                <a:lnTo>
                  <a:pt x="500062" y="485775"/>
                </a:lnTo>
                <a:lnTo>
                  <a:pt x="4762" y="485775"/>
                </a:lnTo>
                <a:lnTo>
                  <a:pt x="0" y="490538"/>
                </a:lnTo>
              </a:path>
            </a:pathLst>
          </a:custGeom>
          <a:noFill/>
          <a:ln w="25400">
            <a:solidFill>
              <a:schemeClr val="accent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15" name="Group 94+"/>
          <p:cNvGrpSpPr/>
          <p:nvPr/>
        </p:nvGrpSpPr>
        <p:grpSpPr>
          <a:xfrm>
            <a:off x="4967652" y="4819085"/>
            <a:ext cx="1371600" cy="980234"/>
            <a:chOff x="5776827" y="1358024"/>
            <a:chExt cx="1371600" cy="980234"/>
          </a:xfrm>
        </p:grpSpPr>
        <p:sp>
          <p:nvSpPr>
            <p:cNvPr id="116" name="矩形: 圆角 115"/>
            <p:cNvSpPr/>
            <p:nvPr/>
          </p:nvSpPr>
          <p:spPr>
            <a:xfrm>
              <a:off x="5776827" y="1660623"/>
              <a:ext cx="1371600" cy="677635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5992947" y="1814774"/>
              <a:ext cx="825547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57.3%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6193322" y="135802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转化率</a:t>
              </a:r>
            </a:p>
          </p:txBody>
        </p:sp>
      </p:grpSp>
      <p:sp>
        <p:nvSpPr>
          <p:cNvPr id="119" name="矩形 118"/>
          <p:cNvSpPr/>
          <p:nvPr/>
        </p:nvSpPr>
        <p:spPr>
          <a:xfrm>
            <a:off x="7428082" y="908050"/>
            <a:ext cx="4343624" cy="1276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8219798" y="1108406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转化亮点</a:t>
            </a:r>
          </a:p>
        </p:txBody>
      </p:sp>
      <p:sp>
        <p:nvSpPr>
          <p:cNvPr id="124" name="文本框 123"/>
          <p:cNvSpPr txBox="1"/>
          <p:nvPr/>
        </p:nvSpPr>
        <p:spPr>
          <a:xfrm>
            <a:off x="7743237" y="1569312"/>
            <a:ext cx="317074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整体转化率达到 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7.24%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，超过行业平均水平（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5.8%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7743237" y="1833609"/>
            <a:ext cx="279563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本季度达到 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53.7%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，较上季度增长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5.2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个百分点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7698483" y="1113382"/>
            <a:ext cx="254325" cy="254325"/>
            <a:chOff x="0" y="0"/>
            <a:chExt cx="1905000" cy="1905000"/>
          </a:xfrm>
          <a:solidFill>
            <a:schemeClr val="accent1"/>
          </a:solidFill>
        </p:grpSpPr>
        <p:sp>
          <p:nvSpPr>
            <p:cNvPr id="127" name="任意多边形: 形状 126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>
                <a:gd name="connsiteX0" fmla="*/ 952500 w 1905000"/>
                <a:gd name="connsiteY0" fmla="*/ 0 h 1905000"/>
                <a:gd name="connsiteX1" fmla="*/ 0 w 1905000"/>
                <a:gd name="connsiteY1" fmla="*/ 952500 h 1905000"/>
                <a:gd name="connsiteX2" fmla="*/ 952500 w 1905000"/>
                <a:gd name="connsiteY2" fmla="*/ 1905000 h 1905000"/>
                <a:gd name="connsiteX3" fmla="*/ 1905000 w 1905000"/>
                <a:gd name="connsiteY3" fmla="*/ 952500 h 1905000"/>
                <a:gd name="connsiteX4" fmla="*/ 952500 w 1905000"/>
                <a:gd name="connsiteY4" fmla="*/ 0 h 1905000"/>
                <a:gd name="connsiteX5" fmla="*/ 952500 w 1905000"/>
                <a:gd name="connsiteY5" fmla="*/ 1777999 h 1905000"/>
                <a:gd name="connsiteX6" fmla="*/ 127001 w 1905000"/>
                <a:gd name="connsiteY6" fmla="*/ 952500 h 1905000"/>
                <a:gd name="connsiteX7" fmla="*/ 952500 w 1905000"/>
                <a:gd name="connsiteY7" fmla="*/ 127001 h 1905000"/>
                <a:gd name="connsiteX8" fmla="*/ 1777999 w 1905000"/>
                <a:gd name="connsiteY8" fmla="*/ 952500 h 1905000"/>
                <a:gd name="connsiteX9" fmla="*/ 952500 w 1905000"/>
                <a:gd name="connsiteY9" fmla="*/ 1777999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05000" h="1905000">
                  <a:moveTo>
                    <a:pt x="952500" y="0"/>
                  </a:moveTo>
                  <a:cubicBezTo>
                    <a:pt x="426449" y="0"/>
                    <a:pt x="0" y="426449"/>
                    <a:pt x="0" y="952500"/>
                  </a:cubicBezTo>
                  <a:cubicBezTo>
                    <a:pt x="0" y="1478551"/>
                    <a:pt x="426449" y="1905000"/>
                    <a:pt x="952500" y="1905000"/>
                  </a:cubicBezTo>
                  <a:cubicBezTo>
                    <a:pt x="1478551" y="1905000"/>
                    <a:pt x="1905000" y="1478551"/>
                    <a:pt x="1905000" y="952500"/>
                  </a:cubicBezTo>
                  <a:cubicBezTo>
                    <a:pt x="1905000" y="426449"/>
                    <a:pt x="1478551" y="0"/>
                    <a:pt x="952500" y="0"/>
                  </a:cubicBezTo>
                  <a:close/>
                  <a:moveTo>
                    <a:pt x="952500" y="1777999"/>
                  </a:moveTo>
                  <a:cubicBezTo>
                    <a:pt x="496589" y="1777999"/>
                    <a:pt x="127001" y="1408411"/>
                    <a:pt x="127001" y="952500"/>
                  </a:cubicBezTo>
                  <a:cubicBezTo>
                    <a:pt x="127001" y="496589"/>
                    <a:pt x="496589" y="127001"/>
                    <a:pt x="952500" y="127001"/>
                  </a:cubicBezTo>
                  <a:cubicBezTo>
                    <a:pt x="1408411" y="127001"/>
                    <a:pt x="1777999" y="496589"/>
                    <a:pt x="1777999" y="952500"/>
                  </a:cubicBezTo>
                  <a:cubicBezTo>
                    <a:pt x="1777999" y="1408411"/>
                    <a:pt x="1408411" y="1777999"/>
                    <a:pt x="952500" y="1777999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394934" y="571534"/>
              <a:ext cx="1118237" cy="758841"/>
            </a:xfrm>
            <a:custGeom>
              <a:avLst/>
              <a:gdLst>
                <a:gd name="connsiteX0" fmla="*/ 1006511 w 1118237"/>
                <a:gd name="connsiteY0" fmla="*/ 21555 h 758841"/>
                <a:gd name="connsiteX1" fmla="*/ 422945 w 1118237"/>
                <a:gd name="connsiteY1" fmla="*/ 605121 h 758841"/>
                <a:gd name="connsiteX2" fmla="*/ 108620 w 1118237"/>
                <a:gd name="connsiteY2" fmla="*/ 291430 h 758841"/>
                <a:gd name="connsiteX3" fmla="*/ 18768 w 1118237"/>
                <a:gd name="connsiteY3" fmla="*/ 291113 h 758841"/>
                <a:gd name="connsiteX4" fmla="*/ 18451 w 1118237"/>
                <a:gd name="connsiteY4" fmla="*/ 380965 h 758841"/>
                <a:gd name="connsiteX5" fmla="*/ 377861 w 1118237"/>
                <a:gd name="connsiteY5" fmla="*/ 740376 h 758841"/>
                <a:gd name="connsiteX6" fmla="*/ 467396 w 1118237"/>
                <a:gd name="connsiteY6" fmla="*/ 740376 h 758841"/>
                <a:gd name="connsiteX7" fmla="*/ 1096046 w 1118237"/>
                <a:gd name="connsiteY7" fmla="*/ 111726 h 758841"/>
                <a:gd name="connsiteX8" fmla="*/ 1102962 w 1118237"/>
                <a:gd name="connsiteY8" fmla="*/ 22191 h 758841"/>
                <a:gd name="connsiteX9" fmla="*/ 1013427 w 1118237"/>
                <a:gd name="connsiteY9" fmla="*/ 15275 h 758841"/>
                <a:gd name="connsiteX10" fmla="*/ 1006511 w 1118237"/>
                <a:gd name="connsiteY10" fmla="*/ 22191 h 75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8237" h="758841">
                  <a:moveTo>
                    <a:pt x="1006511" y="21555"/>
                  </a:moveTo>
                  <a:lnTo>
                    <a:pt x="422945" y="605121"/>
                  </a:lnTo>
                  <a:lnTo>
                    <a:pt x="108620" y="291430"/>
                  </a:lnTo>
                  <a:cubicBezTo>
                    <a:pt x="83896" y="266531"/>
                    <a:pt x="43668" y="266389"/>
                    <a:pt x="18768" y="291113"/>
                  </a:cubicBezTo>
                  <a:cubicBezTo>
                    <a:pt x="-6132" y="315838"/>
                    <a:pt x="-6274" y="356066"/>
                    <a:pt x="18451" y="380965"/>
                  </a:cubicBezTo>
                  <a:lnTo>
                    <a:pt x="377861" y="740376"/>
                  </a:lnTo>
                  <a:cubicBezTo>
                    <a:pt x="402629" y="764997"/>
                    <a:pt x="442629" y="764997"/>
                    <a:pt x="467396" y="740376"/>
                  </a:cubicBezTo>
                  <a:lnTo>
                    <a:pt x="1096046" y="111726"/>
                  </a:lnTo>
                  <a:cubicBezTo>
                    <a:pt x="1122681" y="88911"/>
                    <a:pt x="1125777" y="48825"/>
                    <a:pt x="1102962" y="22191"/>
                  </a:cubicBezTo>
                  <a:cubicBezTo>
                    <a:pt x="1080147" y="-4443"/>
                    <a:pt x="1040061" y="-7539"/>
                    <a:pt x="1013427" y="15275"/>
                  </a:cubicBezTo>
                  <a:cubicBezTo>
                    <a:pt x="1010947" y="17399"/>
                    <a:pt x="1008635" y="19711"/>
                    <a:pt x="1006511" y="22191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29" name="Rectangle 118+"/>
          <p:cNvSpPr/>
          <p:nvPr/>
        </p:nvSpPr>
        <p:spPr>
          <a:xfrm>
            <a:off x="7428082" y="2420938"/>
            <a:ext cx="4343624" cy="1674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7743237" y="3067911"/>
            <a:ext cx="363436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buFont typeface="Wingdings" panose="05000000000000000000" pitchFamily="2" charset="2"/>
              <a:buChar char="ü"/>
              <a:defRPr sz="1000" b="0" i="0">
                <a:solidFill>
                  <a:schemeClr val="tx1">
                    <a:lumMod val="100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商机到成交的转化率（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57.3%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）低于目标值（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65%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），主要流失在价格谈判和方案定制环节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7743237" y="3505989"/>
            <a:ext cx="2721914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buFont typeface="Wingdings" panose="05000000000000000000" pitchFamily="2" charset="2"/>
              <a:buChar char="ü"/>
              <a:defRPr sz="1000" b="0" i="0">
                <a:solidFill>
                  <a:schemeClr val="tx1">
                    <a:lumMod val="100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社交媒体渠道线索量虽大，但转化率仅为 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4.8%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，远低于其他渠道。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Roboto" panose="02000000000000000000" pitchFamily="2" charset="0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4" name="TextBox 120+"/>
          <p:cNvSpPr txBox="1"/>
          <p:nvPr/>
        </p:nvSpPr>
        <p:spPr>
          <a:xfrm>
            <a:off x="8219798" y="262848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存在问题</a:t>
            </a:r>
          </a:p>
        </p:txBody>
      </p:sp>
      <p:sp>
        <p:nvSpPr>
          <p:cNvPr id="137" name="图形 135"/>
          <p:cNvSpPr/>
          <p:nvPr/>
        </p:nvSpPr>
        <p:spPr>
          <a:xfrm>
            <a:off x="7733566" y="2583644"/>
            <a:ext cx="286484" cy="335126"/>
          </a:xfrm>
          <a:custGeom>
            <a:avLst/>
            <a:gdLst>
              <a:gd name="connsiteX0" fmla="*/ 714375 w 1428750"/>
              <a:gd name="connsiteY0" fmla="*/ 119062 h 1671339"/>
              <a:gd name="connsiteX1" fmla="*/ 1309688 w 1428750"/>
              <a:gd name="connsiteY1" fmla="*/ 714375 h 1671339"/>
              <a:gd name="connsiteX2" fmla="*/ 840879 w 1428750"/>
              <a:gd name="connsiteY2" fmla="*/ 1296293 h 1671339"/>
              <a:gd name="connsiteX3" fmla="*/ 788789 w 1428750"/>
              <a:gd name="connsiteY3" fmla="*/ 1306711 h 1671339"/>
              <a:gd name="connsiteX4" fmla="*/ 762000 w 1428750"/>
              <a:gd name="connsiteY4" fmla="*/ 1352848 h 1671339"/>
              <a:gd name="connsiteX5" fmla="*/ 715863 w 1428750"/>
              <a:gd name="connsiteY5" fmla="*/ 1431727 h 1671339"/>
              <a:gd name="connsiteX6" fmla="*/ 671215 w 1428750"/>
              <a:gd name="connsiteY6" fmla="*/ 1352848 h 1671339"/>
              <a:gd name="connsiteX7" fmla="*/ 644426 w 1428750"/>
              <a:gd name="connsiteY7" fmla="*/ 1306711 h 1671339"/>
              <a:gd name="connsiteX8" fmla="*/ 592336 w 1428750"/>
              <a:gd name="connsiteY8" fmla="*/ 1296293 h 1671339"/>
              <a:gd name="connsiteX9" fmla="*/ 119063 w 1428750"/>
              <a:gd name="connsiteY9" fmla="*/ 714375 h 1671339"/>
              <a:gd name="connsiteX10" fmla="*/ 714375 w 1428750"/>
              <a:gd name="connsiteY10" fmla="*/ 119062 h 1671339"/>
              <a:gd name="connsiteX11" fmla="*/ 714375 w 1428750"/>
              <a:gd name="connsiteY11" fmla="*/ 0 h 1671339"/>
              <a:gd name="connsiteX12" fmla="*/ 0 w 1428750"/>
              <a:gd name="connsiteY12" fmla="*/ 714375 h 1671339"/>
              <a:gd name="connsiteX13" fmla="*/ 568523 w 1428750"/>
              <a:gd name="connsiteY13" fmla="*/ 1413867 h 1671339"/>
              <a:gd name="connsiteX14" fmla="*/ 717352 w 1428750"/>
              <a:gd name="connsiteY14" fmla="*/ 1671340 h 1671339"/>
              <a:gd name="connsiteX15" fmla="*/ 866180 w 1428750"/>
              <a:gd name="connsiteY15" fmla="*/ 1413867 h 1671339"/>
              <a:gd name="connsiteX16" fmla="*/ 1428750 w 1428750"/>
              <a:gd name="connsiteY16" fmla="*/ 714375 h 1671339"/>
              <a:gd name="connsiteX17" fmla="*/ 714375 w 1428750"/>
              <a:gd name="connsiteY17" fmla="*/ 0 h 1671339"/>
              <a:gd name="connsiteX18" fmla="*/ 714375 w 1428750"/>
              <a:gd name="connsiteY18" fmla="*/ 238125 h 1671339"/>
              <a:gd name="connsiteX19" fmla="*/ 474762 w 1428750"/>
              <a:gd name="connsiteY19" fmla="*/ 477738 h 1671339"/>
              <a:gd name="connsiteX20" fmla="*/ 595313 w 1428750"/>
              <a:gd name="connsiteY20" fmla="*/ 477738 h 1671339"/>
              <a:gd name="connsiteX21" fmla="*/ 714375 w 1428750"/>
              <a:gd name="connsiteY21" fmla="*/ 357188 h 1671339"/>
              <a:gd name="connsiteX22" fmla="*/ 833438 w 1428750"/>
              <a:gd name="connsiteY22" fmla="*/ 476250 h 1671339"/>
              <a:gd name="connsiteX23" fmla="*/ 799207 w 1428750"/>
              <a:gd name="connsiteY23" fmla="*/ 559594 h 1671339"/>
              <a:gd name="connsiteX24" fmla="*/ 726281 w 1428750"/>
              <a:gd name="connsiteY24" fmla="*/ 634008 h 1671339"/>
              <a:gd name="connsiteX25" fmla="*/ 656332 w 1428750"/>
              <a:gd name="connsiteY25" fmla="*/ 805160 h 1671339"/>
              <a:gd name="connsiteX26" fmla="*/ 656332 w 1428750"/>
              <a:gd name="connsiteY26" fmla="*/ 953988 h 1671339"/>
              <a:gd name="connsiteX27" fmla="*/ 775395 w 1428750"/>
              <a:gd name="connsiteY27" fmla="*/ 953988 h 1671339"/>
              <a:gd name="connsiteX28" fmla="*/ 775395 w 1428750"/>
              <a:gd name="connsiteY28" fmla="*/ 834926 h 1671339"/>
              <a:gd name="connsiteX29" fmla="*/ 845344 w 1428750"/>
              <a:gd name="connsiteY29" fmla="*/ 665262 h 1671339"/>
              <a:gd name="connsiteX30" fmla="*/ 898922 w 1428750"/>
              <a:gd name="connsiteY30" fmla="*/ 610195 h 1671339"/>
              <a:gd name="connsiteX31" fmla="*/ 953988 w 1428750"/>
              <a:gd name="connsiteY31" fmla="*/ 476250 h 1671339"/>
              <a:gd name="connsiteX32" fmla="*/ 714375 w 1428750"/>
              <a:gd name="connsiteY32" fmla="*/ 238125 h 1671339"/>
              <a:gd name="connsiteX33" fmla="*/ 654844 w 1428750"/>
              <a:gd name="connsiteY33" fmla="*/ 1192113 h 1671339"/>
              <a:gd name="connsiteX34" fmla="*/ 773906 w 1428750"/>
              <a:gd name="connsiteY34" fmla="*/ 1192113 h 1671339"/>
              <a:gd name="connsiteX35" fmla="*/ 773906 w 1428750"/>
              <a:gd name="connsiteY35" fmla="*/ 1073051 h 1671339"/>
              <a:gd name="connsiteX36" fmla="*/ 654844 w 1428750"/>
              <a:gd name="connsiteY36" fmla="*/ 1073051 h 1671339"/>
              <a:gd name="connsiteX37" fmla="*/ 654844 w 1428750"/>
              <a:gd name="connsiteY37" fmla="*/ 1192113 h 167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428750" h="1671339">
                <a:moveTo>
                  <a:pt x="714375" y="119062"/>
                </a:moveTo>
                <a:cubicBezTo>
                  <a:pt x="1043285" y="119062"/>
                  <a:pt x="1309688" y="385465"/>
                  <a:pt x="1309688" y="714375"/>
                </a:cubicBezTo>
                <a:cubicBezTo>
                  <a:pt x="1309688" y="992684"/>
                  <a:pt x="1111746" y="1236762"/>
                  <a:pt x="840879" y="1296293"/>
                </a:cubicBezTo>
                <a:lnTo>
                  <a:pt x="788789" y="1306711"/>
                </a:lnTo>
                <a:lnTo>
                  <a:pt x="762000" y="1352848"/>
                </a:lnTo>
                <a:lnTo>
                  <a:pt x="715863" y="1431727"/>
                </a:lnTo>
                <a:lnTo>
                  <a:pt x="671215" y="1352848"/>
                </a:lnTo>
                <a:lnTo>
                  <a:pt x="644426" y="1306711"/>
                </a:lnTo>
                <a:lnTo>
                  <a:pt x="592336" y="1296293"/>
                </a:lnTo>
                <a:cubicBezTo>
                  <a:pt x="318492" y="1239738"/>
                  <a:pt x="119063" y="994172"/>
                  <a:pt x="119063" y="714375"/>
                </a:cubicBezTo>
                <a:cubicBezTo>
                  <a:pt x="119063" y="385465"/>
                  <a:pt x="385465" y="119062"/>
                  <a:pt x="714375" y="119062"/>
                </a:cubicBezTo>
                <a:moveTo>
                  <a:pt x="714375" y="0"/>
                </a:moveTo>
                <a:cubicBezTo>
                  <a:pt x="319980" y="0"/>
                  <a:pt x="0" y="319980"/>
                  <a:pt x="0" y="714375"/>
                </a:cubicBezTo>
                <a:cubicBezTo>
                  <a:pt x="0" y="1058168"/>
                  <a:pt x="244078" y="1346895"/>
                  <a:pt x="568523" y="1413867"/>
                </a:cubicBezTo>
                <a:lnTo>
                  <a:pt x="717352" y="1671340"/>
                </a:lnTo>
                <a:lnTo>
                  <a:pt x="866180" y="1413867"/>
                </a:lnTo>
                <a:cubicBezTo>
                  <a:pt x="1187649" y="1342430"/>
                  <a:pt x="1428750" y="1056680"/>
                  <a:pt x="1428750" y="714375"/>
                </a:cubicBezTo>
                <a:cubicBezTo>
                  <a:pt x="1428750" y="319980"/>
                  <a:pt x="1108770" y="0"/>
                  <a:pt x="714375" y="0"/>
                </a:cubicBezTo>
                <a:close/>
                <a:moveTo>
                  <a:pt x="714375" y="238125"/>
                </a:moveTo>
                <a:cubicBezTo>
                  <a:pt x="581918" y="238125"/>
                  <a:pt x="474762" y="346770"/>
                  <a:pt x="474762" y="477738"/>
                </a:cubicBezTo>
                <a:lnTo>
                  <a:pt x="595313" y="477738"/>
                </a:lnTo>
                <a:cubicBezTo>
                  <a:pt x="595313" y="412254"/>
                  <a:pt x="648891" y="357188"/>
                  <a:pt x="714375" y="357188"/>
                </a:cubicBezTo>
                <a:cubicBezTo>
                  <a:pt x="779859" y="357188"/>
                  <a:pt x="833438" y="410766"/>
                  <a:pt x="833438" y="476250"/>
                </a:cubicBezTo>
                <a:cubicBezTo>
                  <a:pt x="833438" y="508992"/>
                  <a:pt x="820043" y="538758"/>
                  <a:pt x="799207" y="559594"/>
                </a:cubicBezTo>
                <a:lnTo>
                  <a:pt x="726281" y="634008"/>
                </a:lnTo>
                <a:cubicBezTo>
                  <a:pt x="683121" y="677168"/>
                  <a:pt x="656332" y="739676"/>
                  <a:pt x="656332" y="805160"/>
                </a:cubicBezTo>
                <a:lnTo>
                  <a:pt x="656332" y="953988"/>
                </a:lnTo>
                <a:lnTo>
                  <a:pt x="775395" y="953988"/>
                </a:lnTo>
                <a:lnTo>
                  <a:pt x="775395" y="834926"/>
                </a:lnTo>
                <a:cubicBezTo>
                  <a:pt x="775395" y="747117"/>
                  <a:pt x="802184" y="709910"/>
                  <a:pt x="845344" y="665262"/>
                </a:cubicBezTo>
                <a:lnTo>
                  <a:pt x="898922" y="610195"/>
                </a:lnTo>
                <a:cubicBezTo>
                  <a:pt x="933152" y="575965"/>
                  <a:pt x="953988" y="528340"/>
                  <a:pt x="953988" y="476250"/>
                </a:cubicBezTo>
                <a:cubicBezTo>
                  <a:pt x="952500" y="345281"/>
                  <a:pt x="845344" y="238125"/>
                  <a:pt x="714375" y="238125"/>
                </a:cubicBezTo>
                <a:close/>
                <a:moveTo>
                  <a:pt x="654844" y="1192113"/>
                </a:moveTo>
                <a:lnTo>
                  <a:pt x="773906" y="1192113"/>
                </a:lnTo>
                <a:lnTo>
                  <a:pt x="773906" y="1073051"/>
                </a:lnTo>
                <a:lnTo>
                  <a:pt x="654844" y="1073051"/>
                </a:lnTo>
                <a:lnTo>
                  <a:pt x="654844" y="1192113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8" name="Rectangle 118++"/>
          <p:cNvSpPr/>
          <p:nvPr/>
        </p:nvSpPr>
        <p:spPr>
          <a:xfrm>
            <a:off x="6851603" y="4351648"/>
            <a:ext cx="4920103" cy="2138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1" name="TextBox 120++"/>
          <p:cNvSpPr txBox="1"/>
          <p:nvPr/>
        </p:nvSpPr>
        <p:spPr>
          <a:xfrm>
            <a:off x="7572114" y="4756555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下季度目标</a:t>
            </a:r>
          </a:p>
        </p:txBody>
      </p:sp>
      <p:grpSp>
        <p:nvGrpSpPr>
          <p:cNvPr id="148" name="组合 147"/>
          <p:cNvGrpSpPr/>
          <p:nvPr/>
        </p:nvGrpSpPr>
        <p:grpSpPr>
          <a:xfrm>
            <a:off x="7158307" y="4711300"/>
            <a:ext cx="287164" cy="287136"/>
            <a:chOff x="7632144" y="3590809"/>
            <a:chExt cx="1034188" cy="1034086"/>
          </a:xfrm>
          <a:solidFill>
            <a:schemeClr val="accent1"/>
          </a:solidFill>
        </p:grpSpPr>
        <p:sp>
          <p:nvSpPr>
            <p:cNvPr id="145" name="任意多边形: 形状 144"/>
            <p:cNvSpPr/>
            <p:nvPr/>
          </p:nvSpPr>
          <p:spPr>
            <a:xfrm>
              <a:off x="7632144" y="3590809"/>
              <a:ext cx="1034188" cy="1034086"/>
            </a:xfrm>
            <a:custGeom>
              <a:avLst/>
              <a:gdLst>
                <a:gd name="connsiteX0" fmla="*/ 517051 w 1034188"/>
                <a:gd name="connsiteY0" fmla="*/ 72178 h 1034086"/>
                <a:gd name="connsiteX1" fmla="*/ 72246 w 1034188"/>
                <a:gd name="connsiteY1" fmla="*/ 517088 h 1034086"/>
                <a:gd name="connsiteX2" fmla="*/ 517155 w 1034188"/>
                <a:gd name="connsiteY2" fmla="*/ 961893 h 1034086"/>
                <a:gd name="connsiteX3" fmla="*/ 961960 w 1034188"/>
                <a:gd name="connsiteY3" fmla="*/ 516984 h 1034086"/>
                <a:gd name="connsiteX4" fmla="*/ 952964 w 1034188"/>
                <a:gd name="connsiteY4" fmla="*/ 428021 h 1034086"/>
                <a:gd name="connsiteX5" fmla="*/ 981132 w 1034188"/>
                <a:gd name="connsiteY5" fmla="*/ 385497 h 1034086"/>
                <a:gd name="connsiteX6" fmla="*/ 1023656 w 1034188"/>
                <a:gd name="connsiteY6" fmla="*/ 413666 h 1034086"/>
                <a:gd name="connsiteX7" fmla="*/ 620421 w 1034188"/>
                <a:gd name="connsiteY7" fmla="*/ 1023554 h 1034086"/>
                <a:gd name="connsiteX8" fmla="*/ 10532 w 1034188"/>
                <a:gd name="connsiteY8" fmla="*/ 620319 h 1034086"/>
                <a:gd name="connsiteX9" fmla="*/ 413768 w 1034188"/>
                <a:gd name="connsiteY9" fmla="*/ 10431 h 1034086"/>
                <a:gd name="connsiteX10" fmla="*/ 620421 w 1034188"/>
                <a:gd name="connsiteY10" fmla="*/ 10431 h 1034086"/>
                <a:gd name="connsiteX11" fmla="*/ 648553 w 1034188"/>
                <a:gd name="connsiteY11" fmla="*/ 52990 h 1034086"/>
                <a:gd name="connsiteX12" fmla="*/ 605994 w 1034188"/>
                <a:gd name="connsiteY12" fmla="*/ 81123 h 1034086"/>
                <a:gd name="connsiteX13" fmla="*/ 517051 w 1034188"/>
                <a:gd name="connsiteY13" fmla="*/ 72178 h 1034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34188" h="1034086">
                  <a:moveTo>
                    <a:pt x="517051" y="72178"/>
                  </a:moveTo>
                  <a:cubicBezTo>
                    <a:pt x="271363" y="72207"/>
                    <a:pt x="72217" y="271400"/>
                    <a:pt x="72246" y="517088"/>
                  </a:cubicBezTo>
                  <a:cubicBezTo>
                    <a:pt x="72274" y="762776"/>
                    <a:pt x="271467" y="961922"/>
                    <a:pt x="517155" y="961893"/>
                  </a:cubicBezTo>
                  <a:cubicBezTo>
                    <a:pt x="762843" y="961864"/>
                    <a:pt x="961989" y="762672"/>
                    <a:pt x="961960" y="516984"/>
                  </a:cubicBezTo>
                  <a:cubicBezTo>
                    <a:pt x="961957" y="487102"/>
                    <a:pt x="958943" y="457298"/>
                    <a:pt x="952964" y="428021"/>
                  </a:cubicBezTo>
                  <a:cubicBezTo>
                    <a:pt x="949000" y="408500"/>
                    <a:pt x="961611" y="389461"/>
                    <a:pt x="981132" y="385497"/>
                  </a:cubicBezTo>
                  <a:cubicBezTo>
                    <a:pt x="1000654" y="381533"/>
                    <a:pt x="1019692" y="394145"/>
                    <a:pt x="1023656" y="413666"/>
                  </a:cubicBezTo>
                  <a:cubicBezTo>
                    <a:pt x="1080722" y="693432"/>
                    <a:pt x="900187" y="966489"/>
                    <a:pt x="620421" y="1023554"/>
                  </a:cubicBezTo>
                  <a:cubicBezTo>
                    <a:pt x="340654" y="1080620"/>
                    <a:pt x="67598" y="900085"/>
                    <a:pt x="10532" y="620319"/>
                  </a:cubicBezTo>
                  <a:cubicBezTo>
                    <a:pt x="-46533" y="340553"/>
                    <a:pt x="134001" y="67496"/>
                    <a:pt x="413768" y="10431"/>
                  </a:cubicBezTo>
                  <a:cubicBezTo>
                    <a:pt x="481950" y="-3477"/>
                    <a:pt x="552238" y="-3477"/>
                    <a:pt x="620421" y="10431"/>
                  </a:cubicBezTo>
                  <a:cubicBezTo>
                    <a:pt x="639942" y="14415"/>
                    <a:pt x="652537" y="33469"/>
                    <a:pt x="648553" y="52990"/>
                  </a:cubicBezTo>
                  <a:cubicBezTo>
                    <a:pt x="644570" y="72512"/>
                    <a:pt x="625515" y="85107"/>
                    <a:pt x="605994" y="81123"/>
                  </a:cubicBezTo>
                  <a:cubicBezTo>
                    <a:pt x="576719" y="75177"/>
                    <a:pt x="546923" y="72181"/>
                    <a:pt x="517051" y="72178"/>
                  </a:cubicBezTo>
                  <a:close/>
                </a:path>
              </a:pathLst>
            </a:custGeom>
            <a:grpFill/>
            <a:ln w="112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6" name="任意多边形: 形状 145"/>
            <p:cNvSpPr/>
            <p:nvPr/>
          </p:nvSpPr>
          <p:spPr>
            <a:xfrm>
              <a:off x="7872701" y="3831351"/>
              <a:ext cx="552987" cy="552987"/>
            </a:xfrm>
            <a:custGeom>
              <a:avLst/>
              <a:gdLst>
                <a:gd name="connsiteX0" fmla="*/ 276494 w 552987"/>
                <a:gd name="connsiteY0" fmla="*/ 72135 h 552987"/>
                <a:gd name="connsiteX1" fmla="*/ 72135 w 552987"/>
                <a:gd name="connsiteY1" fmla="*/ 276494 h 552987"/>
                <a:gd name="connsiteX2" fmla="*/ 276494 w 552987"/>
                <a:gd name="connsiteY2" fmla="*/ 480853 h 552987"/>
                <a:gd name="connsiteX3" fmla="*/ 480853 w 552987"/>
                <a:gd name="connsiteY3" fmla="*/ 276494 h 552987"/>
                <a:gd name="connsiteX4" fmla="*/ 516920 w 552987"/>
                <a:gd name="connsiteY4" fmla="*/ 240426 h 552987"/>
                <a:gd name="connsiteX5" fmla="*/ 552988 w 552987"/>
                <a:gd name="connsiteY5" fmla="*/ 276494 h 552987"/>
                <a:gd name="connsiteX6" fmla="*/ 276494 w 552987"/>
                <a:gd name="connsiteY6" fmla="*/ 552988 h 552987"/>
                <a:gd name="connsiteX7" fmla="*/ 0 w 552987"/>
                <a:gd name="connsiteY7" fmla="*/ 276494 h 552987"/>
                <a:gd name="connsiteX8" fmla="*/ 276494 w 552987"/>
                <a:gd name="connsiteY8" fmla="*/ 0 h 552987"/>
                <a:gd name="connsiteX9" fmla="*/ 312562 w 552987"/>
                <a:gd name="connsiteY9" fmla="*/ 36068 h 552987"/>
                <a:gd name="connsiteX10" fmla="*/ 276494 w 552987"/>
                <a:gd name="connsiteY10" fmla="*/ 72135 h 552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87" h="552987">
                  <a:moveTo>
                    <a:pt x="276494" y="72135"/>
                  </a:moveTo>
                  <a:cubicBezTo>
                    <a:pt x="163630" y="72135"/>
                    <a:pt x="72135" y="163630"/>
                    <a:pt x="72135" y="276494"/>
                  </a:cubicBezTo>
                  <a:cubicBezTo>
                    <a:pt x="72135" y="389358"/>
                    <a:pt x="163630" y="480853"/>
                    <a:pt x="276494" y="480853"/>
                  </a:cubicBezTo>
                  <a:cubicBezTo>
                    <a:pt x="389358" y="480853"/>
                    <a:pt x="480853" y="389358"/>
                    <a:pt x="480853" y="276494"/>
                  </a:cubicBezTo>
                  <a:cubicBezTo>
                    <a:pt x="480853" y="256574"/>
                    <a:pt x="497001" y="240426"/>
                    <a:pt x="516920" y="240426"/>
                  </a:cubicBezTo>
                  <a:cubicBezTo>
                    <a:pt x="536840" y="240426"/>
                    <a:pt x="552988" y="256574"/>
                    <a:pt x="552988" y="276494"/>
                  </a:cubicBezTo>
                  <a:cubicBezTo>
                    <a:pt x="552988" y="429197"/>
                    <a:pt x="429197" y="552988"/>
                    <a:pt x="276494" y="552988"/>
                  </a:cubicBezTo>
                  <a:cubicBezTo>
                    <a:pt x="123791" y="552988"/>
                    <a:pt x="0" y="429197"/>
                    <a:pt x="0" y="276494"/>
                  </a:cubicBezTo>
                  <a:cubicBezTo>
                    <a:pt x="0" y="123791"/>
                    <a:pt x="123791" y="0"/>
                    <a:pt x="276494" y="0"/>
                  </a:cubicBezTo>
                  <a:cubicBezTo>
                    <a:pt x="296414" y="0"/>
                    <a:pt x="312562" y="16148"/>
                    <a:pt x="312562" y="36068"/>
                  </a:cubicBezTo>
                  <a:cubicBezTo>
                    <a:pt x="312562" y="55987"/>
                    <a:pt x="296414" y="72135"/>
                    <a:pt x="276494" y="72135"/>
                  </a:cubicBezTo>
                  <a:close/>
                </a:path>
              </a:pathLst>
            </a:custGeom>
            <a:grpFill/>
            <a:ln w="112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7" name="任意多边形: 形状 146"/>
            <p:cNvSpPr/>
            <p:nvPr/>
          </p:nvSpPr>
          <p:spPr>
            <a:xfrm>
              <a:off x="8113071" y="3590947"/>
              <a:ext cx="553012" cy="552985"/>
            </a:xfrm>
            <a:custGeom>
              <a:avLst/>
              <a:gdLst>
                <a:gd name="connsiteX0" fmla="*/ 416059 w 553012"/>
                <a:gd name="connsiteY0" fmla="*/ 42754 h 552985"/>
                <a:gd name="connsiteX1" fmla="*/ 369532 w 553012"/>
                <a:gd name="connsiteY1" fmla="*/ 699 h 552985"/>
                <a:gd name="connsiteX2" fmla="*/ 313483 w 553012"/>
                <a:gd name="connsiteY2" fmla="*/ 19598 h 552985"/>
                <a:gd name="connsiteX3" fmla="*/ 258228 w 553012"/>
                <a:gd name="connsiteY3" fmla="*/ 74926 h 552985"/>
                <a:gd name="connsiteX4" fmla="*/ 206940 w 553012"/>
                <a:gd name="connsiteY4" fmla="*/ 244732 h 552985"/>
                <a:gd name="connsiteX5" fmla="*/ 217327 w 553012"/>
                <a:gd name="connsiteY5" fmla="*/ 284623 h 552985"/>
                <a:gd name="connsiteX6" fmla="*/ 10588 w 553012"/>
                <a:gd name="connsiteY6" fmla="*/ 491362 h 552985"/>
                <a:gd name="connsiteX7" fmla="*/ 10552 w 553012"/>
                <a:gd name="connsiteY7" fmla="*/ 542398 h 552985"/>
                <a:gd name="connsiteX8" fmla="*/ 61587 w 553012"/>
                <a:gd name="connsiteY8" fmla="*/ 542434 h 552985"/>
                <a:gd name="connsiteX9" fmla="*/ 268399 w 553012"/>
                <a:gd name="connsiteY9" fmla="*/ 335622 h 552985"/>
                <a:gd name="connsiteX10" fmla="*/ 308290 w 553012"/>
                <a:gd name="connsiteY10" fmla="*/ 346082 h 552985"/>
                <a:gd name="connsiteX11" fmla="*/ 478096 w 553012"/>
                <a:gd name="connsiteY11" fmla="*/ 294866 h 552985"/>
                <a:gd name="connsiteX12" fmla="*/ 533351 w 553012"/>
                <a:gd name="connsiteY12" fmla="*/ 239538 h 552985"/>
                <a:gd name="connsiteX13" fmla="*/ 552323 w 553012"/>
                <a:gd name="connsiteY13" fmla="*/ 183489 h 552985"/>
                <a:gd name="connsiteX14" fmla="*/ 510268 w 553012"/>
                <a:gd name="connsiteY14" fmla="*/ 136962 h 552985"/>
                <a:gd name="connsiteX15" fmla="*/ 435536 w 553012"/>
                <a:gd name="connsiteY15" fmla="*/ 117486 h 552985"/>
                <a:gd name="connsiteX16" fmla="*/ 416059 w 553012"/>
                <a:gd name="connsiteY16" fmla="*/ 42754 h 552985"/>
                <a:gd name="connsiteX17" fmla="*/ 326468 w 553012"/>
                <a:gd name="connsiteY17" fmla="*/ 276255 h 552985"/>
                <a:gd name="connsiteX18" fmla="*/ 287010 w 553012"/>
                <a:gd name="connsiteY18" fmla="*/ 265940 h 552985"/>
                <a:gd name="connsiteX19" fmla="*/ 276767 w 553012"/>
                <a:gd name="connsiteY19" fmla="*/ 226554 h 552985"/>
                <a:gd name="connsiteX20" fmla="*/ 309227 w 553012"/>
                <a:gd name="connsiteY20" fmla="*/ 125926 h 552985"/>
                <a:gd name="connsiteX21" fmla="*/ 352003 w 553012"/>
                <a:gd name="connsiteY21" fmla="*/ 83149 h 552985"/>
                <a:gd name="connsiteX22" fmla="*/ 371047 w 553012"/>
                <a:gd name="connsiteY22" fmla="*/ 156150 h 552985"/>
                <a:gd name="connsiteX23" fmla="*/ 396871 w 553012"/>
                <a:gd name="connsiteY23" fmla="*/ 181975 h 552985"/>
                <a:gd name="connsiteX24" fmla="*/ 469872 w 553012"/>
                <a:gd name="connsiteY24" fmla="*/ 201018 h 552985"/>
                <a:gd name="connsiteX25" fmla="*/ 427096 w 553012"/>
                <a:gd name="connsiteY25" fmla="*/ 243794 h 552985"/>
                <a:gd name="connsiteX26" fmla="*/ 326468 w 553012"/>
                <a:gd name="connsiteY26" fmla="*/ 276255 h 55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53012" h="552985">
                  <a:moveTo>
                    <a:pt x="416059" y="42754"/>
                  </a:moveTo>
                  <a:cubicBezTo>
                    <a:pt x="410404" y="20663"/>
                    <a:pt x="392080" y="4101"/>
                    <a:pt x="369532" y="699"/>
                  </a:cubicBezTo>
                  <a:cubicBezTo>
                    <a:pt x="348900" y="-2348"/>
                    <a:pt x="328058" y="4680"/>
                    <a:pt x="313483" y="19598"/>
                  </a:cubicBezTo>
                  <a:lnTo>
                    <a:pt x="258228" y="74926"/>
                  </a:lnTo>
                  <a:cubicBezTo>
                    <a:pt x="213071" y="120010"/>
                    <a:pt x="191359" y="185148"/>
                    <a:pt x="206940" y="244732"/>
                  </a:cubicBezTo>
                  <a:lnTo>
                    <a:pt x="217327" y="284623"/>
                  </a:lnTo>
                  <a:lnTo>
                    <a:pt x="10588" y="491362"/>
                  </a:lnTo>
                  <a:cubicBezTo>
                    <a:pt x="-3515" y="505445"/>
                    <a:pt x="-3531" y="528295"/>
                    <a:pt x="10552" y="542398"/>
                  </a:cubicBezTo>
                  <a:cubicBezTo>
                    <a:pt x="24635" y="556501"/>
                    <a:pt x="47484" y="556517"/>
                    <a:pt x="61587" y="542434"/>
                  </a:cubicBezTo>
                  <a:lnTo>
                    <a:pt x="268399" y="335622"/>
                  </a:lnTo>
                  <a:lnTo>
                    <a:pt x="308290" y="346082"/>
                  </a:lnTo>
                  <a:cubicBezTo>
                    <a:pt x="367873" y="361591"/>
                    <a:pt x="432939" y="339950"/>
                    <a:pt x="478096" y="294866"/>
                  </a:cubicBezTo>
                  <a:lnTo>
                    <a:pt x="533351" y="239538"/>
                  </a:lnTo>
                  <a:cubicBezTo>
                    <a:pt x="548296" y="224978"/>
                    <a:pt x="555351" y="204134"/>
                    <a:pt x="552323" y="183489"/>
                  </a:cubicBezTo>
                  <a:cubicBezTo>
                    <a:pt x="548921" y="160942"/>
                    <a:pt x="532358" y="142618"/>
                    <a:pt x="510268" y="136962"/>
                  </a:cubicBezTo>
                  <a:lnTo>
                    <a:pt x="435536" y="117486"/>
                  </a:lnTo>
                  <a:lnTo>
                    <a:pt x="416059" y="42754"/>
                  </a:lnTo>
                  <a:close/>
                  <a:moveTo>
                    <a:pt x="326468" y="276255"/>
                  </a:moveTo>
                  <a:lnTo>
                    <a:pt x="287010" y="265940"/>
                  </a:lnTo>
                  <a:lnTo>
                    <a:pt x="276767" y="226554"/>
                  </a:lnTo>
                  <a:cubicBezTo>
                    <a:pt x="268615" y="195392"/>
                    <a:pt x="279363" y="155789"/>
                    <a:pt x="309227" y="125926"/>
                  </a:cubicBezTo>
                  <a:lnTo>
                    <a:pt x="352003" y="83149"/>
                  </a:lnTo>
                  <a:lnTo>
                    <a:pt x="371047" y="156150"/>
                  </a:lnTo>
                  <a:cubicBezTo>
                    <a:pt x="374339" y="168802"/>
                    <a:pt x="384219" y="178683"/>
                    <a:pt x="396871" y="181975"/>
                  </a:cubicBezTo>
                  <a:lnTo>
                    <a:pt x="469872" y="201018"/>
                  </a:lnTo>
                  <a:lnTo>
                    <a:pt x="427096" y="243794"/>
                  </a:lnTo>
                  <a:cubicBezTo>
                    <a:pt x="397232" y="273658"/>
                    <a:pt x="357630" y="284406"/>
                    <a:pt x="326468" y="276255"/>
                  </a:cubicBezTo>
                  <a:close/>
                </a:path>
              </a:pathLst>
            </a:custGeom>
            <a:grpFill/>
            <a:ln w="112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49" name="文本框 148"/>
          <p:cNvSpPr txBox="1"/>
          <p:nvPr/>
        </p:nvSpPr>
        <p:spPr>
          <a:xfrm>
            <a:off x="7303590" y="5907469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整体转化率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7140885" y="5406908"/>
            <a:ext cx="85279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 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8.0%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9157836" y="5907469"/>
            <a:ext cx="38472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成交率</a:t>
            </a:r>
          </a:p>
        </p:txBody>
      </p:sp>
      <p:sp>
        <p:nvSpPr>
          <p:cNvPr id="154" name="文本框 153"/>
          <p:cNvSpPr txBox="1"/>
          <p:nvPr/>
        </p:nvSpPr>
        <p:spPr>
          <a:xfrm>
            <a:off x="9016773" y="5406908"/>
            <a:ext cx="66684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62%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10592898" y="590746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销售周期缩短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10593698" y="5406908"/>
            <a:ext cx="66684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59" name="直接连接符 158"/>
          <p:cNvCxnSpPr/>
          <p:nvPr/>
        </p:nvCxnSpPr>
        <p:spPr>
          <a:xfrm>
            <a:off x="10163508" y="5406908"/>
            <a:ext cx="0" cy="65444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8+"/>
          <p:cNvCxnSpPr/>
          <p:nvPr/>
        </p:nvCxnSpPr>
        <p:spPr>
          <a:xfrm>
            <a:off x="8536887" y="5406908"/>
            <a:ext cx="0" cy="65444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027790" y="196403"/>
            <a:ext cx="287258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客户转化漏斗分析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30961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数据看板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194752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8108487" y="873125"/>
            <a:ext cx="2491409" cy="2543578"/>
            <a:chOff x="8108487" y="873125"/>
            <a:chExt cx="2491409" cy="2543578"/>
          </a:xfrm>
        </p:grpSpPr>
        <p:sp>
          <p:nvSpPr>
            <p:cNvPr id="10" name="矩形 9"/>
            <p:cNvSpPr/>
            <p:nvPr/>
          </p:nvSpPr>
          <p:spPr>
            <a:xfrm rot="20206512">
              <a:off x="9830245" y="1114213"/>
              <a:ext cx="45719" cy="230249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8108487" y="873125"/>
              <a:ext cx="2491409" cy="4909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860724" y="873125"/>
            <a:ext cx="2491409" cy="2543577"/>
            <a:chOff x="4860724" y="873125"/>
            <a:chExt cx="2491409" cy="2543577"/>
          </a:xfrm>
          <a:solidFill>
            <a:schemeClr val="accent2"/>
          </a:solidFill>
        </p:grpSpPr>
        <p:sp>
          <p:nvSpPr>
            <p:cNvPr id="14" name="矩形 13"/>
            <p:cNvSpPr/>
            <p:nvPr/>
          </p:nvSpPr>
          <p:spPr>
            <a:xfrm rot="20206512">
              <a:off x="6549352" y="1114212"/>
              <a:ext cx="45719" cy="23024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860724" y="873125"/>
              <a:ext cx="2491409" cy="4909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612960" y="873125"/>
            <a:ext cx="2491409" cy="2543578"/>
            <a:chOff x="1612960" y="873125"/>
            <a:chExt cx="2491409" cy="2543578"/>
          </a:xfrm>
          <a:solidFill>
            <a:schemeClr val="accent4"/>
          </a:solidFill>
        </p:grpSpPr>
        <p:sp>
          <p:nvSpPr>
            <p:cNvPr id="17" name="矩形 16"/>
            <p:cNvSpPr/>
            <p:nvPr/>
          </p:nvSpPr>
          <p:spPr>
            <a:xfrm rot="20206512">
              <a:off x="3334718" y="1114213"/>
              <a:ext cx="45719" cy="23024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612960" y="873125"/>
              <a:ext cx="2491409" cy="4909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622166" y="3254248"/>
            <a:ext cx="2491409" cy="2543578"/>
            <a:chOff x="1622166" y="3254248"/>
            <a:chExt cx="2491409" cy="2543578"/>
          </a:xfrm>
          <a:solidFill>
            <a:schemeClr val="accent4"/>
          </a:solidFill>
        </p:grpSpPr>
        <p:sp>
          <p:nvSpPr>
            <p:cNvPr id="20" name="矩形 19"/>
            <p:cNvSpPr/>
            <p:nvPr/>
          </p:nvSpPr>
          <p:spPr>
            <a:xfrm rot="1393488" flipV="1">
              <a:off x="3343924" y="3254248"/>
              <a:ext cx="45719" cy="23024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1622166" y="5306863"/>
              <a:ext cx="2491409" cy="4909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860724" y="3254248"/>
            <a:ext cx="2491409" cy="2543578"/>
            <a:chOff x="4860724" y="3254248"/>
            <a:chExt cx="2491409" cy="2543578"/>
          </a:xfrm>
          <a:solidFill>
            <a:schemeClr val="accent2"/>
          </a:solidFill>
        </p:grpSpPr>
        <p:sp>
          <p:nvSpPr>
            <p:cNvPr id="23" name="矩形 22"/>
            <p:cNvSpPr/>
            <p:nvPr/>
          </p:nvSpPr>
          <p:spPr>
            <a:xfrm rot="1393488" flipV="1">
              <a:off x="6582482" y="3254248"/>
              <a:ext cx="45719" cy="23024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 flipV="1">
              <a:off x="4860724" y="5306863"/>
              <a:ext cx="2491409" cy="4909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108487" y="3254248"/>
            <a:ext cx="2491409" cy="2543578"/>
            <a:chOff x="8108487" y="3254248"/>
            <a:chExt cx="2491409" cy="2543578"/>
          </a:xfrm>
        </p:grpSpPr>
        <p:sp>
          <p:nvSpPr>
            <p:cNvPr id="26" name="矩形 25"/>
            <p:cNvSpPr/>
            <p:nvPr/>
          </p:nvSpPr>
          <p:spPr>
            <a:xfrm rot="1393488" flipV="1">
              <a:off x="9830245" y="3254248"/>
              <a:ext cx="45719" cy="230249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 flipV="1">
              <a:off x="8108487" y="5306863"/>
              <a:ext cx="2491409" cy="4909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24191" y="2338009"/>
            <a:ext cx="11402451" cy="2114559"/>
            <a:chOff x="424191" y="2404269"/>
            <a:chExt cx="11402451" cy="2114559"/>
          </a:xfrm>
        </p:grpSpPr>
        <p:sp>
          <p:nvSpPr>
            <p:cNvPr id="6" name="矩形 5"/>
            <p:cNvSpPr/>
            <p:nvPr/>
          </p:nvSpPr>
          <p:spPr>
            <a:xfrm>
              <a:off x="1174238" y="3321325"/>
              <a:ext cx="9538169" cy="1810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" name="等腰三角形 6"/>
            <p:cNvSpPr/>
            <p:nvPr/>
          </p:nvSpPr>
          <p:spPr>
            <a:xfrm rot="5400000">
              <a:off x="10109186" y="2801372"/>
              <a:ext cx="2114559" cy="1320353"/>
            </a:xfrm>
            <a:custGeom>
              <a:avLst/>
              <a:gdLst>
                <a:gd name="connsiteX0" fmla="*/ 0 w 1917195"/>
                <a:gd name="connsiteY0" fmla="*/ 1229295 h 1229295"/>
                <a:gd name="connsiteX1" fmla="*/ 958598 w 1917195"/>
                <a:gd name="connsiteY1" fmla="*/ 0 h 1229295"/>
                <a:gd name="connsiteX2" fmla="*/ 1917195 w 1917195"/>
                <a:gd name="connsiteY2" fmla="*/ 1229295 h 1229295"/>
                <a:gd name="connsiteX3" fmla="*/ 0 w 1917195"/>
                <a:gd name="connsiteY3" fmla="*/ 1229295 h 1229295"/>
                <a:gd name="connsiteX0-1" fmla="*/ 20892 w 1958979"/>
                <a:gd name="connsiteY0-2" fmla="*/ 1229295 h 1229295"/>
                <a:gd name="connsiteX1-3" fmla="*/ 979490 w 1958979"/>
                <a:gd name="connsiteY1-4" fmla="*/ 0 h 1229295"/>
                <a:gd name="connsiteX2-5" fmla="*/ 1938087 w 1958979"/>
                <a:gd name="connsiteY2-6" fmla="*/ 1229295 h 1229295"/>
                <a:gd name="connsiteX3-7" fmla="*/ 20892 w 1958979"/>
                <a:gd name="connsiteY3-8" fmla="*/ 1229295 h 1229295"/>
                <a:gd name="connsiteX0-9" fmla="*/ 20892 w 1958979"/>
                <a:gd name="connsiteY0-10" fmla="*/ 1229295 h 1320353"/>
                <a:gd name="connsiteX1-11" fmla="*/ 979490 w 1958979"/>
                <a:gd name="connsiteY1-12" fmla="*/ 0 h 1320353"/>
                <a:gd name="connsiteX2-13" fmla="*/ 1938087 w 1958979"/>
                <a:gd name="connsiteY2-14" fmla="*/ 1229295 h 1320353"/>
                <a:gd name="connsiteX3-15" fmla="*/ 20892 w 1958979"/>
                <a:gd name="connsiteY3-16" fmla="*/ 1229295 h 1320353"/>
                <a:gd name="connsiteX0-17" fmla="*/ 20892 w 2114559"/>
                <a:gd name="connsiteY0-18" fmla="*/ 1229295 h 1320353"/>
                <a:gd name="connsiteX1-19" fmla="*/ 979490 w 2114559"/>
                <a:gd name="connsiteY1-20" fmla="*/ 0 h 1320353"/>
                <a:gd name="connsiteX2-21" fmla="*/ 1938087 w 2114559"/>
                <a:gd name="connsiteY2-22" fmla="*/ 1229295 h 1320353"/>
                <a:gd name="connsiteX3-23" fmla="*/ 20892 w 2114559"/>
                <a:gd name="connsiteY3-24" fmla="*/ 1229295 h 1320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114559" h="1320353">
                  <a:moveTo>
                    <a:pt x="20892" y="1229295"/>
                  </a:moveTo>
                  <a:cubicBezTo>
                    <a:pt x="-138874" y="1024413"/>
                    <a:pt x="659958" y="0"/>
                    <a:pt x="979490" y="0"/>
                  </a:cubicBezTo>
                  <a:cubicBezTo>
                    <a:pt x="1299022" y="0"/>
                    <a:pt x="2577152" y="1229295"/>
                    <a:pt x="1938087" y="1229295"/>
                  </a:cubicBezTo>
                  <a:cubicBezTo>
                    <a:pt x="1299022" y="1229295"/>
                    <a:pt x="180658" y="1434177"/>
                    <a:pt x="20892" y="122929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" name="等腰三角形 6+"/>
            <p:cNvSpPr/>
            <p:nvPr/>
          </p:nvSpPr>
          <p:spPr>
            <a:xfrm rot="5400000">
              <a:off x="181640" y="3020232"/>
              <a:ext cx="1372044" cy="886942"/>
            </a:xfrm>
            <a:custGeom>
              <a:avLst/>
              <a:gdLst>
                <a:gd name="connsiteX0" fmla="*/ 0 w 1917195"/>
                <a:gd name="connsiteY0" fmla="*/ 1229295 h 1229295"/>
                <a:gd name="connsiteX1" fmla="*/ 958598 w 1917195"/>
                <a:gd name="connsiteY1" fmla="*/ 0 h 1229295"/>
                <a:gd name="connsiteX2" fmla="*/ 1917195 w 1917195"/>
                <a:gd name="connsiteY2" fmla="*/ 1229295 h 1229295"/>
                <a:gd name="connsiteX3" fmla="*/ 0 w 1917195"/>
                <a:gd name="connsiteY3" fmla="*/ 1229295 h 1229295"/>
                <a:gd name="connsiteX0-1" fmla="*/ 20892 w 1958979"/>
                <a:gd name="connsiteY0-2" fmla="*/ 1229295 h 1229295"/>
                <a:gd name="connsiteX1-3" fmla="*/ 979490 w 1958979"/>
                <a:gd name="connsiteY1-4" fmla="*/ 0 h 1229295"/>
                <a:gd name="connsiteX2-5" fmla="*/ 1938087 w 1958979"/>
                <a:gd name="connsiteY2-6" fmla="*/ 1229295 h 1229295"/>
                <a:gd name="connsiteX3-7" fmla="*/ 20892 w 1958979"/>
                <a:gd name="connsiteY3-8" fmla="*/ 1229295 h 1229295"/>
                <a:gd name="connsiteX0-9" fmla="*/ 20892 w 1958979"/>
                <a:gd name="connsiteY0-10" fmla="*/ 1229295 h 1320353"/>
                <a:gd name="connsiteX1-11" fmla="*/ 979490 w 1958979"/>
                <a:gd name="connsiteY1-12" fmla="*/ 0 h 1320353"/>
                <a:gd name="connsiteX2-13" fmla="*/ 1938087 w 1958979"/>
                <a:gd name="connsiteY2-14" fmla="*/ 1229295 h 1320353"/>
                <a:gd name="connsiteX3-15" fmla="*/ 20892 w 1958979"/>
                <a:gd name="connsiteY3-16" fmla="*/ 1229295 h 1320353"/>
                <a:gd name="connsiteX0-17" fmla="*/ 20892 w 2114559"/>
                <a:gd name="connsiteY0-18" fmla="*/ 1229295 h 1320353"/>
                <a:gd name="connsiteX1-19" fmla="*/ 979490 w 2114559"/>
                <a:gd name="connsiteY1-20" fmla="*/ 0 h 1320353"/>
                <a:gd name="connsiteX2-21" fmla="*/ 1938087 w 2114559"/>
                <a:gd name="connsiteY2-22" fmla="*/ 1229295 h 1320353"/>
                <a:gd name="connsiteX3-23" fmla="*/ 20892 w 2114559"/>
                <a:gd name="connsiteY3-24" fmla="*/ 1229295 h 1320353"/>
                <a:gd name="connsiteX0-25" fmla="*/ 20892 w 1938088"/>
                <a:gd name="connsiteY0-26" fmla="*/ 1229295 h 1346710"/>
                <a:gd name="connsiteX1-27" fmla="*/ 979490 w 1938088"/>
                <a:gd name="connsiteY1-28" fmla="*/ 0 h 1346710"/>
                <a:gd name="connsiteX2-29" fmla="*/ 1938087 w 1938088"/>
                <a:gd name="connsiteY2-30" fmla="*/ 1229295 h 1346710"/>
                <a:gd name="connsiteX3-31" fmla="*/ 986883 w 1938088"/>
                <a:gd name="connsiteY3-32" fmla="*/ 1296983 h 1346710"/>
                <a:gd name="connsiteX4" fmla="*/ 20892 w 1938088"/>
                <a:gd name="connsiteY4" fmla="*/ 1229295 h 1346710"/>
                <a:gd name="connsiteX0-33" fmla="*/ 100 w 1917403"/>
                <a:gd name="connsiteY0-34" fmla="*/ 1229295 h 1253103"/>
                <a:gd name="connsiteX1-35" fmla="*/ 958698 w 1917403"/>
                <a:gd name="connsiteY1-36" fmla="*/ 0 h 1253103"/>
                <a:gd name="connsiteX2-37" fmla="*/ 1917295 w 1917403"/>
                <a:gd name="connsiteY2-38" fmla="*/ 1229295 h 1253103"/>
                <a:gd name="connsiteX3-39" fmla="*/ 1014536 w 1917403"/>
                <a:gd name="connsiteY3-40" fmla="*/ 842811 h 1253103"/>
                <a:gd name="connsiteX4-41" fmla="*/ 100 w 1917403"/>
                <a:gd name="connsiteY4-42" fmla="*/ 1229295 h 1253103"/>
                <a:gd name="connsiteX0-43" fmla="*/ 100 w 1917403"/>
                <a:gd name="connsiteY0-44" fmla="*/ 1229295 h 1239483"/>
                <a:gd name="connsiteX1-45" fmla="*/ 958698 w 1917403"/>
                <a:gd name="connsiteY1-46" fmla="*/ 0 h 1239483"/>
                <a:gd name="connsiteX2-47" fmla="*/ 1917295 w 1917403"/>
                <a:gd name="connsiteY2-48" fmla="*/ 1229295 h 1239483"/>
                <a:gd name="connsiteX3-49" fmla="*/ 1014536 w 1917403"/>
                <a:gd name="connsiteY3-50" fmla="*/ 618752 h 1239483"/>
                <a:gd name="connsiteX4-51" fmla="*/ 100 w 1917403"/>
                <a:gd name="connsiteY4-52" fmla="*/ 1229295 h 12394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41" y="connsiteY4-42"/>
                </a:cxn>
              </a:cxnLst>
              <a:rect l="l" t="t" r="r" b="b"/>
              <a:pathLst>
                <a:path w="1917403" h="1239483">
                  <a:moveTo>
                    <a:pt x="100" y="1229295"/>
                  </a:moveTo>
                  <a:cubicBezTo>
                    <a:pt x="-9206" y="1126170"/>
                    <a:pt x="639166" y="0"/>
                    <a:pt x="958698" y="0"/>
                  </a:cubicBezTo>
                  <a:cubicBezTo>
                    <a:pt x="1278230" y="0"/>
                    <a:pt x="1907989" y="1126170"/>
                    <a:pt x="1917295" y="1229295"/>
                  </a:cubicBezTo>
                  <a:cubicBezTo>
                    <a:pt x="1926601" y="1332420"/>
                    <a:pt x="1334068" y="618752"/>
                    <a:pt x="1014536" y="618752"/>
                  </a:cubicBezTo>
                  <a:cubicBezTo>
                    <a:pt x="695004" y="618752"/>
                    <a:pt x="9406" y="1332420"/>
                    <a:pt x="100" y="122929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1436626" y="3338472"/>
              <a:ext cx="181055" cy="1810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8681505" y="973955"/>
            <a:ext cx="1345373" cy="279303"/>
            <a:chOff x="8618011" y="973955"/>
            <a:chExt cx="1345373" cy="279303"/>
          </a:xfrm>
        </p:grpSpPr>
        <p:sp>
          <p:nvSpPr>
            <p:cNvPr id="43" name="文本框 42"/>
            <p:cNvSpPr txBox="1"/>
            <p:nvPr/>
          </p:nvSpPr>
          <p:spPr>
            <a:xfrm>
              <a:off x="9040054" y="983954"/>
              <a:ext cx="923330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人员能力</a:t>
              </a:r>
            </a:p>
          </p:txBody>
        </p:sp>
        <p:sp>
          <p:nvSpPr>
            <p:cNvPr id="56" name="图形 54"/>
            <p:cNvSpPr/>
            <p:nvPr/>
          </p:nvSpPr>
          <p:spPr>
            <a:xfrm>
              <a:off x="8618011" y="973955"/>
              <a:ext cx="317467" cy="246919"/>
            </a:xfrm>
            <a:custGeom>
              <a:avLst/>
              <a:gdLst>
                <a:gd name="connsiteX0" fmla="*/ 809625 w 1714499"/>
                <a:gd name="connsiteY0" fmla="*/ 742950 h 1333500"/>
                <a:gd name="connsiteX1" fmla="*/ 1009650 w 1714499"/>
                <a:gd name="connsiteY1" fmla="*/ 400050 h 1333500"/>
                <a:gd name="connsiteX2" fmla="*/ 600075 w 1714499"/>
                <a:gd name="connsiteY2" fmla="*/ 0 h 1333500"/>
                <a:gd name="connsiteX3" fmla="*/ 200025 w 1714499"/>
                <a:gd name="connsiteY3" fmla="*/ 400050 h 1333500"/>
                <a:gd name="connsiteX4" fmla="*/ 400050 w 1714499"/>
                <a:gd name="connsiteY4" fmla="*/ 742950 h 1333500"/>
                <a:gd name="connsiteX5" fmla="*/ 0 w 1714499"/>
                <a:gd name="connsiteY5" fmla="*/ 1285875 h 1333500"/>
                <a:gd name="connsiteX6" fmla="*/ 47625 w 1714499"/>
                <a:gd name="connsiteY6" fmla="*/ 1333500 h 1333500"/>
                <a:gd name="connsiteX7" fmla="*/ 95250 w 1714499"/>
                <a:gd name="connsiteY7" fmla="*/ 1285875 h 1333500"/>
                <a:gd name="connsiteX8" fmla="*/ 600075 w 1714499"/>
                <a:gd name="connsiteY8" fmla="*/ 809625 h 1333500"/>
                <a:gd name="connsiteX9" fmla="*/ 1104900 w 1714499"/>
                <a:gd name="connsiteY9" fmla="*/ 1285875 h 1333500"/>
                <a:gd name="connsiteX10" fmla="*/ 1152525 w 1714499"/>
                <a:gd name="connsiteY10" fmla="*/ 1333500 h 1333500"/>
                <a:gd name="connsiteX11" fmla="*/ 1200150 w 1714499"/>
                <a:gd name="connsiteY11" fmla="*/ 1285875 h 1333500"/>
                <a:gd name="connsiteX12" fmla="*/ 809625 w 1714499"/>
                <a:gd name="connsiteY12" fmla="*/ 742950 h 1333500"/>
                <a:gd name="connsiteX13" fmla="*/ 295275 w 1714499"/>
                <a:gd name="connsiteY13" fmla="*/ 400050 h 1333500"/>
                <a:gd name="connsiteX14" fmla="*/ 600075 w 1714499"/>
                <a:gd name="connsiteY14" fmla="*/ 95250 h 1333500"/>
                <a:gd name="connsiteX15" fmla="*/ 904875 w 1714499"/>
                <a:gd name="connsiteY15" fmla="*/ 400050 h 1333500"/>
                <a:gd name="connsiteX16" fmla="*/ 600075 w 1714499"/>
                <a:gd name="connsiteY16" fmla="*/ 704850 h 1333500"/>
                <a:gd name="connsiteX17" fmla="*/ 295275 w 1714499"/>
                <a:gd name="connsiteY17" fmla="*/ 400050 h 1333500"/>
                <a:gd name="connsiteX18" fmla="*/ 1371600 w 1714499"/>
                <a:gd name="connsiteY18" fmla="*/ 809625 h 1333500"/>
                <a:gd name="connsiteX19" fmla="*/ 1533525 w 1714499"/>
                <a:gd name="connsiteY19" fmla="*/ 514350 h 1333500"/>
                <a:gd name="connsiteX20" fmla="*/ 1181100 w 1714499"/>
                <a:gd name="connsiteY20" fmla="*/ 161925 h 1333500"/>
                <a:gd name="connsiteX21" fmla="*/ 1076325 w 1714499"/>
                <a:gd name="connsiteY21" fmla="*/ 180975 h 1333500"/>
                <a:gd name="connsiteX22" fmla="*/ 1047750 w 1714499"/>
                <a:gd name="connsiteY22" fmla="*/ 238125 h 1333500"/>
                <a:gd name="connsiteX23" fmla="*/ 1104900 w 1714499"/>
                <a:gd name="connsiteY23" fmla="*/ 266700 h 1333500"/>
                <a:gd name="connsiteX24" fmla="*/ 1181100 w 1714499"/>
                <a:gd name="connsiteY24" fmla="*/ 257175 h 1333500"/>
                <a:gd name="connsiteX25" fmla="*/ 1438275 w 1714499"/>
                <a:gd name="connsiteY25" fmla="*/ 514350 h 1333500"/>
                <a:gd name="connsiteX26" fmla="*/ 1200150 w 1714499"/>
                <a:gd name="connsiteY26" fmla="*/ 771525 h 1333500"/>
                <a:gd name="connsiteX27" fmla="*/ 1181100 w 1714499"/>
                <a:gd name="connsiteY27" fmla="*/ 771525 h 1333500"/>
                <a:gd name="connsiteX28" fmla="*/ 1133475 w 1714499"/>
                <a:gd name="connsiteY28" fmla="*/ 819150 h 1333500"/>
                <a:gd name="connsiteX29" fmla="*/ 1181100 w 1714499"/>
                <a:gd name="connsiteY29" fmla="*/ 866775 h 1333500"/>
                <a:gd name="connsiteX30" fmla="*/ 1200150 w 1714499"/>
                <a:gd name="connsiteY30" fmla="*/ 866775 h 1333500"/>
                <a:gd name="connsiteX31" fmla="*/ 1619250 w 1714499"/>
                <a:gd name="connsiteY31" fmla="*/ 1276350 h 1333500"/>
                <a:gd name="connsiteX32" fmla="*/ 1666875 w 1714499"/>
                <a:gd name="connsiteY32" fmla="*/ 1323975 h 1333500"/>
                <a:gd name="connsiteX33" fmla="*/ 1714500 w 1714499"/>
                <a:gd name="connsiteY33" fmla="*/ 1276350 h 1333500"/>
                <a:gd name="connsiteX34" fmla="*/ 1371600 w 1714499"/>
                <a:gd name="connsiteY34" fmla="*/ 809625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714499" h="1333500">
                  <a:moveTo>
                    <a:pt x="809625" y="742950"/>
                  </a:moveTo>
                  <a:cubicBezTo>
                    <a:pt x="923925" y="676275"/>
                    <a:pt x="1009650" y="542925"/>
                    <a:pt x="1009650" y="400050"/>
                  </a:cubicBezTo>
                  <a:cubicBezTo>
                    <a:pt x="990600" y="180975"/>
                    <a:pt x="819150" y="0"/>
                    <a:pt x="600075" y="0"/>
                  </a:cubicBezTo>
                  <a:cubicBezTo>
                    <a:pt x="381000" y="0"/>
                    <a:pt x="200025" y="180975"/>
                    <a:pt x="200025" y="400050"/>
                  </a:cubicBezTo>
                  <a:cubicBezTo>
                    <a:pt x="200025" y="542925"/>
                    <a:pt x="276225" y="676275"/>
                    <a:pt x="400050" y="742950"/>
                  </a:cubicBezTo>
                  <a:cubicBezTo>
                    <a:pt x="161925" y="828675"/>
                    <a:pt x="0" y="1038225"/>
                    <a:pt x="0" y="1285875"/>
                  </a:cubicBezTo>
                  <a:cubicBezTo>
                    <a:pt x="0" y="1314450"/>
                    <a:pt x="19050" y="1333500"/>
                    <a:pt x="47625" y="1333500"/>
                  </a:cubicBezTo>
                  <a:cubicBezTo>
                    <a:pt x="76200" y="1333500"/>
                    <a:pt x="95250" y="1314450"/>
                    <a:pt x="95250" y="1285875"/>
                  </a:cubicBezTo>
                  <a:cubicBezTo>
                    <a:pt x="95250" y="1019175"/>
                    <a:pt x="323850" y="809625"/>
                    <a:pt x="600075" y="809625"/>
                  </a:cubicBezTo>
                  <a:cubicBezTo>
                    <a:pt x="876300" y="809625"/>
                    <a:pt x="1104900" y="1028700"/>
                    <a:pt x="1104900" y="1285875"/>
                  </a:cubicBezTo>
                  <a:cubicBezTo>
                    <a:pt x="1104900" y="1314450"/>
                    <a:pt x="1123950" y="1333500"/>
                    <a:pt x="1152525" y="1333500"/>
                  </a:cubicBezTo>
                  <a:cubicBezTo>
                    <a:pt x="1181100" y="1333500"/>
                    <a:pt x="1200150" y="1314450"/>
                    <a:pt x="1200150" y="1285875"/>
                  </a:cubicBezTo>
                  <a:cubicBezTo>
                    <a:pt x="1190625" y="1038225"/>
                    <a:pt x="1028700" y="828675"/>
                    <a:pt x="809625" y="742950"/>
                  </a:cubicBezTo>
                  <a:close/>
                  <a:moveTo>
                    <a:pt x="295275" y="400050"/>
                  </a:moveTo>
                  <a:cubicBezTo>
                    <a:pt x="295275" y="228600"/>
                    <a:pt x="428625" y="95250"/>
                    <a:pt x="600075" y="95250"/>
                  </a:cubicBezTo>
                  <a:cubicBezTo>
                    <a:pt x="771525" y="95250"/>
                    <a:pt x="904875" y="228600"/>
                    <a:pt x="904875" y="400050"/>
                  </a:cubicBezTo>
                  <a:cubicBezTo>
                    <a:pt x="904875" y="571500"/>
                    <a:pt x="771525" y="704850"/>
                    <a:pt x="600075" y="704850"/>
                  </a:cubicBezTo>
                  <a:cubicBezTo>
                    <a:pt x="428625" y="714375"/>
                    <a:pt x="295275" y="571500"/>
                    <a:pt x="295275" y="400050"/>
                  </a:cubicBezTo>
                  <a:close/>
                  <a:moveTo>
                    <a:pt x="1371600" y="809625"/>
                  </a:moveTo>
                  <a:cubicBezTo>
                    <a:pt x="1466850" y="742950"/>
                    <a:pt x="1533525" y="638175"/>
                    <a:pt x="1533525" y="514350"/>
                  </a:cubicBezTo>
                  <a:cubicBezTo>
                    <a:pt x="1533525" y="314325"/>
                    <a:pt x="1371600" y="161925"/>
                    <a:pt x="1181100" y="161925"/>
                  </a:cubicBezTo>
                  <a:cubicBezTo>
                    <a:pt x="1143000" y="161925"/>
                    <a:pt x="1104900" y="171450"/>
                    <a:pt x="1076325" y="180975"/>
                  </a:cubicBezTo>
                  <a:cubicBezTo>
                    <a:pt x="1047750" y="190500"/>
                    <a:pt x="1038225" y="219075"/>
                    <a:pt x="1047750" y="238125"/>
                  </a:cubicBezTo>
                  <a:cubicBezTo>
                    <a:pt x="1057275" y="266700"/>
                    <a:pt x="1085850" y="276225"/>
                    <a:pt x="1104900" y="266700"/>
                  </a:cubicBezTo>
                  <a:cubicBezTo>
                    <a:pt x="1133475" y="257175"/>
                    <a:pt x="1152525" y="257175"/>
                    <a:pt x="1181100" y="257175"/>
                  </a:cubicBezTo>
                  <a:cubicBezTo>
                    <a:pt x="1323975" y="257175"/>
                    <a:pt x="1438275" y="371475"/>
                    <a:pt x="1438275" y="514350"/>
                  </a:cubicBezTo>
                  <a:cubicBezTo>
                    <a:pt x="1438275" y="647700"/>
                    <a:pt x="1333500" y="762000"/>
                    <a:pt x="1200150" y="771525"/>
                  </a:cubicBezTo>
                  <a:lnTo>
                    <a:pt x="1181100" y="771525"/>
                  </a:lnTo>
                  <a:cubicBezTo>
                    <a:pt x="1152525" y="771525"/>
                    <a:pt x="1133475" y="790575"/>
                    <a:pt x="1133475" y="819150"/>
                  </a:cubicBezTo>
                  <a:cubicBezTo>
                    <a:pt x="1133475" y="847725"/>
                    <a:pt x="1152525" y="866775"/>
                    <a:pt x="1181100" y="866775"/>
                  </a:cubicBezTo>
                  <a:lnTo>
                    <a:pt x="1200150" y="866775"/>
                  </a:lnTo>
                  <a:cubicBezTo>
                    <a:pt x="1428750" y="876300"/>
                    <a:pt x="1619250" y="1057275"/>
                    <a:pt x="1619250" y="1276350"/>
                  </a:cubicBezTo>
                  <a:cubicBezTo>
                    <a:pt x="1619250" y="1304925"/>
                    <a:pt x="1638300" y="1323975"/>
                    <a:pt x="1666875" y="1323975"/>
                  </a:cubicBezTo>
                  <a:cubicBezTo>
                    <a:pt x="1695450" y="1323975"/>
                    <a:pt x="1714500" y="1304925"/>
                    <a:pt x="1714500" y="1276350"/>
                  </a:cubicBezTo>
                  <a:cubicBezTo>
                    <a:pt x="1704975" y="1066800"/>
                    <a:pt x="1571625" y="885825"/>
                    <a:pt x="1371600" y="809625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447144" y="980840"/>
            <a:ext cx="1318568" cy="285944"/>
            <a:chOff x="5535666" y="980840"/>
            <a:chExt cx="1318568" cy="285944"/>
          </a:xfrm>
        </p:grpSpPr>
        <p:sp>
          <p:nvSpPr>
            <p:cNvPr id="45" name="文本框 44"/>
            <p:cNvSpPr txBox="1"/>
            <p:nvPr/>
          </p:nvSpPr>
          <p:spPr>
            <a:xfrm>
              <a:off x="5930904" y="997480"/>
              <a:ext cx="923330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defRPr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流程机制</a:t>
              </a:r>
            </a:p>
          </p:txBody>
        </p:sp>
        <p:sp>
          <p:nvSpPr>
            <p:cNvPr id="60" name="图形 58"/>
            <p:cNvSpPr/>
            <p:nvPr/>
          </p:nvSpPr>
          <p:spPr>
            <a:xfrm>
              <a:off x="5535666" y="980840"/>
              <a:ext cx="256624" cy="272418"/>
            </a:xfrm>
            <a:custGeom>
              <a:avLst/>
              <a:gdLst>
                <a:gd name="connsiteX0" fmla="*/ 634525 w 1793777"/>
                <a:gd name="connsiteY0" fmla="*/ 1863095 h 1904173"/>
                <a:gd name="connsiteX1" fmla="*/ 598736 w 1793777"/>
                <a:gd name="connsiteY1" fmla="*/ 1793461 h 1904173"/>
                <a:gd name="connsiteX2" fmla="*/ 599049 w 1793777"/>
                <a:gd name="connsiteY2" fmla="*/ 1792371 h 1904173"/>
                <a:gd name="connsiteX3" fmla="*/ 664442 w 1793777"/>
                <a:gd name="connsiteY3" fmla="*/ 1754601 h 1904173"/>
                <a:gd name="connsiteX4" fmla="*/ 665623 w 1793777"/>
                <a:gd name="connsiteY4" fmla="*/ 1754986 h 1904173"/>
                <a:gd name="connsiteX5" fmla="*/ 896889 w 1793777"/>
                <a:gd name="connsiteY5" fmla="*/ 1790705 h 1904173"/>
                <a:gd name="connsiteX6" fmla="*/ 1686225 w 1793777"/>
                <a:gd name="connsiteY6" fmla="*/ 953576 h 1904173"/>
                <a:gd name="connsiteX7" fmla="*/ 1559029 w 1793777"/>
                <a:gd name="connsiteY7" fmla="*/ 496614 h 1904173"/>
                <a:gd name="connsiteX8" fmla="*/ 1447437 w 1793777"/>
                <a:gd name="connsiteY8" fmla="*/ 621034 h 1904173"/>
                <a:gd name="connsiteX9" fmla="*/ 1324507 w 1793777"/>
                <a:gd name="connsiteY9" fmla="*/ 179432 h 1904173"/>
                <a:gd name="connsiteX10" fmla="*/ 1746400 w 1793777"/>
                <a:gd name="connsiteY10" fmla="*/ 287540 h 1904173"/>
                <a:gd name="connsiteX11" fmla="*/ 1634134 w 1793777"/>
                <a:gd name="connsiteY11" fmla="*/ 413390 h 1904173"/>
                <a:gd name="connsiteX12" fmla="*/ 1641095 w 1793777"/>
                <a:gd name="connsiteY12" fmla="*/ 421962 h 1904173"/>
                <a:gd name="connsiteX13" fmla="*/ 1793776 w 1793777"/>
                <a:gd name="connsiteY13" fmla="*/ 953576 h 1904173"/>
                <a:gd name="connsiteX14" fmla="*/ 897338 w 1793777"/>
                <a:gd name="connsiteY14" fmla="*/ 1904171 h 1904173"/>
                <a:gd name="connsiteX15" fmla="*/ 634525 w 1793777"/>
                <a:gd name="connsiteY15" fmla="*/ 1863095 h 1904173"/>
                <a:gd name="connsiteX16" fmla="*/ 47266 w 1793777"/>
                <a:gd name="connsiteY16" fmla="*/ 1616397 h 1904173"/>
                <a:gd name="connsiteX17" fmla="*/ 159531 w 1793777"/>
                <a:gd name="connsiteY17" fmla="*/ 1490548 h 1904173"/>
                <a:gd name="connsiteX18" fmla="*/ 152683 w 1793777"/>
                <a:gd name="connsiteY18" fmla="*/ 1482214 h 1904173"/>
                <a:gd name="connsiteX19" fmla="*/ 2 w 1793777"/>
                <a:gd name="connsiteY19" fmla="*/ 950600 h 1904173"/>
                <a:gd name="connsiteX20" fmla="*/ 896440 w 1793777"/>
                <a:gd name="connsiteY20" fmla="*/ 4 h 1904173"/>
                <a:gd name="connsiteX21" fmla="*/ 1158691 w 1793777"/>
                <a:gd name="connsiteY21" fmla="*/ 41676 h 1904173"/>
                <a:gd name="connsiteX22" fmla="*/ 1194481 w 1793777"/>
                <a:gd name="connsiteY22" fmla="*/ 111310 h 1904173"/>
                <a:gd name="connsiteX23" fmla="*/ 1194167 w 1793777"/>
                <a:gd name="connsiteY23" fmla="*/ 112399 h 1904173"/>
                <a:gd name="connsiteX24" fmla="*/ 1127594 w 1793777"/>
                <a:gd name="connsiteY24" fmla="*/ 149785 h 1904173"/>
                <a:gd name="connsiteX25" fmla="*/ 896327 w 1793777"/>
                <a:gd name="connsiteY25" fmla="*/ 114066 h 1904173"/>
                <a:gd name="connsiteX26" fmla="*/ 106991 w 1793777"/>
                <a:gd name="connsiteY26" fmla="*/ 951195 h 1904173"/>
                <a:gd name="connsiteX27" fmla="*/ 234075 w 1793777"/>
                <a:gd name="connsiteY27" fmla="*/ 1407919 h 1904173"/>
                <a:gd name="connsiteX28" fmla="*/ 346340 w 1793777"/>
                <a:gd name="connsiteY28" fmla="*/ 1283260 h 1904173"/>
                <a:gd name="connsiteX29" fmla="*/ 469271 w 1793777"/>
                <a:gd name="connsiteY29" fmla="*/ 1724625 h 1904173"/>
                <a:gd name="connsiteX30" fmla="*/ 825825 w 1793777"/>
                <a:gd name="connsiteY30" fmla="*/ 1507574 h 1904173"/>
                <a:gd name="connsiteX31" fmla="*/ 749818 w 1793777"/>
                <a:gd name="connsiteY31" fmla="*/ 1427210 h 1904173"/>
                <a:gd name="connsiteX32" fmla="*/ 749821 w 1793777"/>
                <a:gd name="connsiteY32" fmla="*/ 1426373 h 1904173"/>
                <a:gd name="connsiteX33" fmla="*/ 749821 w 1793777"/>
                <a:gd name="connsiteY33" fmla="*/ 1365175 h 1904173"/>
                <a:gd name="connsiteX34" fmla="*/ 719398 w 1793777"/>
                <a:gd name="connsiteY34" fmla="*/ 1351721 h 1904173"/>
                <a:gd name="connsiteX35" fmla="*/ 679543 w 1793777"/>
                <a:gd name="connsiteY35" fmla="*/ 1393988 h 1904173"/>
                <a:gd name="connsiteX36" fmla="*/ 625656 w 1793777"/>
                <a:gd name="connsiteY36" fmla="*/ 1417801 h 1904173"/>
                <a:gd name="connsiteX37" fmla="*/ 572442 w 1793777"/>
                <a:gd name="connsiteY37" fmla="*/ 1395060 h 1904173"/>
                <a:gd name="connsiteX38" fmla="*/ 476119 w 1793777"/>
                <a:gd name="connsiteY38" fmla="*/ 1293023 h 1904173"/>
                <a:gd name="connsiteX39" fmla="*/ 475942 w 1793777"/>
                <a:gd name="connsiteY39" fmla="*/ 1179030 h 1904173"/>
                <a:gd name="connsiteX40" fmla="*/ 476119 w 1793777"/>
                <a:gd name="connsiteY40" fmla="*/ 1178842 h 1904173"/>
                <a:gd name="connsiteX41" fmla="*/ 518555 w 1793777"/>
                <a:gd name="connsiteY41" fmla="*/ 1133718 h 1904173"/>
                <a:gd name="connsiteX42" fmla="*/ 506543 w 1793777"/>
                <a:gd name="connsiteY42" fmla="*/ 1103476 h 1904173"/>
                <a:gd name="connsiteX43" fmla="*/ 448277 w 1793777"/>
                <a:gd name="connsiteY43" fmla="*/ 1103476 h 1904173"/>
                <a:gd name="connsiteX44" fmla="*/ 372273 w 1793777"/>
                <a:gd name="connsiteY44" fmla="*/ 1023109 h 1904173"/>
                <a:gd name="connsiteX45" fmla="*/ 372274 w 1793777"/>
                <a:gd name="connsiteY45" fmla="*/ 1022751 h 1904173"/>
                <a:gd name="connsiteX46" fmla="*/ 372274 w 1793777"/>
                <a:gd name="connsiteY46" fmla="*/ 879043 h 1904173"/>
                <a:gd name="connsiteX47" fmla="*/ 447940 w 1793777"/>
                <a:gd name="connsiteY47" fmla="*/ 798319 h 1904173"/>
                <a:gd name="connsiteX48" fmla="*/ 448277 w 1793777"/>
                <a:gd name="connsiteY48" fmla="*/ 798319 h 1904173"/>
                <a:gd name="connsiteX49" fmla="*/ 509686 w 1793777"/>
                <a:gd name="connsiteY49" fmla="*/ 798319 h 1904173"/>
                <a:gd name="connsiteX50" fmla="*/ 520913 w 1793777"/>
                <a:gd name="connsiteY50" fmla="*/ 768791 h 1904173"/>
                <a:gd name="connsiteX51" fmla="*/ 478476 w 1793777"/>
                <a:gd name="connsiteY51" fmla="*/ 723905 h 1904173"/>
                <a:gd name="connsiteX52" fmla="*/ 456023 w 1793777"/>
                <a:gd name="connsiteY52" fmla="*/ 666755 h 1904173"/>
                <a:gd name="connsiteX53" fmla="*/ 478476 w 1793777"/>
                <a:gd name="connsiteY53" fmla="*/ 609724 h 1904173"/>
                <a:gd name="connsiteX54" fmla="*/ 574126 w 1793777"/>
                <a:gd name="connsiteY54" fmla="*/ 508044 h 1904173"/>
                <a:gd name="connsiteX55" fmla="*/ 628014 w 1793777"/>
                <a:gd name="connsiteY55" fmla="*/ 484232 h 1904173"/>
                <a:gd name="connsiteX56" fmla="*/ 681901 w 1793777"/>
                <a:gd name="connsiteY56" fmla="*/ 508044 h 1904173"/>
                <a:gd name="connsiteX57" fmla="*/ 725011 w 1793777"/>
                <a:gd name="connsiteY57" fmla="*/ 553883 h 1904173"/>
                <a:gd name="connsiteX58" fmla="*/ 752853 w 1793777"/>
                <a:gd name="connsiteY58" fmla="*/ 541977 h 1904173"/>
                <a:gd name="connsiteX59" fmla="*/ 752853 w 1793777"/>
                <a:gd name="connsiteY59" fmla="*/ 478755 h 1904173"/>
                <a:gd name="connsiteX60" fmla="*/ 828744 w 1793777"/>
                <a:gd name="connsiteY60" fmla="*/ 398031 h 1904173"/>
                <a:gd name="connsiteX61" fmla="*/ 828856 w 1793777"/>
                <a:gd name="connsiteY61" fmla="*/ 398030 h 1904173"/>
                <a:gd name="connsiteX62" fmla="*/ 964472 w 1793777"/>
                <a:gd name="connsiteY62" fmla="*/ 398030 h 1904173"/>
                <a:gd name="connsiteX63" fmla="*/ 1040476 w 1793777"/>
                <a:gd name="connsiteY63" fmla="*/ 478636 h 1904173"/>
                <a:gd name="connsiteX64" fmla="*/ 1040476 w 1793777"/>
                <a:gd name="connsiteY64" fmla="*/ 478755 h 1904173"/>
                <a:gd name="connsiteX65" fmla="*/ 1040476 w 1793777"/>
                <a:gd name="connsiteY65" fmla="*/ 541977 h 1904173"/>
                <a:gd name="connsiteX66" fmla="*/ 1069665 w 1793777"/>
                <a:gd name="connsiteY66" fmla="*/ 554717 h 1904173"/>
                <a:gd name="connsiteX67" fmla="*/ 1110866 w 1793777"/>
                <a:gd name="connsiteY67" fmla="*/ 511021 h 1904173"/>
                <a:gd name="connsiteX68" fmla="*/ 1164754 w 1793777"/>
                <a:gd name="connsiteY68" fmla="*/ 487208 h 1904173"/>
                <a:gd name="connsiteX69" fmla="*/ 1218641 w 1793777"/>
                <a:gd name="connsiteY69" fmla="*/ 509949 h 1904173"/>
                <a:gd name="connsiteX70" fmla="*/ 1314291 w 1793777"/>
                <a:gd name="connsiteY70" fmla="*/ 611986 h 1904173"/>
                <a:gd name="connsiteX71" fmla="*/ 1314468 w 1793777"/>
                <a:gd name="connsiteY71" fmla="*/ 725979 h 1904173"/>
                <a:gd name="connsiteX72" fmla="*/ 1314291 w 1793777"/>
                <a:gd name="connsiteY72" fmla="*/ 726167 h 1904173"/>
                <a:gd name="connsiteX73" fmla="*/ 1273763 w 1793777"/>
                <a:gd name="connsiteY73" fmla="*/ 769863 h 1904173"/>
                <a:gd name="connsiteX74" fmla="*/ 1285775 w 1793777"/>
                <a:gd name="connsiteY74" fmla="*/ 801533 h 1904173"/>
                <a:gd name="connsiteX75" fmla="*/ 1341908 w 1793777"/>
                <a:gd name="connsiteY75" fmla="*/ 801533 h 1904173"/>
                <a:gd name="connsiteX76" fmla="*/ 1418585 w 1793777"/>
                <a:gd name="connsiteY76" fmla="*/ 882376 h 1904173"/>
                <a:gd name="connsiteX77" fmla="*/ 1418585 w 1793777"/>
                <a:gd name="connsiteY77" fmla="*/ 882734 h 1904173"/>
                <a:gd name="connsiteX78" fmla="*/ 1418585 w 1793777"/>
                <a:gd name="connsiteY78" fmla="*/ 1025609 h 1904173"/>
                <a:gd name="connsiteX79" fmla="*/ 1342472 w 1793777"/>
                <a:gd name="connsiteY79" fmla="*/ 1106336 h 1904173"/>
                <a:gd name="connsiteX80" fmla="*/ 1341908 w 1793777"/>
                <a:gd name="connsiteY80" fmla="*/ 1106333 h 1904173"/>
                <a:gd name="connsiteX81" fmla="*/ 1285775 w 1793777"/>
                <a:gd name="connsiteY81" fmla="*/ 1106333 h 1904173"/>
                <a:gd name="connsiteX82" fmla="*/ 1273089 w 1793777"/>
                <a:gd name="connsiteY82" fmla="*/ 1139790 h 1904173"/>
                <a:gd name="connsiteX83" fmla="*/ 1311709 w 1793777"/>
                <a:gd name="connsiteY83" fmla="*/ 1180747 h 1904173"/>
                <a:gd name="connsiteX84" fmla="*/ 1334162 w 1793777"/>
                <a:gd name="connsiteY84" fmla="*/ 1237897 h 1904173"/>
                <a:gd name="connsiteX85" fmla="*/ 1311709 w 1793777"/>
                <a:gd name="connsiteY85" fmla="*/ 1294928 h 1904173"/>
                <a:gd name="connsiteX86" fmla="*/ 1216059 w 1793777"/>
                <a:gd name="connsiteY86" fmla="*/ 1396608 h 1904173"/>
                <a:gd name="connsiteX87" fmla="*/ 1162172 w 1793777"/>
                <a:gd name="connsiteY87" fmla="*/ 1420420 h 1904173"/>
                <a:gd name="connsiteX88" fmla="*/ 1108284 w 1793777"/>
                <a:gd name="connsiteY88" fmla="*/ 1396608 h 1904173"/>
                <a:gd name="connsiteX89" fmla="*/ 1068318 w 1793777"/>
                <a:gd name="connsiteY89" fmla="*/ 1354340 h 1904173"/>
                <a:gd name="connsiteX90" fmla="*/ 1037333 w 1793777"/>
                <a:gd name="connsiteY90" fmla="*/ 1367556 h 1904173"/>
                <a:gd name="connsiteX91" fmla="*/ 1037333 w 1793777"/>
                <a:gd name="connsiteY91" fmla="*/ 1426135 h 1904173"/>
                <a:gd name="connsiteX92" fmla="*/ 961329 w 1793777"/>
                <a:gd name="connsiteY92" fmla="*/ 1507336 h 1904173"/>
                <a:gd name="connsiteX93" fmla="*/ 737809 w 1793777"/>
                <a:gd name="connsiteY93" fmla="*/ 1232897 h 1904173"/>
                <a:gd name="connsiteX94" fmla="*/ 816956 w 1793777"/>
                <a:gd name="connsiteY94" fmla="*/ 1268616 h 1904173"/>
                <a:gd name="connsiteX95" fmla="*/ 856922 w 1793777"/>
                <a:gd name="connsiteY95" fmla="*/ 1280522 h 1904173"/>
                <a:gd name="connsiteX96" fmla="*/ 856922 w 1793777"/>
                <a:gd name="connsiteY96" fmla="*/ 1393988 h 1904173"/>
                <a:gd name="connsiteX97" fmla="*/ 930456 w 1793777"/>
                <a:gd name="connsiteY97" fmla="*/ 1393988 h 1904173"/>
                <a:gd name="connsiteX98" fmla="*/ 930456 w 1793777"/>
                <a:gd name="connsiteY98" fmla="*/ 1281236 h 1904173"/>
                <a:gd name="connsiteX99" fmla="*/ 970984 w 1793777"/>
                <a:gd name="connsiteY99" fmla="*/ 1270997 h 1904173"/>
                <a:gd name="connsiteX100" fmla="*/ 1051478 w 1793777"/>
                <a:gd name="connsiteY100" fmla="*/ 1236111 h 1904173"/>
                <a:gd name="connsiteX101" fmla="*/ 1087627 w 1793777"/>
                <a:gd name="connsiteY101" fmla="*/ 1213966 h 1904173"/>
                <a:gd name="connsiteX102" fmla="*/ 1162396 w 1793777"/>
                <a:gd name="connsiteY102" fmla="*/ 1293261 h 1904173"/>
                <a:gd name="connsiteX103" fmla="*/ 1214375 w 1793777"/>
                <a:gd name="connsiteY103" fmla="*/ 1238135 h 1904173"/>
                <a:gd name="connsiteX104" fmla="*/ 1139606 w 1793777"/>
                <a:gd name="connsiteY104" fmla="*/ 1158840 h 1904173"/>
                <a:gd name="connsiteX105" fmla="*/ 1161161 w 1793777"/>
                <a:gd name="connsiteY105" fmla="*/ 1121216 h 1904173"/>
                <a:gd name="connsiteX106" fmla="*/ 1194841 w 1793777"/>
                <a:gd name="connsiteY106" fmla="*/ 1035848 h 1904173"/>
                <a:gd name="connsiteX107" fmla="*/ 1204945 w 1793777"/>
                <a:gd name="connsiteY107" fmla="*/ 992867 h 1904173"/>
                <a:gd name="connsiteX108" fmla="*/ 1311372 w 1793777"/>
                <a:gd name="connsiteY108" fmla="*/ 992867 h 1904173"/>
                <a:gd name="connsiteX109" fmla="*/ 1311372 w 1793777"/>
                <a:gd name="connsiteY109" fmla="*/ 915000 h 1904173"/>
                <a:gd name="connsiteX110" fmla="*/ 1204945 w 1793777"/>
                <a:gd name="connsiteY110" fmla="*/ 915000 h 1904173"/>
                <a:gd name="connsiteX111" fmla="*/ 1194841 w 1793777"/>
                <a:gd name="connsiteY111" fmla="*/ 872733 h 1904173"/>
                <a:gd name="connsiteX112" fmla="*/ 1161161 w 1793777"/>
                <a:gd name="connsiteY112" fmla="*/ 788079 h 1904173"/>
                <a:gd name="connsiteX113" fmla="*/ 1139606 w 1793777"/>
                <a:gd name="connsiteY113" fmla="*/ 750455 h 1904173"/>
                <a:gd name="connsiteX114" fmla="*/ 1216283 w 1793777"/>
                <a:gd name="connsiteY114" fmla="*/ 669255 h 1904173"/>
                <a:gd name="connsiteX115" fmla="*/ 1164305 w 1793777"/>
                <a:gd name="connsiteY115" fmla="*/ 614129 h 1904173"/>
                <a:gd name="connsiteX116" fmla="*/ 1087627 w 1793777"/>
                <a:gd name="connsiteY116" fmla="*/ 695329 h 1904173"/>
                <a:gd name="connsiteX117" fmla="*/ 1052152 w 1793777"/>
                <a:gd name="connsiteY117" fmla="*/ 672589 h 1904173"/>
                <a:gd name="connsiteX118" fmla="*/ 973566 w 1793777"/>
                <a:gd name="connsiteY118" fmla="*/ 638418 h 1904173"/>
                <a:gd name="connsiteX119" fmla="*/ 933038 w 1793777"/>
                <a:gd name="connsiteY119" fmla="*/ 627702 h 1904173"/>
                <a:gd name="connsiteX120" fmla="*/ 933038 w 1793777"/>
                <a:gd name="connsiteY120" fmla="*/ 510783 h 1904173"/>
                <a:gd name="connsiteX121" fmla="*/ 859504 w 1793777"/>
                <a:gd name="connsiteY121" fmla="*/ 510783 h 1904173"/>
                <a:gd name="connsiteX122" fmla="*/ 859504 w 1793777"/>
                <a:gd name="connsiteY122" fmla="*/ 627702 h 1904173"/>
                <a:gd name="connsiteX123" fmla="*/ 819538 w 1793777"/>
                <a:gd name="connsiteY123" fmla="*/ 638418 h 1904173"/>
                <a:gd name="connsiteX124" fmla="*/ 741626 w 1793777"/>
                <a:gd name="connsiteY124" fmla="*/ 672589 h 1904173"/>
                <a:gd name="connsiteX125" fmla="*/ 706150 w 1793777"/>
                <a:gd name="connsiteY125" fmla="*/ 694258 h 1904173"/>
                <a:gd name="connsiteX126" fmla="*/ 627565 w 1793777"/>
                <a:gd name="connsiteY126" fmla="*/ 610914 h 1904173"/>
                <a:gd name="connsiteX127" fmla="*/ 575586 w 1793777"/>
                <a:gd name="connsiteY127" fmla="*/ 666040 h 1904173"/>
                <a:gd name="connsiteX128" fmla="*/ 653498 w 1793777"/>
                <a:gd name="connsiteY128" fmla="*/ 748550 h 1904173"/>
                <a:gd name="connsiteX129" fmla="*/ 632617 w 1793777"/>
                <a:gd name="connsiteY129" fmla="*/ 786889 h 1904173"/>
                <a:gd name="connsiteX130" fmla="*/ 599723 w 1793777"/>
                <a:gd name="connsiteY130" fmla="*/ 868923 h 1904173"/>
                <a:gd name="connsiteX131" fmla="*/ 588496 w 1793777"/>
                <a:gd name="connsiteY131" fmla="*/ 910595 h 1904173"/>
                <a:gd name="connsiteX132" fmla="*/ 477578 w 1793777"/>
                <a:gd name="connsiteY132" fmla="*/ 910595 h 1904173"/>
                <a:gd name="connsiteX133" fmla="*/ 477578 w 1793777"/>
                <a:gd name="connsiteY133" fmla="*/ 988461 h 1904173"/>
                <a:gd name="connsiteX134" fmla="*/ 587149 w 1793777"/>
                <a:gd name="connsiteY134" fmla="*/ 988461 h 1904173"/>
                <a:gd name="connsiteX135" fmla="*/ 597253 w 1793777"/>
                <a:gd name="connsiteY135" fmla="*/ 1032157 h 1904173"/>
                <a:gd name="connsiteX136" fmla="*/ 628912 w 1793777"/>
                <a:gd name="connsiteY136" fmla="*/ 1115501 h 1904173"/>
                <a:gd name="connsiteX137" fmla="*/ 649232 w 1793777"/>
                <a:gd name="connsiteY137" fmla="*/ 1153125 h 1904173"/>
                <a:gd name="connsiteX138" fmla="*/ 572555 w 1793777"/>
                <a:gd name="connsiteY138" fmla="*/ 1235040 h 1904173"/>
                <a:gd name="connsiteX139" fmla="*/ 624533 w 1793777"/>
                <a:gd name="connsiteY139" fmla="*/ 1290166 h 1904173"/>
                <a:gd name="connsiteX140" fmla="*/ 700537 w 1793777"/>
                <a:gd name="connsiteY140" fmla="*/ 1209441 h 1904173"/>
                <a:gd name="connsiteX141" fmla="*/ 687177 w 1793777"/>
                <a:gd name="connsiteY141" fmla="*/ 954052 h 1904173"/>
                <a:gd name="connsiteX142" fmla="*/ 896889 w 1793777"/>
                <a:gd name="connsiteY142" fmla="*/ 730810 h 1904173"/>
                <a:gd name="connsiteX143" fmla="*/ 1107162 w 1793777"/>
                <a:gd name="connsiteY143" fmla="*/ 954052 h 1904173"/>
                <a:gd name="connsiteX144" fmla="*/ 896889 w 1793777"/>
                <a:gd name="connsiteY144" fmla="*/ 1177056 h 1904173"/>
                <a:gd name="connsiteX145" fmla="*/ 687177 w 1793777"/>
                <a:gd name="connsiteY145" fmla="*/ 953814 h 1904173"/>
                <a:gd name="connsiteX146" fmla="*/ 794278 w 1793777"/>
                <a:gd name="connsiteY146" fmla="*/ 954052 h 1904173"/>
                <a:gd name="connsiteX147" fmla="*/ 896889 w 1793777"/>
                <a:gd name="connsiteY147" fmla="*/ 1063590 h 1904173"/>
                <a:gd name="connsiteX148" fmla="*/ 1000173 w 1793777"/>
                <a:gd name="connsiteY148" fmla="*/ 954052 h 1904173"/>
                <a:gd name="connsiteX149" fmla="*/ 896889 w 1793777"/>
                <a:gd name="connsiteY149" fmla="*/ 844515 h 1904173"/>
                <a:gd name="connsiteX150" fmla="*/ 794166 w 1793777"/>
                <a:gd name="connsiteY150" fmla="*/ 953814 h 190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1793777" h="1904173">
                  <a:moveTo>
                    <a:pt x="634525" y="1863095"/>
                  </a:moveTo>
                  <a:cubicBezTo>
                    <a:pt x="606511" y="1854347"/>
                    <a:pt x="590487" y="1823171"/>
                    <a:pt x="598736" y="1793461"/>
                  </a:cubicBezTo>
                  <a:cubicBezTo>
                    <a:pt x="598837" y="1793096"/>
                    <a:pt x="598941" y="1792733"/>
                    <a:pt x="599049" y="1792371"/>
                  </a:cubicBezTo>
                  <a:cubicBezTo>
                    <a:pt x="607272" y="1762790"/>
                    <a:pt x="636549" y="1745880"/>
                    <a:pt x="664442" y="1754601"/>
                  </a:cubicBezTo>
                  <a:cubicBezTo>
                    <a:pt x="664837" y="1754724"/>
                    <a:pt x="665230" y="1754853"/>
                    <a:pt x="665623" y="1754986"/>
                  </a:cubicBezTo>
                  <a:cubicBezTo>
                    <a:pt x="740622" y="1778951"/>
                    <a:pt x="818559" y="1790989"/>
                    <a:pt x="896889" y="1790705"/>
                  </a:cubicBezTo>
                  <a:cubicBezTo>
                    <a:pt x="1332622" y="1790180"/>
                    <a:pt x="1685730" y="1415692"/>
                    <a:pt x="1686225" y="953576"/>
                  </a:cubicBezTo>
                  <a:cubicBezTo>
                    <a:pt x="1686658" y="791374"/>
                    <a:pt x="1642452" y="632563"/>
                    <a:pt x="1559029" y="496614"/>
                  </a:cubicBezTo>
                  <a:lnTo>
                    <a:pt x="1447437" y="621034"/>
                  </a:lnTo>
                  <a:lnTo>
                    <a:pt x="1324507" y="179432"/>
                  </a:lnTo>
                  <a:lnTo>
                    <a:pt x="1746400" y="287540"/>
                  </a:lnTo>
                  <a:lnTo>
                    <a:pt x="1634134" y="413390"/>
                  </a:lnTo>
                  <a:cubicBezTo>
                    <a:pt x="1636684" y="416028"/>
                    <a:pt x="1639013" y="418896"/>
                    <a:pt x="1641095" y="421962"/>
                  </a:cubicBezTo>
                  <a:cubicBezTo>
                    <a:pt x="1740984" y="578980"/>
                    <a:pt x="1794169" y="764164"/>
                    <a:pt x="1793776" y="953576"/>
                  </a:cubicBezTo>
                  <a:cubicBezTo>
                    <a:pt x="1793281" y="1478404"/>
                    <a:pt x="1392203" y="1903712"/>
                    <a:pt x="897338" y="1904171"/>
                  </a:cubicBezTo>
                  <a:cubicBezTo>
                    <a:pt x="808298" y="1904371"/>
                    <a:pt x="719725" y="1890528"/>
                    <a:pt x="634525" y="1863095"/>
                  </a:cubicBezTo>
                  <a:close/>
                  <a:moveTo>
                    <a:pt x="47266" y="1616397"/>
                  </a:moveTo>
                  <a:lnTo>
                    <a:pt x="159531" y="1490548"/>
                  </a:lnTo>
                  <a:cubicBezTo>
                    <a:pt x="157032" y="1487978"/>
                    <a:pt x="154742" y="1485190"/>
                    <a:pt x="152683" y="1482214"/>
                  </a:cubicBezTo>
                  <a:cubicBezTo>
                    <a:pt x="52794" y="1325196"/>
                    <a:pt x="-391" y="1140012"/>
                    <a:pt x="2" y="950600"/>
                  </a:cubicBezTo>
                  <a:cubicBezTo>
                    <a:pt x="250" y="425663"/>
                    <a:pt x="401472" y="202"/>
                    <a:pt x="896440" y="4"/>
                  </a:cubicBezTo>
                  <a:cubicBezTo>
                    <a:pt x="985344" y="-288"/>
                    <a:pt x="1073772" y="13763"/>
                    <a:pt x="1158691" y="41676"/>
                  </a:cubicBezTo>
                  <a:cubicBezTo>
                    <a:pt x="1186706" y="50424"/>
                    <a:pt x="1202729" y="81600"/>
                    <a:pt x="1194481" y="111310"/>
                  </a:cubicBezTo>
                  <a:cubicBezTo>
                    <a:pt x="1194380" y="111674"/>
                    <a:pt x="1194275" y="112038"/>
                    <a:pt x="1194167" y="112399"/>
                  </a:cubicBezTo>
                  <a:cubicBezTo>
                    <a:pt x="1185439" y="142151"/>
                    <a:pt x="1155702" y="158850"/>
                    <a:pt x="1127594" y="149785"/>
                  </a:cubicBezTo>
                  <a:cubicBezTo>
                    <a:pt x="1052594" y="125819"/>
                    <a:pt x="974657" y="113782"/>
                    <a:pt x="896327" y="114066"/>
                  </a:cubicBezTo>
                  <a:cubicBezTo>
                    <a:pt x="460594" y="114591"/>
                    <a:pt x="107486" y="489079"/>
                    <a:pt x="106991" y="951195"/>
                  </a:cubicBezTo>
                  <a:cubicBezTo>
                    <a:pt x="106601" y="1113299"/>
                    <a:pt x="150763" y="1272010"/>
                    <a:pt x="234075" y="1407919"/>
                  </a:cubicBezTo>
                  <a:lnTo>
                    <a:pt x="346340" y="1283260"/>
                  </a:lnTo>
                  <a:lnTo>
                    <a:pt x="469271" y="1724625"/>
                  </a:lnTo>
                  <a:close/>
                  <a:moveTo>
                    <a:pt x="825825" y="1507574"/>
                  </a:moveTo>
                  <a:cubicBezTo>
                    <a:pt x="783911" y="1507642"/>
                    <a:pt x="749882" y="1471661"/>
                    <a:pt x="749818" y="1427210"/>
                  </a:cubicBezTo>
                  <a:cubicBezTo>
                    <a:pt x="749818" y="1426931"/>
                    <a:pt x="749819" y="1426652"/>
                    <a:pt x="749821" y="1426373"/>
                  </a:cubicBezTo>
                  <a:lnTo>
                    <a:pt x="749821" y="1365175"/>
                  </a:lnTo>
                  <a:cubicBezTo>
                    <a:pt x="739718" y="1361246"/>
                    <a:pt x="729501" y="1356365"/>
                    <a:pt x="719398" y="1351721"/>
                  </a:cubicBezTo>
                  <a:lnTo>
                    <a:pt x="679543" y="1393988"/>
                  </a:lnTo>
                  <a:cubicBezTo>
                    <a:pt x="665373" y="1409354"/>
                    <a:pt x="645922" y="1417949"/>
                    <a:pt x="625656" y="1417801"/>
                  </a:cubicBezTo>
                  <a:cubicBezTo>
                    <a:pt x="605761" y="1418093"/>
                    <a:pt x="586588" y="1409900"/>
                    <a:pt x="572442" y="1395060"/>
                  </a:cubicBezTo>
                  <a:lnTo>
                    <a:pt x="476119" y="1293023"/>
                  </a:lnTo>
                  <a:cubicBezTo>
                    <a:pt x="446389" y="1261597"/>
                    <a:pt x="446309" y="1210560"/>
                    <a:pt x="475942" y="1179030"/>
                  </a:cubicBezTo>
                  <a:cubicBezTo>
                    <a:pt x="476001" y="1178968"/>
                    <a:pt x="476060" y="1178905"/>
                    <a:pt x="476119" y="1178842"/>
                  </a:cubicBezTo>
                  <a:lnTo>
                    <a:pt x="518555" y="1133718"/>
                  </a:lnTo>
                  <a:cubicBezTo>
                    <a:pt x="514177" y="1123716"/>
                    <a:pt x="510360" y="1113477"/>
                    <a:pt x="506543" y="1103476"/>
                  </a:cubicBezTo>
                  <a:lnTo>
                    <a:pt x="448277" y="1103476"/>
                  </a:lnTo>
                  <a:cubicBezTo>
                    <a:pt x="406364" y="1103542"/>
                    <a:pt x="372336" y="1067560"/>
                    <a:pt x="372273" y="1023109"/>
                  </a:cubicBezTo>
                  <a:cubicBezTo>
                    <a:pt x="372273" y="1022990"/>
                    <a:pt x="372273" y="1022871"/>
                    <a:pt x="372274" y="1022751"/>
                  </a:cubicBezTo>
                  <a:lnTo>
                    <a:pt x="372274" y="879043"/>
                  </a:lnTo>
                  <a:cubicBezTo>
                    <a:pt x="372150" y="834592"/>
                    <a:pt x="406026" y="798450"/>
                    <a:pt x="447940" y="798319"/>
                  </a:cubicBezTo>
                  <a:cubicBezTo>
                    <a:pt x="448052" y="798319"/>
                    <a:pt x="448165" y="798318"/>
                    <a:pt x="448277" y="798319"/>
                  </a:cubicBezTo>
                  <a:lnTo>
                    <a:pt x="509686" y="798319"/>
                  </a:lnTo>
                  <a:cubicBezTo>
                    <a:pt x="512809" y="788224"/>
                    <a:pt x="516559" y="778360"/>
                    <a:pt x="520913" y="768791"/>
                  </a:cubicBezTo>
                  <a:lnTo>
                    <a:pt x="478476" y="723905"/>
                  </a:lnTo>
                  <a:cubicBezTo>
                    <a:pt x="464064" y="708822"/>
                    <a:pt x="455973" y="688228"/>
                    <a:pt x="456023" y="666755"/>
                  </a:cubicBezTo>
                  <a:cubicBezTo>
                    <a:pt x="455940" y="645309"/>
                    <a:pt x="464038" y="624739"/>
                    <a:pt x="478476" y="609724"/>
                  </a:cubicBezTo>
                  <a:lnTo>
                    <a:pt x="574126" y="508044"/>
                  </a:lnTo>
                  <a:cubicBezTo>
                    <a:pt x="588289" y="492667"/>
                    <a:pt x="607746" y="484070"/>
                    <a:pt x="628014" y="484232"/>
                  </a:cubicBezTo>
                  <a:cubicBezTo>
                    <a:pt x="648259" y="484192"/>
                    <a:pt x="667672" y="492770"/>
                    <a:pt x="681901" y="508044"/>
                  </a:cubicBezTo>
                  <a:lnTo>
                    <a:pt x="725011" y="553883"/>
                  </a:lnTo>
                  <a:lnTo>
                    <a:pt x="752853" y="541977"/>
                  </a:lnTo>
                  <a:lnTo>
                    <a:pt x="752853" y="478755"/>
                  </a:lnTo>
                  <a:cubicBezTo>
                    <a:pt x="752791" y="434238"/>
                    <a:pt x="786768" y="398096"/>
                    <a:pt x="828744" y="398031"/>
                  </a:cubicBezTo>
                  <a:cubicBezTo>
                    <a:pt x="828781" y="398030"/>
                    <a:pt x="828819" y="398030"/>
                    <a:pt x="828856" y="398030"/>
                  </a:cubicBezTo>
                  <a:lnTo>
                    <a:pt x="964472" y="398030"/>
                  </a:lnTo>
                  <a:cubicBezTo>
                    <a:pt x="1006448" y="398030"/>
                    <a:pt x="1040476" y="434119"/>
                    <a:pt x="1040476" y="478636"/>
                  </a:cubicBezTo>
                  <a:cubicBezTo>
                    <a:pt x="1040476" y="478675"/>
                    <a:pt x="1040476" y="478715"/>
                    <a:pt x="1040476" y="478755"/>
                  </a:cubicBezTo>
                  <a:lnTo>
                    <a:pt x="1040476" y="541977"/>
                  </a:lnTo>
                  <a:cubicBezTo>
                    <a:pt x="1050580" y="545906"/>
                    <a:pt x="1060122" y="549835"/>
                    <a:pt x="1069665" y="554717"/>
                  </a:cubicBezTo>
                  <a:lnTo>
                    <a:pt x="1110866" y="511021"/>
                  </a:lnTo>
                  <a:cubicBezTo>
                    <a:pt x="1125037" y="495655"/>
                    <a:pt x="1144488" y="487060"/>
                    <a:pt x="1164754" y="487208"/>
                  </a:cubicBezTo>
                  <a:cubicBezTo>
                    <a:pt x="1184828" y="487027"/>
                    <a:pt x="1204172" y="495190"/>
                    <a:pt x="1218641" y="509949"/>
                  </a:cubicBezTo>
                  <a:lnTo>
                    <a:pt x="1314291" y="611986"/>
                  </a:lnTo>
                  <a:cubicBezTo>
                    <a:pt x="1344021" y="643412"/>
                    <a:pt x="1344100" y="694449"/>
                    <a:pt x="1314468" y="725979"/>
                  </a:cubicBezTo>
                  <a:cubicBezTo>
                    <a:pt x="1314409" y="726041"/>
                    <a:pt x="1314350" y="726104"/>
                    <a:pt x="1314291" y="726167"/>
                  </a:cubicBezTo>
                  <a:lnTo>
                    <a:pt x="1273763" y="769863"/>
                  </a:lnTo>
                  <a:cubicBezTo>
                    <a:pt x="1278254" y="779864"/>
                    <a:pt x="1281959" y="790818"/>
                    <a:pt x="1285775" y="801533"/>
                  </a:cubicBezTo>
                  <a:lnTo>
                    <a:pt x="1341908" y="801533"/>
                  </a:lnTo>
                  <a:cubicBezTo>
                    <a:pt x="1384131" y="801402"/>
                    <a:pt x="1418461" y="837596"/>
                    <a:pt x="1418585" y="882376"/>
                  </a:cubicBezTo>
                  <a:cubicBezTo>
                    <a:pt x="1418585" y="882495"/>
                    <a:pt x="1418585" y="882615"/>
                    <a:pt x="1418585" y="882734"/>
                  </a:cubicBezTo>
                  <a:lnTo>
                    <a:pt x="1418585" y="1025609"/>
                  </a:lnTo>
                  <a:cubicBezTo>
                    <a:pt x="1418586" y="1070192"/>
                    <a:pt x="1384509" y="1106334"/>
                    <a:pt x="1342472" y="1106336"/>
                  </a:cubicBezTo>
                  <a:cubicBezTo>
                    <a:pt x="1342284" y="1106336"/>
                    <a:pt x="1342096" y="1106335"/>
                    <a:pt x="1341908" y="1106333"/>
                  </a:cubicBezTo>
                  <a:lnTo>
                    <a:pt x="1285775" y="1106333"/>
                  </a:lnTo>
                  <a:cubicBezTo>
                    <a:pt x="1281959" y="1118240"/>
                    <a:pt x="1277580" y="1128479"/>
                    <a:pt x="1273089" y="1139790"/>
                  </a:cubicBezTo>
                  <a:lnTo>
                    <a:pt x="1311709" y="1180747"/>
                  </a:lnTo>
                  <a:cubicBezTo>
                    <a:pt x="1326121" y="1195830"/>
                    <a:pt x="1334212" y="1216424"/>
                    <a:pt x="1334162" y="1237897"/>
                  </a:cubicBezTo>
                  <a:cubicBezTo>
                    <a:pt x="1334245" y="1259343"/>
                    <a:pt x="1326147" y="1279913"/>
                    <a:pt x="1311709" y="1294928"/>
                  </a:cubicBezTo>
                  <a:lnTo>
                    <a:pt x="1216059" y="1396608"/>
                  </a:lnTo>
                  <a:cubicBezTo>
                    <a:pt x="1201830" y="1411881"/>
                    <a:pt x="1182417" y="1420460"/>
                    <a:pt x="1162172" y="1420420"/>
                  </a:cubicBezTo>
                  <a:cubicBezTo>
                    <a:pt x="1141926" y="1420460"/>
                    <a:pt x="1122513" y="1411881"/>
                    <a:pt x="1108284" y="1396608"/>
                  </a:cubicBezTo>
                  <a:lnTo>
                    <a:pt x="1068318" y="1354340"/>
                  </a:lnTo>
                  <a:cubicBezTo>
                    <a:pt x="1058108" y="1359052"/>
                    <a:pt x="1047776" y="1363459"/>
                    <a:pt x="1037333" y="1367556"/>
                  </a:cubicBezTo>
                  <a:lnTo>
                    <a:pt x="1037333" y="1426135"/>
                  </a:lnTo>
                  <a:cubicBezTo>
                    <a:pt x="1037457" y="1470803"/>
                    <a:pt x="1003447" y="1507139"/>
                    <a:pt x="961329" y="1507336"/>
                  </a:cubicBezTo>
                  <a:close/>
                  <a:moveTo>
                    <a:pt x="737809" y="1232897"/>
                  </a:moveTo>
                  <a:cubicBezTo>
                    <a:pt x="762484" y="1248674"/>
                    <a:pt x="789127" y="1260698"/>
                    <a:pt x="816956" y="1268616"/>
                  </a:cubicBezTo>
                  <a:lnTo>
                    <a:pt x="856922" y="1280522"/>
                  </a:lnTo>
                  <a:lnTo>
                    <a:pt x="856922" y="1393988"/>
                  </a:lnTo>
                  <a:lnTo>
                    <a:pt x="930456" y="1393988"/>
                  </a:lnTo>
                  <a:lnTo>
                    <a:pt x="930456" y="1281236"/>
                  </a:lnTo>
                  <a:lnTo>
                    <a:pt x="970984" y="1270997"/>
                  </a:lnTo>
                  <a:cubicBezTo>
                    <a:pt x="999243" y="1263488"/>
                    <a:pt x="1026348" y="1251741"/>
                    <a:pt x="1051478" y="1236111"/>
                  </a:cubicBezTo>
                  <a:lnTo>
                    <a:pt x="1087627" y="1213966"/>
                  </a:lnTo>
                  <a:lnTo>
                    <a:pt x="1162396" y="1293261"/>
                  </a:lnTo>
                  <a:lnTo>
                    <a:pt x="1214375" y="1238135"/>
                  </a:lnTo>
                  <a:lnTo>
                    <a:pt x="1139606" y="1158840"/>
                  </a:lnTo>
                  <a:lnTo>
                    <a:pt x="1161161" y="1121216"/>
                  </a:lnTo>
                  <a:cubicBezTo>
                    <a:pt x="1176211" y="1094632"/>
                    <a:pt x="1187555" y="1065878"/>
                    <a:pt x="1194841" y="1035848"/>
                  </a:cubicBezTo>
                  <a:lnTo>
                    <a:pt x="1204945" y="992867"/>
                  </a:lnTo>
                  <a:lnTo>
                    <a:pt x="1311372" y="992867"/>
                  </a:lnTo>
                  <a:lnTo>
                    <a:pt x="1311372" y="915000"/>
                  </a:lnTo>
                  <a:lnTo>
                    <a:pt x="1204945" y="915000"/>
                  </a:lnTo>
                  <a:lnTo>
                    <a:pt x="1194841" y="872733"/>
                  </a:lnTo>
                  <a:cubicBezTo>
                    <a:pt x="1187447" y="842967"/>
                    <a:pt x="1176108" y="814465"/>
                    <a:pt x="1161161" y="788079"/>
                  </a:cubicBezTo>
                  <a:lnTo>
                    <a:pt x="1139606" y="750455"/>
                  </a:lnTo>
                  <a:lnTo>
                    <a:pt x="1216283" y="669255"/>
                  </a:lnTo>
                  <a:lnTo>
                    <a:pt x="1164305" y="614129"/>
                  </a:lnTo>
                  <a:lnTo>
                    <a:pt x="1087627" y="695329"/>
                  </a:lnTo>
                  <a:lnTo>
                    <a:pt x="1052152" y="672589"/>
                  </a:lnTo>
                  <a:cubicBezTo>
                    <a:pt x="1027574" y="657396"/>
                    <a:pt x="1001126" y="645896"/>
                    <a:pt x="973566" y="638418"/>
                  </a:cubicBezTo>
                  <a:lnTo>
                    <a:pt x="933038" y="627702"/>
                  </a:lnTo>
                  <a:lnTo>
                    <a:pt x="933038" y="510783"/>
                  </a:lnTo>
                  <a:lnTo>
                    <a:pt x="859504" y="510783"/>
                  </a:lnTo>
                  <a:lnTo>
                    <a:pt x="859504" y="627702"/>
                  </a:lnTo>
                  <a:lnTo>
                    <a:pt x="819538" y="638418"/>
                  </a:lnTo>
                  <a:cubicBezTo>
                    <a:pt x="792193" y="645903"/>
                    <a:pt x="765969" y="657405"/>
                    <a:pt x="741626" y="672589"/>
                  </a:cubicBezTo>
                  <a:lnTo>
                    <a:pt x="706150" y="694258"/>
                  </a:lnTo>
                  <a:lnTo>
                    <a:pt x="627565" y="610914"/>
                  </a:lnTo>
                  <a:lnTo>
                    <a:pt x="575586" y="666040"/>
                  </a:lnTo>
                  <a:lnTo>
                    <a:pt x="653498" y="748550"/>
                  </a:lnTo>
                  <a:lnTo>
                    <a:pt x="632617" y="786889"/>
                  </a:lnTo>
                  <a:cubicBezTo>
                    <a:pt x="617904" y="812367"/>
                    <a:pt x="606820" y="840010"/>
                    <a:pt x="599723" y="868923"/>
                  </a:cubicBezTo>
                  <a:lnTo>
                    <a:pt x="588496" y="910595"/>
                  </a:lnTo>
                  <a:lnTo>
                    <a:pt x="477578" y="910595"/>
                  </a:lnTo>
                  <a:lnTo>
                    <a:pt x="477578" y="988461"/>
                  </a:lnTo>
                  <a:lnTo>
                    <a:pt x="587149" y="988461"/>
                  </a:lnTo>
                  <a:lnTo>
                    <a:pt x="597253" y="1032157"/>
                  </a:lnTo>
                  <a:cubicBezTo>
                    <a:pt x="604338" y="1061283"/>
                    <a:pt x="614981" y="1089301"/>
                    <a:pt x="628912" y="1115501"/>
                  </a:cubicBezTo>
                  <a:lnTo>
                    <a:pt x="649232" y="1153125"/>
                  </a:lnTo>
                  <a:lnTo>
                    <a:pt x="572555" y="1235040"/>
                  </a:lnTo>
                  <a:lnTo>
                    <a:pt x="624533" y="1290166"/>
                  </a:lnTo>
                  <a:lnTo>
                    <a:pt x="700537" y="1209441"/>
                  </a:lnTo>
                  <a:close/>
                  <a:moveTo>
                    <a:pt x="687177" y="954052"/>
                  </a:moveTo>
                  <a:cubicBezTo>
                    <a:pt x="687238" y="831111"/>
                    <a:pt x="780967" y="731334"/>
                    <a:pt x="896889" y="730810"/>
                  </a:cubicBezTo>
                  <a:cubicBezTo>
                    <a:pt x="1013004" y="731073"/>
                    <a:pt x="1107038" y="830906"/>
                    <a:pt x="1107162" y="954052"/>
                  </a:cubicBezTo>
                  <a:cubicBezTo>
                    <a:pt x="1106915" y="1077105"/>
                    <a:pt x="1012917" y="1176795"/>
                    <a:pt x="896889" y="1177056"/>
                  </a:cubicBezTo>
                  <a:cubicBezTo>
                    <a:pt x="780941" y="1176597"/>
                    <a:pt x="687177" y="1076783"/>
                    <a:pt x="687177" y="953814"/>
                  </a:cubicBezTo>
                  <a:close/>
                  <a:moveTo>
                    <a:pt x="794278" y="954052"/>
                  </a:moveTo>
                  <a:cubicBezTo>
                    <a:pt x="794216" y="1014297"/>
                    <a:pt x="840084" y="1063262"/>
                    <a:pt x="896889" y="1063590"/>
                  </a:cubicBezTo>
                  <a:cubicBezTo>
                    <a:pt x="953931" y="1063590"/>
                    <a:pt x="1000173" y="1014548"/>
                    <a:pt x="1000173" y="954052"/>
                  </a:cubicBezTo>
                  <a:cubicBezTo>
                    <a:pt x="1000173" y="893556"/>
                    <a:pt x="953931" y="844515"/>
                    <a:pt x="896889" y="844515"/>
                  </a:cubicBezTo>
                  <a:cubicBezTo>
                    <a:pt x="840128" y="844777"/>
                    <a:pt x="794227" y="893616"/>
                    <a:pt x="794166" y="953814"/>
                  </a:cubicBezTo>
                  <a:close/>
                </a:path>
              </a:pathLst>
            </a:custGeom>
            <a:solidFill>
              <a:schemeClr val="bg1"/>
            </a:solidFill>
            <a:ln w="17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2203326" y="988741"/>
            <a:ext cx="1310677" cy="278043"/>
            <a:chOff x="2265111" y="988741"/>
            <a:chExt cx="1310677" cy="278043"/>
          </a:xfrm>
        </p:grpSpPr>
        <p:sp>
          <p:nvSpPr>
            <p:cNvPr id="47" name="文本框 46"/>
            <p:cNvSpPr txBox="1"/>
            <p:nvPr/>
          </p:nvSpPr>
          <p:spPr>
            <a:xfrm>
              <a:off x="2652458" y="997480"/>
              <a:ext cx="923330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defRPr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技术工具</a:t>
              </a: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2265111" y="988741"/>
              <a:ext cx="239893" cy="256615"/>
              <a:chOff x="223446" y="114446"/>
              <a:chExt cx="1567790" cy="1677072"/>
            </a:xfrm>
            <a:solidFill>
              <a:schemeClr val="bg1"/>
            </a:solidFill>
          </p:grpSpPr>
          <p:sp>
            <p:nvSpPr>
              <p:cNvPr id="65" name="任意多边形: 形状 64"/>
              <p:cNvSpPr/>
              <p:nvPr/>
            </p:nvSpPr>
            <p:spPr>
              <a:xfrm>
                <a:off x="223446" y="263258"/>
                <a:ext cx="1528799" cy="1528260"/>
              </a:xfrm>
              <a:custGeom>
                <a:avLst/>
                <a:gdLst>
                  <a:gd name="connsiteX0" fmla="*/ 1271160 w 1528799"/>
                  <a:gd name="connsiteY0" fmla="*/ 1528260 h 1528260"/>
                  <a:gd name="connsiteX1" fmla="*/ 1105216 w 1528799"/>
                  <a:gd name="connsiteY1" fmla="*/ 1460171 h 1528260"/>
                  <a:gd name="connsiteX2" fmla="*/ 1053870 w 1528799"/>
                  <a:gd name="connsiteY2" fmla="*/ 1206419 h 1528260"/>
                  <a:gd name="connsiteX3" fmla="*/ 322008 w 1528799"/>
                  <a:gd name="connsiteY3" fmla="*/ 474185 h 1528260"/>
                  <a:gd name="connsiteX4" fmla="*/ 68256 w 1528799"/>
                  <a:gd name="connsiteY4" fmla="*/ 422839 h 1528260"/>
                  <a:gd name="connsiteX5" fmla="*/ 19887 w 1528799"/>
                  <a:gd name="connsiteY5" fmla="*/ 162762 h 1528260"/>
                  <a:gd name="connsiteX6" fmla="*/ 47048 w 1528799"/>
                  <a:gd name="connsiteY6" fmla="*/ 141182 h 1528260"/>
                  <a:gd name="connsiteX7" fmla="*/ 80162 w 1528799"/>
                  <a:gd name="connsiteY7" fmla="*/ 151600 h 1528260"/>
                  <a:gd name="connsiteX8" fmla="*/ 166855 w 1528799"/>
                  <a:gd name="connsiteY8" fmla="*/ 238292 h 1528260"/>
                  <a:gd name="connsiteX9" fmla="*/ 238292 w 1528799"/>
                  <a:gd name="connsiteY9" fmla="*/ 166855 h 1528260"/>
                  <a:gd name="connsiteX10" fmla="*/ 151600 w 1528799"/>
                  <a:gd name="connsiteY10" fmla="*/ 80162 h 1528260"/>
                  <a:gd name="connsiteX11" fmla="*/ 141182 w 1528799"/>
                  <a:gd name="connsiteY11" fmla="*/ 47048 h 1528260"/>
                  <a:gd name="connsiteX12" fmla="*/ 162762 w 1528799"/>
                  <a:gd name="connsiteY12" fmla="*/ 19887 h 1528260"/>
                  <a:gd name="connsiteX13" fmla="*/ 422839 w 1528799"/>
                  <a:gd name="connsiteY13" fmla="*/ 68256 h 1528260"/>
                  <a:gd name="connsiteX14" fmla="*/ 474185 w 1528799"/>
                  <a:gd name="connsiteY14" fmla="*/ 322008 h 1528260"/>
                  <a:gd name="connsiteX15" fmla="*/ 1206791 w 1528799"/>
                  <a:gd name="connsiteY15" fmla="*/ 1053870 h 1528260"/>
                  <a:gd name="connsiteX16" fmla="*/ 1460543 w 1528799"/>
                  <a:gd name="connsiteY16" fmla="*/ 1105216 h 1528260"/>
                  <a:gd name="connsiteX17" fmla="*/ 1508912 w 1528799"/>
                  <a:gd name="connsiteY17" fmla="*/ 1365293 h 1528260"/>
                  <a:gd name="connsiteX18" fmla="*/ 1481751 w 1528799"/>
                  <a:gd name="connsiteY18" fmla="*/ 1386873 h 1528260"/>
                  <a:gd name="connsiteX19" fmla="*/ 1448637 w 1528799"/>
                  <a:gd name="connsiteY19" fmla="*/ 1376455 h 1528260"/>
                  <a:gd name="connsiteX20" fmla="*/ 1361573 w 1528799"/>
                  <a:gd name="connsiteY20" fmla="*/ 1289763 h 1528260"/>
                  <a:gd name="connsiteX21" fmla="*/ 1290135 w 1528799"/>
                  <a:gd name="connsiteY21" fmla="*/ 1361201 h 1528260"/>
                  <a:gd name="connsiteX22" fmla="*/ 1376828 w 1528799"/>
                  <a:gd name="connsiteY22" fmla="*/ 1447893 h 1528260"/>
                  <a:gd name="connsiteX23" fmla="*/ 1387245 w 1528799"/>
                  <a:gd name="connsiteY23" fmla="*/ 1481007 h 1528260"/>
                  <a:gd name="connsiteX24" fmla="*/ 1365665 w 1528799"/>
                  <a:gd name="connsiteY24" fmla="*/ 1508168 h 1528260"/>
                  <a:gd name="connsiteX25" fmla="*/ 1271160 w 1528799"/>
                  <a:gd name="connsiteY25" fmla="*/ 1528260 h 1528260"/>
                  <a:gd name="connsiteX26" fmla="*/ 329822 w 1528799"/>
                  <a:gd name="connsiteY26" fmla="*/ 392329 h 1528260"/>
                  <a:gd name="connsiteX27" fmla="*/ 356239 w 1528799"/>
                  <a:gd name="connsiteY27" fmla="*/ 403119 h 1528260"/>
                  <a:gd name="connsiteX28" fmla="*/ 1125680 w 1528799"/>
                  <a:gd name="connsiteY28" fmla="*/ 1172561 h 1528260"/>
                  <a:gd name="connsiteX29" fmla="*/ 1132005 w 1528799"/>
                  <a:gd name="connsiteY29" fmla="*/ 1217209 h 1528260"/>
                  <a:gd name="connsiteX30" fmla="*/ 1158422 w 1528799"/>
                  <a:gd name="connsiteY30" fmla="*/ 1407709 h 1528260"/>
                  <a:gd name="connsiteX31" fmla="*/ 1277857 w 1528799"/>
                  <a:gd name="connsiteY31" fmla="*/ 1454218 h 1528260"/>
                  <a:gd name="connsiteX32" fmla="*/ 1212000 w 1528799"/>
                  <a:gd name="connsiteY32" fmla="*/ 1388362 h 1528260"/>
                  <a:gd name="connsiteX33" fmla="*/ 1201210 w 1528799"/>
                  <a:gd name="connsiteY33" fmla="*/ 1361945 h 1528260"/>
                  <a:gd name="connsiteX34" fmla="*/ 1212000 w 1528799"/>
                  <a:gd name="connsiteY34" fmla="*/ 1335528 h 1528260"/>
                  <a:gd name="connsiteX35" fmla="*/ 1336272 w 1528799"/>
                  <a:gd name="connsiteY35" fmla="*/ 1211256 h 1528260"/>
                  <a:gd name="connsiteX36" fmla="*/ 1388734 w 1528799"/>
                  <a:gd name="connsiteY36" fmla="*/ 1211256 h 1528260"/>
                  <a:gd name="connsiteX37" fmla="*/ 1454590 w 1528799"/>
                  <a:gd name="connsiteY37" fmla="*/ 1277113 h 1528260"/>
                  <a:gd name="connsiteX38" fmla="*/ 1408081 w 1528799"/>
                  <a:gd name="connsiteY38" fmla="*/ 1157678 h 1528260"/>
                  <a:gd name="connsiteX39" fmla="*/ 1217581 w 1528799"/>
                  <a:gd name="connsiteY39" fmla="*/ 1131261 h 1528260"/>
                  <a:gd name="connsiteX40" fmla="*/ 1172933 w 1528799"/>
                  <a:gd name="connsiteY40" fmla="*/ 1124936 h 1528260"/>
                  <a:gd name="connsiteX41" fmla="*/ 403492 w 1528799"/>
                  <a:gd name="connsiteY41" fmla="*/ 355867 h 1528260"/>
                  <a:gd name="connsiteX42" fmla="*/ 397166 w 1528799"/>
                  <a:gd name="connsiteY42" fmla="*/ 311218 h 1528260"/>
                  <a:gd name="connsiteX43" fmla="*/ 370749 w 1528799"/>
                  <a:gd name="connsiteY43" fmla="*/ 120718 h 1528260"/>
                  <a:gd name="connsiteX44" fmla="*/ 251315 w 1528799"/>
                  <a:gd name="connsiteY44" fmla="*/ 74209 h 1528260"/>
                  <a:gd name="connsiteX45" fmla="*/ 317171 w 1528799"/>
                  <a:gd name="connsiteY45" fmla="*/ 140066 h 1528260"/>
                  <a:gd name="connsiteX46" fmla="*/ 327961 w 1528799"/>
                  <a:gd name="connsiteY46" fmla="*/ 166483 h 1528260"/>
                  <a:gd name="connsiteX47" fmla="*/ 317171 w 1528799"/>
                  <a:gd name="connsiteY47" fmla="*/ 192900 h 1528260"/>
                  <a:gd name="connsiteX48" fmla="*/ 193272 w 1528799"/>
                  <a:gd name="connsiteY48" fmla="*/ 317171 h 1528260"/>
                  <a:gd name="connsiteX49" fmla="*/ 166855 w 1528799"/>
                  <a:gd name="connsiteY49" fmla="*/ 327961 h 1528260"/>
                  <a:gd name="connsiteX50" fmla="*/ 140438 w 1528799"/>
                  <a:gd name="connsiteY50" fmla="*/ 317171 h 1528260"/>
                  <a:gd name="connsiteX51" fmla="*/ 74581 w 1528799"/>
                  <a:gd name="connsiteY51" fmla="*/ 251315 h 1528260"/>
                  <a:gd name="connsiteX52" fmla="*/ 121090 w 1528799"/>
                  <a:gd name="connsiteY52" fmla="*/ 370749 h 1528260"/>
                  <a:gd name="connsiteX53" fmla="*/ 311590 w 1528799"/>
                  <a:gd name="connsiteY53" fmla="*/ 397166 h 1528260"/>
                  <a:gd name="connsiteX54" fmla="*/ 329822 w 1528799"/>
                  <a:gd name="connsiteY54" fmla="*/ 392329 h 1528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1528799" h="1528260">
                    <a:moveTo>
                      <a:pt x="1271160" y="1528260"/>
                    </a:moveTo>
                    <a:cubicBezTo>
                      <a:pt x="1210140" y="1528260"/>
                      <a:pt x="1149865" y="1504448"/>
                      <a:pt x="1105216" y="1460171"/>
                    </a:cubicBezTo>
                    <a:cubicBezTo>
                      <a:pt x="1038244" y="1393199"/>
                      <a:pt x="1018896" y="1292740"/>
                      <a:pt x="1053870" y="1206419"/>
                    </a:cubicBezTo>
                    <a:lnTo>
                      <a:pt x="322008" y="474185"/>
                    </a:lnTo>
                    <a:cubicBezTo>
                      <a:pt x="236060" y="509160"/>
                      <a:pt x="135229" y="489812"/>
                      <a:pt x="68256" y="422839"/>
                    </a:cubicBezTo>
                    <a:cubicBezTo>
                      <a:pt x="539" y="355122"/>
                      <a:pt x="-19180" y="250199"/>
                      <a:pt x="19887" y="162762"/>
                    </a:cubicBezTo>
                    <a:cubicBezTo>
                      <a:pt x="24724" y="151600"/>
                      <a:pt x="35142" y="143414"/>
                      <a:pt x="47048" y="141182"/>
                    </a:cubicBezTo>
                    <a:cubicBezTo>
                      <a:pt x="58954" y="138950"/>
                      <a:pt x="71605" y="142670"/>
                      <a:pt x="80162" y="151600"/>
                    </a:cubicBezTo>
                    <a:lnTo>
                      <a:pt x="166855" y="238292"/>
                    </a:lnTo>
                    <a:lnTo>
                      <a:pt x="238292" y="166855"/>
                    </a:lnTo>
                    <a:lnTo>
                      <a:pt x="151600" y="80162"/>
                    </a:lnTo>
                    <a:cubicBezTo>
                      <a:pt x="143042" y="71605"/>
                      <a:pt x="138950" y="58954"/>
                      <a:pt x="141182" y="47048"/>
                    </a:cubicBezTo>
                    <a:cubicBezTo>
                      <a:pt x="143414" y="35142"/>
                      <a:pt x="151600" y="24724"/>
                      <a:pt x="162762" y="19887"/>
                    </a:cubicBezTo>
                    <a:cubicBezTo>
                      <a:pt x="250571" y="-19180"/>
                      <a:pt x="355122" y="539"/>
                      <a:pt x="422839" y="68256"/>
                    </a:cubicBezTo>
                    <a:cubicBezTo>
                      <a:pt x="489812" y="135229"/>
                      <a:pt x="509159" y="235688"/>
                      <a:pt x="474185" y="322008"/>
                    </a:cubicBezTo>
                    <a:lnTo>
                      <a:pt x="1206791" y="1053870"/>
                    </a:lnTo>
                    <a:cubicBezTo>
                      <a:pt x="1292740" y="1018896"/>
                      <a:pt x="1393571" y="1038243"/>
                      <a:pt x="1460543" y="1105216"/>
                    </a:cubicBezTo>
                    <a:cubicBezTo>
                      <a:pt x="1528260" y="1172933"/>
                      <a:pt x="1547980" y="1277857"/>
                      <a:pt x="1508912" y="1365293"/>
                    </a:cubicBezTo>
                    <a:cubicBezTo>
                      <a:pt x="1504076" y="1376455"/>
                      <a:pt x="1493658" y="1384641"/>
                      <a:pt x="1481751" y="1386873"/>
                    </a:cubicBezTo>
                    <a:cubicBezTo>
                      <a:pt x="1469845" y="1389106"/>
                      <a:pt x="1457195" y="1385385"/>
                      <a:pt x="1448637" y="1376455"/>
                    </a:cubicBezTo>
                    <a:lnTo>
                      <a:pt x="1361573" y="1289763"/>
                    </a:lnTo>
                    <a:lnTo>
                      <a:pt x="1290135" y="1361201"/>
                    </a:lnTo>
                    <a:lnTo>
                      <a:pt x="1376828" y="1447893"/>
                    </a:lnTo>
                    <a:cubicBezTo>
                      <a:pt x="1385385" y="1456451"/>
                      <a:pt x="1389478" y="1469101"/>
                      <a:pt x="1387245" y="1481007"/>
                    </a:cubicBezTo>
                    <a:cubicBezTo>
                      <a:pt x="1385013" y="1492913"/>
                      <a:pt x="1376828" y="1503331"/>
                      <a:pt x="1365665" y="1508168"/>
                    </a:cubicBezTo>
                    <a:cubicBezTo>
                      <a:pt x="1335528" y="1521563"/>
                      <a:pt x="1303158" y="1528260"/>
                      <a:pt x="1271160" y="1528260"/>
                    </a:cubicBezTo>
                    <a:close/>
                    <a:moveTo>
                      <a:pt x="329822" y="392329"/>
                    </a:moveTo>
                    <a:cubicBezTo>
                      <a:pt x="339495" y="392329"/>
                      <a:pt x="348797" y="396050"/>
                      <a:pt x="356239" y="403119"/>
                    </a:cubicBezTo>
                    <a:lnTo>
                      <a:pt x="1125680" y="1172561"/>
                    </a:lnTo>
                    <a:cubicBezTo>
                      <a:pt x="1137586" y="1184467"/>
                      <a:pt x="1139819" y="1202327"/>
                      <a:pt x="1132005" y="1217209"/>
                    </a:cubicBezTo>
                    <a:cubicBezTo>
                      <a:pt x="1097403" y="1278973"/>
                      <a:pt x="1108193" y="1357480"/>
                      <a:pt x="1158422" y="1407709"/>
                    </a:cubicBezTo>
                    <a:cubicBezTo>
                      <a:pt x="1190420" y="1439707"/>
                      <a:pt x="1233953" y="1455706"/>
                      <a:pt x="1277857" y="1454218"/>
                    </a:cubicBezTo>
                    <a:lnTo>
                      <a:pt x="1212000" y="1388362"/>
                    </a:lnTo>
                    <a:cubicBezTo>
                      <a:pt x="1204931" y="1381292"/>
                      <a:pt x="1201210" y="1371991"/>
                      <a:pt x="1201210" y="1361945"/>
                    </a:cubicBezTo>
                    <a:cubicBezTo>
                      <a:pt x="1201210" y="1351899"/>
                      <a:pt x="1205303" y="1342597"/>
                      <a:pt x="1212000" y="1335528"/>
                    </a:cubicBezTo>
                    <a:lnTo>
                      <a:pt x="1336272" y="1211256"/>
                    </a:lnTo>
                    <a:cubicBezTo>
                      <a:pt x="1350783" y="1196745"/>
                      <a:pt x="1374223" y="1196745"/>
                      <a:pt x="1388734" y="1211256"/>
                    </a:cubicBezTo>
                    <a:lnTo>
                      <a:pt x="1454590" y="1277113"/>
                    </a:lnTo>
                    <a:cubicBezTo>
                      <a:pt x="1456451" y="1233580"/>
                      <a:pt x="1440079" y="1189676"/>
                      <a:pt x="1408081" y="1157678"/>
                    </a:cubicBezTo>
                    <a:cubicBezTo>
                      <a:pt x="1357852" y="1107449"/>
                      <a:pt x="1279345" y="1096659"/>
                      <a:pt x="1217581" y="1131261"/>
                    </a:cubicBezTo>
                    <a:cubicBezTo>
                      <a:pt x="1203071" y="1139447"/>
                      <a:pt x="1184839" y="1136842"/>
                      <a:pt x="1172933" y="1124936"/>
                    </a:cubicBezTo>
                    <a:lnTo>
                      <a:pt x="403492" y="355867"/>
                    </a:lnTo>
                    <a:cubicBezTo>
                      <a:pt x="391585" y="343960"/>
                      <a:pt x="389353" y="326101"/>
                      <a:pt x="397166" y="311218"/>
                    </a:cubicBezTo>
                    <a:cubicBezTo>
                      <a:pt x="431769" y="249454"/>
                      <a:pt x="420979" y="170948"/>
                      <a:pt x="370749" y="120718"/>
                    </a:cubicBezTo>
                    <a:cubicBezTo>
                      <a:pt x="338751" y="88720"/>
                      <a:pt x="295219" y="72721"/>
                      <a:pt x="251315" y="74209"/>
                    </a:cubicBezTo>
                    <a:lnTo>
                      <a:pt x="317171" y="140066"/>
                    </a:lnTo>
                    <a:cubicBezTo>
                      <a:pt x="324241" y="147135"/>
                      <a:pt x="327961" y="156437"/>
                      <a:pt x="327961" y="166483"/>
                    </a:cubicBezTo>
                    <a:cubicBezTo>
                      <a:pt x="327961" y="176529"/>
                      <a:pt x="323868" y="185830"/>
                      <a:pt x="317171" y="192900"/>
                    </a:cubicBezTo>
                    <a:lnTo>
                      <a:pt x="193272" y="317171"/>
                    </a:lnTo>
                    <a:cubicBezTo>
                      <a:pt x="186202" y="324241"/>
                      <a:pt x="176901" y="327961"/>
                      <a:pt x="166855" y="327961"/>
                    </a:cubicBezTo>
                    <a:cubicBezTo>
                      <a:pt x="156809" y="327961"/>
                      <a:pt x="147507" y="323868"/>
                      <a:pt x="140438" y="317171"/>
                    </a:cubicBezTo>
                    <a:lnTo>
                      <a:pt x="74581" y="251315"/>
                    </a:lnTo>
                    <a:cubicBezTo>
                      <a:pt x="72721" y="294847"/>
                      <a:pt x="89092" y="338751"/>
                      <a:pt x="121090" y="370749"/>
                    </a:cubicBezTo>
                    <a:cubicBezTo>
                      <a:pt x="171320" y="420979"/>
                      <a:pt x="249826" y="431769"/>
                      <a:pt x="311590" y="397166"/>
                    </a:cubicBezTo>
                    <a:cubicBezTo>
                      <a:pt x="317171" y="393818"/>
                      <a:pt x="323496" y="392329"/>
                      <a:pt x="329822" y="392329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247798" y="114446"/>
                <a:ext cx="1543438" cy="1653259"/>
              </a:xfrm>
              <a:custGeom>
                <a:avLst/>
                <a:gdLst>
                  <a:gd name="connsiteX0" fmla="*/ 158874 w 1543438"/>
                  <a:gd name="connsiteY0" fmla="*/ 1653260 h 1653259"/>
                  <a:gd name="connsiteX1" fmla="*/ 132457 w 1543438"/>
                  <a:gd name="connsiteY1" fmla="*/ 1642470 h 1653259"/>
                  <a:gd name="connsiteX2" fmla="*/ 10790 w 1543438"/>
                  <a:gd name="connsiteY2" fmla="*/ 1520803 h 1653259"/>
                  <a:gd name="connsiteX3" fmla="*/ 0 w 1543438"/>
                  <a:gd name="connsiteY3" fmla="*/ 1494386 h 1653259"/>
                  <a:gd name="connsiteX4" fmla="*/ 10790 w 1543438"/>
                  <a:gd name="connsiteY4" fmla="*/ 1467969 h 1653259"/>
                  <a:gd name="connsiteX5" fmla="*/ 498946 w 1543438"/>
                  <a:gd name="connsiteY5" fmla="*/ 979813 h 1653259"/>
                  <a:gd name="connsiteX6" fmla="*/ 551408 w 1543438"/>
                  <a:gd name="connsiteY6" fmla="*/ 979813 h 1653259"/>
                  <a:gd name="connsiteX7" fmla="*/ 551408 w 1543438"/>
                  <a:gd name="connsiteY7" fmla="*/ 1032275 h 1653259"/>
                  <a:gd name="connsiteX8" fmla="*/ 90041 w 1543438"/>
                  <a:gd name="connsiteY8" fmla="*/ 1494386 h 1653259"/>
                  <a:gd name="connsiteX9" fmla="*/ 158874 w 1543438"/>
                  <a:gd name="connsiteY9" fmla="*/ 1563219 h 1653259"/>
                  <a:gd name="connsiteX10" fmla="*/ 620613 w 1543438"/>
                  <a:gd name="connsiteY10" fmla="*/ 1101480 h 1653259"/>
                  <a:gd name="connsiteX11" fmla="*/ 673075 w 1543438"/>
                  <a:gd name="connsiteY11" fmla="*/ 1101480 h 1653259"/>
                  <a:gd name="connsiteX12" fmla="*/ 673075 w 1543438"/>
                  <a:gd name="connsiteY12" fmla="*/ 1153942 h 1653259"/>
                  <a:gd name="connsiteX13" fmla="*/ 185291 w 1543438"/>
                  <a:gd name="connsiteY13" fmla="*/ 1642470 h 1653259"/>
                  <a:gd name="connsiteX14" fmla="*/ 158874 w 1543438"/>
                  <a:gd name="connsiteY14" fmla="*/ 1653260 h 1653259"/>
                  <a:gd name="connsiteX15" fmla="*/ 958081 w 1543438"/>
                  <a:gd name="connsiteY15" fmla="*/ 845495 h 1653259"/>
                  <a:gd name="connsiteX16" fmla="*/ 931664 w 1543438"/>
                  <a:gd name="connsiteY16" fmla="*/ 834705 h 1653259"/>
                  <a:gd name="connsiteX17" fmla="*/ 931664 w 1543438"/>
                  <a:gd name="connsiteY17" fmla="*/ 782243 h 1653259"/>
                  <a:gd name="connsiteX18" fmla="*/ 1281782 w 1543438"/>
                  <a:gd name="connsiteY18" fmla="*/ 432125 h 1653259"/>
                  <a:gd name="connsiteX19" fmla="*/ 1328291 w 1543438"/>
                  <a:gd name="connsiteY19" fmla="*/ 427288 h 1653259"/>
                  <a:gd name="connsiteX20" fmla="*/ 1397496 w 1543438"/>
                  <a:gd name="connsiteY20" fmla="*/ 486447 h 1653259"/>
                  <a:gd name="connsiteX21" fmla="*/ 1466329 w 1543438"/>
                  <a:gd name="connsiteY21" fmla="*/ 581697 h 1653259"/>
                  <a:gd name="connsiteX22" fmla="*/ 1417960 w 1543438"/>
                  <a:gd name="connsiteY22" fmla="*/ 384872 h 1653259"/>
                  <a:gd name="connsiteX23" fmla="*/ 1168673 w 1543438"/>
                  <a:gd name="connsiteY23" fmla="*/ 88332 h 1653259"/>
                  <a:gd name="connsiteX24" fmla="*/ 1079376 w 1543438"/>
                  <a:gd name="connsiteY24" fmla="*/ 177629 h 1653259"/>
                  <a:gd name="connsiteX25" fmla="*/ 1212205 w 1543438"/>
                  <a:gd name="connsiteY25" fmla="*/ 310458 h 1653259"/>
                  <a:gd name="connsiteX26" fmla="*/ 1212205 w 1543438"/>
                  <a:gd name="connsiteY26" fmla="*/ 362920 h 1653259"/>
                  <a:gd name="connsiteX27" fmla="*/ 862087 w 1543438"/>
                  <a:gd name="connsiteY27" fmla="*/ 713038 h 1653259"/>
                  <a:gd name="connsiteX28" fmla="*/ 809625 w 1543438"/>
                  <a:gd name="connsiteY28" fmla="*/ 713038 h 1653259"/>
                  <a:gd name="connsiteX29" fmla="*/ 809625 w 1543438"/>
                  <a:gd name="connsiteY29" fmla="*/ 660576 h 1653259"/>
                  <a:gd name="connsiteX30" fmla="*/ 1133326 w 1543438"/>
                  <a:gd name="connsiteY30" fmla="*/ 336875 h 1653259"/>
                  <a:gd name="connsiteX31" fmla="*/ 1000497 w 1543438"/>
                  <a:gd name="connsiteY31" fmla="*/ 204046 h 1653259"/>
                  <a:gd name="connsiteX32" fmla="*/ 1000497 w 1543438"/>
                  <a:gd name="connsiteY32" fmla="*/ 151584 h 1653259"/>
                  <a:gd name="connsiteX33" fmla="*/ 1141140 w 1543438"/>
                  <a:gd name="connsiteY33" fmla="*/ 10942 h 1653259"/>
                  <a:gd name="connsiteX34" fmla="*/ 1192485 w 1543438"/>
                  <a:gd name="connsiteY34" fmla="*/ 9453 h 1653259"/>
                  <a:gd name="connsiteX35" fmla="*/ 1484561 w 1543438"/>
                  <a:gd name="connsiteY35" fmla="*/ 352502 h 1653259"/>
                  <a:gd name="connsiteX36" fmla="*/ 1539255 w 1543438"/>
                  <a:gd name="connsiteY36" fmla="*/ 732758 h 1653259"/>
                  <a:gd name="connsiteX37" fmla="*/ 1508373 w 1543438"/>
                  <a:gd name="connsiteY37" fmla="*/ 765128 h 1653259"/>
                  <a:gd name="connsiteX38" fmla="*/ 1468562 w 1543438"/>
                  <a:gd name="connsiteY38" fmla="*/ 744292 h 1653259"/>
                  <a:gd name="connsiteX39" fmla="*/ 1344662 w 1543438"/>
                  <a:gd name="connsiteY39" fmla="*/ 539653 h 1653259"/>
                  <a:gd name="connsiteX40" fmla="*/ 1311176 w 1543438"/>
                  <a:gd name="connsiteY40" fmla="*/ 508772 h 1653259"/>
                  <a:gd name="connsiteX41" fmla="*/ 984498 w 1543438"/>
                  <a:gd name="connsiteY41" fmla="*/ 834333 h 1653259"/>
                  <a:gd name="connsiteX42" fmla="*/ 958081 w 1543438"/>
                  <a:gd name="connsiteY42" fmla="*/ 845495 h 1653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543438" h="1653259">
                    <a:moveTo>
                      <a:pt x="158874" y="1653260"/>
                    </a:moveTo>
                    <a:cubicBezTo>
                      <a:pt x="148828" y="1653260"/>
                      <a:pt x="139526" y="1649167"/>
                      <a:pt x="132457" y="1642470"/>
                    </a:cubicBezTo>
                    <a:lnTo>
                      <a:pt x="10790" y="1520803"/>
                    </a:lnTo>
                    <a:cubicBezTo>
                      <a:pt x="3721" y="1513734"/>
                      <a:pt x="0" y="1504432"/>
                      <a:pt x="0" y="1494386"/>
                    </a:cubicBezTo>
                    <a:cubicBezTo>
                      <a:pt x="0" y="1484340"/>
                      <a:pt x="4093" y="1475038"/>
                      <a:pt x="10790" y="1467969"/>
                    </a:cubicBezTo>
                    <a:lnTo>
                      <a:pt x="498946" y="979813"/>
                    </a:lnTo>
                    <a:cubicBezTo>
                      <a:pt x="513457" y="965302"/>
                      <a:pt x="536897" y="965302"/>
                      <a:pt x="551408" y="979813"/>
                    </a:cubicBezTo>
                    <a:cubicBezTo>
                      <a:pt x="565919" y="994323"/>
                      <a:pt x="565919" y="1017764"/>
                      <a:pt x="551408" y="1032275"/>
                    </a:cubicBezTo>
                    <a:lnTo>
                      <a:pt x="90041" y="1494386"/>
                    </a:lnTo>
                    <a:lnTo>
                      <a:pt x="158874" y="1563219"/>
                    </a:lnTo>
                    <a:lnTo>
                      <a:pt x="620613" y="1101480"/>
                    </a:lnTo>
                    <a:cubicBezTo>
                      <a:pt x="635124" y="1086969"/>
                      <a:pt x="658565" y="1086969"/>
                      <a:pt x="673075" y="1101480"/>
                    </a:cubicBezTo>
                    <a:cubicBezTo>
                      <a:pt x="687586" y="1115990"/>
                      <a:pt x="687586" y="1139431"/>
                      <a:pt x="673075" y="1153942"/>
                    </a:cubicBezTo>
                    <a:lnTo>
                      <a:pt x="185291" y="1642470"/>
                    </a:lnTo>
                    <a:cubicBezTo>
                      <a:pt x="178222" y="1649167"/>
                      <a:pt x="168548" y="1653260"/>
                      <a:pt x="158874" y="1653260"/>
                    </a:cubicBezTo>
                    <a:close/>
                    <a:moveTo>
                      <a:pt x="958081" y="845495"/>
                    </a:moveTo>
                    <a:cubicBezTo>
                      <a:pt x="948407" y="845495"/>
                      <a:pt x="939106" y="841775"/>
                      <a:pt x="931664" y="834705"/>
                    </a:cubicBezTo>
                    <a:cubicBezTo>
                      <a:pt x="917153" y="820194"/>
                      <a:pt x="917153" y="796754"/>
                      <a:pt x="931664" y="782243"/>
                    </a:cubicBezTo>
                    <a:lnTo>
                      <a:pt x="1281782" y="432125"/>
                    </a:lnTo>
                    <a:cubicBezTo>
                      <a:pt x="1294061" y="419847"/>
                      <a:pt x="1313780" y="417614"/>
                      <a:pt x="1328291" y="427288"/>
                    </a:cubicBezTo>
                    <a:cubicBezTo>
                      <a:pt x="1329407" y="428032"/>
                      <a:pt x="1357685" y="446636"/>
                      <a:pt x="1397496" y="486447"/>
                    </a:cubicBezTo>
                    <a:cubicBezTo>
                      <a:pt x="1419820" y="508772"/>
                      <a:pt x="1444377" y="544862"/>
                      <a:pt x="1466329" y="581697"/>
                    </a:cubicBezTo>
                    <a:cubicBezTo>
                      <a:pt x="1461492" y="519562"/>
                      <a:pt x="1448470" y="447008"/>
                      <a:pt x="1417960" y="384872"/>
                    </a:cubicBezTo>
                    <a:cubicBezTo>
                      <a:pt x="1367731" y="282925"/>
                      <a:pt x="1227088" y="143771"/>
                      <a:pt x="1168673" y="88332"/>
                    </a:cubicBezTo>
                    <a:lnTo>
                      <a:pt x="1079376" y="177629"/>
                    </a:lnTo>
                    <a:lnTo>
                      <a:pt x="1212205" y="310458"/>
                    </a:lnTo>
                    <a:cubicBezTo>
                      <a:pt x="1226716" y="324969"/>
                      <a:pt x="1226716" y="348409"/>
                      <a:pt x="1212205" y="362920"/>
                    </a:cubicBezTo>
                    <a:lnTo>
                      <a:pt x="862087" y="713038"/>
                    </a:lnTo>
                    <a:cubicBezTo>
                      <a:pt x="847576" y="727549"/>
                      <a:pt x="824136" y="727549"/>
                      <a:pt x="809625" y="713038"/>
                    </a:cubicBezTo>
                    <a:cubicBezTo>
                      <a:pt x="795114" y="698527"/>
                      <a:pt x="795114" y="675087"/>
                      <a:pt x="809625" y="660576"/>
                    </a:cubicBezTo>
                    <a:lnTo>
                      <a:pt x="1133326" y="336875"/>
                    </a:lnTo>
                    <a:lnTo>
                      <a:pt x="1000497" y="204046"/>
                    </a:lnTo>
                    <a:cubicBezTo>
                      <a:pt x="985986" y="189535"/>
                      <a:pt x="985986" y="166095"/>
                      <a:pt x="1000497" y="151584"/>
                    </a:cubicBezTo>
                    <a:lnTo>
                      <a:pt x="1141140" y="10942"/>
                    </a:lnTo>
                    <a:cubicBezTo>
                      <a:pt x="1155278" y="-3197"/>
                      <a:pt x="1177603" y="-3569"/>
                      <a:pt x="1192485" y="9453"/>
                    </a:cubicBezTo>
                    <a:cubicBezTo>
                      <a:pt x="1201415" y="17639"/>
                      <a:pt x="1414611" y="209999"/>
                      <a:pt x="1484561" y="352502"/>
                    </a:cubicBezTo>
                    <a:cubicBezTo>
                      <a:pt x="1564184" y="513981"/>
                      <a:pt x="1540371" y="723828"/>
                      <a:pt x="1539255" y="732758"/>
                    </a:cubicBezTo>
                    <a:cubicBezTo>
                      <a:pt x="1537395" y="749129"/>
                      <a:pt x="1524744" y="762524"/>
                      <a:pt x="1508373" y="765128"/>
                    </a:cubicBezTo>
                    <a:cubicBezTo>
                      <a:pt x="1492002" y="767733"/>
                      <a:pt x="1476003" y="759175"/>
                      <a:pt x="1468562" y="744292"/>
                    </a:cubicBezTo>
                    <a:cubicBezTo>
                      <a:pt x="1448470" y="701504"/>
                      <a:pt x="1386706" y="581325"/>
                      <a:pt x="1344662" y="539653"/>
                    </a:cubicBezTo>
                    <a:cubicBezTo>
                      <a:pt x="1331640" y="526631"/>
                      <a:pt x="1320106" y="516213"/>
                      <a:pt x="1311176" y="508772"/>
                    </a:cubicBezTo>
                    <a:lnTo>
                      <a:pt x="984498" y="834333"/>
                    </a:lnTo>
                    <a:cubicBezTo>
                      <a:pt x="977057" y="841775"/>
                      <a:pt x="967755" y="845495"/>
                      <a:pt x="958081" y="845495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8685238" y="5421269"/>
            <a:ext cx="1337907" cy="269304"/>
            <a:chOff x="8717136" y="5421269"/>
            <a:chExt cx="1337907" cy="269304"/>
          </a:xfrm>
        </p:grpSpPr>
        <p:sp>
          <p:nvSpPr>
            <p:cNvPr id="49" name="文本框 48"/>
            <p:cNvSpPr txBox="1"/>
            <p:nvPr/>
          </p:nvSpPr>
          <p:spPr>
            <a:xfrm>
              <a:off x="9131713" y="5421269"/>
              <a:ext cx="923330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defRPr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资源匹配</a:t>
              </a:r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8717136" y="5421269"/>
              <a:ext cx="281836" cy="269304"/>
              <a:chOff x="76390" y="115347"/>
              <a:chExt cx="1752219" cy="1674305"/>
            </a:xfrm>
            <a:solidFill>
              <a:schemeClr val="bg1"/>
            </a:solidFill>
          </p:grpSpPr>
          <p:sp>
            <p:nvSpPr>
              <p:cNvPr id="72" name="任意多边形: 形状 71"/>
              <p:cNvSpPr/>
              <p:nvPr/>
            </p:nvSpPr>
            <p:spPr>
              <a:xfrm>
                <a:off x="705612" y="115347"/>
                <a:ext cx="1122997" cy="1674305"/>
              </a:xfrm>
              <a:custGeom>
                <a:avLst/>
                <a:gdLst>
                  <a:gd name="connsiteX0" fmla="*/ 778764 w 1122997"/>
                  <a:gd name="connsiteY0" fmla="*/ 509111 h 1674305"/>
                  <a:gd name="connsiteX1" fmla="*/ 524161 w 1122997"/>
                  <a:gd name="connsiteY1" fmla="*/ 254508 h 1674305"/>
                  <a:gd name="connsiteX2" fmla="*/ 778764 w 1122997"/>
                  <a:gd name="connsiteY2" fmla="*/ 0 h 1674305"/>
                  <a:gd name="connsiteX3" fmla="*/ 1033272 w 1122997"/>
                  <a:gd name="connsiteY3" fmla="*/ 254508 h 1674305"/>
                  <a:gd name="connsiteX4" fmla="*/ 778764 w 1122997"/>
                  <a:gd name="connsiteY4" fmla="*/ 509111 h 1674305"/>
                  <a:gd name="connsiteX5" fmla="*/ 778764 w 1122997"/>
                  <a:gd name="connsiteY5" fmla="*/ 127254 h 1674305"/>
                  <a:gd name="connsiteX6" fmla="*/ 651510 w 1122997"/>
                  <a:gd name="connsiteY6" fmla="*/ 254508 h 1674305"/>
                  <a:gd name="connsiteX7" fmla="*/ 778764 w 1122997"/>
                  <a:gd name="connsiteY7" fmla="*/ 381762 h 1674305"/>
                  <a:gd name="connsiteX8" fmla="*/ 906018 w 1122997"/>
                  <a:gd name="connsiteY8" fmla="*/ 254508 h 1674305"/>
                  <a:gd name="connsiteX9" fmla="*/ 778764 w 1122997"/>
                  <a:gd name="connsiteY9" fmla="*/ 127254 h 1674305"/>
                  <a:gd name="connsiteX10" fmla="*/ 868394 w 1122997"/>
                  <a:gd name="connsiteY10" fmla="*/ 1674305 h 1674305"/>
                  <a:gd name="connsiteX11" fmla="*/ 614173 w 1122997"/>
                  <a:gd name="connsiteY11" fmla="*/ 1418940 h 1674305"/>
                  <a:gd name="connsiteX12" fmla="*/ 688372 w 1122997"/>
                  <a:gd name="connsiteY12" fmla="*/ 1239774 h 1674305"/>
                  <a:gd name="connsiteX13" fmla="*/ 1048417 w 1122997"/>
                  <a:gd name="connsiteY13" fmla="*/ 1239774 h 1674305"/>
                  <a:gd name="connsiteX14" fmla="*/ 1122998 w 1122997"/>
                  <a:gd name="connsiteY14" fmla="*/ 1419797 h 1674305"/>
                  <a:gd name="connsiteX15" fmla="*/ 1048417 w 1122997"/>
                  <a:gd name="connsiteY15" fmla="*/ 1599724 h 1674305"/>
                  <a:gd name="connsiteX16" fmla="*/ 868394 w 1122997"/>
                  <a:gd name="connsiteY16" fmla="*/ 1674305 h 1674305"/>
                  <a:gd name="connsiteX17" fmla="*/ 868394 w 1122997"/>
                  <a:gd name="connsiteY17" fmla="*/ 1292447 h 1674305"/>
                  <a:gd name="connsiteX18" fmla="*/ 741445 w 1122997"/>
                  <a:gd name="connsiteY18" fmla="*/ 1420385 h 1674305"/>
                  <a:gd name="connsiteX19" fmla="*/ 778383 w 1122997"/>
                  <a:gd name="connsiteY19" fmla="*/ 1509617 h 1674305"/>
                  <a:gd name="connsiteX20" fmla="*/ 958405 w 1122997"/>
                  <a:gd name="connsiteY20" fmla="*/ 1509713 h 1674305"/>
                  <a:gd name="connsiteX21" fmla="*/ 995744 w 1122997"/>
                  <a:gd name="connsiteY21" fmla="*/ 1419797 h 1674305"/>
                  <a:gd name="connsiteX22" fmla="*/ 958405 w 1122997"/>
                  <a:gd name="connsiteY22" fmla="*/ 1329785 h 1674305"/>
                  <a:gd name="connsiteX23" fmla="*/ 868394 w 1122997"/>
                  <a:gd name="connsiteY23" fmla="*/ 1292447 h 1674305"/>
                  <a:gd name="connsiteX24" fmla="*/ 381857 w 1122997"/>
                  <a:gd name="connsiteY24" fmla="*/ 1280827 h 1674305"/>
                  <a:gd name="connsiteX25" fmla="*/ 0 w 1122997"/>
                  <a:gd name="connsiteY25" fmla="*/ 899065 h 1674305"/>
                  <a:gd name="connsiteX26" fmla="*/ 381857 w 1122997"/>
                  <a:gd name="connsiteY26" fmla="*/ 517208 h 1674305"/>
                  <a:gd name="connsiteX27" fmla="*/ 763715 w 1122997"/>
                  <a:gd name="connsiteY27" fmla="*/ 899065 h 1674305"/>
                  <a:gd name="connsiteX28" fmla="*/ 381857 w 1122997"/>
                  <a:gd name="connsiteY28" fmla="*/ 1280827 h 1674305"/>
                  <a:gd name="connsiteX29" fmla="*/ 381857 w 1122997"/>
                  <a:gd name="connsiteY29" fmla="*/ 644557 h 1674305"/>
                  <a:gd name="connsiteX30" fmla="*/ 127349 w 1122997"/>
                  <a:gd name="connsiteY30" fmla="*/ 899065 h 1674305"/>
                  <a:gd name="connsiteX31" fmla="*/ 381857 w 1122997"/>
                  <a:gd name="connsiteY31" fmla="*/ 1153573 h 1674305"/>
                  <a:gd name="connsiteX32" fmla="*/ 636461 w 1122997"/>
                  <a:gd name="connsiteY32" fmla="*/ 899065 h 1674305"/>
                  <a:gd name="connsiteX33" fmla="*/ 381857 w 1122997"/>
                  <a:gd name="connsiteY33" fmla="*/ 644462 h 1674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122997" h="1674305">
                    <a:moveTo>
                      <a:pt x="778764" y="509111"/>
                    </a:moveTo>
                    <a:cubicBezTo>
                      <a:pt x="638194" y="509006"/>
                      <a:pt x="524266" y="395078"/>
                      <a:pt x="524161" y="254508"/>
                    </a:cubicBezTo>
                    <a:cubicBezTo>
                      <a:pt x="524318" y="113975"/>
                      <a:pt x="638231" y="105"/>
                      <a:pt x="778764" y="0"/>
                    </a:cubicBezTo>
                    <a:cubicBezTo>
                      <a:pt x="919260" y="157"/>
                      <a:pt x="1033115" y="114012"/>
                      <a:pt x="1033272" y="254508"/>
                    </a:cubicBezTo>
                    <a:cubicBezTo>
                      <a:pt x="1033272" y="394907"/>
                      <a:pt x="919067" y="509111"/>
                      <a:pt x="778764" y="509111"/>
                    </a:cubicBezTo>
                    <a:close/>
                    <a:moveTo>
                      <a:pt x="778764" y="127254"/>
                    </a:moveTo>
                    <a:cubicBezTo>
                      <a:pt x="708565" y="127254"/>
                      <a:pt x="651510" y="184404"/>
                      <a:pt x="651510" y="254508"/>
                    </a:cubicBezTo>
                    <a:cubicBezTo>
                      <a:pt x="651510" y="324707"/>
                      <a:pt x="708565" y="381762"/>
                      <a:pt x="778764" y="381762"/>
                    </a:cubicBezTo>
                    <a:cubicBezTo>
                      <a:pt x="848963" y="381762"/>
                      <a:pt x="906018" y="324707"/>
                      <a:pt x="906018" y="254508"/>
                    </a:cubicBezTo>
                    <a:cubicBezTo>
                      <a:pt x="906018" y="184309"/>
                      <a:pt x="848868" y="127254"/>
                      <a:pt x="778764" y="127254"/>
                    </a:cubicBezTo>
                    <a:close/>
                    <a:moveTo>
                      <a:pt x="868394" y="1674305"/>
                    </a:moveTo>
                    <a:cubicBezTo>
                      <a:pt x="727676" y="1673989"/>
                      <a:pt x="613857" y="1559658"/>
                      <a:pt x="614173" y="1418940"/>
                    </a:cubicBezTo>
                    <a:cubicBezTo>
                      <a:pt x="614324" y="1351772"/>
                      <a:pt x="640990" y="1287382"/>
                      <a:pt x="688372" y="1239774"/>
                    </a:cubicBezTo>
                    <a:cubicBezTo>
                      <a:pt x="784574" y="1143572"/>
                      <a:pt x="952214" y="1143572"/>
                      <a:pt x="1048417" y="1239774"/>
                    </a:cubicBezTo>
                    <a:cubicBezTo>
                      <a:pt x="1096518" y="1287875"/>
                      <a:pt x="1122998" y="1351788"/>
                      <a:pt x="1122998" y="1419797"/>
                    </a:cubicBezTo>
                    <a:cubicBezTo>
                      <a:pt x="1122998" y="1487710"/>
                      <a:pt x="1096423" y="1551623"/>
                      <a:pt x="1048417" y="1599724"/>
                    </a:cubicBezTo>
                    <a:cubicBezTo>
                      <a:pt x="1000793" y="1647651"/>
                      <a:pt x="935959" y="1674511"/>
                      <a:pt x="868394" y="1674305"/>
                    </a:cubicBezTo>
                    <a:close/>
                    <a:moveTo>
                      <a:pt x="868394" y="1292447"/>
                    </a:moveTo>
                    <a:cubicBezTo>
                      <a:pt x="798009" y="1292720"/>
                      <a:pt x="741172" y="1350000"/>
                      <a:pt x="741445" y="1420385"/>
                    </a:cubicBezTo>
                    <a:cubicBezTo>
                      <a:pt x="741575" y="1453823"/>
                      <a:pt x="754841" y="1485871"/>
                      <a:pt x="778383" y="1509617"/>
                    </a:cubicBezTo>
                    <a:cubicBezTo>
                      <a:pt x="826484" y="1557814"/>
                      <a:pt x="910304" y="1557814"/>
                      <a:pt x="958405" y="1509713"/>
                    </a:cubicBezTo>
                    <a:cubicBezTo>
                      <a:pt x="982408" y="1485710"/>
                      <a:pt x="995744" y="1453706"/>
                      <a:pt x="995744" y="1419797"/>
                    </a:cubicBezTo>
                    <a:cubicBezTo>
                      <a:pt x="995744" y="1385792"/>
                      <a:pt x="982408" y="1353788"/>
                      <a:pt x="958405" y="1329785"/>
                    </a:cubicBezTo>
                    <a:cubicBezTo>
                      <a:pt x="934592" y="1305818"/>
                      <a:pt x="902180" y="1292373"/>
                      <a:pt x="868394" y="1292447"/>
                    </a:cubicBezTo>
                    <a:close/>
                    <a:moveTo>
                      <a:pt x="381857" y="1280827"/>
                    </a:moveTo>
                    <a:cubicBezTo>
                      <a:pt x="171088" y="1280617"/>
                      <a:pt x="263" y="1109834"/>
                      <a:pt x="0" y="899065"/>
                    </a:cubicBezTo>
                    <a:cubicBezTo>
                      <a:pt x="210" y="688258"/>
                      <a:pt x="171050" y="517418"/>
                      <a:pt x="381857" y="517208"/>
                    </a:cubicBezTo>
                    <a:cubicBezTo>
                      <a:pt x="592664" y="517418"/>
                      <a:pt x="763504" y="688258"/>
                      <a:pt x="763715" y="899065"/>
                    </a:cubicBezTo>
                    <a:cubicBezTo>
                      <a:pt x="763452" y="1109834"/>
                      <a:pt x="592627" y="1280617"/>
                      <a:pt x="381857" y="1280827"/>
                    </a:cubicBezTo>
                    <a:close/>
                    <a:moveTo>
                      <a:pt x="381857" y="644557"/>
                    </a:moveTo>
                    <a:cubicBezTo>
                      <a:pt x="241362" y="644714"/>
                      <a:pt x="127507" y="758569"/>
                      <a:pt x="127349" y="899065"/>
                    </a:cubicBezTo>
                    <a:cubicBezTo>
                      <a:pt x="127507" y="1039560"/>
                      <a:pt x="241362" y="1153415"/>
                      <a:pt x="381857" y="1153573"/>
                    </a:cubicBezTo>
                    <a:cubicBezTo>
                      <a:pt x="522390" y="1153468"/>
                      <a:pt x="636303" y="1039598"/>
                      <a:pt x="636461" y="899065"/>
                    </a:cubicBezTo>
                    <a:cubicBezTo>
                      <a:pt x="636303" y="758517"/>
                      <a:pt x="522405" y="644619"/>
                      <a:pt x="381857" y="64446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>
                <a:off x="76390" y="541496"/>
                <a:ext cx="1391030" cy="866203"/>
              </a:xfrm>
              <a:custGeom>
                <a:avLst/>
                <a:gdLst>
                  <a:gd name="connsiteX0" fmla="*/ 1093470 w 1391030"/>
                  <a:gd name="connsiteY0" fmla="*/ 227743 h 866203"/>
                  <a:gd name="connsiteX1" fmla="*/ 1224915 w 1391030"/>
                  <a:gd name="connsiteY1" fmla="*/ 0 h 866203"/>
                  <a:gd name="connsiteX2" fmla="*/ 1335119 w 1391030"/>
                  <a:gd name="connsiteY2" fmla="*/ 63627 h 866203"/>
                  <a:gd name="connsiteX3" fmla="*/ 1203674 w 1391030"/>
                  <a:gd name="connsiteY3" fmla="*/ 291465 h 866203"/>
                  <a:gd name="connsiteX4" fmla="*/ 1093470 w 1391030"/>
                  <a:gd name="connsiteY4" fmla="*/ 227743 h 866203"/>
                  <a:gd name="connsiteX5" fmla="*/ 1147382 w 1391030"/>
                  <a:gd name="connsiteY5" fmla="*/ 712565 h 866203"/>
                  <a:gd name="connsiteX6" fmla="*/ 1237393 w 1391030"/>
                  <a:gd name="connsiteY6" fmla="*/ 622554 h 866203"/>
                  <a:gd name="connsiteX7" fmla="*/ 1391031 w 1391030"/>
                  <a:gd name="connsiteY7" fmla="*/ 776192 h 866203"/>
                  <a:gd name="connsiteX8" fmla="*/ 1301020 w 1391030"/>
                  <a:gd name="connsiteY8" fmla="*/ 866204 h 866203"/>
                  <a:gd name="connsiteX9" fmla="*/ 1147382 w 1391030"/>
                  <a:gd name="connsiteY9" fmla="*/ 712565 h 866203"/>
                  <a:gd name="connsiteX10" fmla="*/ 254603 w 1391030"/>
                  <a:gd name="connsiteY10" fmla="*/ 758571 h 866203"/>
                  <a:gd name="connsiteX11" fmla="*/ 0 w 1391030"/>
                  <a:gd name="connsiteY11" fmla="*/ 504063 h 866203"/>
                  <a:gd name="connsiteX12" fmla="*/ 254603 w 1391030"/>
                  <a:gd name="connsiteY12" fmla="*/ 249460 h 866203"/>
                  <a:gd name="connsiteX13" fmla="*/ 509111 w 1391030"/>
                  <a:gd name="connsiteY13" fmla="*/ 504063 h 866203"/>
                  <a:gd name="connsiteX14" fmla="*/ 254603 w 1391030"/>
                  <a:gd name="connsiteY14" fmla="*/ 758571 h 866203"/>
                  <a:gd name="connsiteX15" fmla="*/ 254603 w 1391030"/>
                  <a:gd name="connsiteY15" fmla="*/ 376809 h 866203"/>
                  <a:gd name="connsiteX16" fmla="*/ 127349 w 1391030"/>
                  <a:gd name="connsiteY16" fmla="*/ 504063 h 866203"/>
                  <a:gd name="connsiteX17" fmla="*/ 254603 w 1391030"/>
                  <a:gd name="connsiteY17" fmla="*/ 631317 h 866203"/>
                  <a:gd name="connsiteX18" fmla="*/ 381857 w 1391030"/>
                  <a:gd name="connsiteY18" fmla="*/ 504063 h 866203"/>
                  <a:gd name="connsiteX19" fmla="*/ 254603 w 1391030"/>
                  <a:gd name="connsiteY19" fmla="*/ 376809 h 866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91030" h="866203">
                    <a:moveTo>
                      <a:pt x="1093470" y="227743"/>
                    </a:moveTo>
                    <a:lnTo>
                      <a:pt x="1224915" y="0"/>
                    </a:lnTo>
                    <a:lnTo>
                      <a:pt x="1335119" y="63627"/>
                    </a:lnTo>
                    <a:lnTo>
                      <a:pt x="1203674" y="291465"/>
                    </a:lnTo>
                    <a:lnTo>
                      <a:pt x="1093470" y="227743"/>
                    </a:lnTo>
                    <a:close/>
                    <a:moveTo>
                      <a:pt x="1147382" y="712565"/>
                    </a:moveTo>
                    <a:lnTo>
                      <a:pt x="1237393" y="622554"/>
                    </a:lnTo>
                    <a:lnTo>
                      <a:pt x="1391031" y="776192"/>
                    </a:lnTo>
                    <a:lnTo>
                      <a:pt x="1301020" y="866204"/>
                    </a:lnTo>
                    <a:lnTo>
                      <a:pt x="1147382" y="712565"/>
                    </a:lnTo>
                    <a:close/>
                    <a:moveTo>
                      <a:pt x="254603" y="758571"/>
                    </a:moveTo>
                    <a:cubicBezTo>
                      <a:pt x="114070" y="758466"/>
                      <a:pt x="158" y="644596"/>
                      <a:pt x="0" y="504063"/>
                    </a:cubicBezTo>
                    <a:cubicBezTo>
                      <a:pt x="105" y="363493"/>
                      <a:pt x="114033" y="249565"/>
                      <a:pt x="254603" y="249460"/>
                    </a:cubicBezTo>
                    <a:cubicBezTo>
                      <a:pt x="395136" y="249617"/>
                      <a:pt x="509006" y="363530"/>
                      <a:pt x="509111" y="504063"/>
                    </a:cubicBezTo>
                    <a:cubicBezTo>
                      <a:pt x="508954" y="644559"/>
                      <a:pt x="395099" y="758414"/>
                      <a:pt x="254603" y="758571"/>
                    </a:cubicBezTo>
                    <a:close/>
                    <a:moveTo>
                      <a:pt x="254603" y="376809"/>
                    </a:moveTo>
                    <a:cubicBezTo>
                      <a:pt x="184404" y="376809"/>
                      <a:pt x="127349" y="433864"/>
                      <a:pt x="127349" y="504063"/>
                    </a:cubicBezTo>
                    <a:cubicBezTo>
                      <a:pt x="127349" y="574262"/>
                      <a:pt x="184404" y="631317"/>
                      <a:pt x="254603" y="631317"/>
                    </a:cubicBezTo>
                    <a:cubicBezTo>
                      <a:pt x="324803" y="631317"/>
                      <a:pt x="381857" y="574167"/>
                      <a:pt x="381857" y="504063"/>
                    </a:cubicBezTo>
                    <a:cubicBezTo>
                      <a:pt x="381857" y="433864"/>
                      <a:pt x="324707" y="376809"/>
                      <a:pt x="254603" y="376809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474630" y="981932"/>
                <a:ext cx="303561" cy="127253"/>
              </a:xfrm>
              <a:custGeom>
                <a:avLst/>
                <a:gdLst>
                  <a:gd name="connsiteX0" fmla="*/ 0 w 303561"/>
                  <a:gd name="connsiteY0" fmla="*/ 0 h 127253"/>
                  <a:gd name="connsiteX1" fmla="*/ 303562 w 303561"/>
                  <a:gd name="connsiteY1" fmla="*/ 0 h 127253"/>
                  <a:gd name="connsiteX2" fmla="*/ 303562 w 303561"/>
                  <a:gd name="connsiteY2" fmla="*/ 127254 h 127253"/>
                  <a:gd name="connsiteX3" fmla="*/ 0 w 303561"/>
                  <a:gd name="connsiteY3" fmla="*/ 127254 h 127253"/>
                  <a:gd name="connsiteX4" fmla="*/ 0 w 303561"/>
                  <a:gd name="connsiteY4" fmla="*/ 0 h 127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3561" h="127253">
                    <a:moveTo>
                      <a:pt x="0" y="0"/>
                    </a:moveTo>
                    <a:lnTo>
                      <a:pt x="303562" y="0"/>
                    </a:lnTo>
                    <a:lnTo>
                      <a:pt x="303562" y="127254"/>
                    </a:lnTo>
                    <a:lnTo>
                      <a:pt x="0" y="12725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90" name="组合 89"/>
          <p:cNvGrpSpPr/>
          <p:nvPr/>
        </p:nvGrpSpPr>
        <p:grpSpPr>
          <a:xfrm>
            <a:off x="5427921" y="5421269"/>
            <a:ext cx="1357014" cy="269304"/>
            <a:chOff x="5510044" y="5421269"/>
            <a:chExt cx="1357014" cy="269304"/>
          </a:xfrm>
        </p:grpSpPr>
        <p:sp>
          <p:nvSpPr>
            <p:cNvPr id="51" name="文本框 50"/>
            <p:cNvSpPr txBox="1"/>
            <p:nvPr/>
          </p:nvSpPr>
          <p:spPr>
            <a:xfrm>
              <a:off x="5918080" y="5421269"/>
              <a:ext cx="948978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defRPr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产品适配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5510044" y="5438573"/>
              <a:ext cx="275295" cy="241804"/>
              <a:chOff x="0" y="116005"/>
              <a:chExt cx="1904863" cy="1673125"/>
            </a:xfrm>
            <a:solidFill>
              <a:schemeClr val="bg1"/>
            </a:solidFill>
          </p:grpSpPr>
          <p:sp>
            <p:nvSpPr>
              <p:cNvPr id="80" name="任意多边形: 形状 79"/>
              <p:cNvSpPr/>
              <p:nvPr/>
            </p:nvSpPr>
            <p:spPr>
              <a:xfrm>
                <a:off x="211255" y="116005"/>
                <a:ext cx="106807" cy="932352"/>
              </a:xfrm>
              <a:custGeom>
                <a:avLst/>
                <a:gdLst>
                  <a:gd name="connsiteX0" fmla="*/ 53404 w 106807"/>
                  <a:gd name="connsiteY0" fmla="*/ 472 h 932352"/>
                  <a:gd name="connsiteX1" fmla="*/ 106336 w 106807"/>
                  <a:gd name="connsiteY1" fmla="*/ 40225 h 932352"/>
                  <a:gd name="connsiteX2" fmla="*/ 106336 w 106807"/>
                  <a:gd name="connsiteY2" fmla="*/ 53404 h 932352"/>
                  <a:gd name="connsiteX3" fmla="*/ 106336 w 106807"/>
                  <a:gd name="connsiteY3" fmla="*/ 878949 h 932352"/>
                  <a:gd name="connsiteX4" fmla="*/ 66582 w 106807"/>
                  <a:gd name="connsiteY4" fmla="*/ 931881 h 932352"/>
                  <a:gd name="connsiteX5" fmla="*/ 53404 w 106807"/>
                  <a:gd name="connsiteY5" fmla="*/ 931881 h 932352"/>
                  <a:gd name="connsiteX6" fmla="*/ 472 w 106807"/>
                  <a:gd name="connsiteY6" fmla="*/ 892128 h 932352"/>
                  <a:gd name="connsiteX7" fmla="*/ 472 w 106807"/>
                  <a:gd name="connsiteY7" fmla="*/ 878949 h 932352"/>
                  <a:gd name="connsiteX8" fmla="*/ 472 w 106807"/>
                  <a:gd name="connsiteY8" fmla="*/ 53404 h 932352"/>
                  <a:gd name="connsiteX9" fmla="*/ 40225 w 106807"/>
                  <a:gd name="connsiteY9" fmla="*/ 472 h 932352"/>
                  <a:gd name="connsiteX10" fmla="*/ 53404 w 106807"/>
                  <a:gd name="connsiteY10" fmla="*/ 472 h 932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932352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878949"/>
                    </a:lnTo>
                    <a:cubicBezTo>
                      <a:pt x="109975" y="904543"/>
                      <a:pt x="92177" y="928242"/>
                      <a:pt x="66582" y="931881"/>
                    </a:cubicBezTo>
                    <a:cubicBezTo>
                      <a:pt x="62212" y="932502"/>
                      <a:pt x="57775" y="932502"/>
                      <a:pt x="53404" y="931881"/>
                    </a:cubicBezTo>
                    <a:cubicBezTo>
                      <a:pt x="27810" y="935520"/>
                      <a:pt x="4111" y="917722"/>
                      <a:pt x="472" y="892128"/>
                    </a:cubicBezTo>
                    <a:cubicBezTo>
                      <a:pt x="-149" y="887757"/>
                      <a:pt x="-149" y="883320"/>
                      <a:pt x="472" y="878949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211255" y="1555368"/>
                <a:ext cx="106807" cy="233762"/>
              </a:xfrm>
              <a:custGeom>
                <a:avLst/>
                <a:gdLst>
                  <a:gd name="connsiteX0" fmla="*/ 53404 w 106807"/>
                  <a:gd name="connsiteY0" fmla="*/ 472 h 233762"/>
                  <a:gd name="connsiteX1" fmla="*/ 106336 w 106807"/>
                  <a:gd name="connsiteY1" fmla="*/ 40225 h 233762"/>
                  <a:gd name="connsiteX2" fmla="*/ 106336 w 106807"/>
                  <a:gd name="connsiteY2" fmla="*/ 53404 h 233762"/>
                  <a:gd name="connsiteX3" fmla="*/ 106336 w 106807"/>
                  <a:gd name="connsiteY3" fmla="*/ 180359 h 233762"/>
                  <a:gd name="connsiteX4" fmla="*/ 66582 w 106807"/>
                  <a:gd name="connsiteY4" fmla="*/ 233290 h 233762"/>
                  <a:gd name="connsiteX5" fmla="*/ 53404 w 106807"/>
                  <a:gd name="connsiteY5" fmla="*/ 233290 h 233762"/>
                  <a:gd name="connsiteX6" fmla="*/ 472 w 106807"/>
                  <a:gd name="connsiteY6" fmla="*/ 193537 h 233762"/>
                  <a:gd name="connsiteX7" fmla="*/ 472 w 106807"/>
                  <a:gd name="connsiteY7" fmla="*/ 180359 h 233762"/>
                  <a:gd name="connsiteX8" fmla="*/ 472 w 106807"/>
                  <a:gd name="connsiteY8" fmla="*/ 53404 h 233762"/>
                  <a:gd name="connsiteX9" fmla="*/ 40225 w 106807"/>
                  <a:gd name="connsiteY9" fmla="*/ 472 h 233762"/>
                  <a:gd name="connsiteX10" fmla="*/ 53404 w 106807"/>
                  <a:gd name="connsiteY10" fmla="*/ 472 h 233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233762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180359"/>
                    </a:lnTo>
                    <a:cubicBezTo>
                      <a:pt x="109975" y="205953"/>
                      <a:pt x="92177" y="229651"/>
                      <a:pt x="66582" y="233290"/>
                    </a:cubicBezTo>
                    <a:cubicBezTo>
                      <a:pt x="62212" y="233912"/>
                      <a:pt x="57775" y="233912"/>
                      <a:pt x="53404" y="233290"/>
                    </a:cubicBezTo>
                    <a:cubicBezTo>
                      <a:pt x="27810" y="236929"/>
                      <a:pt x="4111" y="219131"/>
                      <a:pt x="472" y="193537"/>
                    </a:cubicBezTo>
                    <a:cubicBezTo>
                      <a:pt x="-149" y="189166"/>
                      <a:pt x="-149" y="184730"/>
                      <a:pt x="472" y="180359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2" name="任意多边形: 形状 81"/>
              <p:cNvSpPr/>
              <p:nvPr/>
            </p:nvSpPr>
            <p:spPr>
              <a:xfrm>
                <a:off x="0" y="942022"/>
                <a:ext cx="529045" cy="529045"/>
              </a:xfrm>
              <a:custGeom>
                <a:avLst/>
                <a:gdLst>
                  <a:gd name="connsiteX0" fmla="*/ 264523 w 529045"/>
                  <a:gd name="connsiteY0" fmla="*/ 0 h 529045"/>
                  <a:gd name="connsiteX1" fmla="*/ 529046 w 529045"/>
                  <a:gd name="connsiteY1" fmla="*/ 264524 h 529045"/>
                  <a:gd name="connsiteX2" fmla="*/ 264522 w 529045"/>
                  <a:gd name="connsiteY2" fmla="*/ 529046 h 529045"/>
                  <a:gd name="connsiteX3" fmla="*/ 0 w 529045"/>
                  <a:gd name="connsiteY3" fmla="*/ 264522 h 529045"/>
                  <a:gd name="connsiteX4" fmla="*/ 1 w 529045"/>
                  <a:gd name="connsiteY4" fmla="*/ 263979 h 529045"/>
                  <a:gd name="connsiteX5" fmla="*/ 264523 w 529045"/>
                  <a:gd name="connsiteY5" fmla="*/ 0 h 529045"/>
                  <a:gd name="connsiteX6" fmla="*/ 264523 w 529045"/>
                  <a:gd name="connsiteY6" fmla="*/ 105864 h 529045"/>
                  <a:gd name="connsiteX7" fmla="*/ 105728 w 529045"/>
                  <a:gd name="connsiteY7" fmla="*/ 264659 h 529045"/>
                  <a:gd name="connsiteX8" fmla="*/ 264523 w 529045"/>
                  <a:gd name="connsiteY8" fmla="*/ 423454 h 529045"/>
                  <a:gd name="connsiteX9" fmla="*/ 423319 w 529045"/>
                  <a:gd name="connsiteY9" fmla="*/ 264659 h 529045"/>
                  <a:gd name="connsiteX10" fmla="*/ 264523 w 529045"/>
                  <a:gd name="connsiteY10" fmla="*/ 105864 h 529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9045" h="529045">
                    <a:moveTo>
                      <a:pt x="264523" y="0"/>
                    </a:moveTo>
                    <a:cubicBezTo>
                      <a:pt x="410615" y="0"/>
                      <a:pt x="529046" y="118432"/>
                      <a:pt x="529046" y="264524"/>
                    </a:cubicBezTo>
                    <a:cubicBezTo>
                      <a:pt x="529045" y="410616"/>
                      <a:pt x="410614" y="529046"/>
                      <a:pt x="264522" y="529046"/>
                    </a:cubicBezTo>
                    <a:cubicBezTo>
                      <a:pt x="118430" y="529045"/>
                      <a:pt x="0" y="410614"/>
                      <a:pt x="0" y="264522"/>
                    </a:cubicBezTo>
                    <a:cubicBezTo>
                      <a:pt x="0" y="264341"/>
                      <a:pt x="0" y="264160"/>
                      <a:pt x="1" y="263979"/>
                    </a:cubicBezTo>
                    <a:cubicBezTo>
                      <a:pt x="301" y="118099"/>
                      <a:pt x="118644" y="0"/>
                      <a:pt x="264523" y="0"/>
                    </a:cubicBezTo>
                    <a:close/>
                    <a:moveTo>
                      <a:pt x="264523" y="105864"/>
                    </a:moveTo>
                    <a:cubicBezTo>
                      <a:pt x="176823" y="105864"/>
                      <a:pt x="105728" y="176959"/>
                      <a:pt x="105728" y="264659"/>
                    </a:cubicBezTo>
                    <a:cubicBezTo>
                      <a:pt x="105728" y="352359"/>
                      <a:pt x="176823" y="423454"/>
                      <a:pt x="264523" y="423454"/>
                    </a:cubicBezTo>
                    <a:cubicBezTo>
                      <a:pt x="352224" y="423454"/>
                      <a:pt x="423319" y="352359"/>
                      <a:pt x="423319" y="264659"/>
                    </a:cubicBezTo>
                    <a:cubicBezTo>
                      <a:pt x="423319" y="176959"/>
                      <a:pt x="352224" y="105864"/>
                      <a:pt x="264523" y="105864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909709" y="116005"/>
                <a:ext cx="106807" cy="424262"/>
              </a:xfrm>
              <a:custGeom>
                <a:avLst/>
                <a:gdLst>
                  <a:gd name="connsiteX0" fmla="*/ 53404 w 106807"/>
                  <a:gd name="connsiteY0" fmla="*/ 472 h 424262"/>
                  <a:gd name="connsiteX1" fmla="*/ 106336 w 106807"/>
                  <a:gd name="connsiteY1" fmla="*/ 40225 h 424262"/>
                  <a:gd name="connsiteX2" fmla="*/ 106336 w 106807"/>
                  <a:gd name="connsiteY2" fmla="*/ 53404 h 424262"/>
                  <a:gd name="connsiteX3" fmla="*/ 106336 w 106807"/>
                  <a:gd name="connsiteY3" fmla="*/ 370858 h 424262"/>
                  <a:gd name="connsiteX4" fmla="*/ 66583 w 106807"/>
                  <a:gd name="connsiteY4" fmla="*/ 423790 h 424262"/>
                  <a:gd name="connsiteX5" fmla="*/ 53404 w 106807"/>
                  <a:gd name="connsiteY5" fmla="*/ 423790 h 424262"/>
                  <a:gd name="connsiteX6" fmla="*/ 472 w 106807"/>
                  <a:gd name="connsiteY6" fmla="*/ 384037 h 424262"/>
                  <a:gd name="connsiteX7" fmla="*/ 472 w 106807"/>
                  <a:gd name="connsiteY7" fmla="*/ 370858 h 424262"/>
                  <a:gd name="connsiteX8" fmla="*/ 472 w 106807"/>
                  <a:gd name="connsiteY8" fmla="*/ 53404 h 424262"/>
                  <a:gd name="connsiteX9" fmla="*/ 40225 w 106807"/>
                  <a:gd name="connsiteY9" fmla="*/ 472 h 424262"/>
                  <a:gd name="connsiteX10" fmla="*/ 53404 w 106807"/>
                  <a:gd name="connsiteY10" fmla="*/ 472 h 424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424262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370858"/>
                    </a:lnTo>
                    <a:cubicBezTo>
                      <a:pt x="109975" y="396453"/>
                      <a:pt x="92177" y="420151"/>
                      <a:pt x="66583" y="423790"/>
                    </a:cubicBezTo>
                    <a:cubicBezTo>
                      <a:pt x="62212" y="424412"/>
                      <a:pt x="57775" y="424412"/>
                      <a:pt x="53404" y="423790"/>
                    </a:cubicBezTo>
                    <a:cubicBezTo>
                      <a:pt x="27810" y="427429"/>
                      <a:pt x="4111" y="409631"/>
                      <a:pt x="472" y="384037"/>
                    </a:cubicBezTo>
                    <a:cubicBezTo>
                      <a:pt x="-149" y="379666"/>
                      <a:pt x="-149" y="375229"/>
                      <a:pt x="472" y="370858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909709" y="1110823"/>
                <a:ext cx="106807" cy="678307"/>
              </a:xfrm>
              <a:custGeom>
                <a:avLst/>
                <a:gdLst>
                  <a:gd name="connsiteX0" fmla="*/ 53404 w 106807"/>
                  <a:gd name="connsiteY0" fmla="*/ 472 h 678307"/>
                  <a:gd name="connsiteX1" fmla="*/ 106336 w 106807"/>
                  <a:gd name="connsiteY1" fmla="*/ 40225 h 678307"/>
                  <a:gd name="connsiteX2" fmla="*/ 106336 w 106807"/>
                  <a:gd name="connsiteY2" fmla="*/ 53404 h 678307"/>
                  <a:gd name="connsiteX3" fmla="*/ 106336 w 106807"/>
                  <a:gd name="connsiteY3" fmla="*/ 624904 h 678307"/>
                  <a:gd name="connsiteX4" fmla="*/ 66583 w 106807"/>
                  <a:gd name="connsiteY4" fmla="*/ 677836 h 678307"/>
                  <a:gd name="connsiteX5" fmla="*/ 53404 w 106807"/>
                  <a:gd name="connsiteY5" fmla="*/ 677836 h 678307"/>
                  <a:gd name="connsiteX6" fmla="*/ 472 w 106807"/>
                  <a:gd name="connsiteY6" fmla="*/ 638083 h 678307"/>
                  <a:gd name="connsiteX7" fmla="*/ 472 w 106807"/>
                  <a:gd name="connsiteY7" fmla="*/ 624904 h 678307"/>
                  <a:gd name="connsiteX8" fmla="*/ 472 w 106807"/>
                  <a:gd name="connsiteY8" fmla="*/ 53404 h 678307"/>
                  <a:gd name="connsiteX9" fmla="*/ 40225 w 106807"/>
                  <a:gd name="connsiteY9" fmla="*/ 472 h 678307"/>
                  <a:gd name="connsiteX10" fmla="*/ 53404 w 106807"/>
                  <a:gd name="connsiteY10" fmla="*/ 472 h 678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678307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624904"/>
                    </a:lnTo>
                    <a:cubicBezTo>
                      <a:pt x="109975" y="650498"/>
                      <a:pt x="92177" y="674197"/>
                      <a:pt x="66583" y="677836"/>
                    </a:cubicBezTo>
                    <a:cubicBezTo>
                      <a:pt x="62212" y="678457"/>
                      <a:pt x="57775" y="678457"/>
                      <a:pt x="53404" y="677836"/>
                    </a:cubicBezTo>
                    <a:cubicBezTo>
                      <a:pt x="27810" y="681475"/>
                      <a:pt x="4111" y="663677"/>
                      <a:pt x="472" y="638083"/>
                    </a:cubicBezTo>
                    <a:cubicBezTo>
                      <a:pt x="-149" y="633712"/>
                      <a:pt x="-149" y="629275"/>
                      <a:pt x="472" y="624904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698454" y="624431"/>
                <a:ext cx="529045" cy="529045"/>
              </a:xfrm>
              <a:custGeom>
                <a:avLst/>
                <a:gdLst>
                  <a:gd name="connsiteX0" fmla="*/ 264523 w 529045"/>
                  <a:gd name="connsiteY0" fmla="*/ 0 h 529045"/>
                  <a:gd name="connsiteX1" fmla="*/ 529046 w 529045"/>
                  <a:gd name="connsiteY1" fmla="*/ 264523 h 529045"/>
                  <a:gd name="connsiteX2" fmla="*/ 264523 w 529045"/>
                  <a:gd name="connsiteY2" fmla="*/ 529046 h 529045"/>
                  <a:gd name="connsiteX3" fmla="*/ 0 w 529045"/>
                  <a:gd name="connsiteY3" fmla="*/ 264523 h 529045"/>
                  <a:gd name="connsiteX4" fmla="*/ 264523 w 529045"/>
                  <a:gd name="connsiteY4" fmla="*/ 0 h 529045"/>
                  <a:gd name="connsiteX5" fmla="*/ 264523 w 529045"/>
                  <a:gd name="connsiteY5" fmla="*/ 105864 h 529045"/>
                  <a:gd name="connsiteX6" fmla="*/ 105728 w 529045"/>
                  <a:gd name="connsiteY6" fmla="*/ 264659 h 529045"/>
                  <a:gd name="connsiteX7" fmla="*/ 264523 w 529045"/>
                  <a:gd name="connsiteY7" fmla="*/ 423454 h 529045"/>
                  <a:gd name="connsiteX8" fmla="*/ 423318 w 529045"/>
                  <a:gd name="connsiteY8" fmla="*/ 264659 h 529045"/>
                  <a:gd name="connsiteX9" fmla="*/ 264523 w 529045"/>
                  <a:gd name="connsiteY9" fmla="*/ 105864 h 529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29045" h="529045">
                    <a:moveTo>
                      <a:pt x="264523" y="0"/>
                    </a:moveTo>
                    <a:cubicBezTo>
                      <a:pt x="410615" y="0"/>
                      <a:pt x="529046" y="118431"/>
                      <a:pt x="529046" y="264523"/>
                    </a:cubicBezTo>
                    <a:cubicBezTo>
                      <a:pt x="529046" y="410615"/>
                      <a:pt x="410615" y="529046"/>
                      <a:pt x="264523" y="529046"/>
                    </a:cubicBezTo>
                    <a:cubicBezTo>
                      <a:pt x="118431" y="529046"/>
                      <a:pt x="0" y="410615"/>
                      <a:pt x="0" y="264523"/>
                    </a:cubicBezTo>
                    <a:cubicBezTo>
                      <a:pt x="0" y="118431"/>
                      <a:pt x="118431" y="0"/>
                      <a:pt x="264523" y="0"/>
                    </a:cubicBezTo>
                    <a:close/>
                    <a:moveTo>
                      <a:pt x="264523" y="105864"/>
                    </a:moveTo>
                    <a:cubicBezTo>
                      <a:pt x="176823" y="105864"/>
                      <a:pt x="105728" y="176959"/>
                      <a:pt x="105728" y="264659"/>
                    </a:cubicBezTo>
                    <a:cubicBezTo>
                      <a:pt x="105728" y="352359"/>
                      <a:pt x="176823" y="423454"/>
                      <a:pt x="264523" y="423454"/>
                    </a:cubicBezTo>
                    <a:cubicBezTo>
                      <a:pt x="352223" y="423454"/>
                      <a:pt x="423318" y="352359"/>
                      <a:pt x="423318" y="264659"/>
                    </a:cubicBezTo>
                    <a:cubicBezTo>
                      <a:pt x="423318" y="176959"/>
                      <a:pt x="352223" y="105864"/>
                      <a:pt x="264523" y="105864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6" name="任意多边形: 形状 85"/>
              <p:cNvSpPr/>
              <p:nvPr/>
            </p:nvSpPr>
            <p:spPr>
              <a:xfrm>
                <a:off x="1587073" y="116005"/>
                <a:ext cx="106807" cy="339625"/>
              </a:xfrm>
              <a:custGeom>
                <a:avLst/>
                <a:gdLst>
                  <a:gd name="connsiteX0" fmla="*/ 53404 w 106807"/>
                  <a:gd name="connsiteY0" fmla="*/ 472 h 339625"/>
                  <a:gd name="connsiteX1" fmla="*/ 106336 w 106807"/>
                  <a:gd name="connsiteY1" fmla="*/ 40225 h 339625"/>
                  <a:gd name="connsiteX2" fmla="*/ 106336 w 106807"/>
                  <a:gd name="connsiteY2" fmla="*/ 53404 h 339625"/>
                  <a:gd name="connsiteX3" fmla="*/ 106336 w 106807"/>
                  <a:gd name="connsiteY3" fmla="*/ 286222 h 339625"/>
                  <a:gd name="connsiteX4" fmla="*/ 66583 w 106807"/>
                  <a:gd name="connsiteY4" fmla="*/ 339154 h 339625"/>
                  <a:gd name="connsiteX5" fmla="*/ 53404 w 106807"/>
                  <a:gd name="connsiteY5" fmla="*/ 339154 h 339625"/>
                  <a:gd name="connsiteX6" fmla="*/ 472 w 106807"/>
                  <a:gd name="connsiteY6" fmla="*/ 299401 h 339625"/>
                  <a:gd name="connsiteX7" fmla="*/ 472 w 106807"/>
                  <a:gd name="connsiteY7" fmla="*/ 286222 h 339625"/>
                  <a:gd name="connsiteX8" fmla="*/ 472 w 106807"/>
                  <a:gd name="connsiteY8" fmla="*/ 53404 h 339625"/>
                  <a:gd name="connsiteX9" fmla="*/ 40225 w 106807"/>
                  <a:gd name="connsiteY9" fmla="*/ 472 h 339625"/>
                  <a:gd name="connsiteX10" fmla="*/ 53404 w 106807"/>
                  <a:gd name="connsiteY10" fmla="*/ 472 h 33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339625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286222"/>
                    </a:lnTo>
                    <a:cubicBezTo>
                      <a:pt x="109975" y="311816"/>
                      <a:pt x="92177" y="335515"/>
                      <a:pt x="66583" y="339154"/>
                    </a:cubicBezTo>
                    <a:cubicBezTo>
                      <a:pt x="62212" y="339775"/>
                      <a:pt x="57775" y="339775"/>
                      <a:pt x="53404" y="339154"/>
                    </a:cubicBezTo>
                    <a:cubicBezTo>
                      <a:pt x="27810" y="342793"/>
                      <a:pt x="4111" y="324995"/>
                      <a:pt x="472" y="299401"/>
                    </a:cubicBezTo>
                    <a:cubicBezTo>
                      <a:pt x="-149" y="295030"/>
                      <a:pt x="-149" y="290593"/>
                      <a:pt x="472" y="286222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7" name="任意多边形: 形状 86"/>
              <p:cNvSpPr/>
              <p:nvPr/>
            </p:nvSpPr>
            <p:spPr>
              <a:xfrm>
                <a:off x="1587073" y="983868"/>
                <a:ext cx="106807" cy="805262"/>
              </a:xfrm>
              <a:custGeom>
                <a:avLst/>
                <a:gdLst>
                  <a:gd name="connsiteX0" fmla="*/ 53404 w 106807"/>
                  <a:gd name="connsiteY0" fmla="*/ 472 h 805262"/>
                  <a:gd name="connsiteX1" fmla="*/ 106336 w 106807"/>
                  <a:gd name="connsiteY1" fmla="*/ 40225 h 805262"/>
                  <a:gd name="connsiteX2" fmla="*/ 106336 w 106807"/>
                  <a:gd name="connsiteY2" fmla="*/ 53404 h 805262"/>
                  <a:gd name="connsiteX3" fmla="*/ 106336 w 106807"/>
                  <a:gd name="connsiteY3" fmla="*/ 751859 h 805262"/>
                  <a:gd name="connsiteX4" fmla="*/ 66583 w 106807"/>
                  <a:gd name="connsiteY4" fmla="*/ 804790 h 805262"/>
                  <a:gd name="connsiteX5" fmla="*/ 53404 w 106807"/>
                  <a:gd name="connsiteY5" fmla="*/ 804790 h 805262"/>
                  <a:gd name="connsiteX6" fmla="*/ 472 w 106807"/>
                  <a:gd name="connsiteY6" fmla="*/ 765037 h 805262"/>
                  <a:gd name="connsiteX7" fmla="*/ 472 w 106807"/>
                  <a:gd name="connsiteY7" fmla="*/ 751859 h 805262"/>
                  <a:gd name="connsiteX8" fmla="*/ 472 w 106807"/>
                  <a:gd name="connsiteY8" fmla="*/ 53404 h 805262"/>
                  <a:gd name="connsiteX9" fmla="*/ 40225 w 106807"/>
                  <a:gd name="connsiteY9" fmla="*/ 472 h 805262"/>
                  <a:gd name="connsiteX10" fmla="*/ 53404 w 106807"/>
                  <a:gd name="connsiteY10" fmla="*/ 472 h 805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805262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751859"/>
                    </a:lnTo>
                    <a:cubicBezTo>
                      <a:pt x="109975" y="777453"/>
                      <a:pt x="92177" y="801151"/>
                      <a:pt x="66583" y="804790"/>
                    </a:cubicBezTo>
                    <a:cubicBezTo>
                      <a:pt x="62212" y="805412"/>
                      <a:pt x="57775" y="805412"/>
                      <a:pt x="53404" y="804790"/>
                    </a:cubicBezTo>
                    <a:cubicBezTo>
                      <a:pt x="27810" y="808430"/>
                      <a:pt x="4111" y="790632"/>
                      <a:pt x="472" y="765037"/>
                    </a:cubicBezTo>
                    <a:cubicBezTo>
                      <a:pt x="-149" y="760666"/>
                      <a:pt x="-149" y="756230"/>
                      <a:pt x="472" y="751859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8" name="任意多边形: 形状 87"/>
              <p:cNvSpPr/>
              <p:nvPr/>
            </p:nvSpPr>
            <p:spPr>
              <a:xfrm>
                <a:off x="1375818" y="370522"/>
                <a:ext cx="529045" cy="529045"/>
              </a:xfrm>
              <a:custGeom>
                <a:avLst/>
                <a:gdLst>
                  <a:gd name="connsiteX0" fmla="*/ 264523 w 529045"/>
                  <a:gd name="connsiteY0" fmla="*/ 0 h 529045"/>
                  <a:gd name="connsiteX1" fmla="*/ 529046 w 529045"/>
                  <a:gd name="connsiteY1" fmla="*/ 264523 h 529045"/>
                  <a:gd name="connsiteX2" fmla="*/ 264523 w 529045"/>
                  <a:gd name="connsiteY2" fmla="*/ 529046 h 529045"/>
                  <a:gd name="connsiteX3" fmla="*/ 0 w 529045"/>
                  <a:gd name="connsiteY3" fmla="*/ 264523 h 529045"/>
                  <a:gd name="connsiteX4" fmla="*/ 264523 w 529045"/>
                  <a:gd name="connsiteY4" fmla="*/ 0 h 529045"/>
                  <a:gd name="connsiteX5" fmla="*/ 264523 w 529045"/>
                  <a:gd name="connsiteY5" fmla="*/ 105864 h 529045"/>
                  <a:gd name="connsiteX6" fmla="*/ 105727 w 529045"/>
                  <a:gd name="connsiteY6" fmla="*/ 264659 h 529045"/>
                  <a:gd name="connsiteX7" fmla="*/ 264523 w 529045"/>
                  <a:gd name="connsiteY7" fmla="*/ 423454 h 529045"/>
                  <a:gd name="connsiteX8" fmla="*/ 423318 w 529045"/>
                  <a:gd name="connsiteY8" fmla="*/ 264659 h 529045"/>
                  <a:gd name="connsiteX9" fmla="*/ 264523 w 529045"/>
                  <a:gd name="connsiteY9" fmla="*/ 105864 h 529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29045" h="529045">
                    <a:moveTo>
                      <a:pt x="264523" y="0"/>
                    </a:moveTo>
                    <a:cubicBezTo>
                      <a:pt x="410615" y="0"/>
                      <a:pt x="529046" y="118431"/>
                      <a:pt x="529046" y="264523"/>
                    </a:cubicBezTo>
                    <a:cubicBezTo>
                      <a:pt x="529046" y="410615"/>
                      <a:pt x="410615" y="529046"/>
                      <a:pt x="264523" y="529046"/>
                    </a:cubicBezTo>
                    <a:cubicBezTo>
                      <a:pt x="118431" y="529046"/>
                      <a:pt x="0" y="410615"/>
                      <a:pt x="0" y="264523"/>
                    </a:cubicBezTo>
                    <a:cubicBezTo>
                      <a:pt x="0" y="118431"/>
                      <a:pt x="118431" y="0"/>
                      <a:pt x="264523" y="0"/>
                    </a:cubicBezTo>
                    <a:close/>
                    <a:moveTo>
                      <a:pt x="264523" y="105864"/>
                    </a:moveTo>
                    <a:cubicBezTo>
                      <a:pt x="176823" y="105864"/>
                      <a:pt x="105727" y="176959"/>
                      <a:pt x="105727" y="264659"/>
                    </a:cubicBezTo>
                    <a:cubicBezTo>
                      <a:pt x="105727" y="352359"/>
                      <a:pt x="176823" y="423454"/>
                      <a:pt x="264523" y="423454"/>
                    </a:cubicBezTo>
                    <a:cubicBezTo>
                      <a:pt x="352223" y="423454"/>
                      <a:pt x="423318" y="352359"/>
                      <a:pt x="423318" y="264659"/>
                    </a:cubicBezTo>
                    <a:cubicBezTo>
                      <a:pt x="423318" y="176959"/>
                      <a:pt x="352223" y="105864"/>
                      <a:pt x="264523" y="105864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94" name="组合 93"/>
          <p:cNvGrpSpPr/>
          <p:nvPr/>
        </p:nvGrpSpPr>
        <p:grpSpPr>
          <a:xfrm>
            <a:off x="2222734" y="5384401"/>
            <a:ext cx="1290272" cy="306172"/>
            <a:chOff x="2245551" y="5384401"/>
            <a:chExt cx="1290272" cy="306172"/>
          </a:xfrm>
        </p:grpSpPr>
        <p:sp>
          <p:nvSpPr>
            <p:cNvPr id="53" name="文本框 52"/>
            <p:cNvSpPr txBox="1"/>
            <p:nvPr/>
          </p:nvSpPr>
          <p:spPr>
            <a:xfrm>
              <a:off x="2586845" y="5421269"/>
              <a:ext cx="948978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defRPr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市场环境</a:t>
              </a:r>
            </a:p>
          </p:txBody>
        </p:sp>
        <p:sp>
          <p:nvSpPr>
            <p:cNvPr id="93" name="图形 91"/>
            <p:cNvSpPr/>
            <p:nvPr/>
          </p:nvSpPr>
          <p:spPr>
            <a:xfrm>
              <a:off x="2245551" y="5384401"/>
              <a:ext cx="263121" cy="262192"/>
            </a:xfrm>
            <a:custGeom>
              <a:avLst/>
              <a:gdLst>
                <a:gd name="connsiteX0" fmla="*/ 1027296 w 1699602"/>
                <a:gd name="connsiteY0" fmla="*/ 1079586 h 1693599"/>
                <a:gd name="connsiteX1" fmla="*/ 1065396 w 1699602"/>
                <a:gd name="connsiteY1" fmla="*/ 1094932 h 1693599"/>
                <a:gd name="connsiteX2" fmla="*/ 1079683 w 1699602"/>
                <a:gd name="connsiteY2" fmla="*/ 1134090 h 1693599"/>
                <a:gd name="connsiteX3" fmla="*/ 1079683 w 1699602"/>
                <a:gd name="connsiteY3" fmla="*/ 1349461 h 1693599"/>
                <a:gd name="connsiteX4" fmla="*/ 1026767 w 1699602"/>
                <a:gd name="connsiteY4" fmla="*/ 1402378 h 1693599"/>
                <a:gd name="connsiteX5" fmla="*/ 973850 w 1699602"/>
                <a:gd name="connsiteY5" fmla="*/ 1349461 h 1693599"/>
                <a:gd name="connsiteX6" fmla="*/ 973850 w 1699602"/>
                <a:gd name="connsiteY6" fmla="*/ 1134090 h 1693599"/>
                <a:gd name="connsiteX7" fmla="*/ 988402 w 1699602"/>
                <a:gd name="connsiteY7" fmla="*/ 1094403 h 1693599"/>
                <a:gd name="connsiteX8" fmla="*/ 1027296 w 1699602"/>
                <a:gd name="connsiteY8" fmla="*/ 1079586 h 1693599"/>
                <a:gd name="connsiteX9" fmla="*/ 323504 w 1699602"/>
                <a:gd name="connsiteY9" fmla="*/ 846753 h 1693599"/>
                <a:gd name="connsiteX10" fmla="*/ 355783 w 1699602"/>
                <a:gd name="connsiteY10" fmla="*/ 835640 h 1693599"/>
                <a:gd name="connsiteX11" fmla="*/ 706092 w 1699602"/>
                <a:gd name="connsiteY11" fmla="*/ 496973 h 1693599"/>
                <a:gd name="connsiteX12" fmla="*/ 897121 w 1699602"/>
                <a:gd name="connsiteY12" fmla="*/ 677155 h 1693599"/>
                <a:gd name="connsiteX13" fmla="*/ 971956 w 1699602"/>
                <a:gd name="connsiteY13" fmla="*/ 677196 h 1693599"/>
                <a:gd name="connsiteX14" fmla="*/ 971998 w 1699602"/>
                <a:gd name="connsiteY14" fmla="*/ 677155 h 1693599"/>
                <a:gd name="connsiteX15" fmla="*/ 1300875 w 1699602"/>
                <a:gd name="connsiteY15" fmla="*/ 359655 h 1693599"/>
                <a:gd name="connsiteX16" fmla="*/ 1300875 w 1699602"/>
                <a:gd name="connsiteY16" fmla="*/ 423419 h 1693599"/>
                <a:gd name="connsiteX17" fmla="*/ 1323100 w 1699602"/>
                <a:gd name="connsiteY17" fmla="*/ 465753 h 1693599"/>
                <a:gd name="connsiteX18" fmla="*/ 1365433 w 1699602"/>
                <a:gd name="connsiteY18" fmla="*/ 486919 h 1693599"/>
                <a:gd name="connsiteX19" fmla="*/ 1402475 w 1699602"/>
                <a:gd name="connsiteY19" fmla="*/ 472367 h 1693599"/>
                <a:gd name="connsiteX20" fmla="*/ 1417292 w 1699602"/>
                <a:gd name="connsiteY20" fmla="*/ 433473 h 1693599"/>
                <a:gd name="connsiteX21" fmla="*/ 1417292 w 1699602"/>
                <a:gd name="connsiteY21" fmla="*/ 244032 h 1693599"/>
                <a:gd name="connsiteX22" fmla="*/ 1374694 w 1699602"/>
                <a:gd name="connsiteY22" fmla="*/ 191115 h 1693599"/>
                <a:gd name="connsiteX23" fmla="*/ 1164350 w 1699602"/>
                <a:gd name="connsiteY23" fmla="*/ 191115 h 1693599"/>
                <a:gd name="connsiteX24" fmla="*/ 1111433 w 1699602"/>
                <a:gd name="connsiteY24" fmla="*/ 239151 h 1693599"/>
                <a:gd name="connsiteX25" fmla="*/ 1111433 w 1699602"/>
                <a:gd name="connsiteY25" fmla="*/ 244032 h 1693599"/>
                <a:gd name="connsiteX26" fmla="*/ 1158911 w 1699602"/>
                <a:gd name="connsiteY26" fmla="*/ 296948 h 1693599"/>
                <a:gd name="connsiteX27" fmla="*/ 1164350 w 1699602"/>
                <a:gd name="connsiteY27" fmla="*/ 296948 h 1693599"/>
                <a:gd name="connsiteX28" fmla="*/ 1217267 w 1699602"/>
                <a:gd name="connsiteY28" fmla="*/ 296948 h 1693599"/>
                <a:gd name="connsiteX29" fmla="*/ 939719 w 1699602"/>
                <a:gd name="connsiteY29" fmla="*/ 571586 h 1693599"/>
                <a:gd name="connsiteX30" fmla="*/ 748425 w 1699602"/>
                <a:gd name="connsiteY30" fmla="*/ 392198 h 1693599"/>
                <a:gd name="connsiteX31" fmla="*/ 676611 w 1699602"/>
                <a:gd name="connsiteY31" fmla="*/ 390194 h 1693599"/>
                <a:gd name="connsiteX32" fmla="*/ 674606 w 1699602"/>
                <a:gd name="connsiteY32" fmla="*/ 392198 h 1693599"/>
                <a:gd name="connsiteX33" fmla="*/ 291225 w 1699602"/>
                <a:gd name="connsiteY33" fmla="*/ 761821 h 1693599"/>
                <a:gd name="connsiteX34" fmla="*/ 289107 w 1699602"/>
                <a:gd name="connsiteY34" fmla="*/ 833258 h 1693599"/>
                <a:gd name="connsiteX35" fmla="*/ 291225 w 1699602"/>
                <a:gd name="connsiteY35" fmla="*/ 835375 h 1693599"/>
                <a:gd name="connsiteX36" fmla="*/ 323504 w 1699602"/>
                <a:gd name="connsiteY36" fmla="*/ 846753 h 1693599"/>
                <a:gd name="connsiteX37" fmla="*/ 1365169 w 1699602"/>
                <a:gd name="connsiteY37" fmla="*/ 868184 h 1693599"/>
                <a:gd name="connsiteX38" fmla="*/ 1326804 w 1699602"/>
                <a:gd name="connsiteY38" fmla="*/ 883265 h 1693599"/>
                <a:gd name="connsiteX39" fmla="*/ 1312517 w 1699602"/>
                <a:gd name="connsiteY39" fmla="*/ 922159 h 1693599"/>
                <a:gd name="connsiteX40" fmla="*/ 1312517 w 1699602"/>
                <a:gd name="connsiteY40" fmla="*/ 1349461 h 1693599"/>
                <a:gd name="connsiteX41" fmla="*/ 1365433 w 1699602"/>
                <a:gd name="connsiteY41" fmla="*/ 1402378 h 1693599"/>
                <a:gd name="connsiteX42" fmla="*/ 1418350 w 1699602"/>
                <a:gd name="connsiteY42" fmla="*/ 1349461 h 1693599"/>
                <a:gd name="connsiteX43" fmla="*/ 1418350 w 1699602"/>
                <a:gd name="connsiteY43" fmla="*/ 921894 h 1693599"/>
                <a:gd name="connsiteX44" fmla="*/ 1365169 w 1699602"/>
                <a:gd name="connsiteY44" fmla="*/ 867919 h 1693599"/>
                <a:gd name="connsiteX45" fmla="*/ 635183 w 1699602"/>
                <a:gd name="connsiteY45" fmla="*/ 808653 h 1693599"/>
                <a:gd name="connsiteX46" fmla="*/ 635183 w 1699602"/>
                <a:gd name="connsiteY46" fmla="*/ 1337819 h 1693599"/>
                <a:gd name="connsiteX47" fmla="*/ 688100 w 1699602"/>
                <a:gd name="connsiteY47" fmla="*/ 1390736 h 1693599"/>
                <a:gd name="connsiteX48" fmla="*/ 741017 w 1699602"/>
                <a:gd name="connsiteY48" fmla="*/ 1337819 h 1693599"/>
                <a:gd name="connsiteX49" fmla="*/ 741017 w 1699602"/>
                <a:gd name="connsiteY49" fmla="*/ 808653 h 1693599"/>
                <a:gd name="connsiteX50" fmla="*/ 688100 w 1699602"/>
                <a:gd name="connsiteY50" fmla="*/ 755736 h 1693599"/>
                <a:gd name="connsiteX51" fmla="*/ 635183 w 1699602"/>
                <a:gd name="connsiteY51" fmla="*/ 808653 h 1693599"/>
                <a:gd name="connsiteX52" fmla="*/ 1646686 w 1699602"/>
                <a:gd name="connsiteY52" fmla="*/ 1587586 h 1693599"/>
                <a:gd name="connsiteX53" fmla="*/ 158933 w 1699602"/>
                <a:gd name="connsiteY53" fmla="*/ 1587586 h 1693599"/>
                <a:gd name="connsiteX54" fmla="*/ 120040 w 1699602"/>
                <a:gd name="connsiteY54" fmla="*/ 1573298 h 1693599"/>
                <a:gd name="connsiteX55" fmla="*/ 106017 w 1699602"/>
                <a:gd name="connsiteY55" fmla="*/ 1534669 h 1693599"/>
                <a:gd name="connsiteX56" fmla="*/ 106017 w 1699602"/>
                <a:gd name="connsiteY56" fmla="*/ 53003 h 1693599"/>
                <a:gd name="connsiteX57" fmla="*/ 91729 w 1699602"/>
                <a:gd name="connsiteY57" fmla="*/ 14638 h 1693599"/>
                <a:gd name="connsiteX58" fmla="*/ 53100 w 1699602"/>
                <a:gd name="connsiteY58" fmla="*/ 86 h 1693599"/>
                <a:gd name="connsiteX59" fmla="*/ 14206 w 1699602"/>
                <a:gd name="connsiteY59" fmla="*/ 14638 h 1693599"/>
                <a:gd name="connsiteX60" fmla="*/ 183 w 1699602"/>
                <a:gd name="connsiteY60" fmla="*/ 53003 h 1693599"/>
                <a:gd name="connsiteX61" fmla="*/ 183 w 1699602"/>
                <a:gd name="connsiteY61" fmla="*/ 1587586 h 1693599"/>
                <a:gd name="connsiteX62" fmla="*/ 94015 w 1699602"/>
                <a:gd name="connsiteY62" fmla="*/ 1693419 h 1693599"/>
                <a:gd name="connsiteX63" fmla="*/ 106017 w 1699602"/>
                <a:gd name="connsiteY63" fmla="*/ 1693419 h 1693599"/>
                <a:gd name="connsiteX64" fmla="*/ 1646686 w 1699602"/>
                <a:gd name="connsiteY64" fmla="*/ 1693419 h 1693599"/>
                <a:gd name="connsiteX65" fmla="*/ 1699602 w 1699602"/>
                <a:gd name="connsiteY65" fmla="*/ 1640503 h 1693599"/>
                <a:gd name="connsiteX66" fmla="*/ 1646686 w 1699602"/>
                <a:gd name="connsiteY66" fmla="*/ 1587586 h 1693599"/>
                <a:gd name="connsiteX67" fmla="*/ 297310 w 1699602"/>
                <a:gd name="connsiteY67" fmla="*/ 1027463 h 1693599"/>
                <a:gd name="connsiteX68" fmla="*/ 297310 w 1699602"/>
                <a:gd name="connsiteY68" fmla="*/ 1344963 h 1693599"/>
                <a:gd name="connsiteX69" fmla="*/ 350227 w 1699602"/>
                <a:gd name="connsiteY69" fmla="*/ 1397880 h 1693599"/>
                <a:gd name="connsiteX70" fmla="*/ 403144 w 1699602"/>
                <a:gd name="connsiteY70" fmla="*/ 1344963 h 1693599"/>
                <a:gd name="connsiteX71" fmla="*/ 403144 w 1699602"/>
                <a:gd name="connsiteY71" fmla="*/ 1027463 h 1693599"/>
                <a:gd name="connsiteX72" fmla="*/ 355666 w 1699602"/>
                <a:gd name="connsiteY72" fmla="*/ 974546 h 1693599"/>
                <a:gd name="connsiteX73" fmla="*/ 350227 w 1699602"/>
                <a:gd name="connsiteY73" fmla="*/ 974546 h 1693599"/>
                <a:gd name="connsiteX74" fmla="*/ 297311 w 1699602"/>
                <a:gd name="connsiteY74" fmla="*/ 1021462 h 1693599"/>
                <a:gd name="connsiteX75" fmla="*/ 297311 w 1699602"/>
                <a:gd name="connsiteY75" fmla="*/ 1027463 h 169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699602" h="1693599">
                  <a:moveTo>
                    <a:pt x="1027296" y="1079586"/>
                  </a:moveTo>
                  <a:cubicBezTo>
                    <a:pt x="1041608" y="1079009"/>
                    <a:pt x="1055480" y="1084596"/>
                    <a:pt x="1065396" y="1094932"/>
                  </a:cubicBezTo>
                  <a:cubicBezTo>
                    <a:pt x="1075315" y="1105480"/>
                    <a:pt x="1080479" y="1119632"/>
                    <a:pt x="1079683" y="1134090"/>
                  </a:cubicBezTo>
                  <a:lnTo>
                    <a:pt x="1079683" y="1349461"/>
                  </a:lnTo>
                  <a:cubicBezTo>
                    <a:pt x="1079683" y="1378686"/>
                    <a:pt x="1055992" y="1402378"/>
                    <a:pt x="1026767" y="1402378"/>
                  </a:cubicBezTo>
                  <a:cubicBezTo>
                    <a:pt x="997542" y="1402378"/>
                    <a:pt x="973850" y="1378686"/>
                    <a:pt x="973850" y="1349461"/>
                  </a:cubicBezTo>
                  <a:lnTo>
                    <a:pt x="973850" y="1134090"/>
                  </a:lnTo>
                  <a:cubicBezTo>
                    <a:pt x="972977" y="1119414"/>
                    <a:pt x="978249" y="1105036"/>
                    <a:pt x="988402" y="1094403"/>
                  </a:cubicBezTo>
                  <a:cubicBezTo>
                    <a:pt x="998656" y="1084136"/>
                    <a:pt x="1012810" y="1078743"/>
                    <a:pt x="1027296" y="1079586"/>
                  </a:cubicBezTo>
                  <a:close/>
                  <a:moveTo>
                    <a:pt x="323504" y="846753"/>
                  </a:moveTo>
                  <a:cubicBezTo>
                    <a:pt x="335393" y="848141"/>
                    <a:pt x="347269" y="844052"/>
                    <a:pt x="355783" y="835640"/>
                  </a:cubicBezTo>
                  <a:lnTo>
                    <a:pt x="706092" y="496973"/>
                  </a:lnTo>
                  <a:lnTo>
                    <a:pt x="897121" y="677155"/>
                  </a:lnTo>
                  <a:cubicBezTo>
                    <a:pt x="917775" y="697831"/>
                    <a:pt x="951280" y="697850"/>
                    <a:pt x="971956" y="677196"/>
                  </a:cubicBezTo>
                  <a:cubicBezTo>
                    <a:pt x="971970" y="677182"/>
                    <a:pt x="971984" y="677168"/>
                    <a:pt x="971998" y="677155"/>
                  </a:cubicBezTo>
                  <a:lnTo>
                    <a:pt x="1300875" y="359655"/>
                  </a:lnTo>
                  <a:lnTo>
                    <a:pt x="1300875" y="423419"/>
                  </a:lnTo>
                  <a:cubicBezTo>
                    <a:pt x="1304034" y="439383"/>
                    <a:pt x="1311754" y="454088"/>
                    <a:pt x="1323100" y="465753"/>
                  </a:cubicBezTo>
                  <a:cubicBezTo>
                    <a:pt x="1333094" y="479077"/>
                    <a:pt x="1348777" y="486919"/>
                    <a:pt x="1365433" y="486919"/>
                  </a:cubicBezTo>
                  <a:cubicBezTo>
                    <a:pt x="1379279" y="487500"/>
                    <a:pt x="1392727" y="482217"/>
                    <a:pt x="1402475" y="472367"/>
                  </a:cubicBezTo>
                  <a:cubicBezTo>
                    <a:pt x="1412742" y="462114"/>
                    <a:pt x="1418134" y="447959"/>
                    <a:pt x="1417292" y="433473"/>
                  </a:cubicBezTo>
                  <a:lnTo>
                    <a:pt x="1417292" y="244032"/>
                  </a:lnTo>
                  <a:cubicBezTo>
                    <a:pt x="1417292" y="201698"/>
                    <a:pt x="1406179" y="191115"/>
                    <a:pt x="1374694" y="191115"/>
                  </a:cubicBezTo>
                  <a:lnTo>
                    <a:pt x="1164350" y="191115"/>
                  </a:lnTo>
                  <a:cubicBezTo>
                    <a:pt x="1136473" y="189767"/>
                    <a:pt x="1112781" y="211274"/>
                    <a:pt x="1111433" y="239151"/>
                  </a:cubicBezTo>
                  <a:cubicBezTo>
                    <a:pt x="1111355" y="240777"/>
                    <a:pt x="1111355" y="242406"/>
                    <a:pt x="1111433" y="244032"/>
                  </a:cubicBezTo>
                  <a:cubicBezTo>
                    <a:pt x="1109932" y="271755"/>
                    <a:pt x="1131188" y="295447"/>
                    <a:pt x="1158911" y="296948"/>
                  </a:cubicBezTo>
                  <a:cubicBezTo>
                    <a:pt x="1160723" y="297047"/>
                    <a:pt x="1162538" y="297047"/>
                    <a:pt x="1164350" y="296948"/>
                  </a:cubicBezTo>
                  <a:lnTo>
                    <a:pt x="1217267" y="296948"/>
                  </a:lnTo>
                  <a:lnTo>
                    <a:pt x="939719" y="571586"/>
                  </a:lnTo>
                  <a:lnTo>
                    <a:pt x="748425" y="392198"/>
                  </a:lnTo>
                  <a:cubicBezTo>
                    <a:pt x="729148" y="371814"/>
                    <a:pt x="696995" y="370916"/>
                    <a:pt x="676611" y="390194"/>
                  </a:cubicBezTo>
                  <a:cubicBezTo>
                    <a:pt x="675924" y="390843"/>
                    <a:pt x="675256" y="391512"/>
                    <a:pt x="674606" y="392198"/>
                  </a:cubicBezTo>
                  <a:lnTo>
                    <a:pt x="291225" y="761821"/>
                  </a:lnTo>
                  <a:cubicBezTo>
                    <a:pt x="270914" y="780963"/>
                    <a:pt x="269965" y="812946"/>
                    <a:pt x="289107" y="833258"/>
                  </a:cubicBezTo>
                  <a:cubicBezTo>
                    <a:pt x="289792" y="833984"/>
                    <a:pt x="290498" y="834691"/>
                    <a:pt x="291225" y="835375"/>
                  </a:cubicBezTo>
                  <a:cubicBezTo>
                    <a:pt x="291225" y="846753"/>
                    <a:pt x="312392" y="846753"/>
                    <a:pt x="323504" y="846753"/>
                  </a:cubicBezTo>
                  <a:close/>
                  <a:moveTo>
                    <a:pt x="1365169" y="868184"/>
                  </a:moveTo>
                  <a:cubicBezTo>
                    <a:pt x="1350801" y="867426"/>
                    <a:pt x="1336810" y="872926"/>
                    <a:pt x="1326804" y="883265"/>
                  </a:cubicBezTo>
                  <a:cubicBezTo>
                    <a:pt x="1316953" y="893749"/>
                    <a:pt x="1311795" y="907791"/>
                    <a:pt x="1312517" y="922159"/>
                  </a:cubicBezTo>
                  <a:lnTo>
                    <a:pt x="1312517" y="1349461"/>
                  </a:lnTo>
                  <a:cubicBezTo>
                    <a:pt x="1312517" y="1378686"/>
                    <a:pt x="1336208" y="1402378"/>
                    <a:pt x="1365433" y="1402378"/>
                  </a:cubicBezTo>
                  <a:cubicBezTo>
                    <a:pt x="1394658" y="1402378"/>
                    <a:pt x="1418350" y="1378686"/>
                    <a:pt x="1418350" y="1349461"/>
                  </a:cubicBezTo>
                  <a:lnTo>
                    <a:pt x="1418350" y="921894"/>
                  </a:lnTo>
                  <a:cubicBezTo>
                    <a:pt x="1407238" y="889350"/>
                    <a:pt x="1387129" y="867919"/>
                    <a:pt x="1365169" y="867919"/>
                  </a:cubicBezTo>
                  <a:close/>
                  <a:moveTo>
                    <a:pt x="635183" y="808653"/>
                  </a:moveTo>
                  <a:lnTo>
                    <a:pt x="635183" y="1337819"/>
                  </a:lnTo>
                  <a:cubicBezTo>
                    <a:pt x="635183" y="1367044"/>
                    <a:pt x="658875" y="1390736"/>
                    <a:pt x="688100" y="1390736"/>
                  </a:cubicBezTo>
                  <a:cubicBezTo>
                    <a:pt x="717325" y="1390736"/>
                    <a:pt x="741017" y="1367044"/>
                    <a:pt x="741017" y="1337819"/>
                  </a:cubicBezTo>
                  <a:lnTo>
                    <a:pt x="741017" y="808653"/>
                  </a:lnTo>
                  <a:cubicBezTo>
                    <a:pt x="741017" y="779427"/>
                    <a:pt x="717325" y="755736"/>
                    <a:pt x="688100" y="755736"/>
                  </a:cubicBezTo>
                  <a:cubicBezTo>
                    <a:pt x="658875" y="755736"/>
                    <a:pt x="635183" y="779427"/>
                    <a:pt x="635183" y="808653"/>
                  </a:cubicBezTo>
                  <a:close/>
                  <a:moveTo>
                    <a:pt x="1646686" y="1587586"/>
                  </a:moveTo>
                  <a:lnTo>
                    <a:pt x="158933" y="1587586"/>
                  </a:lnTo>
                  <a:cubicBezTo>
                    <a:pt x="144527" y="1588567"/>
                    <a:pt x="130385" y="1583372"/>
                    <a:pt x="120040" y="1573298"/>
                  </a:cubicBezTo>
                  <a:cubicBezTo>
                    <a:pt x="110046" y="1563026"/>
                    <a:pt x="104940" y="1548960"/>
                    <a:pt x="106017" y="1534669"/>
                  </a:cubicBezTo>
                  <a:lnTo>
                    <a:pt x="106017" y="53003"/>
                  </a:lnTo>
                  <a:cubicBezTo>
                    <a:pt x="107052" y="38746"/>
                    <a:pt x="101837" y="24744"/>
                    <a:pt x="91729" y="14638"/>
                  </a:cubicBezTo>
                  <a:cubicBezTo>
                    <a:pt x="81493" y="4539"/>
                    <a:pt x="67456" y="-749"/>
                    <a:pt x="53100" y="86"/>
                  </a:cubicBezTo>
                  <a:cubicBezTo>
                    <a:pt x="38694" y="-566"/>
                    <a:pt x="24646" y="4690"/>
                    <a:pt x="14206" y="14638"/>
                  </a:cubicBezTo>
                  <a:cubicBezTo>
                    <a:pt x="4255" y="24829"/>
                    <a:pt x="-851" y="38796"/>
                    <a:pt x="183" y="53003"/>
                  </a:cubicBezTo>
                  <a:lnTo>
                    <a:pt x="183" y="1587586"/>
                  </a:lnTo>
                  <a:cubicBezTo>
                    <a:pt x="-3131" y="1642722"/>
                    <a:pt x="38879" y="1690105"/>
                    <a:pt x="94015" y="1693419"/>
                  </a:cubicBezTo>
                  <a:cubicBezTo>
                    <a:pt x="98012" y="1693660"/>
                    <a:pt x="102020" y="1693660"/>
                    <a:pt x="106017" y="1693419"/>
                  </a:cubicBezTo>
                  <a:lnTo>
                    <a:pt x="1646686" y="1693419"/>
                  </a:lnTo>
                  <a:cubicBezTo>
                    <a:pt x="1675911" y="1693419"/>
                    <a:pt x="1699602" y="1669728"/>
                    <a:pt x="1699602" y="1640503"/>
                  </a:cubicBezTo>
                  <a:cubicBezTo>
                    <a:pt x="1699602" y="1611278"/>
                    <a:pt x="1675911" y="1587586"/>
                    <a:pt x="1646686" y="1587586"/>
                  </a:cubicBezTo>
                  <a:close/>
                  <a:moveTo>
                    <a:pt x="297310" y="1027463"/>
                  </a:moveTo>
                  <a:lnTo>
                    <a:pt x="297310" y="1344963"/>
                  </a:lnTo>
                  <a:cubicBezTo>
                    <a:pt x="297310" y="1374188"/>
                    <a:pt x="321002" y="1397880"/>
                    <a:pt x="350227" y="1397880"/>
                  </a:cubicBezTo>
                  <a:cubicBezTo>
                    <a:pt x="379452" y="1397880"/>
                    <a:pt x="403144" y="1374188"/>
                    <a:pt x="403144" y="1344963"/>
                  </a:cubicBezTo>
                  <a:lnTo>
                    <a:pt x="403144" y="1027463"/>
                  </a:lnTo>
                  <a:cubicBezTo>
                    <a:pt x="404646" y="999740"/>
                    <a:pt x="383389" y="976048"/>
                    <a:pt x="355666" y="974546"/>
                  </a:cubicBezTo>
                  <a:cubicBezTo>
                    <a:pt x="353854" y="974448"/>
                    <a:pt x="352039" y="974448"/>
                    <a:pt x="350227" y="974546"/>
                  </a:cubicBezTo>
                  <a:cubicBezTo>
                    <a:pt x="322659" y="972889"/>
                    <a:pt x="298968" y="993894"/>
                    <a:pt x="297311" y="1021462"/>
                  </a:cubicBezTo>
                  <a:cubicBezTo>
                    <a:pt x="297190" y="1023460"/>
                    <a:pt x="297190" y="1025464"/>
                    <a:pt x="297311" y="1027463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7755280" y="1567095"/>
            <a:ext cx="1485552" cy="450679"/>
            <a:chOff x="7859433" y="1662782"/>
            <a:chExt cx="1485552" cy="450679"/>
          </a:xfrm>
        </p:grpSpPr>
        <p:sp>
          <p:nvSpPr>
            <p:cNvPr id="103" name="矩形 102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8063600" y="1780399"/>
              <a:ext cx="1077218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新人培训失效</a:t>
              </a: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8026279" y="2108639"/>
            <a:ext cx="1485552" cy="450679"/>
            <a:chOff x="8466227" y="2177010"/>
            <a:chExt cx="1485552" cy="450679"/>
          </a:xfrm>
        </p:grpSpPr>
        <p:sp>
          <p:nvSpPr>
            <p:cNvPr id="104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数据盲区</a:t>
              </a: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8297278" y="2650182"/>
            <a:ext cx="1485552" cy="450679"/>
            <a:chOff x="8718181" y="2650182"/>
            <a:chExt cx="1485552" cy="450679"/>
          </a:xfrm>
        </p:grpSpPr>
        <p:sp>
          <p:nvSpPr>
            <p:cNvPr id="105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策略僵化</a:t>
              </a:r>
            </a:p>
          </p:txBody>
        </p:sp>
      </p:grpSp>
      <p:grpSp>
        <p:nvGrpSpPr>
          <p:cNvPr id="109" name="Group 106+"/>
          <p:cNvGrpSpPr/>
          <p:nvPr/>
        </p:nvGrpSpPr>
        <p:grpSpPr>
          <a:xfrm>
            <a:off x="5016198" y="2650182"/>
            <a:ext cx="1485552" cy="450679"/>
            <a:chOff x="8718181" y="2650182"/>
            <a:chExt cx="1485552" cy="450679"/>
          </a:xfrm>
        </p:grpSpPr>
        <p:sp>
          <p:nvSpPr>
            <p:cNvPr id="110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审批冗长</a:t>
              </a:r>
            </a:p>
          </p:txBody>
        </p:sp>
      </p:grpSp>
      <p:grpSp>
        <p:nvGrpSpPr>
          <p:cNvPr id="112" name="Group 105+"/>
          <p:cNvGrpSpPr/>
          <p:nvPr/>
        </p:nvGrpSpPr>
        <p:grpSpPr>
          <a:xfrm>
            <a:off x="4745199" y="2108639"/>
            <a:ext cx="1485552" cy="450679"/>
            <a:chOff x="8466227" y="2177010"/>
            <a:chExt cx="1485552" cy="450679"/>
          </a:xfrm>
        </p:grpSpPr>
        <p:sp>
          <p:nvSpPr>
            <p:cNvPr id="113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反馈黑洞</a:t>
              </a:r>
            </a:p>
          </p:txBody>
        </p:sp>
      </p:grpSp>
      <p:grpSp>
        <p:nvGrpSpPr>
          <p:cNvPr id="115" name="Group 107+"/>
          <p:cNvGrpSpPr/>
          <p:nvPr/>
        </p:nvGrpSpPr>
        <p:grpSpPr>
          <a:xfrm>
            <a:off x="4474200" y="1567095"/>
            <a:ext cx="1485552" cy="450679"/>
            <a:chOff x="7859433" y="1662782"/>
            <a:chExt cx="1485552" cy="450679"/>
          </a:xfrm>
        </p:grpSpPr>
        <p:sp>
          <p:nvSpPr>
            <p:cNvPr id="116" name="矩形 115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8243136" y="17803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协作低效</a:t>
              </a:r>
            </a:p>
          </p:txBody>
        </p:sp>
      </p:grpSp>
      <p:grpSp>
        <p:nvGrpSpPr>
          <p:cNvPr id="118" name="Group 107++"/>
          <p:cNvGrpSpPr/>
          <p:nvPr/>
        </p:nvGrpSpPr>
        <p:grpSpPr>
          <a:xfrm>
            <a:off x="1311133" y="1567095"/>
            <a:ext cx="1485552" cy="450679"/>
            <a:chOff x="7859433" y="1662782"/>
            <a:chExt cx="1485552" cy="450679"/>
          </a:xfrm>
        </p:grpSpPr>
        <p:sp>
          <p:nvSpPr>
            <p:cNvPr id="119" name="矩形 118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8243136" y="17803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系统割裂</a:t>
              </a:r>
            </a:p>
          </p:txBody>
        </p:sp>
      </p:grpSp>
      <p:grpSp>
        <p:nvGrpSpPr>
          <p:cNvPr id="121" name="Group 105++"/>
          <p:cNvGrpSpPr/>
          <p:nvPr/>
        </p:nvGrpSpPr>
        <p:grpSpPr>
          <a:xfrm>
            <a:off x="1582132" y="2108639"/>
            <a:ext cx="1485552" cy="450679"/>
            <a:chOff x="8466227" y="2177010"/>
            <a:chExt cx="1485552" cy="450679"/>
          </a:xfrm>
        </p:grpSpPr>
        <p:sp>
          <p:nvSpPr>
            <p:cNvPr id="122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触达失控</a:t>
              </a:r>
            </a:p>
          </p:txBody>
        </p:sp>
      </p:grpSp>
      <p:grpSp>
        <p:nvGrpSpPr>
          <p:cNvPr id="124" name="Group 106++"/>
          <p:cNvGrpSpPr/>
          <p:nvPr/>
        </p:nvGrpSpPr>
        <p:grpSpPr>
          <a:xfrm>
            <a:off x="1853131" y="2650182"/>
            <a:ext cx="1485552" cy="450679"/>
            <a:chOff x="8718181" y="2650182"/>
            <a:chExt cx="1485552" cy="450679"/>
          </a:xfrm>
        </p:grpSpPr>
        <p:sp>
          <p:nvSpPr>
            <p:cNvPr id="125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埋点失效</a:t>
              </a:r>
            </a:p>
          </p:txBody>
        </p:sp>
      </p:grpSp>
      <p:grpSp>
        <p:nvGrpSpPr>
          <p:cNvPr id="127" name="Group 107+++"/>
          <p:cNvGrpSpPr/>
          <p:nvPr/>
        </p:nvGrpSpPr>
        <p:grpSpPr>
          <a:xfrm>
            <a:off x="1853131" y="3583513"/>
            <a:ext cx="1485552" cy="450679"/>
            <a:chOff x="7859433" y="1662782"/>
            <a:chExt cx="1485552" cy="450679"/>
          </a:xfrm>
        </p:grpSpPr>
        <p:sp>
          <p:nvSpPr>
            <p:cNvPr id="128" name="矩形 127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8243136" y="17803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成本飙升</a:t>
              </a:r>
            </a:p>
          </p:txBody>
        </p:sp>
      </p:grpSp>
      <p:grpSp>
        <p:nvGrpSpPr>
          <p:cNvPr id="130" name="Group 105+++"/>
          <p:cNvGrpSpPr/>
          <p:nvPr/>
        </p:nvGrpSpPr>
        <p:grpSpPr>
          <a:xfrm>
            <a:off x="1582132" y="4143336"/>
            <a:ext cx="1485552" cy="450679"/>
            <a:chOff x="8466227" y="2177010"/>
            <a:chExt cx="1485552" cy="450679"/>
          </a:xfrm>
        </p:grpSpPr>
        <p:sp>
          <p:nvSpPr>
            <p:cNvPr id="131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2" name="文本框 131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政策冲击</a:t>
              </a:r>
            </a:p>
          </p:txBody>
        </p:sp>
      </p:grpSp>
      <p:grpSp>
        <p:nvGrpSpPr>
          <p:cNvPr id="133" name="Group 106+++"/>
          <p:cNvGrpSpPr/>
          <p:nvPr/>
        </p:nvGrpSpPr>
        <p:grpSpPr>
          <a:xfrm>
            <a:off x="1311133" y="4703159"/>
            <a:ext cx="1485552" cy="450679"/>
            <a:chOff x="8718181" y="2650182"/>
            <a:chExt cx="1485552" cy="450679"/>
          </a:xfrm>
        </p:grpSpPr>
        <p:sp>
          <p:nvSpPr>
            <p:cNvPr id="134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用户迁徙</a:t>
              </a:r>
            </a:p>
          </p:txBody>
        </p:sp>
      </p:grpSp>
      <p:grpSp>
        <p:nvGrpSpPr>
          <p:cNvPr id="136" name="Group 107++"/>
          <p:cNvGrpSpPr/>
          <p:nvPr/>
        </p:nvGrpSpPr>
        <p:grpSpPr>
          <a:xfrm>
            <a:off x="5016198" y="3583513"/>
            <a:ext cx="1485552" cy="450679"/>
            <a:chOff x="7859433" y="1662782"/>
            <a:chExt cx="1485552" cy="450679"/>
          </a:xfrm>
        </p:grpSpPr>
        <p:sp>
          <p:nvSpPr>
            <p:cNvPr id="137" name="矩形 136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8243136" y="17803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体验断层</a:t>
              </a:r>
            </a:p>
          </p:txBody>
        </p:sp>
      </p:grpSp>
      <p:grpSp>
        <p:nvGrpSpPr>
          <p:cNvPr id="139" name="Group 105++"/>
          <p:cNvGrpSpPr/>
          <p:nvPr/>
        </p:nvGrpSpPr>
        <p:grpSpPr>
          <a:xfrm>
            <a:off x="4745199" y="4143336"/>
            <a:ext cx="1485552" cy="450679"/>
            <a:chOff x="8466227" y="2177010"/>
            <a:chExt cx="1485552" cy="450679"/>
          </a:xfrm>
        </p:grpSpPr>
        <p:sp>
          <p:nvSpPr>
            <p:cNvPr id="140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价值模糊</a:t>
              </a:r>
            </a:p>
          </p:txBody>
        </p:sp>
      </p:grpSp>
      <p:grpSp>
        <p:nvGrpSpPr>
          <p:cNvPr id="142" name="Group 106++"/>
          <p:cNvGrpSpPr/>
          <p:nvPr/>
        </p:nvGrpSpPr>
        <p:grpSpPr>
          <a:xfrm>
            <a:off x="4474200" y="4703159"/>
            <a:ext cx="1485552" cy="450679"/>
            <a:chOff x="8718181" y="2650182"/>
            <a:chExt cx="1485552" cy="450679"/>
          </a:xfrm>
        </p:grpSpPr>
        <p:sp>
          <p:nvSpPr>
            <p:cNvPr id="143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反馈钝化</a:t>
              </a:r>
            </a:p>
          </p:txBody>
        </p:sp>
      </p:grpSp>
      <p:grpSp>
        <p:nvGrpSpPr>
          <p:cNvPr id="145" name="Group 107+"/>
          <p:cNvGrpSpPr/>
          <p:nvPr/>
        </p:nvGrpSpPr>
        <p:grpSpPr>
          <a:xfrm>
            <a:off x="8297278" y="3583513"/>
            <a:ext cx="1485552" cy="450679"/>
            <a:chOff x="7859433" y="1662782"/>
            <a:chExt cx="1485552" cy="450679"/>
          </a:xfrm>
        </p:grpSpPr>
        <p:sp>
          <p:nvSpPr>
            <p:cNvPr id="146" name="矩形 145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8243136" y="17803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预算错配</a:t>
              </a:r>
            </a:p>
          </p:txBody>
        </p:sp>
      </p:grpSp>
      <p:grpSp>
        <p:nvGrpSpPr>
          <p:cNvPr id="148" name="Group 105+"/>
          <p:cNvGrpSpPr/>
          <p:nvPr/>
        </p:nvGrpSpPr>
        <p:grpSpPr>
          <a:xfrm>
            <a:off x="8026279" y="4143336"/>
            <a:ext cx="1485552" cy="450679"/>
            <a:chOff x="8466227" y="2177010"/>
            <a:chExt cx="1485552" cy="450679"/>
          </a:xfrm>
        </p:grpSpPr>
        <p:sp>
          <p:nvSpPr>
            <p:cNvPr id="149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人力缺口</a:t>
              </a:r>
            </a:p>
          </p:txBody>
        </p:sp>
      </p:grpSp>
      <p:grpSp>
        <p:nvGrpSpPr>
          <p:cNvPr id="151" name="Group 106+"/>
          <p:cNvGrpSpPr/>
          <p:nvPr/>
        </p:nvGrpSpPr>
        <p:grpSpPr>
          <a:xfrm>
            <a:off x="7755280" y="4703159"/>
            <a:ext cx="1485552" cy="450679"/>
            <a:chOff x="8718181" y="2650182"/>
            <a:chExt cx="1485552" cy="450679"/>
          </a:xfrm>
        </p:grpSpPr>
        <p:sp>
          <p:nvSpPr>
            <p:cNvPr id="152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3" name="文本框 152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工具闲置</a:t>
              </a:r>
            </a:p>
          </p:txBody>
        </p:sp>
      </p:grpSp>
      <p:sp>
        <p:nvSpPr>
          <p:cNvPr id="154" name="矩形 153"/>
          <p:cNvSpPr/>
          <p:nvPr/>
        </p:nvSpPr>
        <p:spPr>
          <a:xfrm>
            <a:off x="442913" y="5960201"/>
            <a:ext cx="11383729" cy="5737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587630" y="6047710"/>
            <a:ext cx="11085443" cy="44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用户转化率暴跌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本质是资源错配（人力缺口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预算错配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）与系统断层（数据缺失率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41%+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协作耗时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72hr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）的叠加效应。优先打通技术与流程闭环（修复埋点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缩短流转至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24hr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），可预期挽回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6.2%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转化损失，破局需聚焦战略层资源再分配与执行层工具提效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1639202" y="196403"/>
            <a:ext cx="287258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用户增长瓶颈分析</a:t>
            </a:r>
            <a:endParaRPr lang="en-US" altLang="zh-CN" dirty="0">
              <a:sym typeface="Roboto" panose="02000000000000000000" pitchFamily="2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鱼骨图</a:t>
            </a:r>
          </a:p>
        </p:txBody>
      </p:sp>
      <p:cxnSp>
        <p:nvCxnSpPr>
          <p:cNvPr id="42" name="直接连接符 41"/>
          <p:cNvCxnSpPr/>
          <p:nvPr/>
        </p:nvCxnSpPr>
        <p:spPr>
          <a:xfrm>
            <a:off x="157369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矩形: 圆角 237"/>
          <p:cNvSpPr/>
          <p:nvPr/>
        </p:nvSpPr>
        <p:spPr>
          <a:xfrm>
            <a:off x="5691188" y="2590800"/>
            <a:ext cx="809625" cy="2000250"/>
          </a:xfrm>
          <a:prstGeom prst="roundRect">
            <a:avLst>
              <a:gd name="adj" fmla="val 4843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75937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品牌全域运营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4985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齿轮图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589070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4" name="组合 193"/>
          <p:cNvGrpSpPr/>
          <p:nvPr/>
        </p:nvGrpSpPr>
        <p:grpSpPr>
          <a:xfrm>
            <a:off x="442914" y="1466850"/>
            <a:ext cx="6243636" cy="4430576"/>
            <a:chOff x="442914" y="1466850"/>
            <a:chExt cx="6243636" cy="4430576"/>
          </a:xfrm>
        </p:grpSpPr>
        <p:grpSp>
          <p:nvGrpSpPr>
            <p:cNvPr id="191" name="Group 164+"/>
            <p:cNvGrpSpPr/>
            <p:nvPr/>
          </p:nvGrpSpPr>
          <p:grpSpPr>
            <a:xfrm>
              <a:off x="776287" y="4925737"/>
              <a:ext cx="2166937" cy="639720"/>
              <a:chOff x="776287" y="1782487"/>
              <a:chExt cx="2166937" cy="639720"/>
            </a:xfrm>
          </p:grpSpPr>
          <p:sp>
            <p:nvSpPr>
              <p:cNvPr id="192" name="矩形: 圆角 191"/>
              <p:cNvSpPr/>
              <p:nvPr/>
            </p:nvSpPr>
            <p:spPr>
              <a:xfrm>
                <a:off x="776287" y="1784350"/>
                <a:ext cx="2166937" cy="635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93" name="Oval 35+"/>
              <p:cNvSpPr/>
              <p:nvPr/>
            </p:nvSpPr>
            <p:spPr>
              <a:xfrm>
                <a:off x="2281774" y="1782487"/>
                <a:ext cx="639720" cy="639720"/>
              </a:xfrm>
              <a:prstGeom prst="ellipse">
                <a:avLst/>
              </a:prstGeom>
              <a:ln w="10394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834" tIns="37418" rIns="74834" bIns="3741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7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65" name="弧形 64"/>
            <p:cNvSpPr/>
            <p:nvPr/>
          </p:nvSpPr>
          <p:spPr>
            <a:xfrm>
              <a:off x="2255968" y="1466850"/>
              <a:ext cx="4430582" cy="4430576"/>
            </a:xfrm>
            <a:prstGeom prst="arc">
              <a:avLst>
                <a:gd name="adj1" fmla="val 6949295"/>
                <a:gd name="adj2" fmla="val 14599075"/>
              </a:avLst>
            </a:prstGeom>
            <a:noFill/>
            <a:ln w="12700">
              <a:gradFill>
                <a:gsLst>
                  <a:gs pos="68000">
                    <a:srgbClr val="4472C4">
                      <a:alpha val="20000"/>
                    </a:srgbClr>
                  </a:gs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65" name="组合 164"/>
            <p:cNvGrpSpPr/>
            <p:nvPr/>
          </p:nvGrpSpPr>
          <p:grpSpPr>
            <a:xfrm>
              <a:off x="776287" y="1782487"/>
              <a:ext cx="2166937" cy="639720"/>
              <a:chOff x="776287" y="1782487"/>
              <a:chExt cx="2166937" cy="639720"/>
            </a:xfrm>
          </p:grpSpPr>
          <p:sp>
            <p:nvSpPr>
              <p:cNvPr id="158" name="矩形: 圆角 157"/>
              <p:cNvSpPr/>
              <p:nvPr/>
            </p:nvSpPr>
            <p:spPr>
              <a:xfrm>
                <a:off x="776287" y="1784350"/>
                <a:ext cx="2166937" cy="635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9" name="Oval 35+"/>
              <p:cNvSpPr/>
              <p:nvPr/>
            </p:nvSpPr>
            <p:spPr>
              <a:xfrm>
                <a:off x="2281774" y="1782487"/>
                <a:ext cx="639720" cy="639720"/>
              </a:xfrm>
              <a:prstGeom prst="ellipse">
                <a:avLst/>
              </a:prstGeom>
              <a:ln w="10394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834" tIns="37418" rIns="74834" bIns="3741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7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442914" y="2826200"/>
              <a:ext cx="1995486" cy="641080"/>
              <a:chOff x="442914" y="2819685"/>
              <a:chExt cx="1995486" cy="641080"/>
            </a:xfrm>
          </p:grpSpPr>
          <p:sp>
            <p:nvSpPr>
              <p:cNvPr id="159" name="Rounded Rectangle 157+"/>
              <p:cNvSpPr/>
              <p:nvPr/>
            </p:nvSpPr>
            <p:spPr>
              <a:xfrm>
                <a:off x="442914" y="2825765"/>
                <a:ext cx="1995486" cy="635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1" name="Oval 35++"/>
              <p:cNvSpPr/>
              <p:nvPr/>
            </p:nvSpPr>
            <p:spPr>
              <a:xfrm>
                <a:off x="1798680" y="2819685"/>
                <a:ext cx="639720" cy="639720"/>
              </a:xfrm>
              <a:prstGeom prst="ellipse">
                <a:avLst/>
              </a:prstGeom>
              <a:ln w="10394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834" tIns="37418" rIns="74834" bIns="3741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7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164" name="组合 163"/>
            <p:cNvGrpSpPr/>
            <p:nvPr/>
          </p:nvGrpSpPr>
          <p:grpSpPr>
            <a:xfrm>
              <a:off x="442914" y="3871273"/>
              <a:ext cx="2024211" cy="650470"/>
              <a:chOff x="442914" y="3912005"/>
              <a:chExt cx="2024211" cy="650470"/>
            </a:xfrm>
          </p:grpSpPr>
          <p:sp>
            <p:nvSpPr>
              <p:cNvPr id="161" name="Rounded Rectangle 157++"/>
              <p:cNvSpPr/>
              <p:nvPr/>
            </p:nvSpPr>
            <p:spPr>
              <a:xfrm>
                <a:off x="442914" y="3927475"/>
                <a:ext cx="1995486" cy="635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51" name="Oval 35+++"/>
              <p:cNvSpPr/>
              <p:nvPr/>
            </p:nvSpPr>
            <p:spPr>
              <a:xfrm>
                <a:off x="1827405" y="3912005"/>
                <a:ext cx="639720" cy="639720"/>
              </a:xfrm>
              <a:prstGeom prst="ellipse">
                <a:avLst/>
              </a:prstGeom>
              <a:ln w="10394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834" tIns="37418" rIns="74834" bIns="3741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7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119" name="组合 118"/>
          <p:cNvGrpSpPr/>
          <p:nvPr/>
        </p:nvGrpSpPr>
        <p:grpSpPr>
          <a:xfrm>
            <a:off x="2550966" y="1928649"/>
            <a:ext cx="3034636" cy="3373628"/>
            <a:chOff x="2631126" y="1660155"/>
            <a:chExt cx="3034636" cy="3373628"/>
          </a:xfrm>
        </p:grpSpPr>
        <p:sp>
          <p:nvSpPr>
            <p:cNvPr id="11" name="圆: 空心 10"/>
            <p:cNvSpPr/>
            <p:nvPr/>
          </p:nvSpPr>
          <p:spPr>
            <a:xfrm>
              <a:off x="2915264" y="2116848"/>
              <a:ext cx="2475484" cy="2475484"/>
            </a:xfrm>
            <a:prstGeom prst="donut">
              <a:avLst>
                <a:gd name="adj" fmla="val 24067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" name="梯形 11"/>
            <p:cNvSpPr/>
            <p:nvPr/>
          </p:nvSpPr>
          <p:spPr>
            <a:xfrm>
              <a:off x="3748871" y="1660155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梯形 11+"/>
            <p:cNvSpPr/>
            <p:nvPr/>
          </p:nvSpPr>
          <p:spPr>
            <a:xfrm rot="17940190">
              <a:off x="2538493" y="2329277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7" name="梯形 11+++"/>
            <p:cNvSpPr/>
            <p:nvPr/>
          </p:nvSpPr>
          <p:spPr>
            <a:xfrm rot="17940190" flipH="1" flipV="1">
              <a:off x="4965463" y="3742279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" name="梯形 11+"/>
            <p:cNvSpPr/>
            <p:nvPr/>
          </p:nvSpPr>
          <p:spPr>
            <a:xfrm flipV="1">
              <a:off x="3748871" y="4441455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" name="梯形 11++"/>
            <p:cNvSpPr/>
            <p:nvPr/>
          </p:nvSpPr>
          <p:spPr>
            <a:xfrm rot="3659810" flipV="1">
              <a:off x="2523155" y="3791519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6" name="梯形 11++"/>
            <p:cNvSpPr/>
            <p:nvPr/>
          </p:nvSpPr>
          <p:spPr>
            <a:xfrm rot="3659810" flipH="1">
              <a:off x="4924725" y="2378517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115070" y="2653747"/>
            <a:ext cx="1911116" cy="1911116"/>
            <a:chOff x="3195230" y="2385253"/>
            <a:chExt cx="1911116" cy="1911116"/>
          </a:xfrm>
        </p:grpSpPr>
        <p:sp>
          <p:nvSpPr>
            <p:cNvPr id="109" name="弧形 108"/>
            <p:cNvSpPr/>
            <p:nvPr/>
          </p:nvSpPr>
          <p:spPr>
            <a:xfrm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0" name="Arc 75+"/>
            <p:cNvSpPr/>
            <p:nvPr/>
          </p:nvSpPr>
          <p:spPr>
            <a:xfrm rot="3639450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1" name="Arc 75++"/>
            <p:cNvSpPr/>
            <p:nvPr/>
          </p:nvSpPr>
          <p:spPr>
            <a:xfrm rot="7165626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2" name="Arc 75+++"/>
            <p:cNvSpPr/>
            <p:nvPr/>
          </p:nvSpPr>
          <p:spPr>
            <a:xfrm rot="10800000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3" name="Arc 75++++"/>
            <p:cNvSpPr/>
            <p:nvPr/>
          </p:nvSpPr>
          <p:spPr>
            <a:xfrm rot="14411447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2" name="TextBox 29++"/>
          <p:cNvSpPr txBox="1"/>
          <p:nvPr/>
        </p:nvSpPr>
        <p:spPr>
          <a:xfrm>
            <a:off x="3641355" y="3665868"/>
            <a:ext cx="804685" cy="43335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15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845899" y="2021426"/>
            <a:ext cx="474491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社媒推广</a:t>
            </a:r>
          </a:p>
        </p:txBody>
      </p:sp>
      <p:sp>
        <p:nvSpPr>
          <p:cNvPr id="43" name="TextBox 41+"/>
          <p:cNvSpPr txBox="1"/>
          <p:nvPr/>
        </p:nvSpPr>
        <p:spPr>
          <a:xfrm rot="17972952">
            <a:off x="2631418" y="2669124"/>
            <a:ext cx="491767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达人合作</a:t>
            </a:r>
          </a:p>
        </p:txBody>
      </p:sp>
      <p:sp>
        <p:nvSpPr>
          <p:cNvPr id="45" name="TextBox 41+"/>
          <p:cNvSpPr txBox="1"/>
          <p:nvPr/>
        </p:nvSpPr>
        <p:spPr>
          <a:xfrm>
            <a:off x="3820245" y="4815680"/>
            <a:ext cx="525546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内容营销</a:t>
            </a:r>
          </a:p>
        </p:txBody>
      </p:sp>
      <p:sp>
        <p:nvSpPr>
          <p:cNvPr id="46" name="TextBox 41++"/>
          <p:cNvSpPr txBox="1"/>
          <p:nvPr/>
        </p:nvSpPr>
        <p:spPr>
          <a:xfrm rot="3588783">
            <a:off x="2628643" y="4136508"/>
            <a:ext cx="452177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平台曝光</a:t>
            </a:r>
          </a:p>
        </p:txBody>
      </p:sp>
      <p:sp>
        <p:nvSpPr>
          <p:cNvPr id="47" name="TextBox 41+++"/>
          <p:cNvSpPr txBox="1"/>
          <p:nvPr/>
        </p:nvSpPr>
        <p:spPr>
          <a:xfrm rot="17872417">
            <a:off x="5014157" y="4066127"/>
            <a:ext cx="461142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线下引流</a:t>
            </a:r>
          </a:p>
        </p:txBody>
      </p:sp>
      <p:sp>
        <p:nvSpPr>
          <p:cNvPr id="44" name="TextBox 41++"/>
          <p:cNvSpPr txBox="1"/>
          <p:nvPr/>
        </p:nvSpPr>
        <p:spPr>
          <a:xfrm rot="3768795">
            <a:off x="5031088" y="2719402"/>
            <a:ext cx="423387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搜索优化</a:t>
            </a:r>
          </a:p>
        </p:txBody>
      </p:sp>
      <p:sp>
        <p:nvSpPr>
          <p:cNvPr id="72" name="Arc 75+++++"/>
          <p:cNvSpPr/>
          <p:nvPr/>
        </p:nvSpPr>
        <p:spPr>
          <a:xfrm rot="18038398">
            <a:off x="3115070" y="2653753"/>
            <a:ext cx="1911116" cy="1911103"/>
          </a:xfrm>
          <a:prstGeom prst="arc">
            <a:avLst>
              <a:gd name="adj1" fmla="val 13039278"/>
              <a:gd name="adj2" fmla="val 16029675"/>
            </a:avLst>
          </a:prstGeom>
          <a:noFill/>
          <a:ln w="11176">
            <a:solidFill>
              <a:schemeClr val="bg1"/>
            </a:solidFill>
            <a:prstDash val="dash"/>
            <a:tailEnd type="oval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467" tIns="40234" rIns="80467" bIns="4023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3115070" y="2653747"/>
            <a:ext cx="1911116" cy="1911116"/>
            <a:chOff x="3195230" y="2385253"/>
            <a:chExt cx="1911116" cy="1911116"/>
          </a:xfrm>
        </p:grpSpPr>
        <p:grpSp>
          <p:nvGrpSpPr>
            <p:cNvPr id="120" name="组合 119"/>
            <p:cNvGrpSpPr/>
            <p:nvPr/>
          </p:nvGrpSpPr>
          <p:grpSpPr>
            <a:xfrm>
              <a:off x="3195230" y="2385253"/>
              <a:ext cx="1911116" cy="1911116"/>
              <a:chOff x="3195230" y="2385253"/>
              <a:chExt cx="1911116" cy="1911116"/>
            </a:xfrm>
          </p:grpSpPr>
          <p:sp>
            <p:nvSpPr>
              <p:cNvPr id="76" name="弧形 75"/>
              <p:cNvSpPr/>
              <p:nvPr/>
            </p:nvSpPr>
            <p:spPr>
              <a:xfrm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8" name="Arc 75+"/>
              <p:cNvSpPr/>
              <p:nvPr/>
            </p:nvSpPr>
            <p:spPr>
              <a:xfrm rot="3639450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9" name="Arc 75++"/>
              <p:cNvSpPr/>
              <p:nvPr/>
            </p:nvSpPr>
            <p:spPr>
              <a:xfrm rot="7165626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0" name="Arc 75+++"/>
              <p:cNvSpPr/>
              <p:nvPr/>
            </p:nvSpPr>
            <p:spPr>
              <a:xfrm rot="10800000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1" name="Arc 75++++"/>
              <p:cNvSpPr/>
              <p:nvPr/>
            </p:nvSpPr>
            <p:spPr>
              <a:xfrm rot="14411447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107" name="Arc 75+++++"/>
            <p:cNvSpPr/>
            <p:nvPr/>
          </p:nvSpPr>
          <p:spPr>
            <a:xfrm rot="18038398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 rot="1392845">
            <a:off x="6448086" y="2026684"/>
            <a:ext cx="3354873" cy="3177558"/>
            <a:chOff x="7288800" y="1729954"/>
            <a:chExt cx="3354873" cy="3177558"/>
          </a:xfrm>
        </p:grpSpPr>
        <p:sp>
          <p:nvSpPr>
            <p:cNvPr id="22" name="圆: 空心 21"/>
            <p:cNvSpPr/>
            <p:nvPr/>
          </p:nvSpPr>
          <p:spPr>
            <a:xfrm rot="20262624">
              <a:off x="7747888" y="2063520"/>
              <a:ext cx="2475484" cy="2475484"/>
            </a:xfrm>
            <a:prstGeom prst="donut">
              <a:avLst>
                <a:gd name="adj" fmla="val 24067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3" name="梯形 11"/>
            <p:cNvSpPr/>
            <p:nvPr/>
          </p:nvSpPr>
          <p:spPr>
            <a:xfrm rot="20262624">
              <a:off x="8023145" y="1729954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" name="梯形 11+"/>
            <p:cNvSpPr/>
            <p:nvPr/>
          </p:nvSpPr>
          <p:spPr>
            <a:xfrm rot="16602814">
              <a:off x="7180829" y="2826078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" name="梯形 11++"/>
            <p:cNvSpPr/>
            <p:nvPr/>
          </p:nvSpPr>
          <p:spPr>
            <a:xfrm rot="2322434" flipH="1">
              <a:off x="9388422" y="1960401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6" name="梯形 11+++"/>
            <p:cNvSpPr/>
            <p:nvPr/>
          </p:nvSpPr>
          <p:spPr>
            <a:xfrm rot="16602814" flipH="1" flipV="1">
              <a:off x="9943374" y="3206813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7" name="梯形 11+"/>
            <p:cNvSpPr/>
            <p:nvPr/>
          </p:nvSpPr>
          <p:spPr>
            <a:xfrm rot="20262624" flipV="1">
              <a:off x="9082875" y="4315184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梯形 11++"/>
            <p:cNvSpPr/>
            <p:nvPr/>
          </p:nvSpPr>
          <p:spPr>
            <a:xfrm rot="2322434" flipV="1">
              <a:off x="7727962" y="4123711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8" name="TextBox 29+++"/>
          <p:cNvSpPr txBox="1"/>
          <p:nvPr/>
        </p:nvSpPr>
        <p:spPr>
          <a:xfrm>
            <a:off x="7731000" y="3665868"/>
            <a:ext cx="804685" cy="43335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15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</a:t>
            </a:r>
          </a:p>
        </p:txBody>
      </p:sp>
      <p:sp>
        <p:nvSpPr>
          <p:cNvPr id="60" name="TextBox 41+"/>
          <p:cNvSpPr txBox="1"/>
          <p:nvPr/>
        </p:nvSpPr>
        <p:spPr>
          <a:xfrm rot="55469">
            <a:off x="7890793" y="2036286"/>
            <a:ext cx="493993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会员专享</a:t>
            </a:r>
          </a:p>
        </p:txBody>
      </p:sp>
      <p:sp>
        <p:nvSpPr>
          <p:cNvPr id="61" name="TextBox 41++"/>
          <p:cNvSpPr txBox="1"/>
          <p:nvPr/>
        </p:nvSpPr>
        <p:spPr>
          <a:xfrm rot="18101052">
            <a:off x="6696428" y="2696800"/>
            <a:ext cx="524380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私域内容</a:t>
            </a:r>
          </a:p>
        </p:txBody>
      </p:sp>
      <p:sp>
        <p:nvSpPr>
          <p:cNvPr id="63" name="TextBox 41+++"/>
          <p:cNvSpPr txBox="1"/>
          <p:nvPr/>
        </p:nvSpPr>
        <p:spPr>
          <a:xfrm rot="3644252">
            <a:off x="6656072" y="4088881"/>
            <a:ext cx="505884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社群互动</a:t>
            </a:r>
          </a:p>
        </p:txBody>
      </p:sp>
      <p:sp>
        <p:nvSpPr>
          <p:cNvPr id="66" name="TextBox 41++"/>
          <p:cNvSpPr txBox="1"/>
          <p:nvPr/>
        </p:nvSpPr>
        <p:spPr>
          <a:xfrm rot="55469">
            <a:off x="7866020" y="4802254"/>
            <a:ext cx="455385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私域直播</a:t>
            </a:r>
          </a:p>
        </p:txBody>
      </p:sp>
      <p:sp>
        <p:nvSpPr>
          <p:cNvPr id="67" name="TextBox 41++++"/>
          <p:cNvSpPr txBox="1"/>
          <p:nvPr/>
        </p:nvSpPr>
        <p:spPr>
          <a:xfrm rot="18025396">
            <a:off x="9072167" y="4111829"/>
            <a:ext cx="496171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定制穿搭</a:t>
            </a:r>
          </a:p>
        </p:txBody>
      </p:sp>
      <p:sp>
        <p:nvSpPr>
          <p:cNvPr id="75" name="TextBox 41+++"/>
          <p:cNvSpPr txBox="1"/>
          <p:nvPr/>
        </p:nvSpPr>
        <p:spPr>
          <a:xfrm rot="3772936">
            <a:off x="9065282" y="2733578"/>
            <a:ext cx="498279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口碑相传</a:t>
            </a:r>
          </a:p>
        </p:txBody>
      </p:sp>
      <p:grpSp>
        <p:nvGrpSpPr>
          <p:cNvPr id="128" name="Group 126+"/>
          <p:cNvGrpSpPr/>
          <p:nvPr/>
        </p:nvGrpSpPr>
        <p:grpSpPr>
          <a:xfrm rot="1392845">
            <a:off x="7194675" y="2651493"/>
            <a:ext cx="1911116" cy="1911116"/>
            <a:chOff x="3195230" y="2385253"/>
            <a:chExt cx="1911116" cy="1911116"/>
          </a:xfrm>
        </p:grpSpPr>
        <p:grpSp>
          <p:nvGrpSpPr>
            <p:cNvPr id="129" name="组合 128"/>
            <p:cNvGrpSpPr/>
            <p:nvPr/>
          </p:nvGrpSpPr>
          <p:grpSpPr>
            <a:xfrm>
              <a:off x="3195230" y="2385253"/>
              <a:ext cx="1911116" cy="1911116"/>
              <a:chOff x="3195230" y="2385253"/>
              <a:chExt cx="1911116" cy="1911116"/>
            </a:xfrm>
          </p:grpSpPr>
          <p:sp>
            <p:nvSpPr>
              <p:cNvPr id="131" name="弧形 130"/>
              <p:cNvSpPr/>
              <p:nvPr/>
            </p:nvSpPr>
            <p:spPr>
              <a:xfrm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32" name="Arc 75+"/>
              <p:cNvSpPr/>
              <p:nvPr/>
            </p:nvSpPr>
            <p:spPr>
              <a:xfrm rot="3639450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33" name="Arc 75++"/>
              <p:cNvSpPr/>
              <p:nvPr/>
            </p:nvSpPr>
            <p:spPr>
              <a:xfrm rot="7165626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34" name="Arc 75+++"/>
              <p:cNvSpPr/>
              <p:nvPr/>
            </p:nvSpPr>
            <p:spPr>
              <a:xfrm rot="10800000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35" name="Arc 75++++"/>
              <p:cNvSpPr/>
              <p:nvPr/>
            </p:nvSpPr>
            <p:spPr>
              <a:xfrm rot="14411447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130" name="Arc 75+++++"/>
            <p:cNvSpPr/>
            <p:nvPr/>
          </p:nvSpPr>
          <p:spPr>
            <a:xfrm rot="18038398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84" name="文本框 183"/>
          <p:cNvSpPr txBox="1"/>
          <p:nvPr/>
        </p:nvSpPr>
        <p:spPr>
          <a:xfrm>
            <a:off x="1228725" y="1979236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引入流量</a:t>
            </a:r>
          </a:p>
        </p:txBody>
      </p:sp>
      <p:sp>
        <p:nvSpPr>
          <p:cNvPr id="186" name="文本框 185"/>
          <p:cNvSpPr txBox="1"/>
          <p:nvPr/>
        </p:nvSpPr>
        <p:spPr>
          <a:xfrm>
            <a:off x="820738" y="3017114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覆盖潜客</a:t>
            </a:r>
          </a:p>
        </p:txBody>
      </p:sp>
      <p:sp>
        <p:nvSpPr>
          <p:cNvPr id="188" name="文本框 187"/>
          <p:cNvSpPr txBox="1"/>
          <p:nvPr/>
        </p:nvSpPr>
        <p:spPr>
          <a:xfrm>
            <a:off x="800100" y="4060368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广泛分发</a:t>
            </a:r>
          </a:p>
        </p:txBody>
      </p:sp>
      <p:sp>
        <p:nvSpPr>
          <p:cNvPr id="190" name="文本框 189"/>
          <p:cNvSpPr txBox="1"/>
          <p:nvPr/>
        </p:nvSpPr>
        <p:spPr>
          <a:xfrm>
            <a:off x="1228725" y="5102940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拓展渠道</a:t>
            </a:r>
          </a:p>
        </p:txBody>
      </p:sp>
      <p:grpSp>
        <p:nvGrpSpPr>
          <p:cNvPr id="196" name="Group 164+"/>
          <p:cNvGrpSpPr/>
          <p:nvPr/>
        </p:nvGrpSpPr>
        <p:grpSpPr>
          <a:xfrm flipH="1">
            <a:off x="9248778" y="4925737"/>
            <a:ext cx="2166937" cy="639720"/>
            <a:chOff x="776287" y="1782487"/>
            <a:chExt cx="2166937" cy="639720"/>
          </a:xfrm>
        </p:grpSpPr>
        <p:sp>
          <p:nvSpPr>
            <p:cNvPr id="207" name="矩形: 圆角 206"/>
            <p:cNvSpPr/>
            <p:nvPr/>
          </p:nvSpPr>
          <p:spPr>
            <a:xfrm>
              <a:off x="776287" y="1784350"/>
              <a:ext cx="2166937" cy="635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8" name="Oval 35+"/>
            <p:cNvSpPr/>
            <p:nvPr/>
          </p:nvSpPr>
          <p:spPr>
            <a:xfrm>
              <a:off x="2281774" y="1782487"/>
              <a:ext cx="639720" cy="639720"/>
            </a:xfrm>
            <a:prstGeom prst="ellipse">
              <a:avLst/>
            </a:prstGeom>
            <a:ln w="10394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834" tIns="37418" rIns="74834" bIns="374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7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97" name="弧形 196"/>
          <p:cNvSpPr/>
          <p:nvPr/>
        </p:nvSpPr>
        <p:spPr>
          <a:xfrm flipH="1">
            <a:off x="5505452" y="1466850"/>
            <a:ext cx="4430582" cy="4430576"/>
          </a:xfrm>
          <a:prstGeom prst="arc">
            <a:avLst>
              <a:gd name="adj1" fmla="val 6949295"/>
              <a:gd name="adj2" fmla="val 14599075"/>
            </a:avLst>
          </a:prstGeom>
          <a:noFill/>
          <a:ln w="12700">
            <a:gradFill>
              <a:gsLst>
                <a:gs pos="68000">
                  <a:srgbClr val="4472C4">
                    <a:alpha val="20000"/>
                  </a:srgbClr>
                </a:gs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98" name="组合 197"/>
          <p:cNvGrpSpPr/>
          <p:nvPr/>
        </p:nvGrpSpPr>
        <p:grpSpPr>
          <a:xfrm flipH="1">
            <a:off x="9248778" y="1782487"/>
            <a:ext cx="2166937" cy="639720"/>
            <a:chOff x="776287" y="1782487"/>
            <a:chExt cx="2166937" cy="639720"/>
          </a:xfrm>
        </p:grpSpPr>
        <p:sp>
          <p:nvSpPr>
            <p:cNvPr id="205" name="矩形: 圆角 204"/>
            <p:cNvSpPr/>
            <p:nvPr/>
          </p:nvSpPr>
          <p:spPr>
            <a:xfrm>
              <a:off x="776287" y="1784350"/>
              <a:ext cx="2166937" cy="635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6" name="Oval 35+"/>
            <p:cNvSpPr/>
            <p:nvPr/>
          </p:nvSpPr>
          <p:spPr>
            <a:xfrm>
              <a:off x="2281774" y="1782487"/>
              <a:ext cx="639720" cy="639720"/>
            </a:xfrm>
            <a:prstGeom prst="ellipse">
              <a:avLst/>
            </a:prstGeom>
            <a:ln w="10394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834" tIns="37418" rIns="74834" bIns="374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7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99" name="组合 198"/>
          <p:cNvGrpSpPr/>
          <p:nvPr/>
        </p:nvGrpSpPr>
        <p:grpSpPr>
          <a:xfrm flipH="1">
            <a:off x="9753602" y="2826200"/>
            <a:ext cx="1995486" cy="641080"/>
            <a:chOff x="442914" y="2819685"/>
            <a:chExt cx="1995486" cy="641080"/>
          </a:xfrm>
        </p:grpSpPr>
        <p:sp>
          <p:nvSpPr>
            <p:cNvPr id="203" name="Rounded Rectangle 157+"/>
            <p:cNvSpPr/>
            <p:nvPr/>
          </p:nvSpPr>
          <p:spPr>
            <a:xfrm>
              <a:off x="442914" y="2825765"/>
              <a:ext cx="1995486" cy="635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4" name="Oval 35++"/>
            <p:cNvSpPr/>
            <p:nvPr/>
          </p:nvSpPr>
          <p:spPr>
            <a:xfrm>
              <a:off x="1798680" y="2819685"/>
              <a:ext cx="639720" cy="639720"/>
            </a:xfrm>
            <a:prstGeom prst="ellipse">
              <a:avLst/>
            </a:prstGeom>
            <a:ln w="10394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834" tIns="37418" rIns="74834" bIns="374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7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00" name="组合 199"/>
          <p:cNvGrpSpPr/>
          <p:nvPr/>
        </p:nvGrpSpPr>
        <p:grpSpPr>
          <a:xfrm flipH="1">
            <a:off x="9724877" y="3871273"/>
            <a:ext cx="2024211" cy="650470"/>
            <a:chOff x="442914" y="3912005"/>
            <a:chExt cx="2024211" cy="650470"/>
          </a:xfrm>
        </p:grpSpPr>
        <p:sp>
          <p:nvSpPr>
            <p:cNvPr id="201" name="Rounded Rectangle 157++"/>
            <p:cNvSpPr/>
            <p:nvPr/>
          </p:nvSpPr>
          <p:spPr>
            <a:xfrm>
              <a:off x="442914" y="3927475"/>
              <a:ext cx="1995486" cy="635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2" name="Oval 35+++"/>
            <p:cNvSpPr/>
            <p:nvPr/>
          </p:nvSpPr>
          <p:spPr>
            <a:xfrm>
              <a:off x="1827405" y="3912005"/>
              <a:ext cx="639720" cy="639720"/>
            </a:xfrm>
            <a:prstGeom prst="ellipse">
              <a:avLst/>
            </a:prstGeom>
            <a:ln w="10394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834" tIns="37418" rIns="74834" bIns="374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7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10" name="文本框 209"/>
          <p:cNvSpPr txBox="1"/>
          <p:nvPr/>
        </p:nvSpPr>
        <p:spPr>
          <a:xfrm>
            <a:off x="10134600" y="1979236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增强粘性</a:t>
            </a:r>
          </a:p>
        </p:txBody>
      </p:sp>
      <p:sp>
        <p:nvSpPr>
          <p:cNvPr id="212" name="文本框 211"/>
          <p:cNvSpPr txBox="1"/>
          <p:nvPr/>
        </p:nvSpPr>
        <p:spPr>
          <a:xfrm>
            <a:off x="10572750" y="3023629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挖掘需求</a:t>
            </a:r>
          </a:p>
        </p:txBody>
      </p:sp>
      <p:sp>
        <p:nvSpPr>
          <p:cNvPr id="214" name="文本框 213"/>
          <p:cNvSpPr txBox="1"/>
          <p:nvPr/>
        </p:nvSpPr>
        <p:spPr>
          <a:xfrm>
            <a:off x="10572750" y="4073397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精准触达</a:t>
            </a:r>
          </a:p>
        </p:txBody>
      </p:sp>
      <p:sp>
        <p:nvSpPr>
          <p:cNvPr id="216" name="文本框 215"/>
          <p:cNvSpPr txBox="1"/>
          <p:nvPr/>
        </p:nvSpPr>
        <p:spPr>
          <a:xfrm>
            <a:off x="10115550" y="5122487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提升好感</a:t>
            </a:r>
          </a:p>
        </p:txBody>
      </p:sp>
      <p:sp>
        <p:nvSpPr>
          <p:cNvPr id="232" name="箭头: 环形 231"/>
          <p:cNvSpPr/>
          <p:nvPr/>
        </p:nvSpPr>
        <p:spPr>
          <a:xfrm rot="3917453">
            <a:off x="4669627" y="1555432"/>
            <a:ext cx="2852746" cy="3112466"/>
          </a:xfrm>
          <a:prstGeom prst="circularArrow">
            <a:avLst>
              <a:gd name="adj1" fmla="val 5085"/>
              <a:gd name="adj2" fmla="val 327528"/>
              <a:gd name="adj3" fmla="val 15873039"/>
              <a:gd name="adj4" fmla="val 9000000"/>
              <a:gd name="adj5" fmla="val 5932"/>
            </a:avLst>
          </a:prstGeom>
          <a:gradFill>
            <a:gsLst>
              <a:gs pos="97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9800000" scaled="0"/>
          </a:gra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4" name="Circular Arrow 231+"/>
          <p:cNvSpPr/>
          <p:nvPr/>
        </p:nvSpPr>
        <p:spPr>
          <a:xfrm rot="3693795" flipH="1" flipV="1">
            <a:off x="4774402" y="2574607"/>
            <a:ext cx="2852746" cy="3112466"/>
          </a:xfrm>
          <a:prstGeom prst="circularArrow">
            <a:avLst>
              <a:gd name="adj1" fmla="val 5085"/>
              <a:gd name="adj2" fmla="val 327528"/>
              <a:gd name="adj3" fmla="val 15873039"/>
              <a:gd name="adj4" fmla="val 9000000"/>
              <a:gd name="adj5" fmla="val 5932"/>
            </a:avLst>
          </a:prstGeom>
          <a:gradFill>
            <a:gsLst>
              <a:gs pos="97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9800000" scaled="0"/>
          </a:gra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5743575" y="2181225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精准引流</a:t>
            </a:r>
          </a:p>
        </p:txBody>
      </p:sp>
      <p:sp>
        <p:nvSpPr>
          <p:cNvPr id="236" name="文本框 235"/>
          <p:cNvSpPr txBox="1"/>
          <p:nvPr/>
        </p:nvSpPr>
        <p:spPr>
          <a:xfrm>
            <a:off x="5685631" y="4810125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Dow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数据赋能</a:t>
            </a:r>
          </a:p>
        </p:txBody>
      </p:sp>
      <p:sp>
        <p:nvSpPr>
          <p:cNvPr id="237" name="文本框 236"/>
          <p:cNvSpPr txBox="1"/>
          <p:nvPr/>
        </p:nvSpPr>
        <p:spPr>
          <a:xfrm>
            <a:off x="5880556" y="2924175"/>
            <a:ext cx="430887" cy="1436291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双轮并驱</a:t>
            </a:r>
          </a:p>
        </p:txBody>
      </p:sp>
      <p:grpSp>
        <p:nvGrpSpPr>
          <p:cNvPr id="243" name="组合 242"/>
          <p:cNvGrpSpPr/>
          <p:nvPr/>
        </p:nvGrpSpPr>
        <p:grpSpPr>
          <a:xfrm>
            <a:off x="5351596" y="3428936"/>
            <a:ext cx="279290" cy="323977"/>
            <a:chOff x="5179698" y="-1357824"/>
            <a:chExt cx="457248" cy="530399"/>
          </a:xfrm>
        </p:grpSpPr>
        <p:sp>
          <p:nvSpPr>
            <p:cNvPr id="241" name="任意多边形: 形状 240"/>
            <p:cNvSpPr/>
            <p:nvPr/>
          </p:nvSpPr>
          <p:spPr>
            <a:xfrm rot="5400000">
              <a:off x="5143122" y="-1321248"/>
              <a:ext cx="530399" cy="457248"/>
            </a:xfrm>
            <a:custGeom>
              <a:avLst/>
              <a:gdLst>
                <a:gd name="connsiteX0" fmla="*/ 0 w 757716"/>
                <a:gd name="connsiteY0" fmla="*/ 653204 h 653204"/>
                <a:gd name="connsiteX1" fmla="*/ 378858 w 757716"/>
                <a:gd name="connsiteY1" fmla="*/ 0 h 653204"/>
                <a:gd name="connsiteX2" fmla="*/ 757716 w 757716"/>
                <a:gd name="connsiteY2" fmla="*/ 653203 h 653204"/>
                <a:gd name="connsiteX3" fmla="*/ 378858 w 757716"/>
                <a:gd name="connsiteY3" fmla="*/ 504828 h 65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716" h="653204">
                  <a:moveTo>
                    <a:pt x="0" y="653204"/>
                  </a:moveTo>
                  <a:lnTo>
                    <a:pt x="378858" y="0"/>
                  </a:lnTo>
                  <a:lnTo>
                    <a:pt x="757716" y="653203"/>
                  </a:lnTo>
                  <a:lnTo>
                    <a:pt x="378858" y="504828"/>
                  </a:lnTo>
                  <a:close/>
                </a:path>
              </a:pathLst>
            </a:custGeom>
            <a:noFill/>
            <a:ln w="4000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008" tIns="32004" rIns="64008" bIns="3200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2" name="Freeform 240+"/>
            <p:cNvSpPr/>
            <p:nvPr/>
          </p:nvSpPr>
          <p:spPr>
            <a:xfrm rot="5400000">
              <a:off x="5286685" y="-1193813"/>
              <a:ext cx="235430" cy="202963"/>
            </a:xfrm>
            <a:custGeom>
              <a:avLst/>
              <a:gdLst>
                <a:gd name="connsiteX0" fmla="*/ 0 w 757716"/>
                <a:gd name="connsiteY0" fmla="*/ 653204 h 653204"/>
                <a:gd name="connsiteX1" fmla="*/ 378858 w 757716"/>
                <a:gd name="connsiteY1" fmla="*/ 0 h 653204"/>
                <a:gd name="connsiteX2" fmla="*/ 757716 w 757716"/>
                <a:gd name="connsiteY2" fmla="*/ 653203 h 653204"/>
                <a:gd name="connsiteX3" fmla="*/ 378858 w 757716"/>
                <a:gd name="connsiteY3" fmla="*/ 504828 h 65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716" h="653204">
                  <a:moveTo>
                    <a:pt x="0" y="653204"/>
                  </a:moveTo>
                  <a:lnTo>
                    <a:pt x="378858" y="0"/>
                  </a:lnTo>
                  <a:lnTo>
                    <a:pt x="757716" y="653203"/>
                  </a:lnTo>
                  <a:lnTo>
                    <a:pt x="378858" y="504828"/>
                  </a:lnTo>
                  <a:close/>
                </a:path>
              </a:pathLst>
            </a:cu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008" tIns="32004" rIns="64008" bIns="3200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47" name="Group 242+"/>
          <p:cNvGrpSpPr/>
          <p:nvPr/>
        </p:nvGrpSpPr>
        <p:grpSpPr>
          <a:xfrm flipH="1">
            <a:off x="6542221" y="3428936"/>
            <a:ext cx="279290" cy="323977"/>
            <a:chOff x="5179698" y="-1357824"/>
            <a:chExt cx="457248" cy="530399"/>
          </a:xfrm>
        </p:grpSpPr>
        <p:sp>
          <p:nvSpPr>
            <p:cNvPr id="248" name="任意多边形: 形状 247"/>
            <p:cNvSpPr/>
            <p:nvPr/>
          </p:nvSpPr>
          <p:spPr>
            <a:xfrm rot="5400000">
              <a:off x="5143122" y="-1321248"/>
              <a:ext cx="530399" cy="457248"/>
            </a:xfrm>
            <a:custGeom>
              <a:avLst/>
              <a:gdLst>
                <a:gd name="connsiteX0" fmla="*/ 0 w 757716"/>
                <a:gd name="connsiteY0" fmla="*/ 653204 h 653204"/>
                <a:gd name="connsiteX1" fmla="*/ 378858 w 757716"/>
                <a:gd name="connsiteY1" fmla="*/ 0 h 653204"/>
                <a:gd name="connsiteX2" fmla="*/ 757716 w 757716"/>
                <a:gd name="connsiteY2" fmla="*/ 653203 h 653204"/>
                <a:gd name="connsiteX3" fmla="*/ 378858 w 757716"/>
                <a:gd name="connsiteY3" fmla="*/ 504828 h 65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716" h="653204">
                  <a:moveTo>
                    <a:pt x="0" y="653204"/>
                  </a:moveTo>
                  <a:lnTo>
                    <a:pt x="378858" y="0"/>
                  </a:lnTo>
                  <a:lnTo>
                    <a:pt x="757716" y="653203"/>
                  </a:lnTo>
                  <a:lnTo>
                    <a:pt x="378858" y="504828"/>
                  </a:lnTo>
                  <a:close/>
                </a:path>
              </a:pathLst>
            </a:custGeom>
            <a:noFill/>
            <a:ln w="4000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008" tIns="32004" rIns="64008" bIns="3200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9" name="Freeform 240+"/>
            <p:cNvSpPr/>
            <p:nvPr/>
          </p:nvSpPr>
          <p:spPr>
            <a:xfrm rot="5400000">
              <a:off x="5286685" y="-1193813"/>
              <a:ext cx="235430" cy="202963"/>
            </a:xfrm>
            <a:custGeom>
              <a:avLst/>
              <a:gdLst>
                <a:gd name="connsiteX0" fmla="*/ 0 w 757716"/>
                <a:gd name="connsiteY0" fmla="*/ 653204 h 653204"/>
                <a:gd name="connsiteX1" fmla="*/ 378858 w 757716"/>
                <a:gd name="connsiteY1" fmla="*/ 0 h 653204"/>
                <a:gd name="connsiteX2" fmla="*/ 757716 w 757716"/>
                <a:gd name="connsiteY2" fmla="*/ 653203 h 653204"/>
                <a:gd name="connsiteX3" fmla="*/ 378858 w 757716"/>
                <a:gd name="connsiteY3" fmla="*/ 504828 h 65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716" h="653204">
                  <a:moveTo>
                    <a:pt x="0" y="653204"/>
                  </a:moveTo>
                  <a:lnTo>
                    <a:pt x="378858" y="0"/>
                  </a:lnTo>
                  <a:lnTo>
                    <a:pt x="757716" y="653203"/>
                  </a:lnTo>
                  <a:lnTo>
                    <a:pt x="378858" y="504828"/>
                  </a:lnTo>
                  <a:close/>
                </a:path>
              </a:pathLst>
            </a:cu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008" tIns="32004" rIns="64008" bIns="3200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52" name="矩形 251"/>
          <p:cNvSpPr/>
          <p:nvPr/>
        </p:nvSpPr>
        <p:spPr>
          <a:xfrm>
            <a:off x="442913" y="873125"/>
            <a:ext cx="11306175" cy="64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442913" y="873125"/>
            <a:ext cx="823912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624037" y="1045776"/>
            <a:ext cx="4616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</a:t>
            </a:r>
          </a:p>
        </p:txBody>
      </p:sp>
      <p:sp>
        <p:nvSpPr>
          <p:cNvPr id="254" name="Rectangle 252+"/>
          <p:cNvSpPr/>
          <p:nvPr/>
        </p:nvSpPr>
        <p:spPr>
          <a:xfrm>
            <a:off x="10925176" y="873125"/>
            <a:ext cx="823912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8" name="TextBox 254+"/>
          <p:cNvSpPr txBox="1"/>
          <p:nvPr/>
        </p:nvSpPr>
        <p:spPr>
          <a:xfrm>
            <a:off x="11106299" y="1045776"/>
            <a:ext cx="4616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</a:t>
            </a:r>
          </a:p>
        </p:txBody>
      </p:sp>
      <p:sp>
        <p:nvSpPr>
          <p:cNvPr id="257" name="文本框 256"/>
          <p:cNvSpPr txBox="1"/>
          <p:nvPr/>
        </p:nvSpPr>
        <p:spPr>
          <a:xfrm>
            <a:off x="1445420" y="1015354"/>
            <a:ext cx="317420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着力广泛传播与流量引入，依靠社媒推广、达人合作等多元手段，似春风化雨，拓展品牌声量，吸引潜在客群</a:t>
            </a:r>
          </a:p>
        </p:txBody>
      </p:sp>
      <p:sp>
        <p:nvSpPr>
          <p:cNvPr id="260" name="文本框 259"/>
          <p:cNvSpPr txBox="1"/>
          <p:nvPr/>
        </p:nvSpPr>
        <p:spPr>
          <a:xfrm>
            <a:off x="7722395" y="1015289"/>
            <a:ext cx="3126580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聚焦深度服务与情感连接，凭借会员专享、定制穿搭等精细策略，如丝线编织，紧密维系用户，沉淀品牌价值</a:t>
            </a:r>
          </a:p>
        </p:txBody>
      </p:sp>
      <p:sp>
        <p:nvSpPr>
          <p:cNvPr id="263" name="文本框 262"/>
          <p:cNvSpPr txBox="1"/>
          <p:nvPr/>
        </p:nvSpPr>
        <p:spPr>
          <a:xfrm>
            <a:off x="4973276" y="1039912"/>
            <a:ext cx="54530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广泛拓展打响品牌</a:t>
            </a:r>
          </a:p>
        </p:txBody>
      </p:sp>
      <p:sp>
        <p:nvSpPr>
          <p:cNvPr id="264" name="TextBox 262+"/>
          <p:cNvSpPr txBox="1"/>
          <p:nvPr/>
        </p:nvSpPr>
        <p:spPr>
          <a:xfrm>
            <a:off x="6721184" y="1039911"/>
            <a:ext cx="54530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精耕细作沉淀用户</a:t>
            </a:r>
          </a:p>
        </p:txBody>
      </p:sp>
      <p:grpSp>
        <p:nvGrpSpPr>
          <p:cNvPr id="273" name="组合 272"/>
          <p:cNvGrpSpPr/>
          <p:nvPr/>
        </p:nvGrpSpPr>
        <p:grpSpPr>
          <a:xfrm>
            <a:off x="4769156" y="1042159"/>
            <a:ext cx="54591" cy="303283"/>
            <a:chOff x="4742597" y="1042158"/>
            <a:chExt cx="54591" cy="303283"/>
          </a:xfrm>
        </p:grpSpPr>
        <p:cxnSp>
          <p:nvCxnSpPr>
            <p:cNvPr id="270" name="直接连接符 269"/>
            <p:cNvCxnSpPr/>
            <p:nvPr/>
          </p:nvCxnSpPr>
          <p:spPr>
            <a:xfrm>
              <a:off x="4742597" y="1042158"/>
              <a:ext cx="0" cy="30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69+"/>
            <p:cNvCxnSpPr/>
            <p:nvPr/>
          </p:nvCxnSpPr>
          <p:spPr>
            <a:xfrm>
              <a:off x="4797188" y="1042158"/>
              <a:ext cx="0" cy="30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4" name="Group 272+"/>
          <p:cNvGrpSpPr/>
          <p:nvPr/>
        </p:nvGrpSpPr>
        <p:grpSpPr>
          <a:xfrm>
            <a:off x="7467147" y="1042158"/>
            <a:ext cx="54591" cy="303283"/>
            <a:chOff x="4742597" y="1042158"/>
            <a:chExt cx="54591" cy="303283"/>
          </a:xfrm>
        </p:grpSpPr>
        <p:cxnSp>
          <p:nvCxnSpPr>
            <p:cNvPr id="275" name="直接连接符 274"/>
            <p:cNvCxnSpPr/>
            <p:nvPr/>
          </p:nvCxnSpPr>
          <p:spPr>
            <a:xfrm>
              <a:off x="4742597" y="1042158"/>
              <a:ext cx="0" cy="30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69+"/>
            <p:cNvCxnSpPr/>
            <p:nvPr/>
          </p:nvCxnSpPr>
          <p:spPr>
            <a:xfrm>
              <a:off x="4797188" y="1042158"/>
              <a:ext cx="0" cy="30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0" name="任意多边形: 形状 279"/>
          <p:cNvSpPr/>
          <p:nvPr/>
        </p:nvSpPr>
        <p:spPr>
          <a:xfrm>
            <a:off x="5758014" y="1020168"/>
            <a:ext cx="675971" cy="351430"/>
          </a:xfrm>
          <a:custGeom>
            <a:avLst/>
            <a:gdLst>
              <a:gd name="connsiteX0" fmla="*/ 157356 w 675971"/>
              <a:gd name="connsiteY0" fmla="*/ 0 h 351430"/>
              <a:gd name="connsiteX1" fmla="*/ 157356 w 675971"/>
              <a:gd name="connsiteY1" fmla="*/ 107477 h 351430"/>
              <a:gd name="connsiteX2" fmla="*/ 518615 w 675971"/>
              <a:gd name="connsiteY2" fmla="*/ 107477 h 351430"/>
              <a:gd name="connsiteX3" fmla="*/ 518615 w 675971"/>
              <a:gd name="connsiteY3" fmla="*/ 0 h 351430"/>
              <a:gd name="connsiteX4" fmla="*/ 675971 w 675971"/>
              <a:gd name="connsiteY4" fmla="*/ 175715 h 351430"/>
              <a:gd name="connsiteX5" fmla="*/ 518615 w 675971"/>
              <a:gd name="connsiteY5" fmla="*/ 351430 h 351430"/>
              <a:gd name="connsiteX6" fmla="*/ 518615 w 675971"/>
              <a:gd name="connsiteY6" fmla="*/ 243954 h 351430"/>
              <a:gd name="connsiteX7" fmla="*/ 157356 w 675971"/>
              <a:gd name="connsiteY7" fmla="*/ 243954 h 351430"/>
              <a:gd name="connsiteX8" fmla="*/ 157356 w 675971"/>
              <a:gd name="connsiteY8" fmla="*/ 351430 h 351430"/>
              <a:gd name="connsiteX9" fmla="*/ 0 w 675971"/>
              <a:gd name="connsiteY9" fmla="*/ 175715 h 3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5971" h="351430">
                <a:moveTo>
                  <a:pt x="157356" y="0"/>
                </a:moveTo>
                <a:lnTo>
                  <a:pt x="157356" y="107477"/>
                </a:lnTo>
                <a:lnTo>
                  <a:pt x="518615" y="107477"/>
                </a:lnTo>
                <a:lnTo>
                  <a:pt x="518615" y="0"/>
                </a:lnTo>
                <a:lnTo>
                  <a:pt x="675971" y="175715"/>
                </a:lnTo>
                <a:lnTo>
                  <a:pt x="518615" y="351430"/>
                </a:lnTo>
                <a:lnTo>
                  <a:pt x="518615" y="243954"/>
                </a:lnTo>
                <a:lnTo>
                  <a:pt x="157356" y="243954"/>
                </a:lnTo>
                <a:lnTo>
                  <a:pt x="157356" y="351430"/>
                </a:lnTo>
                <a:lnTo>
                  <a:pt x="0" y="17571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1" name="矩形 280"/>
          <p:cNvSpPr/>
          <p:nvPr/>
        </p:nvSpPr>
        <p:spPr>
          <a:xfrm>
            <a:off x="442913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2" name="Rectangle 280+"/>
          <p:cNvSpPr/>
          <p:nvPr/>
        </p:nvSpPr>
        <p:spPr>
          <a:xfrm>
            <a:off x="2365748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3" name="Rectangle 280++"/>
          <p:cNvSpPr/>
          <p:nvPr/>
        </p:nvSpPr>
        <p:spPr>
          <a:xfrm>
            <a:off x="4288583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4" name="Rectangle 280+++"/>
          <p:cNvSpPr/>
          <p:nvPr/>
        </p:nvSpPr>
        <p:spPr>
          <a:xfrm>
            <a:off x="10057088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5" name="Rectangle 280++"/>
          <p:cNvSpPr/>
          <p:nvPr/>
        </p:nvSpPr>
        <p:spPr>
          <a:xfrm>
            <a:off x="8134253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6" name="Rectangle 280+"/>
          <p:cNvSpPr/>
          <p:nvPr/>
        </p:nvSpPr>
        <p:spPr>
          <a:xfrm>
            <a:off x="6211418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777555" y="5949434"/>
            <a:ext cx="1022716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万次</a:t>
            </a:r>
          </a:p>
        </p:txBody>
      </p:sp>
      <p:sp>
        <p:nvSpPr>
          <p:cNvPr id="290" name="文本框 289"/>
          <p:cNvSpPr txBox="1"/>
          <p:nvPr/>
        </p:nvSpPr>
        <p:spPr>
          <a:xfrm>
            <a:off x="750304" y="6268006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总曝光量高达</a:t>
            </a:r>
          </a:p>
        </p:txBody>
      </p:sp>
      <p:sp>
        <p:nvSpPr>
          <p:cNvPr id="293" name="文本框 292"/>
          <p:cNvSpPr txBox="1"/>
          <p:nvPr/>
        </p:nvSpPr>
        <p:spPr>
          <a:xfrm>
            <a:off x="2700390" y="5949434"/>
            <a:ext cx="1022716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万次</a:t>
            </a:r>
          </a:p>
        </p:txBody>
      </p:sp>
      <p:sp>
        <p:nvSpPr>
          <p:cNvPr id="295" name="文本框 294"/>
          <p:cNvSpPr txBox="1"/>
          <p:nvPr/>
        </p:nvSpPr>
        <p:spPr>
          <a:xfrm>
            <a:off x="2762907" y="6268006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视频播放量</a:t>
            </a:r>
          </a:p>
        </p:txBody>
      </p:sp>
      <p:sp>
        <p:nvSpPr>
          <p:cNvPr id="299" name="文本框 298"/>
          <p:cNvSpPr txBox="1"/>
          <p:nvPr/>
        </p:nvSpPr>
        <p:spPr>
          <a:xfrm>
            <a:off x="4595974" y="6268006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自然流量增长</a:t>
            </a:r>
          </a:p>
        </p:txBody>
      </p:sp>
      <p:sp>
        <p:nvSpPr>
          <p:cNvPr id="300" name="文本框 299"/>
          <p:cNvSpPr txBox="1"/>
          <p:nvPr/>
        </p:nvSpPr>
        <p:spPr>
          <a:xfrm>
            <a:off x="4831616" y="5949434"/>
            <a:ext cx="54021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3" name="文本框 302"/>
          <p:cNvSpPr txBox="1"/>
          <p:nvPr/>
        </p:nvSpPr>
        <p:spPr>
          <a:xfrm>
            <a:off x="6598959" y="5949434"/>
            <a:ext cx="916918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</a:t>
            </a:r>
          </a:p>
        </p:txBody>
      </p:sp>
      <p:sp>
        <p:nvSpPr>
          <p:cNvPr id="304" name="文本框 303"/>
          <p:cNvSpPr txBox="1"/>
          <p:nvPr/>
        </p:nvSpPr>
        <p:spPr>
          <a:xfrm>
            <a:off x="6608577" y="6268006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新会员加入</a:t>
            </a:r>
          </a:p>
        </p:txBody>
      </p:sp>
      <p:sp>
        <p:nvSpPr>
          <p:cNvPr id="306" name="文本框 305"/>
          <p:cNvSpPr txBox="1"/>
          <p:nvPr/>
        </p:nvSpPr>
        <p:spPr>
          <a:xfrm>
            <a:off x="8706140" y="5949434"/>
            <a:ext cx="47609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35%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8351876" y="6268006"/>
            <a:ext cx="125675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社群活跃度提高</a:t>
            </a:r>
          </a:p>
        </p:txBody>
      </p:sp>
      <p:sp>
        <p:nvSpPr>
          <p:cNvPr id="311" name="文本框 310"/>
          <p:cNvSpPr txBox="1"/>
          <p:nvPr/>
        </p:nvSpPr>
        <p:spPr>
          <a:xfrm>
            <a:off x="10184942" y="6268006"/>
            <a:ext cx="143629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会员消费频次提升</a:t>
            </a:r>
          </a:p>
        </p:txBody>
      </p:sp>
      <p:sp>
        <p:nvSpPr>
          <p:cNvPr id="312" name="文本框 311"/>
          <p:cNvSpPr txBox="1"/>
          <p:nvPr/>
        </p:nvSpPr>
        <p:spPr>
          <a:xfrm>
            <a:off x="10628974" y="5949434"/>
            <a:ext cx="47609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25%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3888399" y="3205909"/>
            <a:ext cx="397852" cy="446181"/>
            <a:chOff x="268898" y="211748"/>
            <a:chExt cx="1379658" cy="1547250"/>
          </a:xfrm>
          <a:solidFill>
            <a:schemeClr val="accent1"/>
          </a:solidFill>
        </p:grpSpPr>
        <p:sp>
          <p:nvSpPr>
            <p:cNvPr id="316" name="任意多边形: 形状 315"/>
            <p:cNvSpPr/>
            <p:nvPr/>
          </p:nvSpPr>
          <p:spPr>
            <a:xfrm>
              <a:off x="268898" y="211748"/>
              <a:ext cx="1311394" cy="1547250"/>
            </a:xfrm>
            <a:custGeom>
              <a:avLst/>
              <a:gdLst>
                <a:gd name="connsiteX0" fmla="*/ 657225 w 1311394"/>
                <a:gd name="connsiteY0" fmla="*/ 146538 h 1547250"/>
                <a:gd name="connsiteX1" fmla="*/ 831606 w 1311394"/>
                <a:gd name="connsiteY1" fmla="*/ 320919 h 1547250"/>
                <a:gd name="connsiteX2" fmla="*/ 657225 w 1311394"/>
                <a:gd name="connsiteY2" fmla="*/ 495300 h 1547250"/>
                <a:gd name="connsiteX3" fmla="*/ 482844 w 1311394"/>
                <a:gd name="connsiteY3" fmla="*/ 320919 h 1547250"/>
                <a:gd name="connsiteX4" fmla="*/ 657225 w 1311394"/>
                <a:gd name="connsiteY4" fmla="*/ 146538 h 1547250"/>
                <a:gd name="connsiteX5" fmla="*/ 657225 w 1311394"/>
                <a:gd name="connsiteY5" fmla="*/ 0 h 1547250"/>
                <a:gd name="connsiteX6" fmla="*/ 336306 w 1311394"/>
                <a:gd name="connsiteY6" fmla="*/ 320919 h 1547250"/>
                <a:gd name="connsiteX7" fmla="*/ 657225 w 1311394"/>
                <a:gd name="connsiteY7" fmla="*/ 641839 h 1547250"/>
                <a:gd name="connsiteX8" fmla="*/ 978144 w 1311394"/>
                <a:gd name="connsiteY8" fmla="*/ 320919 h 1547250"/>
                <a:gd name="connsiteX9" fmla="*/ 657225 w 1311394"/>
                <a:gd name="connsiteY9" fmla="*/ 0 h 1547250"/>
                <a:gd name="connsiteX10" fmla="*/ 185371 w 1311394"/>
                <a:gd name="connsiteY10" fmla="*/ 1546714 h 1547250"/>
                <a:gd name="connsiteX11" fmla="*/ 57150 w 1311394"/>
                <a:gd name="connsiteY11" fmla="*/ 1507881 h 1547250"/>
                <a:gd name="connsiteX12" fmla="*/ 0 w 1311394"/>
                <a:gd name="connsiteY12" fmla="*/ 1363540 h 1547250"/>
                <a:gd name="connsiteX13" fmla="*/ 656492 w 1311394"/>
                <a:gd name="connsiteY13" fmla="*/ 707048 h 1547250"/>
                <a:gd name="connsiteX14" fmla="*/ 934915 w 1311394"/>
                <a:gd name="connsiteY14" fmla="*/ 769327 h 1547250"/>
                <a:gd name="connsiteX15" fmla="*/ 970085 w 1311394"/>
                <a:gd name="connsiteY15" fmla="*/ 866775 h 1547250"/>
                <a:gd name="connsiteX16" fmla="*/ 872637 w 1311394"/>
                <a:gd name="connsiteY16" fmla="*/ 901944 h 1547250"/>
                <a:gd name="connsiteX17" fmla="*/ 656492 w 1311394"/>
                <a:gd name="connsiteY17" fmla="*/ 853587 h 1547250"/>
                <a:gd name="connsiteX18" fmla="*/ 146538 w 1311394"/>
                <a:gd name="connsiteY18" fmla="*/ 1363540 h 1547250"/>
                <a:gd name="connsiteX19" fmla="*/ 151667 w 1311394"/>
                <a:gd name="connsiteY19" fmla="*/ 1395779 h 1547250"/>
                <a:gd name="connsiteX20" fmla="*/ 340702 w 1311394"/>
                <a:gd name="connsiteY20" fmla="*/ 1379660 h 1547250"/>
                <a:gd name="connsiteX21" fmla="*/ 657225 w 1311394"/>
                <a:gd name="connsiteY21" fmla="*/ 1343758 h 1547250"/>
                <a:gd name="connsiteX22" fmla="*/ 973015 w 1311394"/>
                <a:gd name="connsiteY22" fmla="*/ 1379660 h 1547250"/>
                <a:gd name="connsiteX23" fmla="*/ 1162050 w 1311394"/>
                <a:gd name="connsiteY23" fmla="*/ 1395046 h 1547250"/>
                <a:gd name="connsiteX24" fmla="*/ 1165714 w 1311394"/>
                <a:gd name="connsiteY24" fmla="*/ 1380392 h 1547250"/>
                <a:gd name="connsiteX25" fmla="*/ 1247775 w 1311394"/>
                <a:gd name="connsiteY25" fmla="*/ 1317381 h 1547250"/>
                <a:gd name="connsiteX26" fmla="*/ 1310787 w 1311394"/>
                <a:gd name="connsiteY26" fmla="*/ 1399442 h 1547250"/>
                <a:gd name="connsiteX27" fmla="*/ 1247775 w 1311394"/>
                <a:gd name="connsiteY27" fmla="*/ 1513742 h 1547250"/>
                <a:gd name="connsiteX28" fmla="*/ 945906 w 1311394"/>
                <a:gd name="connsiteY28" fmla="*/ 1524000 h 1547250"/>
                <a:gd name="connsiteX29" fmla="*/ 656492 w 1311394"/>
                <a:gd name="connsiteY29" fmla="*/ 1490296 h 1547250"/>
                <a:gd name="connsiteX30" fmla="*/ 366346 w 1311394"/>
                <a:gd name="connsiteY30" fmla="*/ 1524000 h 1547250"/>
                <a:gd name="connsiteX31" fmla="*/ 185371 w 1311394"/>
                <a:gd name="connsiteY31" fmla="*/ 1546714 h 154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1394" h="1547250">
                  <a:moveTo>
                    <a:pt x="657225" y="146538"/>
                  </a:moveTo>
                  <a:cubicBezTo>
                    <a:pt x="753208" y="146538"/>
                    <a:pt x="831606" y="224937"/>
                    <a:pt x="831606" y="320919"/>
                  </a:cubicBezTo>
                  <a:cubicBezTo>
                    <a:pt x="831606" y="416902"/>
                    <a:pt x="753208" y="495300"/>
                    <a:pt x="657225" y="495300"/>
                  </a:cubicBezTo>
                  <a:cubicBezTo>
                    <a:pt x="561242" y="495300"/>
                    <a:pt x="482844" y="416902"/>
                    <a:pt x="482844" y="320919"/>
                  </a:cubicBezTo>
                  <a:cubicBezTo>
                    <a:pt x="482844" y="224937"/>
                    <a:pt x="561242" y="146538"/>
                    <a:pt x="657225" y="146538"/>
                  </a:cubicBezTo>
                  <a:moveTo>
                    <a:pt x="657225" y="0"/>
                  </a:moveTo>
                  <a:cubicBezTo>
                    <a:pt x="479913" y="0"/>
                    <a:pt x="336306" y="143608"/>
                    <a:pt x="336306" y="320919"/>
                  </a:cubicBezTo>
                  <a:cubicBezTo>
                    <a:pt x="336306" y="498231"/>
                    <a:pt x="479913" y="641839"/>
                    <a:pt x="657225" y="641839"/>
                  </a:cubicBezTo>
                  <a:cubicBezTo>
                    <a:pt x="834537" y="641839"/>
                    <a:pt x="978144" y="498231"/>
                    <a:pt x="978144" y="320919"/>
                  </a:cubicBezTo>
                  <a:cubicBezTo>
                    <a:pt x="978144" y="144340"/>
                    <a:pt x="834537" y="0"/>
                    <a:pt x="657225" y="0"/>
                  </a:cubicBezTo>
                  <a:close/>
                  <a:moveTo>
                    <a:pt x="185371" y="1546714"/>
                  </a:moveTo>
                  <a:cubicBezTo>
                    <a:pt x="134815" y="1546714"/>
                    <a:pt x="92319" y="1536456"/>
                    <a:pt x="57150" y="1507881"/>
                  </a:cubicBezTo>
                  <a:cubicBezTo>
                    <a:pt x="19050" y="1476375"/>
                    <a:pt x="0" y="1427285"/>
                    <a:pt x="0" y="1363540"/>
                  </a:cubicBezTo>
                  <a:cubicBezTo>
                    <a:pt x="0" y="1001590"/>
                    <a:pt x="294542" y="707048"/>
                    <a:pt x="656492" y="707048"/>
                  </a:cubicBezTo>
                  <a:cubicBezTo>
                    <a:pt x="753940" y="707048"/>
                    <a:pt x="846992" y="728296"/>
                    <a:pt x="934915" y="769327"/>
                  </a:cubicBezTo>
                  <a:cubicBezTo>
                    <a:pt x="971550" y="786912"/>
                    <a:pt x="986937" y="830140"/>
                    <a:pt x="970085" y="866775"/>
                  </a:cubicBezTo>
                  <a:cubicBezTo>
                    <a:pt x="953233" y="903410"/>
                    <a:pt x="909271" y="919529"/>
                    <a:pt x="872637" y="901944"/>
                  </a:cubicBezTo>
                  <a:cubicBezTo>
                    <a:pt x="804496" y="869706"/>
                    <a:pt x="731960" y="853587"/>
                    <a:pt x="656492" y="853587"/>
                  </a:cubicBezTo>
                  <a:cubicBezTo>
                    <a:pt x="375138" y="853587"/>
                    <a:pt x="146538" y="1082187"/>
                    <a:pt x="146538" y="1363540"/>
                  </a:cubicBezTo>
                  <a:cubicBezTo>
                    <a:pt x="146538" y="1388452"/>
                    <a:pt x="151667" y="1395779"/>
                    <a:pt x="151667" y="1395779"/>
                  </a:cubicBezTo>
                  <a:cubicBezTo>
                    <a:pt x="170717" y="1410433"/>
                    <a:pt x="272562" y="1392115"/>
                    <a:pt x="340702" y="1379660"/>
                  </a:cubicBezTo>
                  <a:cubicBezTo>
                    <a:pt x="429358" y="1363540"/>
                    <a:pt x="539262" y="1343758"/>
                    <a:pt x="657225" y="1343758"/>
                  </a:cubicBezTo>
                  <a:cubicBezTo>
                    <a:pt x="774456" y="1343758"/>
                    <a:pt x="884360" y="1363540"/>
                    <a:pt x="973015" y="1379660"/>
                  </a:cubicBezTo>
                  <a:cubicBezTo>
                    <a:pt x="1040423" y="1392115"/>
                    <a:pt x="1143000" y="1410433"/>
                    <a:pt x="1162050" y="1395046"/>
                  </a:cubicBezTo>
                  <a:cubicBezTo>
                    <a:pt x="1162050" y="1395046"/>
                    <a:pt x="1164248" y="1391383"/>
                    <a:pt x="1165714" y="1380392"/>
                  </a:cubicBezTo>
                  <a:cubicBezTo>
                    <a:pt x="1170842" y="1340094"/>
                    <a:pt x="1208210" y="1312985"/>
                    <a:pt x="1247775" y="1317381"/>
                  </a:cubicBezTo>
                  <a:cubicBezTo>
                    <a:pt x="1288073" y="1322510"/>
                    <a:pt x="1315915" y="1359144"/>
                    <a:pt x="1310787" y="1399442"/>
                  </a:cubicBezTo>
                  <a:cubicBezTo>
                    <a:pt x="1304192" y="1449998"/>
                    <a:pt x="1282944" y="1488098"/>
                    <a:pt x="1247775" y="1513742"/>
                  </a:cubicBezTo>
                  <a:cubicBezTo>
                    <a:pt x="1176704" y="1565764"/>
                    <a:pt x="1074860" y="1547446"/>
                    <a:pt x="945906" y="1524000"/>
                  </a:cubicBezTo>
                  <a:cubicBezTo>
                    <a:pt x="858715" y="1508614"/>
                    <a:pt x="760535" y="1490296"/>
                    <a:pt x="656492" y="1490296"/>
                  </a:cubicBezTo>
                  <a:cubicBezTo>
                    <a:pt x="551717" y="1490296"/>
                    <a:pt x="453537" y="1508614"/>
                    <a:pt x="366346" y="1524000"/>
                  </a:cubicBezTo>
                  <a:cubicBezTo>
                    <a:pt x="298938" y="1535723"/>
                    <a:pt x="238125" y="1546714"/>
                    <a:pt x="185371" y="1546714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7" name="任意多边形: 形状 316"/>
            <p:cNvSpPr/>
            <p:nvPr/>
          </p:nvSpPr>
          <p:spPr>
            <a:xfrm>
              <a:off x="1062403" y="1180367"/>
              <a:ext cx="586153" cy="130419"/>
            </a:xfrm>
            <a:custGeom>
              <a:avLst/>
              <a:gdLst>
                <a:gd name="connsiteX0" fmla="*/ 520944 w 586153"/>
                <a:gd name="connsiteY0" fmla="*/ 130419 h 130419"/>
                <a:gd name="connsiteX1" fmla="*/ 65210 w 586153"/>
                <a:gd name="connsiteY1" fmla="*/ 130419 h 130419"/>
                <a:gd name="connsiteX2" fmla="*/ 0 w 586153"/>
                <a:gd name="connsiteY2" fmla="*/ 65210 h 130419"/>
                <a:gd name="connsiteX3" fmla="*/ 65210 w 586153"/>
                <a:gd name="connsiteY3" fmla="*/ 0 h 130419"/>
                <a:gd name="connsiteX4" fmla="*/ 520944 w 586153"/>
                <a:gd name="connsiteY4" fmla="*/ 0 h 130419"/>
                <a:gd name="connsiteX5" fmla="*/ 586154 w 586153"/>
                <a:gd name="connsiteY5" fmla="*/ 65210 h 130419"/>
                <a:gd name="connsiteX6" fmla="*/ 520944 w 586153"/>
                <a:gd name="connsiteY6" fmla="*/ 130419 h 130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153" h="130419">
                  <a:moveTo>
                    <a:pt x="520944" y="130419"/>
                  </a:moveTo>
                  <a:lnTo>
                    <a:pt x="65210" y="130419"/>
                  </a:lnTo>
                  <a:cubicBezTo>
                    <a:pt x="29308" y="130419"/>
                    <a:pt x="0" y="101112"/>
                    <a:pt x="0" y="65210"/>
                  </a:cubicBezTo>
                  <a:cubicBezTo>
                    <a:pt x="0" y="29308"/>
                    <a:pt x="29308" y="0"/>
                    <a:pt x="65210" y="0"/>
                  </a:cubicBezTo>
                  <a:lnTo>
                    <a:pt x="520944" y="0"/>
                  </a:lnTo>
                  <a:cubicBezTo>
                    <a:pt x="556846" y="0"/>
                    <a:pt x="586154" y="29308"/>
                    <a:pt x="586154" y="65210"/>
                  </a:cubicBezTo>
                  <a:cubicBezTo>
                    <a:pt x="586154" y="101112"/>
                    <a:pt x="556846" y="130419"/>
                    <a:pt x="520944" y="13041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8" name="任意多边形: 形状 317"/>
            <p:cNvSpPr/>
            <p:nvPr/>
          </p:nvSpPr>
          <p:spPr>
            <a:xfrm>
              <a:off x="1290271" y="952500"/>
              <a:ext cx="130419" cy="586153"/>
            </a:xfrm>
            <a:custGeom>
              <a:avLst/>
              <a:gdLst>
                <a:gd name="connsiteX0" fmla="*/ 130419 w 130419"/>
                <a:gd name="connsiteY0" fmla="*/ 65210 h 586153"/>
                <a:gd name="connsiteX1" fmla="*/ 130419 w 130419"/>
                <a:gd name="connsiteY1" fmla="*/ 520944 h 586153"/>
                <a:gd name="connsiteX2" fmla="*/ 65210 w 130419"/>
                <a:gd name="connsiteY2" fmla="*/ 586154 h 586153"/>
                <a:gd name="connsiteX3" fmla="*/ 0 w 130419"/>
                <a:gd name="connsiteY3" fmla="*/ 520944 h 586153"/>
                <a:gd name="connsiteX4" fmla="*/ 0 w 130419"/>
                <a:gd name="connsiteY4" fmla="*/ 65210 h 586153"/>
                <a:gd name="connsiteX5" fmla="*/ 65210 w 130419"/>
                <a:gd name="connsiteY5" fmla="*/ 0 h 586153"/>
                <a:gd name="connsiteX6" fmla="*/ 130419 w 130419"/>
                <a:gd name="connsiteY6" fmla="*/ 65210 h 58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419" h="586153">
                  <a:moveTo>
                    <a:pt x="130419" y="65210"/>
                  </a:moveTo>
                  <a:lnTo>
                    <a:pt x="130419" y="520944"/>
                  </a:lnTo>
                  <a:cubicBezTo>
                    <a:pt x="130419" y="556846"/>
                    <a:pt x="101112" y="586154"/>
                    <a:pt x="65210" y="586154"/>
                  </a:cubicBezTo>
                  <a:cubicBezTo>
                    <a:pt x="29308" y="586154"/>
                    <a:pt x="0" y="556846"/>
                    <a:pt x="0" y="520944"/>
                  </a:cubicBezTo>
                  <a:lnTo>
                    <a:pt x="0" y="65210"/>
                  </a:lnTo>
                  <a:cubicBezTo>
                    <a:pt x="0" y="29308"/>
                    <a:pt x="29308" y="0"/>
                    <a:pt x="65210" y="0"/>
                  </a:cubicBezTo>
                  <a:cubicBezTo>
                    <a:pt x="101112" y="0"/>
                    <a:pt x="130419" y="29308"/>
                    <a:pt x="130419" y="6521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22" name="图形 320"/>
          <p:cNvSpPr/>
          <p:nvPr/>
        </p:nvSpPr>
        <p:spPr>
          <a:xfrm>
            <a:off x="7918609" y="3196630"/>
            <a:ext cx="433814" cy="464740"/>
          </a:xfrm>
          <a:custGeom>
            <a:avLst/>
            <a:gdLst>
              <a:gd name="connsiteX0" fmla="*/ 173247 w 346494"/>
              <a:gd name="connsiteY0" fmla="*/ 0 h 371195"/>
              <a:gd name="connsiteX1" fmla="*/ 346495 w 346494"/>
              <a:gd name="connsiteY1" fmla="*/ 185598 h 371195"/>
              <a:gd name="connsiteX2" fmla="*/ 173247 w 346494"/>
              <a:gd name="connsiteY2" fmla="*/ 371196 h 371195"/>
              <a:gd name="connsiteX3" fmla="*/ 0 w 346494"/>
              <a:gd name="connsiteY3" fmla="*/ 185598 h 371195"/>
              <a:gd name="connsiteX4" fmla="*/ 173247 w 346494"/>
              <a:gd name="connsiteY4" fmla="*/ 0 h 371195"/>
              <a:gd name="connsiteX5" fmla="*/ 169719 w 346494"/>
              <a:gd name="connsiteY5" fmla="*/ 24468 h 371195"/>
              <a:gd name="connsiteX6" fmla="*/ 23025 w 346494"/>
              <a:gd name="connsiteY6" fmla="*/ 181619 h 371195"/>
              <a:gd name="connsiteX7" fmla="*/ 173433 w 346494"/>
              <a:gd name="connsiteY7" fmla="*/ 346728 h 371195"/>
              <a:gd name="connsiteX8" fmla="*/ 323841 w 346494"/>
              <a:gd name="connsiteY8" fmla="*/ 185598 h 371195"/>
              <a:gd name="connsiteX9" fmla="*/ 169719 w 346494"/>
              <a:gd name="connsiteY9" fmla="*/ 24468 h 371195"/>
              <a:gd name="connsiteX10" fmla="*/ 148551 w 346494"/>
              <a:gd name="connsiteY10" fmla="*/ 110006 h 371195"/>
              <a:gd name="connsiteX11" fmla="*/ 148551 w 346494"/>
              <a:gd name="connsiteY11" fmla="*/ 245475 h 371195"/>
              <a:gd name="connsiteX12" fmla="*/ 251608 w 346494"/>
              <a:gd name="connsiteY12" fmla="*/ 107420 h 371195"/>
              <a:gd name="connsiteX13" fmla="*/ 254579 w 346494"/>
              <a:gd name="connsiteY13" fmla="*/ 105829 h 371195"/>
              <a:gd name="connsiteX14" fmla="*/ 277419 w 346494"/>
              <a:gd name="connsiteY14" fmla="*/ 105829 h 371195"/>
              <a:gd name="connsiteX15" fmla="*/ 280390 w 346494"/>
              <a:gd name="connsiteY15" fmla="*/ 112194 h 371195"/>
              <a:gd name="connsiteX16" fmla="*/ 162849 w 346494"/>
              <a:gd name="connsiteY16" fmla="*/ 275711 h 371195"/>
              <a:gd name="connsiteX17" fmla="*/ 158207 w 346494"/>
              <a:gd name="connsiteY17" fmla="*/ 278099 h 371195"/>
              <a:gd name="connsiteX18" fmla="*/ 125340 w 346494"/>
              <a:gd name="connsiteY18" fmla="*/ 278099 h 371195"/>
              <a:gd name="connsiteX19" fmla="*/ 121626 w 346494"/>
              <a:gd name="connsiteY19" fmla="*/ 274120 h 371195"/>
              <a:gd name="connsiteX20" fmla="*/ 121626 w 346494"/>
              <a:gd name="connsiteY20" fmla="*/ 133082 h 371195"/>
              <a:gd name="connsiteX21" fmla="*/ 121069 w 346494"/>
              <a:gd name="connsiteY21" fmla="*/ 131689 h 371195"/>
              <a:gd name="connsiteX22" fmla="*/ 103243 w 346494"/>
              <a:gd name="connsiteY22" fmla="*/ 112592 h 371195"/>
              <a:gd name="connsiteX23" fmla="*/ 105842 w 346494"/>
              <a:gd name="connsiteY23" fmla="*/ 105829 h 371195"/>
              <a:gd name="connsiteX24" fmla="*/ 145023 w 346494"/>
              <a:gd name="connsiteY24" fmla="*/ 105829 h 371195"/>
              <a:gd name="connsiteX25" fmla="*/ 148736 w 346494"/>
              <a:gd name="connsiteY25" fmla="*/ 109807 h 371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46494" h="371195">
                <a:moveTo>
                  <a:pt x="173247" y="0"/>
                </a:moveTo>
                <a:cubicBezTo>
                  <a:pt x="268877" y="0"/>
                  <a:pt x="346495" y="83151"/>
                  <a:pt x="346495" y="185598"/>
                </a:cubicBezTo>
                <a:cubicBezTo>
                  <a:pt x="346495" y="288045"/>
                  <a:pt x="268877" y="371196"/>
                  <a:pt x="173247" y="371196"/>
                </a:cubicBezTo>
                <a:cubicBezTo>
                  <a:pt x="77618" y="371196"/>
                  <a:pt x="0" y="288045"/>
                  <a:pt x="0" y="185598"/>
                </a:cubicBezTo>
                <a:cubicBezTo>
                  <a:pt x="0" y="83151"/>
                  <a:pt x="77618" y="0"/>
                  <a:pt x="173247" y="0"/>
                </a:cubicBezTo>
                <a:close/>
                <a:moveTo>
                  <a:pt x="169719" y="24468"/>
                </a:moveTo>
                <a:cubicBezTo>
                  <a:pt x="89873" y="26457"/>
                  <a:pt x="24882" y="96280"/>
                  <a:pt x="23025" y="181619"/>
                </a:cubicBezTo>
                <a:cubicBezTo>
                  <a:pt x="20983" y="272330"/>
                  <a:pt x="89130" y="346728"/>
                  <a:pt x="173433" y="346728"/>
                </a:cubicBezTo>
                <a:cubicBezTo>
                  <a:pt x="256436" y="346728"/>
                  <a:pt x="323841" y="274518"/>
                  <a:pt x="323841" y="185598"/>
                </a:cubicBezTo>
                <a:cubicBezTo>
                  <a:pt x="323841" y="95286"/>
                  <a:pt x="254579" y="22280"/>
                  <a:pt x="169719" y="24468"/>
                </a:cubicBezTo>
                <a:close/>
                <a:moveTo>
                  <a:pt x="148551" y="110006"/>
                </a:moveTo>
                <a:lnTo>
                  <a:pt x="148551" y="245475"/>
                </a:lnTo>
                <a:lnTo>
                  <a:pt x="251608" y="107420"/>
                </a:lnTo>
                <a:cubicBezTo>
                  <a:pt x="252351" y="106425"/>
                  <a:pt x="253465" y="105829"/>
                  <a:pt x="254579" y="105829"/>
                </a:cubicBezTo>
                <a:lnTo>
                  <a:pt x="277419" y="105829"/>
                </a:lnTo>
                <a:cubicBezTo>
                  <a:pt x="280575" y="105829"/>
                  <a:pt x="282246" y="109608"/>
                  <a:pt x="280390" y="112194"/>
                </a:cubicBezTo>
                <a:lnTo>
                  <a:pt x="162849" y="275711"/>
                </a:lnTo>
                <a:cubicBezTo>
                  <a:pt x="161735" y="277303"/>
                  <a:pt x="160063" y="278099"/>
                  <a:pt x="158207" y="278099"/>
                </a:cubicBezTo>
                <a:lnTo>
                  <a:pt x="125340" y="278099"/>
                </a:lnTo>
                <a:cubicBezTo>
                  <a:pt x="123297" y="278099"/>
                  <a:pt x="121626" y="276308"/>
                  <a:pt x="121626" y="274120"/>
                </a:cubicBezTo>
                <a:lnTo>
                  <a:pt x="121626" y="133082"/>
                </a:lnTo>
                <a:cubicBezTo>
                  <a:pt x="121626" y="132485"/>
                  <a:pt x="121440" y="132087"/>
                  <a:pt x="121069" y="131689"/>
                </a:cubicBezTo>
                <a:lnTo>
                  <a:pt x="103243" y="112592"/>
                </a:lnTo>
                <a:cubicBezTo>
                  <a:pt x="100829" y="110006"/>
                  <a:pt x="102500" y="105829"/>
                  <a:pt x="105842" y="105829"/>
                </a:cubicBezTo>
                <a:lnTo>
                  <a:pt x="145023" y="105829"/>
                </a:lnTo>
                <a:cubicBezTo>
                  <a:pt x="147065" y="105829"/>
                  <a:pt x="148736" y="107619"/>
                  <a:pt x="148736" y="109807"/>
                </a:cubicBezTo>
                <a:close/>
              </a:path>
            </a:pathLst>
          </a:custGeom>
          <a:solidFill>
            <a:schemeClr val="accent1"/>
          </a:solidFill>
          <a:ln w="356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31" name="组合 330"/>
          <p:cNvGrpSpPr/>
          <p:nvPr/>
        </p:nvGrpSpPr>
        <p:grpSpPr>
          <a:xfrm>
            <a:off x="2411485" y="1885192"/>
            <a:ext cx="407915" cy="407915"/>
            <a:chOff x="87385" y="82007"/>
            <a:chExt cx="1747706" cy="1747706"/>
          </a:xfrm>
          <a:solidFill>
            <a:schemeClr val="bg1"/>
          </a:solidFill>
        </p:grpSpPr>
        <p:sp>
          <p:nvSpPr>
            <p:cNvPr id="326" name="任意多边形: 形状 325"/>
            <p:cNvSpPr/>
            <p:nvPr/>
          </p:nvSpPr>
          <p:spPr>
            <a:xfrm>
              <a:off x="87385" y="82007"/>
              <a:ext cx="1747706" cy="1747706"/>
            </a:xfrm>
            <a:custGeom>
              <a:avLst/>
              <a:gdLst>
                <a:gd name="connsiteX0" fmla="*/ 1745018 w 1747706"/>
                <a:gd name="connsiteY0" fmla="*/ 828144 h 1747706"/>
                <a:gd name="connsiteX1" fmla="*/ 1688553 w 1747706"/>
                <a:gd name="connsiteY1" fmla="*/ 777057 h 1747706"/>
                <a:gd name="connsiteX2" fmla="*/ 1637467 w 1747706"/>
                <a:gd name="connsiteY2" fmla="*/ 833522 h 1747706"/>
                <a:gd name="connsiteX3" fmla="*/ 1638811 w 1747706"/>
                <a:gd name="connsiteY3" fmla="*/ 873853 h 1747706"/>
                <a:gd name="connsiteX4" fmla="*/ 872509 w 1747706"/>
                <a:gd name="connsiteY4" fmla="*/ 1640155 h 1747706"/>
                <a:gd name="connsiteX5" fmla="*/ 106207 w 1747706"/>
                <a:gd name="connsiteY5" fmla="*/ 873853 h 1747706"/>
                <a:gd name="connsiteX6" fmla="*/ 872509 w 1747706"/>
                <a:gd name="connsiteY6" fmla="*/ 107551 h 1747706"/>
                <a:gd name="connsiteX7" fmla="*/ 1193818 w 1747706"/>
                <a:gd name="connsiteY7" fmla="*/ 177459 h 1747706"/>
                <a:gd name="connsiteX8" fmla="*/ 1228772 w 1747706"/>
                <a:gd name="connsiteY8" fmla="*/ 194936 h 1747706"/>
                <a:gd name="connsiteX9" fmla="*/ 1301369 w 1747706"/>
                <a:gd name="connsiteY9" fmla="*/ 172082 h 1747706"/>
                <a:gd name="connsiteX10" fmla="*/ 1278515 w 1747706"/>
                <a:gd name="connsiteY10" fmla="*/ 99485 h 1747706"/>
                <a:gd name="connsiteX11" fmla="*/ 1239527 w 1747706"/>
                <a:gd name="connsiteY11" fmla="*/ 80663 h 1747706"/>
                <a:gd name="connsiteX12" fmla="*/ 873853 w 1747706"/>
                <a:gd name="connsiteY12" fmla="*/ 0 h 1747706"/>
                <a:gd name="connsiteX13" fmla="*/ 0 w 1747706"/>
                <a:gd name="connsiteY13" fmla="*/ 873853 h 1747706"/>
                <a:gd name="connsiteX14" fmla="*/ 873853 w 1747706"/>
                <a:gd name="connsiteY14" fmla="*/ 1747707 h 1747706"/>
                <a:gd name="connsiteX15" fmla="*/ 1747706 w 1747706"/>
                <a:gd name="connsiteY15" fmla="*/ 873853 h 1747706"/>
                <a:gd name="connsiteX16" fmla="*/ 1745018 w 1747706"/>
                <a:gd name="connsiteY16" fmla="*/ 828144 h 174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7706" h="1747706">
                  <a:moveTo>
                    <a:pt x="1745018" y="828144"/>
                  </a:moveTo>
                  <a:cubicBezTo>
                    <a:pt x="1743673" y="798567"/>
                    <a:pt x="1718130" y="775713"/>
                    <a:pt x="1688553" y="777057"/>
                  </a:cubicBezTo>
                  <a:cubicBezTo>
                    <a:pt x="1658977" y="778402"/>
                    <a:pt x="1636122" y="803945"/>
                    <a:pt x="1637467" y="833522"/>
                  </a:cubicBezTo>
                  <a:cubicBezTo>
                    <a:pt x="1638811" y="846965"/>
                    <a:pt x="1638811" y="860409"/>
                    <a:pt x="1638811" y="873853"/>
                  </a:cubicBezTo>
                  <a:cubicBezTo>
                    <a:pt x="1638811" y="1295992"/>
                    <a:pt x="1294647" y="1640155"/>
                    <a:pt x="872509" y="1640155"/>
                  </a:cubicBezTo>
                  <a:cubicBezTo>
                    <a:pt x="450371" y="1640155"/>
                    <a:pt x="106207" y="1295992"/>
                    <a:pt x="106207" y="873853"/>
                  </a:cubicBezTo>
                  <a:cubicBezTo>
                    <a:pt x="106207" y="451715"/>
                    <a:pt x="450371" y="107551"/>
                    <a:pt x="872509" y="107551"/>
                  </a:cubicBezTo>
                  <a:cubicBezTo>
                    <a:pt x="984093" y="107551"/>
                    <a:pt x="1092989" y="131750"/>
                    <a:pt x="1193818" y="177459"/>
                  </a:cubicBezTo>
                  <a:cubicBezTo>
                    <a:pt x="1205918" y="182837"/>
                    <a:pt x="1216673" y="188215"/>
                    <a:pt x="1228772" y="194936"/>
                  </a:cubicBezTo>
                  <a:cubicBezTo>
                    <a:pt x="1255660" y="208380"/>
                    <a:pt x="1287925" y="198970"/>
                    <a:pt x="1301369" y="172082"/>
                  </a:cubicBezTo>
                  <a:cubicBezTo>
                    <a:pt x="1314813" y="145194"/>
                    <a:pt x="1305402" y="112929"/>
                    <a:pt x="1278515" y="99485"/>
                  </a:cubicBezTo>
                  <a:cubicBezTo>
                    <a:pt x="1265071" y="92763"/>
                    <a:pt x="1252971" y="86041"/>
                    <a:pt x="1239527" y="80663"/>
                  </a:cubicBezTo>
                  <a:cubicBezTo>
                    <a:pt x="1123910" y="26888"/>
                    <a:pt x="1001570" y="0"/>
                    <a:pt x="873853" y="0"/>
                  </a:cubicBezTo>
                  <a:cubicBezTo>
                    <a:pt x="391217" y="0"/>
                    <a:pt x="0" y="392562"/>
                    <a:pt x="0" y="873853"/>
                  </a:cubicBezTo>
                  <a:cubicBezTo>
                    <a:pt x="0" y="1355145"/>
                    <a:pt x="392562" y="1747707"/>
                    <a:pt x="873853" y="1747707"/>
                  </a:cubicBezTo>
                  <a:cubicBezTo>
                    <a:pt x="1355145" y="1747707"/>
                    <a:pt x="1747706" y="1355145"/>
                    <a:pt x="1747706" y="873853"/>
                  </a:cubicBezTo>
                  <a:cubicBezTo>
                    <a:pt x="1746362" y="859065"/>
                    <a:pt x="1745018" y="842932"/>
                    <a:pt x="1745018" y="828144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27" name="任意多边形: 形状 326"/>
            <p:cNvSpPr/>
            <p:nvPr/>
          </p:nvSpPr>
          <p:spPr>
            <a:xfrm>
              <a:off x="1684520" y="645307"/>
              <a:ext cx="115617" cy="115617"/>
            </a:xfrm>
            <a:custGeom>
              <a:avLst/>
              <a:gdLst>
                <a:gd name="connsiteX0" fmla="*/ 0 w 115617"/>
                <a:gd name="connsiteY0" fmla="*/ 57809 h 115617"/>
                <a:gd name="connsiteX1" fmla="*/ 57809 w 115617"/>
                <a:gd name="connsiteY1" fmla="*/ 115617 h 115617"/>
                <a:gd name="connsiteX2" fmla="*/ 115617 w 115617"/>
                <a:gd name="connsiteY2" fmla="*/ 57809 h 115617"/>
                <a:gd name="connsiteX3" fmla="*/ 57809 w 115617"/>
                <a:gd name="connsiteY3" fmla="*/ 0 h 115617"/>
                <a:gd name="connsiteX4" fmla="*/ 0 w 115617"/>
                <a:gd name="connsiteY4" fmla="*/ 57809 h 115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617" h="115617">
                  <a:moveTo>
                    <a:pt x="0" y="57809"/>
                  </a:moveTo>
                  <a:cubicBezTo>
                    <a:pt x="0" y="89736"/>
                    <a:pt x="25882" y="115617"/>
                    <a:pt x="57809" y="115617"/>
                  </a:cubicBezTo>
                  <a:cubicBezTo>
                    <a:pt x="89736" y="115617"/>
                    <a:pt x="115617" y="89736"/>
                    <a:pt x="115617" y="57809"/>
                  </a:cubicBezTo>
                  <a:cubicBezTo>
                    <a:pt x="115617" y="25882"/>
                    <a:pt x="89736" y="0"/>
                    <a:pt x="57809" y="0"/>
                  </a:cubicBezTo>
                  <a:cubicBezTo>
                    <a:pt x="25882" y="0"/>
                    <a:pt x="0" y="25882"/>
                    <a:pt x="0" y="5780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28" name="任意多边形: 形状 327"/>
            <p:cNvSpPr/>
            <p:nvPr/>
          </p:nvSpPr>
          <p:spPr>
            <a:xfrm>
              <a:off x="1597134" y="457092"/>
              <a:ext cx="115617" cy="115617"/>
            </a:xfrm>
            <a:custGeom>
              <a:avLst/>
              <a:gdLst>
                <a:gd name="connsiteX0" fmla="*/ 0 w 115617"/>
                <a:gd name="connsiteY0" fmla="*/ 57809 h 115617"/>
                <a:gd name="connsiteX1" fmla="*/ 57809 w 115617"/>
                <a:gd name="connsiteY1" fmla="*/ 115617 h 115617"/>
                <a:gd name="connsiteX2" fmla="*/ 115617 w 115617"/>
                <a:gd name="connsiteY2" fmla="*/ 57809 h 115617"/>
                <a:gd name="connsiteX3" fmla="*/ 57809 w 115617"/>
                <a:gd name="connsiteY3" fmla="*/ 0 h 115617"/>
                <a:gd name="connsiteX4" fmla="*/ 0 w 115617"/>
                <a:gd name="connsiteY4" fmla="*/ 57809 h 115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617" h="115617">
                  <a:moveTo>
                    <a:pt x="0" y="57809"/>
                  </a:moveTo>
                  <a:cubicBezTo>
                    <a:pt x="0" y="89736"/>
                    <a:pt x="25882" y="115617"/>
                    <a:pt x="57809" y="115617"/>
                  </a:cubicBezTo>
                  <a:cubicBezTo>
                    <a:pt x="89736" y="115617"/>
                    <a:pt x="115617" y="89736"/>
                    <a:pt x="115617" y="57809"/>
                  </a:cubicBezTo>
                  <a:cubicBezTo>
                    <a:pt x="115617" y="25882"/>
                    <a:pt x="89736" y="0"/>
                    <a:pt x="57809" y="0"/>
                  </a:cubicBezTo>
                  <a:cubicBezTo>
                    <a:pt x="25882" y="0"/>
                    <a:pt x="0" y="25882"/>
                    <a:pt x="0" y="5780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29" name="任意多边形: 形状 328"/>
            <p:cNvSpPr/>
            <p:nvPr/>
          </p:nvSpPr>
          <p:spPr>
            <a:xfrm>
              <a:off x="1457318" y="294421"/>
              <a:ext cx="115617" cy="115617"/>
            </a:xfrm>
            <a:custGeom>
              <a:avLst/>
              <a:gdLst>
                <a:gd name="connsiteX0" fmla="*/ 0 w 115617"/>
                <a:gd name="connsiteY0" fmla="*/ 57809 h 115617"/>
                <a:gd name="connsiteX1" fmla="*/ 57809 w 115617"/>
                <a:gd name="connsiteY1" fmla="*/ 115617 h 115617"/>
                <a:gd name="connsiteX2" fmla="*/ 115617 w 115617"/>
                <a:gd name="connsiteY2" fmla="*/ 57809 h 115617"/>
                <a:gd name="connsiteX3" fmla="*/ 57809 w 115617"/>
                <a:gd name="connsiteY3" fmla="*/ 0 h 115617"/>
                <a:gd name="connsiteX4" fmla="*/ 0 w 115617"/>
                <a:gd name="connsiteY4" fmla="*/ 57809 h 115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617" h="115617">
                  <a:moveTo>
                    <a:pt x="0" y="57809"/>
                  </a:moveTo>
                  <a:cubicBezTo>
                    <a:pt x="0" y="89736"/>
                    <a:pt x="25882" y="115617"/>
                    <a:pt x="57809" y="115617"/>
                  </a:cubicBezTo>
                  <a:cubicBezTo>
                    <a:pt x="89736" y="115617"/>
                    <a:pt x="115617" y="89736"/>
                    <a:pt x="115617" y="57809"/>
                  </a:cubicBezTo>
                  <a:cubicBezTo>
                    <a:pt x="115617" y="25882"/>
                    <a:pt x="89736" y="0"/>
                    <a:pt x="57809" y="0"/>
                  </a:cubicBezTo>
                  <a:cubicBezTo>
                    <a:pt x="25882" y="0"/>
                    <a:pt x="0" y="25882"/>
                    <a:pt x="0" y="5780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30" name="任意多边形: 形状 329"/>
            <p:cNvSpPr/>
            <p:nvPr/>
          </p:nvSpPr>
          <p:spPr>
            <a:xfrm>
              <a:off x="519270" y="524311"/>
              <a:ext cx="881247" cy="863098"/>
            </a:xfrm>
            <a:custGeom>
              <a:avLst/>
              <a:gdLst>
                <a:gd name="connsiteX0" fmla="*/ 306185 w 881247"/>
                <a:gd name="connsiteY0" fmla="*/ 863098 h 863098"/>
                <a:gd name="connsiteX1" fmla="*/ 363993 w 881247"/>
                <a:gd name="connsiteY1" fmla="*/ 805289 h 863098"/>
                <a:gd name="connsiteX2" fmla="*/ 363993 w 881247"/>
                <a:gd name="connsiteY2" fmla="*/ 59153 h 863098"/>
                <a:gd name="connsiteX3" fmla="*/ 327695 w 881247"/>
                <a:gd name="connsiteY3" fmla="*/ 5378 h 863098"/>
                <a:gd name="connsiteX4" fmla="*/ 264509 w 881247"/>
                <a:gd name="connsiteY4" fmla="*/ 17477 h 863098"/>
                <a:gd name="connsiteX5" fmla="*/ 17141 w 881247"/>
                <a:gd name="connsiteY5" fmla="*/ 264845 h 863098"/>
                <a:gd name="connsiteX6" fmla="*/ 17141 w 881247"/>
                <a:gd name="connsiteY6" fmla="*/ 346852 h 863098"/>
                <a:gd name="connsiteX7" fmla="*/ 99149 w 881247"/>
                <a:gd name="connsiteY7" fmla="*/ 346852 h 863098"/>
                <a:gd name="connsiteX8" fmla="*/ 248376 w 881247"/>
                <a:gd name="connsiteY8" fmla="*/ 197625 h 863098"/>
                <a:gd name="connsiteX9" fmla="*/ 248376 w 881247"/>
                <a:gd name="connsiteY9" fmla="*/ 803945 h 863098"/>
                <a:gd name="connsiteX10" fmla="*/ 306185 w 881247"/>
                <a:gd name="connsiteY10" fmla="*/ 863098 h 863098"/>
                <a:gd name="connsiteX11" fmla="*/ 562963 w 881247"/>
                <a:gd name="connsiteY11" fmla="*/ 0 h 863098"/>
                <a:gd name="connsiteX12" fmla="*/ 505154 w 881247"/>
                <a:gd name="connsiteY12" fmla="*/ 57809 h 863098"/>
                <a:gd name="connsiteX13" fmla="*/ 505154 w 881247"/>
                <a:gd name="connsiteY13" fmla="*/ 803945 h 863098"/>
                <a:gd name="connsiteX14" fmla="*/ 541453 w 881247"/>
                <a:gd name="connsiteY14" fmla="*/ 857721 h 863098"/>
                <a:gd name="connsiteX15" fmla="*/ 564308 w 881247"/>
                <a:gd name="connsiteY15" fmla="*/ 861754 h 863098"/>
                <a:gd name="connsiteX16" fmla="*/ 605984 w 881247"/>
                <a:gd name="connsiteY16" fmla="*/ 844277 h 863098"/>
                <a:gd name="connsiteX17" fmla="*/ 864106 w 881247"/>
                <a:gd name="connsiteY17" fmla="*/ 586154 h 863098"/>
                <a:gd name="connsiteX18" fmla="*/ 864106 w 881247"/>
                <a:gd name="connsiteY18" fmla="*/ 504146 h 863098"/>
                <a:gd name="connsiteX19" fmla="*/ 782099 w 881247"/>
                <a:gd name="connsiteY19" fmla="*/ 504146 h 863098"/>
                <a:gd name="connsiteX20" fmla="*/ 622116 w 881247"/>
                <a:gd name="connsiteY20" fmla="*/ 664128 h 863098"/>
                <a:gd name="connsiteX21" fmla="*/ 622116 w 881247"/>
                <a:gd name="connsiteY21" fmla="*/ 57809 h 863098"/>
                <a:gd name="connsiteX22" fmla="*/ 562963 w 881247"/>
                <a:gd name="connsiteY22" fmla="*/ 0 h 863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1247" h="863098">
                  <a:moveTo>
                    <a:pt x="306185" y="863098"/>
                  </a:moveTo>
                  <a:cubicBezTo>
                    <a:pt x="338450" y="863098"/>
                    <a:pt x="363993" y="837555"/>
                    <a:pt x="363993" y="805289"/>
                  </a:cubicBezTo>
                  <a:lnTo>
                    <a:pt x="363993" y="59153"/>
                  </a:lnTo>
                  <a:cubicBezTo>
                    <a:pt x="363993" y="36298"/>
                    <a:pt x="349205" y="14788"/>
                    <a:pt x="327695" y="5378"/>
                  </a:cubicBezTo>
                  <a:cubicBezTo>
                    <a:pt x="306185" y="-4033"/>
                    <a:pt x="280641" y="1344"/>
                    <a:pt x="264509" y="17477"/>
                  </a:cubicBezTo>
                  <a:lnTo>
                    <a:pt x="17141" y="264845"/>
                  </a:lnTo>
                  <a:cubicBezTo>
                    <a:pt x="-5714" y="287699"/>
                    <a:pt x="-5714" y="323998"/>
                    <a:pt x="17141" y="346852"/>
                  </a:cubicBezTo>
                  <a:cubicBezTo>
                    <a:pt x="39996" y="369707"/>
                    <a:pt x="76294" y="369707"/>
                    <a:pt x="99149" y="346852"/>
                  </a:cubicBezTo>
                  <a:lnTo>
                    <a:pt x="248376" y="197625"/>
                  </a:lnTo>
                  <a:lnTo>
                    <a:pt x="248376" y="803945"/>
                  </a:lnTo>
                  <a:cubicBezTo>
                    <a:pt x="248376" y="837555"/>
                    <a:pt x="273919" y="863098"/>
                    <a:pt x="306185" y="863098"/>
                  </a:cubicBezTo>
                  <a:close/>
                  <a:moveTo>
                    <a:pt x="562963" y="0"/>
                  </a:moveTo>
                  <a:cubicBezTo>
                    <a:pt x="530698" y="0"/>
                    <a:pt x="505154" y="25543"/>
                    <a:pt x="505154" y="57809"/>
                  </a:cubicBezTo>
                  <a:lnTo>
                    <a:pt x="505154" y="803945"/>
                  </a:lnTo>
                  <a:cubicBezTo>
                    <a:pt x="505154" y="826800"/>
                    <a:pt x="519943" y="848310"/>
                    <a:pt x="541453" y="857721"/>
                  </a:cubicBezTo>
                  <a:cubicBezTo>
                    <a:pt x="548175" y="860409"/>
                    <a:pt x="556241" y="861754"/>
                    <a:pt x="564308" y="861754"/>
                  </a:cubicBezTo>
                  <a:cubicBezTo>
                    <a:pt x="579096" y="861754"/>
                    <a:pt x="593884" y="856376"/>
                    <a:pt x="605984" y="844277"/>
                  </a:cubicBezTo>
                  <a:lnTo>
                    <a:pt x="864106" y="586154"/>
                  </a:lnTo>
                  <a:cubicBezTo>
                    <a:pt x="886961" y="563299"/>
                    <a:pt x="886961" y="527001"/>
                    <a:pt x="864106" y="504146"/>
                  </a:cubicBezTo>
                  <a:cubicBezTo>
                    <a:pt x="841252" y="481291"/>
                    <a:pt x="804953" y="481291"/>
                    <a:pt x="782099" y="504146"/>
                  </a:cubicBezTo>
                  <a:lnTo>
                    <a:pt x="622116" y="664128"/>
                  </a:lnTo>
                  <a:lnTo>
                    <a:pt x="622116" y="57809"/>
                  </a:lnTo>
                  <a:cubicBezTo>
                    <a:pt x="620772" y="25543"/>
                    <a:pt x="593884" y="0"/>
                    <a:pt x="562963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1937749" y="2925131"/>
            <a:ext cx="348251" cy="385235"/>
            <a:chOff x="175624" y="96206"/>
            <a:chExt cx="1546958" cy="1711242"/>
          </a:xfrm>
          <a:solidFill>
            <a:schemeClr val="bg1"/>
          </a:solidFill>
        </p:grpSpPr>
        <p:sp>
          <p:nvSpPr>
            <p:cNvPr id="335" name="任意多边形: 形状 334"/>
            <p:cNvSpPr/>
            <p:nvPr/>
          </p:nvSpPr>
          <p:spPr>
            <a:xfrm>
              <a:off x="175624" y="96206"/>
              <a:ext cx="1546958" cy="1711242"/>
            </a:xfrm>
            <a:custGeom>
              <a:avLst/>
              <a:gdLst>
                <a:gd name="connsiteX0" fmla="*/ 1368305 w 1546958"/>
                <a:gd name="connsiteY0" fmla="*/ 950102 h 1711242"/>
                <a:gd name="connsiteX1" fmla="*/ 1416870 w 1546958"/>
                <a:gd name="connsiteY1" fmla="*/ 686966 h 1711242"/>
                <a:gd name="connsiteX2" fmla="*/ 1368305 w 1546958"/>
                <a:gd name="connsiteY2" fmla="*/ 423985 h 1711242"/>
                <a:gd name="connsiteX3" fmla="*/ 1228850 w 1546958"/>
                <a:gd name="connsiteY3" fmla="*/ 201299 h 1711242"/>
                <a:gd name="connsiteX4" fmla="*/ 1020528 w 1546958"/>
                <a:gd name="connsiteY4" fmla="*/ 52006 h 1711242"/>
                <a:gd name="connsiteX5" fmla="*/ 774727 w 1546958"/>
                <a:gd name="connsiteY5" fmla="*/ 0 h 1711242"/>
                <a:gd name="connsiteX6" fmla="*/ 528766 w 1546958"/>
                <a:gd name="connsiteY6" fmla="*/ 52006 h 1711242"/>
                <a:gd name="connsiteX7" fmla="*/ 320604 w 1546958"/>
                <a:gd name="connsiteY7" fmla="*/ 201299 h 1711242"/>
                <a:gd name="connsiteX8" fmla="*/ 181152 w 1546958"/>
                <a:gd name="connsiteY8" fmla="*/ 423985 h 1711242"/>
                <a:gd name="connsiteX9" fmla="*/ 132585 w 1546958"/>
                <a:gd name="connsiteY9" fmla="*/ 687121 h 1711242"/>
                <a:gd name="connsiteX10" fmla="*/ 181152 w 1546958"/>
                <a:gd name="connsiteY10" fmla="*/ 950100 h 1711242"/>
                <a:gd name="connsiteX11" fmla="*/ 320604 w 1546958"/>
                <a:gd name="connsiteY11" fmla="*/ 1172786 h 1711242"/>
                <a:gd name="connsiteX12" fmla="*/ 495973 w 1546958"/>
                <a:gd name="connsiteY12" fmla="*/ 1306460 h 1711242"/>
                <a:gd name="connsiteX13" fmla="*/ 430697 w 1546958"/>
                <a:gd name="connsiteY13" fmla="*/ 1328639 h 1711242"/>
                <a:gd name="connsiteX14" fmla="*/ 138356 w 1546958"/>
                <a:gd name="connsiteY14" fmla="*/ 1502135 h 1711242"/>
                <a:gd name="connsiteX15" fmla="*/ 0 w 1546958"/>
                <a:gd name="connsiteY15" fmla="*/ 1644408 h 1711242"/>
                <a:gd name="connsiteX16" fmla="*/ 83705 w 1546958"/>
                <a:gd name="connsiteY16" fmla="*/ 1708430 h 1711242"/>
                <a:gd name="connsiteX17" fmla="*/ 202077 w 1546958"/>
                <a:gd name="connsiteY17" fmla="*/ 1587873 h 1711242"/>
                <a:gd name="connsiteX18" fmla="*/ 465058 w 1546958"/>
                <a:gd name="connsiteY18" fmla="*/ 1431710 h 1711242"/>
                <a:gd name="connsiteX19" fmla="*/ 772234 w 1546958"/>
                <a:gd name="connsiteY19" fmla="*/ 1375332 h 1711242"/>
                <a:gd name="connsiteX20" fmla="*/ 1079095 w 1546958"/>
                <a:gd name="connsiteY20" fmla="*/ 1431710 h 1711242"/>
                <a:gd name="connsiteX21" fmla="*/ 1341760 w 1546958"/>
                <a:gd name="connsiteY21" fmla="*/ 1587406 h 1711242"/>
                <a:gd name="connsiteX22" fmla="*/ 1463105 w 1546958"/>
                <a:gd name="connsiteY22" fmla="*/ 1711243 h 1711242"/>
                <a:gd name="connsiteX23" fmla="*/ 1546959 w 1546958"/>
                <a:gd name="connsiteY23" fmla="*/ 1647526 h 1711242"/>
                <a:gd name="connsiteX24" fmla="*/ 1405317 w 1546958"/>
                <a:gd name="connsiteY24" fmla="*/ 1501667 h 1711242"/>
                <a:gd name="connsiteX25" fmla="*/ 1113292 w 1546958"/>
                <a:gd name="connsiteY25" fmla="*/ 1328479 h 1711242"/>
                <a:gd name="connsiteX26" fmla="*/ 1051608 w 1546958"/>
                <a:gd name="connsiteY26" fmla="*/ 1307399 h 1711242"/>
                <a:gd name="connsiteX27" fmla="*/ 1228857 w 1546958"/>
                <a:gd name="connsiteY27" fmla="*/ 1172788 h 1711242"/>
                <a:gd name="connsiteX28" fmla="*/ 1368307 w 1546958"/>
                <a:gd name="connsiteY28" fmla="*/ 950102 h 1711242"/>
                <a:gd name="connsiteX29" fmla="*/ 1368307 w 1546958"/>
                <a:gd name="connsiteY29" fmla="*/ 950102 h 1711242"/>
                <a:gd name="connsiteX30" fmla="*/ 1314580 w 1546958"/>
                <a:gd name="connsiteY30" fmla="*/ 686966 h 1711242"/>
                <a:gd name="connsiteX31" fmla="*/ 1272101 w 1546958"/>
                <a:gd name="connsiteY31" fmla="*/ 911686 h 1711242"/>
                <a:gd name="connsiteX32" fmla="*/ 1156231 w 1546958"/>
                <a:gd name="connsiteY32" fmla="*/ 1095334 h 1711242"/>
                <a:gd name="connsiteX33" fmla="*/ 984604 w 1546958"/>
                <a:gd name="connsiteY33" fmla="*/ 1219172 h 1711242"/>
                <a:gd name="connsiteX34" fmla="*/ 774719 w 1546958"/>
                <a:gd name="connsiteY34" fmla="*/ 1264615 h 1711242"/>
                <a:gd name="connsiteX35" fmla="*/ 564838 w 1546958"/>
                <a:gd name="connsiteY35" fmla="*/ 1219172 h 1711242"/>
                <a:gd name="connsiteX36" fmla="*/ 393211 w 1546958"/>
                <a:gd name="connsiteY36" fmla="*/ 1095334 h 1711242"/>
                <a:gd name="connsiteX37" fmla="*/ 277337 w 1546958"/>
                <a:gd name="connsiteY37" fmla="*/ 911686 h 1711242"/>
                <a:gd name="connsiteX38" fmla="*/ 234862 w 1546958"/>
                <a:gd name="connsiteY38" fmla="*/ 686966 h 1711242"/>
                <a:gd name="connsiteX39" fmla="*/ 277337 w 1546958"/>
                <a:gd name="connsiteY39" fmla="*/ 462405 h 1711242"/>
                <a:gd name="connsiteX40" fmla="*/ 393211 w 1546958"/>
                <a:gd name="connsiteY40" fmla="*/ 278755 h 1711242"/>
                <a:gd name="connsiteX41" fmla="*/ 564838 w 1546958"/>
                <a:gd name="connsiteY41" fmla="*/ 154919 h 1711242"/>
                <a:gd name="connsiteX42" fmla="*/ 774719 w 1546958"/>
                <a:gd name="connsiteY42" fmla="*/ 109476 h 1711242"/>
                <a:gd name="connsiteX43" fmla="*/ 984604 w 1546958"/>
                <a:gd name="connsiteY43" fmla="*/ 154919 h 1711242"/>
                <a:gd name="connsiteX44" fmla="*/ 1156231 w 1546958"/>
                <a:gd name="connsiteY44" fmla="*/ 278755 h 1711242"/>
                <a:gd name="connsiteX45" fmla="*/ 1272101 w 1546958"/>
                <a:gd name="connsiteY45" fmla="*/ 462405 h 1711242"/>
                <a:gd name="connsiteX46" fmla="*/ 1314580 w 1546958"/>
                <a:gd name="connsiteY46" fmla="*/ 686966 h 1711242"/>
                <a:gd name="connsiteX47" fmla="*/ 1314580 w 1546958"/>
                <a:gd name="connsiteY47" fmla="*/ 686966 h 171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546958" h="1711242">
                  <a:moveTo>
                    <a:pt x="1368305" y="950102"/>
                  </a:moveTo>
                  <a:cubicBezTo>
                    <a:pt x="1400633" y="866399"/>
                    <a:pt x="1416870" y="778641"/>
                    <a:pt x="1416870" y="686966"/>
                  </a:cubicBezTo>
                  <a:cubicBezTo>
                    <a:pt x="1416870" y="595292"/>
                    <a:pt x="1400636" y="507536"/>
                    <a:pt x="1368305" y="423985"/>
                  </a:cubicBezTo>
                  <a:cubicBezTo>
                    <a:pt x="1335974" y="340435"/>
                    <a:pt x="1289440" y="266105"/>
                    <a:pt x="1228850" y="201299"/>
                  </a:cubicBezTo>
                  <a:cubicBezTo>
                    <a:pt x="1168107" y="136334"/>
                    <a:pt x="1098766" y="86521"/>
                    <a:pt x="1020528" y="52006"/>
                  </a:cubicBezTo>
                  <a:cubicBezTo>
                    <a:pt x="942447" y="17335"/>
                    <a:pt x="860465" y="0"/>
                    <a:pt x="774727" y="0"/>
                  </a:cubicBezTo>
                  <a:cubicBezTo>
                    <a:pt x="688996" y="0"/>
                    <a:pt x="607005" y="17335"/>
                    <a:pt x="528766" y="52006"/>
                  </a:cubicBezTo>
                  <a:cubicBezTo>
                    <a:pt x="450685" y="86516"/>
                    <a:pt x="381346" y="136332"/>
                    <a:pt x="320604" y="201299"/>
                  </a:cubicBezTo>
                  <a:cubicBezTo>
                    <a:pt x="259854" y="266108"/>
                    <a:pt x="213473" y="340442"/>
                    <a:pt x="181152" y="423985"/>
                  </a:cubicBezTo>
                  <a:cubicBezTo>
                    <a:pt x="148830" y="507528"/>
                    <a:pt x="132585" y="595296"/>
                    <a:pt x="132585" y="687121"/>
                  </a:cubicBezTo>
                  <a:cubicBezTo>
                    <a:pt x="132585" y="778790"/>
                    <a:pt x="148828" y="866552"/>
                    <a:pt x="181152" y="950100"/>
                  </a:cubicBezTo>
                  <a:cubicBezTo>
                    <a:pt x="213479" y="1033649"/>
                    <a:pt x="260018" y="1107981"/>
                    <a:pt x="320604" y="1172786"/>
                  </a:cubicBezTo>
                  <a:cubicBezTo>
                    <a:pt x="372137" y="1227916"/>
                    <a:pt x="430541" y="1272579"/>
                    <a:pt x="495973" y="1306460"/>
                  </a:cubicBezTo>
                  <a:cubicBezTo>
                    <a:pt x="473019" y="1313330"/>
                    <a:pt x="451312" y="1320671"/>
                    <a:pt x="430697" y="1328639"/>
                  </a:cubicBezTo>
                  <a:cubicBezTo>
                    <a:pt x="324503" y="1368930"/>
                    <a:pt x="227060" y="1426709"/>
                    <a:pt x="138356" y="1502135"/>
                  </a:cubicBezTo>
                  <a:cubicBezTo>
                    <a:pt x="87760" y="1545243"/>
                    <a:pt x="41696" y="1592716"/>
                    <a:pt x="0" y="1644408"/>
                  </a:cubicBezTo>
                  <a:cubicBezTo>
                    <a:pt x="27330" y="1667054"/>
                    <a:pt x="55126" y="1688444"/>
                    <a:pt x="83705" y="1708430"/>
                  </a:cubicBezTo>
                  <a:cubicBezTo>
                    <a:pt x="119619" y="1664548"/>
                    <a:pt x="159131" y="1624414"/>
                    <a:pt x="202077" y="1587873"/>
                  </a:cubicBezTo>
                  <a:cubicBezTo>
                    <a:pt x="281564" y="1520251"/>
                    <a:pt x="369332" y="1468253"/>
                    <a:pt x="465058" y="1431710"/>
                  </a:cubicBezTo>
                  <a:cubicBezTo>
                    <a:pt x="564219" y="1394077"/>
                    <a:pt x="666508" y="1375332"/>
                    <a:pt x="772234" y="1375332"/>
                  </a:cubicBezTo>
                  <a:cubicBezTo>
                    <a:pt x="877647" y="1375332"/>
                    <a:pt x="979935" y="1394071"/>
                    <a:pt x="1079095" y="1431710"/>
                  </a:cubicBezTo>
                  <a:cubicBezTo>
                    <a:pt x="1174669" y="1468095"/>
                    <a:pt x="1262278" y="1519939"/>
                    <a:pt x="1341760" y="1587406"/>
                  </a:cubicBezTo>
                  <a:cubicBezTo>
                    <a:pt x="1385956" y="1624889"/>
                    <a:pt x="1426404" y="1666112"/>
                    <a:pt x="1463105" y="1711243"/>
                  </a:cubicBezTo>
                  <a:cubicBezTo>
                    <a:pt x="1491682" y="1691409"/>
                    <a:pt x="1519632" y="1670170"/>
                    <a:pt x="1546959" y="1647526"/>
                  </a:cubicBezTo>
                  <a:cubicBezTo>
                    <a:pt x="1504483" y="1594429"/>
                    <a:pt x="1457323" y="1545865"/>
                    <a:pt x="1405317" y="1501667"/>
                  </a:cubicBezTo>
                  <a:cubicBezTo>
                    <a:pt x="1316615" y="1426395"/>
                    <a:pt x="1219328" y="1368616"/>
                    <a:pt x="1113292" y="1328479"/>
                  </a:cubicBezTo>
                  <a:cubicBezTo>
                    <a:pt x="1092521" y="1320515"/>
                    <a:pt x="1071905" y="1313486"/>
                    <a:pt x="1051608" y="1307399"/>
                  </a:cubicBezTo>
                  <a:cubicBezTo>
                    <a:pt x="1117504" y="1273669"/>
                    <a:pt x="1176535" y="1228850"/>
                    <a:pt x="1228857" y="1172788"/>
                  </a:cubicBezTo>
                  <a:cubicBezTo>
                    <a:pt x="1289441" y="1107986"/>
                    <a:pt x="1335980" y="1033650"/>
                    <a:pt x="1368307" y="950102"/>
                  </a:cubicBezTo>
                  <a:lnTo>
                    <a:pt x="1368307" y="950102"/>
                  </a:lnTo>
                  <a:close/>
                  <a:moveTo>
                    <a:pt x="1314580" y="686966"/>
                  </a:moveTo>
                  <a:cubicBezTo>
                    <a:pt x="1314580" y="765202"/>
                    <a:pt x="1300365" y="840005"/>
                    <a:pt x="1272101" y="911686"/>
                  </a:cubicBezTo>
                  <a:cubicBezTo>
                    <a:pt x="1244774" y="980712"/>
                    <a:pt x="1206047" y="1041929"/>
                    <a:pt x="1156231" y="1095334"/>
                  </a:cubicBezTo>
                  <a:cubicBezTo>
                    <a:pt x="1106414" y="1148587"/>
                    <a:pt x="1049101" y="1189970"/>
                    <a:pt x="984604" y="1219172"/>
                  </a:cubicBezTo>
                  <a:cubicBezTo>
                    <a:pt x="917760" y="1249468"/>
                    <a:pt x="847803" y="1264615"/>
                    <a:pt x="774719" y="1264615"/>
                  </a:cubicBezTo>
                  <a:cubicBezTo>
                    <a:pt x="701635" y="1264615"/>
                    <a:pt x="631673" y="1249468"/>
                    <a:pt x="564838" y="1219172"/>
                  </a:cubicBezTo>
                  <a:cubicBezTo>
                    <a:pt x="500343" y="1189968"/>
                    <a:pt x="443032" y="1148587"/>
                    <a:pt x="393211" y="1095334"/>
                  </a:cubicBezTo>
                  <a:cubicBezTo>
                    <a:pt x="343393" y="1041929"/>
                    <a:pt x="304664" y="980710"/>
                    <a:pt x="277337" y="911686"/>
                  </a:cubicBezTo>
                  <a:cubicBezTo>
                    <a:pt x="249071" y="840012"/>
                    <a:pt x="234862" y="765205"/>
                    <a:pt x="234862" y="686966"/>
                  </a:cubicBezTo>
                  <a:cubicBezTo>
                    <a:pt x="234862" y="608728"/>
                    <a:pt x="249073" y="533928"/>
                    <a:pt x="277337" y="462405"/>
                  </a:cubicBezTo>
                  <a:cubicBezTo>
                    <a:pt x="304668" y="393381"/>
                    <a:pt x="343397" y="332162"/>
                    <a:pt x="393211" y="278755"/>
                  </a:cubicBezTo>
                  <a:cubicBezTo>
                    <a:pt x="443028" y="225504"/>
                    <a:pt x="500336" y="184119"/>
                    <a:pt x="564838" y="154919"/>
                  </a:cubicBezTo>
                  <a:cubicBezTo>
                    <a:pt x="631679" y="124623"/>
                    <a:pt x="701639" y="109476"/>
                    <a:pt x="774719" y="109476"/>
                  </a:cubicBezTo>
                  <a:cubicBezTo>
                    <a:pt x="847799" y="109476"/>
                    <a:pt x="917764" y="124623"/>
                    <a:pt x="984604" y="154919"/>
                  </a:cubicBezTo>
                  <a:cubicBezTo>
                    <a:pt x="1049097" y="184121"/>
                    <a:pt x="1106411" y="225504"/>
                    <a:pt x="1156231" y="278755"/>
                  </a:cubicBezTo>
                  <a:cubicBezTo>
                    <a:pt x="1206047" y="332160"/>
                    <a:pt x="1244774" y="393383"/>
                    <a:pt x="1272101" y="462405"/>
                  </a:cubicBezTo>
                  <a:cubicBezTo>
                    <a:pt x="1300373" y="533930"/>
                    <a:pt x="1314580" y="608731"/>
                    <a:pt x="1314580" y="686966"/>
                  </a:cubicBezTo>
                  <a:lnTo>
                    <a:pt x="1314580" y="686966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36" name="任意多边形: 形状 335"/>
            <p:cNvSpPr/>
            <p:nvPr/>
          </p:nvSpPr>
          <p:spPr>
            <a:xfrm>
              <a:off x="703774" y="366622"/>
              <a:ext cx="487698" cy="650335"/>
            </a:xfrm>
            <a:custGeom>
              <a:avLst/>
              <a:gdLst>
                <a:gd name="connsiteX0" fmla="*/ 265005 w 487698"/>
                <a:gd name="connsiteY0" fmla="*/ 97664 h 650335"/>
                <a:gd name="connsiteX1" fmla="*/ 386657 w 487698"/>
                <a:gd name="connsiteY1" fmla="*/ 230560 h 650335"/>
                <a:gd name="connsiteX2" fmla="*/ 298579 w 487698"/>
                <a:gd name="connsiteY2" fmla="*/ 367982 h 650335"/>
                <a:gd name="connsiteX3" fmla="*/ 193324 w 487698"/>
                <a:gd name="connsiteY3" fmla="*/ 558505 h 650335"/>
                <a:gd name="connsiteX4" fmla="*/ 193324 w 487698"/>
                <a:gd name="connsiteY4" fmla="*/ 615975 h 650335"/>
                <a:gd name="connsiteX5" fmla="*/ 194727 w 487698"/>
                <a:gd name="connsiteY5" fmla="*/ 621284 h 650335"/>
                <a:gd name="connsiteX6" fmla="*/ 200978 w 487698"/>
                <a:gd name="connsiteY6" fmla="*/ 633157 h 650335"/>
                <a:gd name="connsiteX7" fmla="*/ 237520 w 487698"/>
                <a:gd name="connsiteY7" fmla="*/ 650335 h 650335"/>
                <a:gd name="connsiteX8" fmla="*/ 274065 w 487698"/>
                <a:gd name="connsiteY8" fmla="*/ 633157 h 650335"/>
                <a:gd name="connsiteX9" fmla="*/ 280158 w 487698"/>
                <a:gd name="connsiteY9" fmla="*/ 621284 h 650335"/>
                <a:gd name="connsiteX10" fmla="*/ 281559 w 487698"/>
                <a:gd name="connsiteY10" fmla="*/ 615975 h 650335"/>
                <a:gd name="connsiteX11" fmla="*/ 281559 w 487698"/>
                <a:gd name="connsiteY11" fmla="*/ 575994 h 650335"/>
                <a:gd name="connsiteX12" fmla="*/ 382440 w 487698"/>
                <a:gd name="connsiteY12" fmla="*/ 407651 h 650335"/>
                <a:gd name="connsiteX13" fmla="*/ 487699 w 487698"/>
                <a:gd name="connsiteY13" fmla="*/ 230562 h 650335"/>
                <a:gd name="connsiteX14" fmla="*/ 256420 w 487698"/>
                <a:gd name="connsiteY14" fmla="*/ 63 h 650335"/>
                <a:gd name="connsiteX15" fmla="*/ 0 w 487698"/>
                <a:gd name="connsiteY15" fmla="*/ 274913 h 650335"/>
                <a:gd name="connsiteX16" fmla="*/ 1403 w 487698"/>
                <a:gd name="connsiteY16" fmla="*/ 280845 h 650335"/>
                <a:gd name="connsiteX17" fmla="*/ 7495 w 487698"/>
                <a:gd name="connsiteY17" fmla="*/ 294117 h 650335"/>
                <a:gd name="connsiteX18" fmla="*/ 47160 w 487698"/>
                <a:gd name="connsiteY18" fmla="*/ 313169 h 650335"/>
                <a:gd name="connsiteX19" fmla="*/ 86043 w 487698"/>
                <a:gd name="connsiteY19" fmla="*/ 294117 h 650335"/>
                <a:gd name="connsiteX20" fmla="*/ 92603 w 487698"/>
                <a:gd name="connsiteY20" fmla="*/ 274911 h 650335"/>
                <a:gd name="connsiteX21" fmla="*/ 265003 w 487698"/>
                <a:gd name="connsiteY21" fmla="*/ 97660 h 650335"/>
                <a:gd name="connsiteX22" fmla="*/ 265003 w 487698"/>
                <a:gd name="connsiteY22" fmla="*/ 97660 h 650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7698" h="650335">
                  <a:moveTo>
                    <a:pt x="265005" y="97664"/>
                  </a:moveTo>
                  <a:cubicBezTo>
                    <a:pt x="343239" y="106564"/>
                    <a:pt x="383841" y="150915"/>
                    <a:pt x="386657" y="230560"/>
                  </a:cubicBezTo>
                  <a:cubicBezTo>
                    <a:pt x="381190" y="265702"/>
                    <a:pt x="351832" y="311610"/>
                    <a:pt x="298579" y="367982"/>
                  </a:cubicBezTo>
                  <a:cubicBezTo>
                    <a:pt x="228464" y="438880"/>
                    <a:pt x="193324" y="502439"/>
                    <a:pt x="193324" y="558505"/>
                  </a:cubicBezTo>
                  <a:lnTo>
                    <a:pt x="193324" y="615975"/>
                  </a:lnTo>
                  <a:lnTo>
                    <a:pt x="194727" y="621284"/>
                  </a:lnTo>
                  <a:cubicBezTo>
                    <a:pt x="196288" y="625656"/>
                    <a:pt x="198319" y="629561"/>
                    <a:pt x="200978" y="633157"/>
                  </a:cubicBezTo>
                  <a:cubicBezTo>
                    <a:pt x="209254" y="644557"/>
                    <a:pt x="221432" y="650335"/>
                    <a:pt x="237520" y="650335"/>
                  </a:cubicBezTo>
                  <a:cubicBezTo>
                    <a:pt x="253599" y="650335"/>
                    <a:pt x="265779" y="644555"/>
                    <a:pt x="274065" y="633157"/>
                  </a:cubicBezTo>
                  <a:cubicBezTo>
                    <a:pt x="276722" y="629567"/>
                    <a:pt x="278744" y="625660"/>
                    <a:pt x="280158" y="621284"/>
                  </a:cubicBezTo>
                  <a:lnTo>
                    <a:pt x="281559" y="615975"/>
                  </a:lnTo>
                  <a:lnTo>
                    <a:pt x="281559" y="575994"/>
                  </a:lnTo>
                  <a:cubicBezTo>
                    <a:pt x="281559" y="528990"/>
                    <a:pt x="315131" y="472770"/>
                    <a:pt x="382440" y="407651"/>
                  </a:cubicBezTo>
                  <a:cubicBezTo>
                    <a:pt x="452557" y="343000"/>
                    <a:pt x="487699" y="283971"/>
                    <a:pt x="487699" y="230562"/>
                  </a:cubicBezTo>
                  <a:cubicBezTo>
                    <a:pt x="481919" y="82986"/>
                    <a:pt x="404770" y="6155"/>
                    <a:pt x="256420" y="63"/>
                  </a:cubicBezTo>
                  <a:cubicBezTo>
                    <a:pt x="85420" y="-2745"/>
                    <a:pt x="0" y="88922"/>
                    <a:pt x="0" y="274913"/>
                  </a:cubicBezTo>
                  <a:lnTo>
                    <a:pt x="1403" y="280845"/>
                  </a:lnTo>
                  <a:cubicBezTo>
                    <a:pt x="2805" y="285686"/>
                    <a:pt x="4837" y="290060"/>
                    <a:pt x="7495" y="294117"/>
                  </a:cubicBezTo>
                  <a:cubicBezTo>
                    <a:pt x="16088" y="306768"/>
                    <a:pt x="29360" y="313169"/>
                    <a:pt x="47160" y="313169"/>
                  </a:cubicBezTo>
                  <a:cubicBezTo>
                    <a:pt x="65118" y="313169"/>
                    <a:pt x="78081" y="306768"/>
                    <a:pt x="86043" y="294117"/>
                  </a:cubicBezTo>
                  <a:cubicBezTo>
                    <a:pt x="89946" y="287716"/>
                    <a:pt x="92136" y="281316"/>
                    <a:pt x="92603" y="274911"/>
                  </a:cubicBezTo>
                  <a:cubicBezTo>
                    <a:pt x="89784" y="151075"/>
                    <a:pt x="147252" y="91884"/>
                    <a:pt x="265003" y="97660"/>
                  </a:cubicBezTo>
                  <a:lnTo>
                    <a:pt x="265003" y="9766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37" name="任意多边形: 形状 336"/>
            <p:cNvSpPr/>
            <p:nvPr/>
          </p:nvSpPr>
          <p:spPr>
            <a:xfrm>
              <a:off x="906153" y="1085349"/>
              <a:ext cx="110875" cy="125556"/>
            </a:xfrm>
            <a:custGeom>
              <a:avLst/>
              <a:gdLst>
                <a:gd name="connsiteX0" fmla="*/ 16085 w 110875"/>
                <a:gd name="connsiteY0" fmla="*/ 16243 h 125556"/>
                <a:gd name="connsiteX1" fmla="*/ 0 w 110875"/>
                <a:gd name="connsiteY1" fmla="*/ 55440 h 125556"/>
                <a:gd name="connsiteX2" fmla="*/ 0 w 110875"/>
                <a:gd name="connsiteY2" fmla="*/ 70117 h 125556"/>
                <a:gd name="connsiteX3" fmla="*/ 16243 w 110875"/>
                <a:gd name="connsiteY3" fmla="*/ 109314 h 125556"/>
                <a:gd name="connsiteX4" fmla="*/ 55435 w 110875"/>
                <a:gd name="connsiteY4" fmla="*/ 125557 h 125556"/>
                <a:gd name="connsiteX5" fmla="*/ 94790 w 110875"/>
                <a:gd name="connsiteY5" fmla="*/ 109314 h 125556"/>
                <a:gd name="connsiteX6" fmla="*/ 110875 w 110875"/>
                <a:gd name="connsiteY6" fmla="*/ 70117 h 125556"/>
                <a:gd name="connsiteX7" fmla="*/ 110875 w 110875"/>
                <a:gd name="connsiteY7" fmla="*/ 55440 h 125556"/>
                <a:gd name="connsiteX8" fmla="*/ 94627 w 110875"/>
                <a:gd name="connsiteY8" fmla="*/ 16243 h 125556"/>
                <a:gd name="connsiteX9" fmla="*/ 55429 w 110875"/>
                <a:gd name="connsiteY9" fmla="*/ 0 h 125556"/>
                <a:gd name="connsiteX10" fmla="*/ 16081 w 110875"/>
                <a:gd name="connsiteY10" fmla="*/ 16243 h 125556"/>
                <a:gd name="connsiteX11" fmla="*/ 16081 w 110875"/>
                <a:gd name="connsiteY11" fmla="*/ 16243 h 12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875" h="125556">
                  <a:moveTo>
                    <a:pt x="16085" y="16243"/>
                  </a:moveTo>
                  <a:cubicBezTo>
                    <a:pt x="5309" y="27016"/>
                    <a:pt x="0" y="40131"/>
                    <a:pt x="0" y="55440"/>
                  </a:cubicBezTo>
                  <a:lnTo>
                    <a:pt x="0" y="70117"/>
                  </a:lnTo>
                  <a:cubicBezTo>
                    <a:pt x="0" y="85418"/>
                    <a:pt x="5468" y="98541"/>
                    <a:pt x="16243" y="109314"/>
                  </a:cubicBezTo>
                  <a:cubicBezTo>
                    <a:pt x="27018" y="120087"/>
                    <a:pt x="40133" y="125557"/>
                    <a:pt x="55435" y="125557"/>
                  </a:cubicBezTo>
                  <a:cubicBezTo>
                    <a:pt x="70900" y="125557"/>
                    <a:pt x="84012" y="120089"/>
                    <a:pt x="94790" y="109314"/>
                  </a:cubicBezTo>
                  <a:cubicBezTo>
                    <a:pt x="105569" y="98539"/>
                    <a:pt x="110875" y="85424"/>
                    <a:pt x="110875" y="70117"/>
                  </a:cubicBezTo>
                  <a:lnTo>
                    <a:pt x="110875" y="55440"/>
                  </a:lnTo>
                  <a:cubicBezTo>
                    <a:pt x="110875" y="40137"/>
                    <a:pt x="105408" y="27016"/>
                    <a:pt x="94627" y="16243"/>
                  </a:cubicBezTo>
                  <a:cubicBezTo>
                    <a:pt x="83855" y="5469"/>
                    <a:pt x="70738" y="0"/>
                    <a:pt x="55429" y="0"/>
                  </a:cubicBezTo>
                  <a:cubicBezTo>
                    <a:pt x="39973" y="-2"/>
                    <a:pt x="26852" y="5464"/>
                    <a:pt x="16081" y="16243"/>
                  </a:cubicBezTo>
                  <a:lnTo>
                    <a:pt x="16081" y="1624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1974628" y="4011740"/>
            <a:ext cx="339948" cy="353256"/>
            <a:chOff x="193452" y="163639"/>
            <a:chExt cx="1518190" cy="1577625"/>
          </a:xfrm>
          <a:solidFill>
            <a:schemeClr val="bg1"/>
          </a:solidFill>
        </p:grpSpPr>
        <p:sp>
          <p:nvSpPr>
            <p:cNvPr id="342" name="任意多边形: 形状 341"/>
            <p:cNvSpPr/>
            <p:nvPr/>
          </p:nvSpPr>
          <p:spPr>
            <a:xfrm>
              <a:off x="673703" y="603218"/>
              <a:ext cx="614076" cy="635031"/>
            </a:xfrm>
            <a:custGeom>
              <a:avLst/>
              <a:gdLst>
                <a:gd name="connsiteX0" fmla="*/ 614077 w 614076"/>
                <a:gd name="connsiteY0" fmla="*/ 0 h 635031"/>
                <a:gd name="connsiteX1" fmla="*/ 0 w 614076"/>
                <a:gd name="connsiteY1" fmla="*/ 635032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4076" h="635031">
                  <a:moveTo>
                    <a:pt x="614077" y="0"/>
                  </a:moveTo>
                  <a:lnTo>
                    <a:pt x="0" y="63503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43" name="任意多边形: 形状 342"/>
            <p:cNvSpPr/>
            <p:nvPr/>
          </p:nvSpPr>
          <p:spPr>
            <a:xfrm>
              <a:off x="529971" y="163639"/>
              <a:ext cx="1181671" cy="1227105"/>
            </a:xfrm>
            <a:custGeom>
              <a:avLst/>
              <a:gdLst>
                <a:gd name="connsiteX0" fmla="*/ 915257 w 1181671"/>
                <a:gd name="connsiteY0" fmla="*/ 1227011 h 1227105"/>
                <a:gd name="connsiteX1" fmla="*/ 856869 w 1181671"/>
                <a:gd name="connsiteY1" fmla="*/ 1168622 h 1227105"/>
                <a:gd name="connsiteX2" fmla="*/ 915257 w 1181671"/>
                <a:gd name="connsiteY2" fmla="*/ 1110234 h 1227105"/>
                <a:gd name="connsiteX3" fmla="*/ 1065562 w 1181671"/>
                <a:gd name="connsiteY3" fmla="*/ 951833 h 1227105"/>
                <a:gd name="connsiteX4" fmla="*/ 1065562 w 1181671"/>
                <a:gd name="connsiteY4" fmla="*/ 275273 h 1227105"/>
                <a:gd name="connsiteX5" fmla="*/ 915257 w 1181671"/>
                <a:gd name="connsiteY5" fmla="*/ 116967 h 1227105"/>
                <a:gd name="connsiteX6" fmla="*/ 266319 w 1181671"/>
                <a:gd name="connsiteY6" fmla="*/ 116967 h 1227105"/>
                <a:gd name="connsiteX7" fmla="*/ 116014 w 1181671"/>
                <a:gd name="connsiteY7" fmla="*/ 275273 h 1227105"/>
                <a:gd name="connsiteX8" fmla="*/ 58007 w 1181671"/>
                <a:gd name="connsiteY8" fmla="*/ 333661 h 1227105"/>
                <a:gd name="connsiteX9" fmla="*/ 0 w 1181671"/>
                <a:gd name="connsiteY9" fmla="*/ 275272 h 1227105"/>
                <a:gd name="connsiteX10" fmla="*/ 266319 w 1181671"/>
                <a:gd name="connsiteY10" fmla="*/ 0 h 1227105"/>
                <a:gd name="connsiteX11" fmla="*/ 915352 w 1181671"/>
                <a:gd name="connsiteY11" fmla="*/ 0 h 1227105"/>
                <a:gd name="connsiteX12" fmla="*/ 1181672 w 1181671"/>
                <a:gd name="connsiteY12" fmla="*/ 275273 h 1227105"/>
                <a:gd name="connsiteX13" fmla="*/ 1181672 w 1181671"/>
                <a:gd name="connsiteY13" fmla="*/ 951262 h 1227105"/>
                <a:gd name="connsiteX14" fmla="*/ 915352 w 1181671"/>
                <a:gd name="connsiteY14" fmla="*/ 1227106 h 1227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1671" h="1227105">
                  <a:moveTo>
                    <a:pt x="915257" y="1227011"/>
                  </a:moveTo>
                  <a:cubicBezTo>
                    <a:pt x="883010" y="1227011"/>
                    <a:pt x="856869" y="1200869"/>
                    <a:pt x="856869" y="1168622"/>
                  </a:cubicBezTo>
                  <a:cubicBezTo>
                    <a:pt x="856869" y="1136375"/>
                    <a:pt x="883010" y="1110234"/>
                    <a:pt x="915257" y="1110234"/>
                  </a:cubicBezTo>
                  <a:cubicBezTo>
                    <a:pt x="998220" y="1110234"/>
                    <a:pt x="1065562" y="1038987"/>
                    <a:pt x="1065562" y="951833"/>
                  </a:cubicBezTo>
                  <a:lnTo>
                    <a:pt x="1065562" y="275273"/>
                  </a:lnTo>
                  <a:cubicBezTo>
                    <a:pt x="1065562" y="187643"/>
                    <a:pt x="998220" y="116967"/>
                    <a:pt x="915257" y="116967"/>
                  </a:cubicBezTo>
                  <a:lnTo>
                    <a:pt x="266319" y="116967"/>
                  </a:lnTo>
                  <a:cubicBezTo>
                    <a:pt x="183356" y="116967"/>
                    <a:pt x="116014" y="188214"/>
                    <a:pt x="116014" y="275273"/>
                  </a:cubicBezTo>
                  <a:cubicBezTo>
                    <a:pt x="116015" y="307371"/>
                    <a:pt x="90105" y="333451"/>
                    <a:pt x="58007" y="333661"/>
                  </a:cubicBezTo>
                  <a:cubicBezTo>
                    <a:pt x="25909" y="333451"/>
                    <a:pt x="-1" y="307371"/>
                    <a:pt x="0" y="275272"/>
                  </a:cubicBezTo>
                  <a:cubicBezTo>
                    <a:pt x="0" y="123349"/>
                    <a:pt x="119539" y="0"/>
                    <a:pt x="266319" y="0"/>
                  </a:cubicBezTo>
                  <a:lnTo>
                    <a:pt x="915352" y="0"/>
                  </a:lnTo>
                  <a:cubicBezTo>
                    <a:pt x="1062133" y="0"/>
                    <a:pt x="1181672" y="123349"/>
                    <a:pt x="1181672" y="275273"/>
                  </a:cubicBezTo>
                  <a:lnTo>
                    <a:pt x="1181672" y="951262"/>
                  </a:lnTo>
                  <a:cubicBezTo>
                    <a:pt x="1181672" y="1103757"/>
                    <a:pt x="1062133" y="1227106"/>
                    <a:pt x="915352" y="122710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44" name="任意多边形: 形状 343"/>
            <p:cNvSpPr/>
            <p:nvPr/>
          </p:nvSpPr>
          <p:spPr>
            <a:xfrm>
              <a:off x="193452" y="514254"/>
              <a:ext cx="1181766" cy="1227010"/>
            </a:xfrm>
            <a:custGeom>
              <a:avLst/>
              <a:gdLst>
                <a:gd name="connsiteX0" fmla="*/ 1123664 w 1181766"/>
                <a:gd name="connsiteY0" fmla="*/ 347091 h 1227010"/>
                <a:gd name="connsiteX1" fmla="*/ 1065562 w 1181766"/>
                <a:gd name="connsiteY1" fmla="*/ 288703 h 1227010"/>
                <a:gd name="connsiteX2" fmla="*/ 1065562 w 1181766"/>
                <a:gd name="connsiteY2" fmla="*/ 148399 h 1227010"/>
                <a:gd name="connsiteX3" fmla="*/ 1037177 w 1181766"/>
                <a:gd name="connsiteY3" fmla="*/ 116967 h 1227010"/>
                <a:gd name="connsiteX4" fmla="*/ 898112 w 1181766"/>
                <a:gd name="connsiteY4" fmla="*/ 116967 h 1227010"/>
                <a:gd name="connsiteX5" fmla="*/ 839629 w 1181766"/>
                <a:gd name="connsiteY5" fmla="*/ 58483 h 1227010"/>
                <a:gd name="connsiteX6" fmla="*/ 898112 w 1181766"/>
                <a:gd name="connsiteY6" fmla="*/ 0 h 1227010"/>
                <a:gd name="connsiteX7" fmla="*/ 1037272 w 1181766"/>
                <a:gd name="connsiteY7" fmla="*/ 0 h 1227010"/>
                <a:gd name="connsiteX8" fmla="*/ 1181767 w 1181766"/>
                <a:gd name="connsiteY8" fmla="*/ 148399 h 1227010"/>
                <a:gd name="connsiteX9" fmla="*/ 1181767 w 1181766"/>
                <a:gd name="connsiteY9" fmla="*/ 288703 h 1227010"/>
                <a:gd name="connsiteX10" fmla="*/ 1123664 w 1181766"/>
                <a:gd name="connsiteY10" fmla="*/ 347091 h 1227010"/>
                <a:gd name="connsiteX11" fmla="*/ 915353 w 1181766"/>
                <a:gd name="connsiteY11" fmla="*/ 1227011 h 1227010"/>
                <a:gd name="connsiteX12" fmla="*/ 266319 w 1181766"/>
                <a:gd name="connsiteY12" fmla="*/ 1227011 h 1227010"/>
                <a:gd name="connsiteX13" fmla="*/ 0 w 1181766"/>
                <a:gd name="connsiteY13" fmla="*/ 951833 h 1227010"/>
                <a:gd name="connsiteX14" fmla="*/ 0 w 1181766"/>
                <a:gd name="connsiteY14" fmla="*/ 275272 h 1227010"/>
                <a:gd name="connsiteX15" fmla="*/ 266319 w 1181766"/>
                <a:gd name="connsiteY15" fmla="*/ 0 h 1227010"/>
                <a:gd name="connsiteX16" fmla="*/ 677513 w 1181766"/>
                <a:gd name="connsiteY16" fmla="*/ 0 h 1227010"/>
                <a:gd name="connsiteX17" fmla="*/ 735949 w 1181766"/>
                <a:gd name="connsiteY17" fmla="*/ 58436 h 1227010"/>
                <a:gd name="connsiteX18" fmla="*/ 677513 w 1181766"/>
                <a:gd name="connsiteY18" fmla="*/ 116872 h 1227010"/>
                <a:gd name="connsiteX19" fmla="*/ 266319 w 1181766"/>
                <a:gd name="connsiteY19" fmla="*/ 116872 h 1227010"/>
                <a:gd name="connsiteX20" fmla="*/ 116015 w 1181766"/>
                <a:gd name="connsiteY20" fmla="*/ 275272 h 1227010"/>
                <a:gd name="connsiteX21" fmla="*/ 116015 w 1181766"/>
                <a:gd name="connsiteY21" fmla="*/ 951262 h 1227010"/>
                <a:gd name="connsiteX22" fmla="*/ 266319 w 1181766"/>
                <a:gd name="connsiteY22" fmla="*/ 1109567 h 1227010"/>
                <a:gd name="connsiteX23" fmla="*/ 915353 w 1181766"/>
                <a:gd name="connsiteY23" fmla="*/ 1109567 h 1227010"/>
                <a:gd name="connsiteX24" fmla="*/ 1065657 w 1181766"/>
                <a:gd name="connsiteY24" fmla="*/ 951262 h 1227010"/>
                <a:gd name="connsiteX25" fmla="*/ 1065657 w 1181766"/>
                <a:gd name="connsiteY25" fmla="*/ 500729 h 1227010"/>
                <a:gd name="connsiteX26" fmla="*/ 1123664 w 1181766"/>
                <a:gd name="connsiteY26" fmla="*/ 442341 h 1227010"/>
                <a:gd name="connsiteX27" fmla="*/ 1181672 w 1181766"/>
                <a:gd name="connsiteY27" fmla="*/ 500729 h 1227010"/>
                <a:gd name="connsiteX28" fmla="*/ 1181672 w 1181766"/>
                <a:gd name="connsiteY28" fmla="*/ 951262 h 1227010"/>
                <a:gd name="connsiteX29" fmla="*/ 915353 w 1181766"/>
                <a:gd name="connsiteY29" fmla="*/ 1227011 h 1227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81766" h="1227010">
                  <a:moveTo>
                    <a:pt x="1123664" y="347091"/>
                  </a:moveTo>
                  <a:cubicBezTo>
                    <a:pt x="1091529" y="346934"/>
                    <a:pt x="1065561" y="320838"/>
                    <a:pt x="1065562" y="288703"/>
                  </a:cubicBezTo>
                  <a:lnTo>
                    <a:pt x="1065562" y="148399"/>
                  </a:lnTo>
                  <a:cubicBezTo>
                    <a:pt x="1065562" y="130873"/>
                    <a:pt x="1052894" y="116967"/>
                    <a:pt x="1037177" y="116967"/>
                  </a:cubicBezTo>
                  <a:lnTo>
                    <a:pt x="898112" y="116967"/>
                  </a:lnTo>
                  <a:cubicBezTo>
                    <a:pt x="865813" y="116967"/>
                    <a:pt x="839629" y="90783"/>
                    <a:pt x="839629" y="58483"/>
                  </a:cubicBezTo>
                  <a:cubicBezTo>
                    <a:pt x="839629" y="26184"/>
                    <a:pt x="865813" y="0"/>
                    <a:pt x="898112" y="0"/>
                  </a:cubicBezTo>
                  <a:lnTo>
                    <a:pt x="1037272" y="0"/>
                  </a:lnTo>
                  <a:cubicBezTo>
                    <a:pt x="1117283" y="0"/>
                    <a:pt x="1181767" y="66675"/>
                    <a:pt x="1181767" y="148399"/>
                  </a:cubicBezTo>
                  <a:lnTo>
                    <a:pt x="1181767" y="288703"/>
                  </a:lnTo>
                  <a:cubicBezTo>
                    <a:pt x="1181767" y="320838"/>
                    <a:pt x="1155800" y="346934"/>
                    <a:pt x="1123664" y="347091"/>
                  </a:cubicBezTo>
                  <a:close/>
                  <a:moveTo>
                    <a:pt x="915353" y="1227011"/>
                  </a:moveTo>
                  <a:lnTo>
                    <a:pt x="266319" y="1227011"/>
                  </a:lnTo>
                  <a:cubicBezTo>
                    <a:pt x="119539" y="1227011"/>
                    <a:pt x="0" y="1103757"/>
                    <a:pt x="0" y="951833"/>
                  </a:cubicBezTo>
                  <a:lnTo>
                    <a:pt x="0" y="275272"/>
                  </a:lnTo>
                  <a:cubicBezTo>
                    <a:pt x="0" y="123349"/>
                    <a:pt x="119539" y="0"/>
                    <a:pt x="266319" y="0"/>
                  </a:cubicBezTo>
                  <a:lnTo>
                    <a:pt x="677513" y="0"/>
                  </a:lnTo>
                  <a:cubicBezTo>
                    <a:pt x="709787" y="0"/>
                    <a:pt x="735949" y="26163"/>
                    <a:pt x="735949" y="58436"/>
                  </a:cubicBezTo>
                  <a:cubicBezTo>
                    <a:pt x="735949" y="90709"/>
                    <a:pt x="709787" y="116872"/>
                    <a:pt x="677513" y="116872"/>
                  </a:cubicBezTo>
                  <a:lnTo>
                    <a:pt x="266319" y="116872"/>
                  </a:lnTo>
                  <a:cubicBezTo>
                    <a:pt x="183356" y="116872"/>
                    <a:pt x="116015" y="188214"/>
                    <a:pt x="116015" y="275272"/>
                  </a:cubicBezTo>
                  <a:lnTo>
                    <a:pt x="116015" y="951262"/>
                  </a:lnTo>
                  <a:cubicBezTo>
                    <a:pt x="116015" y="1038892"/>
                    <a:pt x="183356" y="1109567"/>
                    <a:pt x="266319" y="1109567"/>
                  </a:cubicBezTo>
                  <a:lnTo>
                    <a:pt x="915353" y="1109567"/>
                  </a:lnTo>
                  <a:cubicBezTo>
                    <a:pt x="998315" y="1109567"/>
                    <a:pt x="1065657" y="1038320"/>
                    <a:pt x="1065657" y="951262"/>
                  </a:cubicBezTo>
                  <a:lnTo>
                    <a:pt x="1065657" y="500729"/>
                  </a:lnTo>
                  <a:cubicBezTo>
                    <a:pt x="1065657" y="468630"/>
                    <a:pt x="1091756" y="442341"/>
                    <a:pt x="1123664" y="442341"/>
                  </a:cubicBezTo>
                  <a:cubicBezTo>
                    <a:pt x="1155573" y="442341"/>
                    <a:pt x="1181672" y="468630"/>
                    <a:pt x="1181672" y="500729"/>
                  </a:cubicBezTo>
                  <a:lnTo>
                    <a:pt x="1181672" y="951262"/>
                  </a:lnTo>
                  <a:cubicBezTo>
                    <a:pt x="1181672" y="1103662"/>
                    <a:pt x="1062133" y="1227011"/>
                    <a:pt x="915353" y="122701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45" name="任意多边形: 形状 344"/>
            <p:cNvSpPr/>
            <p:nvPr/>
          </p:nvSpPr>
          <p:spPr>
            <a:xfrm>
              <a:off x="641733" y="573101"/>
              <a:ext cx="676889" cy="700772"/>
            </a:xfrm>
            <a:custGeom>
              <a:avLst/>
              <a:gdLst>
                <a:gd name="connsiteX0" fmla="*/ 58163 w 676889"/>
                <a:gd name="connsiteY0" fmla="*/ 700772 h 700772"/>
                <a:gd name="connsiteX1" fmla="*/ 0 w 676889"/>
                <a:gd name="connsiteY1" fmla="*/ 642349 h 700772"/>
                <a:gd name="connsiteX2" fmla="*/ 16349 w 676889"/>
                <a:gd name="connsiteY2" fmla="*/ 601997 h 700772"/>
                <a:gd name="connsiteX3" fmla="*/ 577371 w 676889"/>
                <a:gd name="connsiteY3" fmla="*/ 17734 h 700772"/>
                <a:gd name="connsiteX4" fmla="*/ 658306 w 676889"/>
                <a:gd name="connsiteY4" fmla="*/ 15822 h 700772"/>
                <a:gd name="connsiteX5" fmla="*/ 659096 w 676889"/>
                <a:gd name="connsiteY5" fmla="*/ 16591 h 700772"/>
                <a:gd name="connsiteX6" fmla="*/ 660239 w 676889"/>
                <a:gd name="connsiteY6" fmla="*/ 98982 h 700772"/>
                <a:gd name="connsiteX7" fmla="*/ 99311 w 676889"/>
                <a:gd name="connsiteY7" fmla="*/ 683246 h 700772"/>
                <a:gd name="connsiteX8" fmla="*/ 58163 w 676889"/>
                <a:gd name="connsiteY8" fmla="*/ 700772 h 70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6889" h="700772">
                  <a:moveTo>
                    <a:pt x="58163" y="700772"/>
                  </a:moveTo>
                  <a:cubicBezTo>
                    <a:pt x="25969" y="700700"/>
                    <a:pt x="-71" y="674543"/>
                    <a:pt x="0" y="642349"/>
                  </a:cubicBezTo>
                  <a:cubicBezTo>
                    <a:pt x="34" y="627292"/>
                    <a:pt x="5892" y="612832"/>
                    <a:pt x="16349" y="601997"/>
                  </a:cubicBezTo>
                  <a:lnTo>
                    <a:pt x="577371" y="17734"/>
                  </a:lnTo>
                  <a:cubicBezTo>
                    <a:pt x="599193" y="-5143"/>
                    <a:pt x="635428" y="-5999"/>
                    <a:pt x="658306" y="15822"/>
                  </a:cubicBezTo>
                  <a:cubicBezTo>
                    <a:pt x="658571" y="16076"/>
                    <a:pt x="658835" y="16332"/>
                    <a:pt x="659096" y="16591"/>
                  </a:cubicBezTo>
                  <a:cubicBezTo>
                    <a:pt x="682337" y="38784"/>
                    <a:pt x="682908" y="76122"/>
                    <a:pt x="660239" y="98982"/>
                  </a:cubicBezTo>
                  <a:lnTo>
                    <a:pt x="99311" y="683246"/>
                  </a:lnTo>
                  <a:cubicBezTo>
                    <a:pt x="88598" y="694510"/>
                    <a:pt x="73709" y="700851"/>
                    <a:pt x="58163" y="70077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52" name="图形 350"/>
          <p:cNvSpPr/>
          <p:nvPr/>
        </p:nvSpPr>
        <p:spPr>
          <a:xfrm>
            <a:off x="2462019" y="5020865"/>
            <a:ext cx="282021" cy="427435"/>
          </a:xfrm>
          <a:custGeom>
            <a:avLst/>
            <a:gdLst>
              <a:gd name="connsiteX0" fmla="*/ 61510 w 779682"/>
              <a:gd name="connsiteY0" fmla="*/ 663773 h 1181695"/>
              <a:gd name="connsiteX1" fmla="*/ 374049 w 779682"/>
              <a:gd name="connsiteY1" fmla="*/ 654844 h 1181695"/>
              <a:gd name="connsiteX2" fmla="*/ 460369 w 779682"/>
              <a:gd name="connsiteY2" fmla="*/ 568523 h 1181695"/>
              <a:gd name="connsiteX3" fmla="*/ 668729 w 779682"/>
              <a:gd name="connsiteY3" fmla="*/ 559594 h 1181695"/>
              <a:gd name="connsiteX4" fmla="*/ 659799 w 779682"/>
              <a:gd name="connsiteY4" fmla="*/ 767953 h 1181695"/>
              <a:gd name="connsiteX5" fmla="*/ 374049 w 779682"/>
              <a:gd name="connsiteY5" fmla="*/ 1053703 h 1181695"/>
              <a:gd name="connsiteX6" fmla="*/ 374049 w 779682"/>
              <a:gd name="connsiteY6" fmla="*/ 884039 h 1181695"/>
              <a:gd name="connsiteX7" fmla="*/ 296658 w 779682"/>
              <a:gd name="connsiteY7" fmla="*/ 884039 h 1181695"/>
              <a:gd name="connsiteX8" fmla="*/ 296658 w 779682"/>
              <a:gd name="connsiteY8" fmla="*/ 1181695 h 1181695"/>
              <a:gd name="connsiteX9" fmla="*/ 594314 w 779682"/>
              <a:gd name="connsiteY9" fmla="*/ 1181695 h 1181695"/>
              <a:gd name="connsiteX10" fmla="*/ 594314 w 779682"/>
              <a:gd name="connsiteY10" fmla="*/ 1107281 h 1181695"/>
              <a:gd name="connsiteX11" fmla="*/ 424650 w 779682"/>
              <a:gd name="connsiteY11" fmla="*/ 1107281 h 1181695"/>
              <a:gd name="connsiteX12" fmla="*/ 710400 w 779682"/>
              <a:gd name="connsiteY12" fmla="*/ 821531 h 1181695"/>
              <a:gd name="connsiteX13" fmla="*/ 719330 w 779682"/>
              <a:gd name="connsiteY13" fmla="*/ 508992 h 1181695"/>
              <a:gd name="connsiteX14" fmla="*/ 406791 w 779682"/>
              <a:gd name="connsiteY14" fmla="*/ 517922 h 1181695"/>
              <a:gd name="connsiteX15" fmla="*/ 320471 w 779682"/>
              <a:gd name="connsiteY15" fmla="*/ 604242 h 1181695"/>
              <a:gd name="connsiteX16" fmla="*/ 112111 w 779682"/>
              <a:gd name="connsiteY16" fmla="*/ 613172 h 1181695"/>
              <a:gd name="connsiteX17" fmla="*/ 121041 w 779682"/>
              <a:gd name="connsiteY17" fmla="*/ 404812 h 1181695"/>
              <a:gd name="connsiteX18" fmla="*/ 400838 w 779682"/>
              <a:gd name="connsiteY18" fmla="*/ 125016 h 1181695"/>
              <a:gd name="connsiteX19" fmla="*/ 400838 w 779682"/>
              <a:gd name="connsiteY19" fmla="*/ 270867 h 1181695"/>
              <a:gd name="connsiteX20" fmla="*/ 475252 w 779682"/>
              <a:gd name="connsiteY20" fmla="*/ 270867 h 1181695"/>
              <a:gd name="connsiteX21" fmla="*/ 475252 w 779682"/>
              <a:gd name="connsiteY21" fmla="*/ 0 h 1181695"/>
              <a:gd name="connsiteX22" fmla="*/ 204385 w 779682"/>
              <a:gd name="connsiteY22" fmla="*/ 0 h 1181695"/>
              <a:gd name="connsiteX23" fmla="*/ 204385 w 779682"/>
              <a:gd name="connsiteY23" fmla="*/ 74414 h 1181695"/>
              <a:gd name="connsiteX24" fmla="*/ 350236 w 779682"/>
              <a:gd name="connsiteY24" fmla="*/ 74414 h 1181695"/>
              <a:gd name="connsiteX25" fmla="*/ 70439 w 779682"/>
              <a:gd name="connsiteY25" fmla="*/ 351234 h 1181695"/>
              <a:gd name="connsiteX26" fmla="*/ 61510 w 779682"/>
              <a:gd name="connsiteY26" fmla="*/ 663773 h 118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79682" h="1181695">
                <a:moveTo>
                  <a:pt x="61510" y="663773"/>
                </a:moveTo>
                <a:cubicBezTo>
                  <a:pt x="144854" y="747117"/>
                  <a:pt x="284752" y="744141"/>
                  <a:pt x="374049" y="654844"/>
                </a:cubicBezTo>
                <a:lnTo>
                  <a:pt x="460369" y="568523"/>
                </a:lnTo>
                <a:cubicBezTo>
                  <a:pt x="519900" y="508992"/>
                  <a:pt x="612174" y="503039"/>
                  <a:pt x="668729" y="559594"/>
                </a:cubicBezTo>
                <a:cubicBezTo>
                  <a:pt x="722307" y="613172"/>
                  <a:pt x="719330" y="708422"/>
                  <a:pt x="659799" y="767953"/>
                </a:cubicBezTo>
                <a:lnTo>
                  <a:pt x="374049" y="1053703"/>
                </a:lnTo>
                <a:lnTo>
                  <a:pt x="374049" y="884039"/>
                </a:lnTo>
                <a:lnTo>
                  <a:pt x="296658" y="884039"/>
                </a:lnTo>
                <a:lnTo>
                  <a:pt x="296658" y="1181695"/>
                </a:lnTo>
                <a:lnTo>
                  <a:pt x="594314" y="1181695"/>
                </a:lnTo>
                <a:lnTo>
                  <a:pt x="594314" y="1107281"/>
                </a:lnTo>
                <a:lnTo>
                  <a:pt x="424650" y="1107281"/>
                </a:lnTo>
                <a:lnTo>
                  <a:pt x="710400" y="821531"/>
                </a:lnTo>
                <a:cubicBezTo>
                  <a:pt x="799697" y="732234"/>
                  <a:pt x="802674" y="592336"/>
                  <a:pt x="719330" y="508992"/>
                </a:cubicBezTo>
                <a:cubicBezTo>
                  <a:pt x="635986" y="425648"/>
                  <a:pt x="496088" y="428625"/>
                  <a:pt x="406791" y="517922"/>
                </a:cubicBezTo>
                <a:lnTo>
                  <a:pt x="320471" y="604242"/>
                </a:lnTo>
                <a:cubicBezTo>
                  <a:pt x="260939" y="663773"/>
                  <a:pt x="168666" y="669727"/>
                  <a:pt x="112111" y="613172"/>
                </a:cubicBezTo>
                <a:cubicBezTo>
                  <a:pt x="58533" y="559594"/>
                  <a:pt x="61510" y="464344"/>
                  <a:pt x="121041" y="404812"/>
                </a:cubicBezTo>
                <a:lnTo>
                  <a:pt x="400838" y="125016"/>
                </a:lnTo>
                <a:lnTo>
                  <a:pt x="400838" y="270867"/>
                </a:lnTo>
                <a:lnTo>
                  <a:pt x="475252" y="270867"/>
                </a:lnTo>
                <a:lnTo>
                  <a:pt x="475252" y="0"/>
                </a:lnTo>
                <a:lnTo>
                  <a:pt x="204385" y="0"/>
                </a:lnTo>
                <a:lnTo>
                  <a:pt x="204385" y="74414"/>
                </a:lnTo>
                <a:lnTo>
                  <a:pt x="350236" y="74414"/>
                </a:lnTo>
                <a:lnTo>
                  <a:pt x="70439" y="351234"/>
                </a:lnTo>
                <a:cubicBezTo>
                  <a:pt x="-18857" y="437555"/>
                  <a:pt x="-24811" y="580430"/>
                  <a:pt x="61510" y="663773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5" name="图形 353"/>
          <p:cNvSpPr/>
          <p:nvPr/>
        </p:nvSpPr>
        <p:spPr>
          <a:xfrm>
            <a:off x="9399841" y="1854850"/>
            <a:ext cx="410910" cy="411449"/>
          </a:xfrm>
          <a:custGeom>
            <a:avLst/>
            <a:gdLst>
              <a:gd name="connsiteX0" fmla="*/ 582379 w 1543906"/>
              <a:gd name="connsiteY0" fmla="*/ 1545934 h 1545934"/>
              <a:gd name="connsiteX1" fmla="*/ 148863 w 1543906"/>
              <a:gd name="connsiteY1" fmla="*/ 1366940 h 1545934"/>
              <a:gd name="connsiteX2" fmla="*/ 15494 w 1543906"/>
              <a:gd name="connsiteY2" fmla="*/ 1110249 h 1545934"/>
              <a:gd name="connsiteX3" fmla="*/ 150762 w 1543906"/>
              <a:gd name="connsiteY3" fmla="*/ 559407 h 1545934"/>
              <a:gd name="connsiteX4" fmla="*/ 203582 w 1543906"/>
              <a:gd name="connsiteY4" fmla="*/ 501667 h 1545934"/>
              <a:gd name="connsiteX5" fmla="*/ 679794 w 1543906"/>
              <a:gd name="connsiteY5" fmla="*/ 24867 h 1545934"/>
              <a:gd name="connsiteX6" fmla="*/ 720590 w 1543906"/>
              <a:gd name="connsiteY6" fmla="*/ 741 h 1545934"/>
              <a:gd name="connsiteX7" fmla="*/ 775965 w 1543906"/>
              <a:gd name="connsiteY7" fmla="*/ 22330 h 1545934"/>
              <a:gd name="connsiteX8" fmla="*/ 889480 w 1543906"/>
              <a:gd name="connsiteY8" fmla="*/ 135476 h 1545934"/>
              <a:gd name="connsiteX9" fmla="*/ 983523 w 1543906"/>
              <a:gd name="connsiteY9" fmla="*/ 229458 h 1545934"/>
              <a:gd name="connsiteX10" fmla="*/ 1003628 w 1543906"/>
              <a:gd name="connsiteY10" fmla="*/ 254036 h 1545934"/>
              <a:gd name="connsiteX11" fmla="*/ 1003383 w 1543906"/>
              <a:gd name="connsiteY11" fmla="*/ 312257 h 1545934"/>
              <a:gd name="connsiteX12" fmla="*/ 981897 w 1543906"/>
              <a:gd name="connsiteY12" fmla="*/ 338056 h 1545934"/>
              <a:gd name="connsiteX13" fmla="*/ 529826 w 1543906"/>
              <a:gd name="connsiteY13" fmla="*/ 790060 h 1545934"/>
              <a:gd name="connsiteX14" fmla="*/ 471469 w 1543906"/>
              <a:gd name="connsiteY14" fmla="*/ 888929 h 1545934"/>
              <a:gd name="connsiteX15" fmla="*/ 579840 w 1543906"/>
              <a:gd name="connsiteY15" fmla="*/ 1072589 h 1545934"/>
              <a:gd name="connsiteX16" fmla="*/ 685834 w 1543906"/>
              <a:gd name="connsiteY16" fmla="*/ 1059642 h 1545934"/>
              <a:gd name="connsiteX17" fmla="*/ 758568 w 1543906"/>
              <a:gd name="connsiteY17" fmla="*/ 1007221 h 1545934"/>
              <a:gd name="connsiteX18" fmla="*/ 1204644 w 1543906"/>
              <a:gd name="connsiteY18" fmla="*/ 562102 h 1545934"/>
              <a:gd name="connsiteX19" fmla="*/ 1232041 w 1543906"/>
              <a:gd name="connsiteY19" fmla="*/ 539740 h 1545934"/>
              <a:gd name="connsiteX20" fmla="*/ 1288663 w 1543906"/>
              <a:gd name="connsiteY20" fmla="*/ 539453 h 1545934"/>
              <a:gd name="connsiteX21" fmla="*/ 1313476 w 1543906"/>
              <a:gd name="connsiteY21" fmla="*/ 559236 h 1545934"/>
              <a:gd name="connsiteX22" fmla="*/ 1518031 w 1543906"/>
              <a:gd name="connsiteY22" fmla="*/ 764219 h 1545934"/>
              <a:gd name="connsiteX23" fmla="*/ 1528271 w 1543906"/>
              <a:gd name="connsiteY23" fmla="*/ 775806 h 1545934"/>
              <a:gd name="connsiteX24" fmla="*/ 1528805 w 1543906"/>
              <a:gd name="connsiteY24" fmla="*/ 852003 h 1545934"/>
              <a:gd name="connsiteX25" fmla="*/ 1514153 w 1543906"/>
              <a:gd name="connsiteY25" fmla="*/ 868175 h 1545934"/>
              <a:gd name="connsiteX26" fmla="*/ 1024503 w 1543906"/>
              <a:gd name="connsiteY26" fmla="*/ 1357305 h 1545934"/>
              <a:gd name="connsiteX27" fmla="*/ 663199 w 1543906"/>
              <a:gd name="connsiteY27" fmla="*/ 1538144 h 1545934"/>
              <a:gd name="connsiteX28" fmla="*/ 582379 w 1543906"/>
              <a:gd name="connsiteY28" fmla="*/ 1545934 h 1545934"/>
              <a:gd name="connsiteX29" fmla="*/ 1077862 w 1543906"/>
              <a:gd name="connsiteY29" fmla="*/ 862224 h 1545934"/>
              <a:gd name="connsiteX30" fmla="*/ 1079134 w 1543906"/>
              <a:gd name="connsiteY30" fmla="*/ 859373 h 1545934"/>
              <a:gd name="connsiteX31" fmla="*/ 1070563 w 1543906"/>
              <a:gd name="connsiteY31" fmla="*/ 867426 h 1545934"/>
              <a:gd name="connsiteX32" fmla="*/ 839066 w 1543906"/>
              <a:gd name="connsiteY32" fmla="*/ 1098250 h 1545934"/>
              <a:gd name="connsiteX33" fmla="*/ 805767 w 1543906"/>
              <a:gd name="connsiteY33" fmla="*/ 1127872 h 1545934"/>
              <a:gd name="connsiteX34" fmla="*/ 577055 w 1543906"/>
              <a:gd name="connsiteY34" fmla="*/ 1193714 h 1545934"/>
              <a:gd name="connsiteX35" fmla="*/ 349488 w 1543906"/>
              <a:gd name="connsiteY35" fmla="*/ 887063 h 1545934"/>
              <a:gd name="connsiteX36" fmla="*/ 424086 w 1543906"/>
              <a:gd name="connsiteY36" fmla="*/ 727074 h 1545934"/>
              <a:gd name="connsiteX37" fmla="*/ 518306 w 1543906"/>
              <a:gd name="connsiteY37" fmla="*/ 630795 h 1545934"/>
              <a:gd name="connsiteX38" fmla="*/ 685474 w 1543906"/>
              <a:gd name="connsiteY38" fmla="*/ 464857 h 1545934"/>
              <a:gd name="connsiteX39" fmla="*/ 547501 w 1543906"/>
              <a:gd name="connsiteY39" fmla="*/ 328707 h 1545934"/>
              <a:gd name="connsiteX40" fmla="*/ 543870 w 1543906"/>
              <a:gd name="connsiteY40" fmla="*/ 331955 h 1545934"/>
              <a:gd name="connsiteX41" fmla="*/ 385521 w 1543906"/>
              <a:gd name="connsiteY41" fmla="*/ 489585 h 1545934"/>
              <a:gd name="connsiteX42" fmla="*/ 268042 w 1543906"/>
              <a:gd name="connsiteY42" fmla="*/ 609021 h 1545934"/>
              <a:gd name="connsiteX43" fmla="*/ 124423 w 1543906"/>
              <a:gd name="connsiteY43" fmla="*/ 1037739 h 1545934"/>
              <a:gd name="connsiteX44" fmla="*/ 276423 w 1543906"/>
              <a:gd name="connsiteY44" fmla="*/ 1318952 h 1545934"/>
              <a:gd name="connsiteX45" fmla="*/ 635660 w 1543906"/>
              <a:gd name="connsiteY45" fmla="*/ 1419081 h 1545934"/>
              <a:gd name="connsiteX46" fmla="*/ 943212 w 1543906"/>
              <a:gd name="connsiteY46" fmla="*/ 1266919 h 1545934"/>
              <a:gd name="connsiteX47" fmla="*/ 1209635 w 1543906"/>
              <a:gd name="connsiteY47" fmla="*/ 1001481 h 1545934"/>
              <a:gd name="connsiteX48" fmla="*/ 1215827 w 1543906"/>
              <a:gd name="connsiteY48" fmla="*/ 994771 h 1545934"/>
              <a:gd name="connsiteX49" fmla="*/ 1077862 w 1543906"/>
              <a:gd name="connsiteY49" fmla="*/ 862224 h 1545934"/>
              <a:gd name="connsiteX50" fmla="*/ 1261091 w 1543906"/>
              <a:gd name="connsiteY50" fmla="*/ 681473 h 1545934"/>
              <a:gd name="connsiteX51" fmla="*/ 1171511 w 1543906"/>
              <a:gd name="connsiteY51" fmla="*/ 768865 h 1545934"/>
              <a:gd name="connsiteX52" fmla="*/ 1302272 w 1543906"/>
              <a:gd name="connsiteY52" fmla="*/ 902067 h 1545934"/>
              <a:gd name="connsiteX53" fmla="*/ 1394424 w 1543906"/>
              <a:gd name="connsiteY53" fmla="*/ 812494 h 1545934"/>
              <a:gd name="connsiteX54" fmla="*/ 1261091 w 1543906"/>
              <a:gd name="connsiteY54" fmla="*/ 681473 h 1545934"/>
              <a:gd name="connsiteX55" fmla="*/ 643372 w 1543906"/>
              <a:gd name="connsiteY55" fmla="*/ 240355 h 1545934"/>
              <a:gd name="connsiteX56" fmla="*/ 773555 w 1543906"/>
              <a:gd name="connsiteY56" fmla="*/ 368685 h 1545934"/>
              <a:gd name="connsiteX57" fmla="*/ 857206 w 1543906"/>
              <a:gd name="connsiteY57" fmla="*/ 280714 h 1545934"/>
              <a:gd name="connsiteX58" fmla="*/ 728794 w 1543906"/>
              <a:gd name="connsiteY58" fmla="*/ 149122 h 1545934"/>
              <a:gd name="connsiteX59" fmla="*/ 643372 w 1543906"/>
              <a:gd name="connsiteY59" fmla="*/ 240355 h 1545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543906" h="1545934">
                <a:moveTo>
                  <a:pt x="582379" y="1545934"/>
                </a:moveTo>
                <a:cubicBezTo>
                  <a:pt x="408270" y="1542146"/>
                  <a:pt x="264910" y="1486177"/>
                  <a:pt x="148863" y="1366940"/>
                </a:cubicBezTo>
                <a:cubicBezTo>
                  <a:pt x="78917" y="1295072"/>
                  <a:pt x="36176" y="1207692"/>
                  <a:pt x="15494" y="1110249"/>
                </a:cubicBezTo>
                <a:cubicBezTo>
                  <a:pt x="-28017" y="905242"/>
                  <a:pt x="21067" y="722127"/>
                  <a:pt x="150762" y="559407"/>
                </a:cubicBezTo>
                <a:cubicBezTo>
                  <a:pt x="166987" y="539053"/>
                  <a:pt x="185176" y="520130"/>
                  <a:pt x="203582" y="501667"/>
                </a:cubicBezTo>
                <a:cubicBezTo>
                  <a:pt x="362174" y="342591"/>
                  <a:pt x="521032" y="183776"/>
                  <a:pt x="679794" y="24867"/>
                </a:cubicBezTo>
                <a:cubicBezTo>
                  <a:pt x="691341" y="13311"/>
                  <a:pt x="703925" y="3415"/>
                  <a:pt x="720590" y="741"/>
                </a:cubicBezTo>
                <a:cubicBezTo>
                  <a:pt x="743160" y="-2878"/>
                  <a:pt x="760688" y="7152"/>
                  <a:pt x="775965" y="22330"/>
                </a:cubicBezTo>
                <a:cubicBezTo>
                  <a:pt x="813862" y="59985"/>
                  <a:pt x="851649" y="97754"/>
                  <a:pt x="889480" y="135476"/>
                </a:cubicBezTo>
                <a:cubicBezTo>
                  <a:pt x="920862" y="166770"/>
                  <a:pt x="952384" y="197926"/>
                  <a:pt x="983523" y="229458"/>
                </a:cubicBezTo>
                <a:cubicBezTo>
                  <a:pt x="990939" y="236967"/>
                  <a:pt x="997939" y="245182"/>
                  <a:pt x="1003628" y="254036"/>
                </a:cubicBezTo>
                <a:cubicBezTo>
                  <a:pt x="1015947" y="273202"/>
                  <a:pt x="1015859" y="293232"/>
                  <a:pt x="1003383" y="312257"/>
                </a:cubicBezTo>
                <a:cubicBezTo>
                  <a:pt x="997280" y="321562"/>
                  <a:pt x="989784" y="330158"/>
                  <a:pt x="981897" y="338056"/>
                </a:cubicBezTo>
                <a:cubicBezTo>
                  <a:pt x="831297" y="488814"/>
                  <a:pt x="680540" y="639416"/>
                  <a:pt x="529826" y="790060"/>
                </a:cubicBezTo>
                <a:cubicBezTo>
                  <a:pt x="501875" y="817997"/>
                  <a:pt x="479517" y="849510"/>
                  <a:pt x="471469" y="888929"/>
                </a:cubicBezTo>
                <a:cubicBezTo>
                  <a:pt x="454591" y="971605"/>
                  <a:pt x="495728" y="1050831"/>
                  <a:pt x="579840" y="1072589"/>
                </a:cubicBezTo>
                <a:cubicBezTo>
                  <a:pt x="616736" y="1082134"/>
                  <a:pt x="651971" y="1076248"/>
                  <a:pt x="685834" y="1059642"/>
                </a:cubicBezTo>
                <a:cubicBezTo>
                  <a:pt x="713070" y="1046286"/>
                  <a:pt x="737128" y="1028632"/>
                  <a:pt x="758568" y="1007221"/>
                </a:cubicBezTo>
                <a:cubicBezTo>
                  <a:pt x="907197" y="858784"/>
                  <a:pt x="1055839" y="710362"/>
                  <a:pt x="1204644" y="562102"/>
                </a:cubicBezTo>
                <a:cubicBezTo>
                  <a:pt x="1212964" y="553813"/>
                  <a:pt x="1222208" y="546140"/>
                  <a:pt x="1232041" y="539740"/>
                </a:cubicBezTo>
                <a:cubicBezTo>
                  <a:pt x="1250506" y="527721"/>
                  <a:pt x="1270022" y="527767"/>
                  <a:pt x="1288663" y="539453"/>
                </a:cubicBezTo>
                <a:cubicBezTo>
                  <a:pt x="1297642" y="545107"/>
                  <a:pt x="1305964" y="551742"/>
                  <a:pt x="1313476" y="559236"/>
                </a:cubicBezTo>
                <a:cubicBezTo>
                  <a:pt x="1381820" y="627402"/>
                  <a:pt x="1449912" y="695826"/>
                  <a:pt x="1518031" y="764219"/>
                </a:cubicBezTo>
                <a:cubicBezTo>
                  <a:pt x="1521667" y="767879"/>
                  <a:pt x="1525086" y="771748"/>
                  <a:pt x="1528271" y="775806"/>
                </a:cubicBezTo>
                <a:cubicBezTo>
                  <a:pt x="1548912" y="802047"/>
                  <a:pt x="1549144" y="825550"/>
                  <a:pt x="1528805" y="852003"/>
                </a:cubicBezTo>
                <a:cubicBezTo>
                  <a:pt x="1524384" y="857752"/>
                  <a:pt x="1519294" y="863038"/>
                  <a:pt x="1514153" y="868175"/>
                </a:cubicBezTo>
                <a:cubicBezTo>
                  <a:pt x="1350976" y="1031265"/>
                  <a:pt x="1187863" y="1194408"/>
                  <a:pt x="1024503" y="1357305"/>
                </a:cubicBezTo>
                <a:cubicBezTo>
                  <a:pt x="924102" y="1457421"/>
                  <a:pt x="803332" y="1517475"/>
                  <a:pt x="663199" y="1538144"/>
                </a:cubicBezTo>
                <a:cubicBezTo>
                  <a:pt x="633553" y="1542517"/>
                  <a:pt x="603473" y="1543963"/>
                  <a:pt x="582379" y="1545934"/>
                </a:cubicBezTo>
                <a:close/>
                <a:moveTo>
                  <a:pt x="1077862" y="862224"/>
                </a:moveTo>
                <a:lnTo>
                  <a:pt x="1079134" y="859373"/>
                </a:lnTo>
                <a:cubicBezTo>
                  <a:pt x="1076273" y="862053"/>
                  <a:pt x="1073336" y="864659"/>
                  <a:pt x="1070563" y="867426"/>
                </a:cubicBezTo>
                <a:cubicBezTo>
                  <a:pt x="993413" y="944384"/>
                  <a:pt x="916347" y="1021425"/>
                  <a:pt x="839066" y="1098250"/>
                </a:cubicBezTo>
                <a:cubicBezTo>
                  <a:pt x="828542" y="1108713"/>
                  <a:pt x="817555" y="1118893"/>
                  <a:pt x="805767" y="1127872"/>
                </a:cubicBezTo>
                <a:cubicBezTo>
                  <a:pt x="738120" y="1179391"/>
                  <a:pt x="662529" y="1206322"/>
                  <a:pt x="577055" y="1193714"/>
                </a:cubicBezTo>
                <a:cubicBezTo>
                  <a:pt x="434324" y="1172661"/>
                  <a:pt x="331195" y="1052347"/>
                  <a:pt x="349488" y="887063"/>
                </a:cubicBezTo>
                <a:cubicBezTo>
                  <a:pt x="356289" y="825620"/>
                  <a:pt x="383575" y="772637"/>
                  <a:pt x="424086" y="727074"/>
                </a:cubicBezTo>
                <a:cubicBezTo>
                  <a:pt x="453890" y="693554"/>
                  <a:pt x="486526" y="662528"/>
                  <a:pt x="518306" y="630795"/>
                </a:cubicBezTo>
                <a:cubicBezTo>
                  <a:pt x="573844" y="575339"/>
                  <a:pt x="629692" y="520195"/>
                  <a:pt x="685474" y="464857"/>
                </a:cubicBezTo>
                <a:cubicBezTo>
                  <a:pt x="639482" y="419475"/>
                  <a:pt x="593491" y="374091"/>
                  <a:pt x="547501" y="328707"/>
                </a:cubicBezTo>
                <a:cubicBezTo>
                  <a:pt x="546960" y="329187"/>
                  <a:pt x="545339" y="330494"/>
                  <a:pt x="543870" y="331955"/>
                </a:cubicBezTo>
                <a:cubicBezTo>
                  <a:pt x="491062" y="384473"/>
                  <a:pt x="438122" y="436859"/>
                  <a:pt x="385521" y="489585"/>
                </a:cubicBezTo>
                <a:cubicBezTo>
                  <a:pt x="346081" y="529119"/>
                  <a:pt x="306219" y="568287"/>
                  <a:pt x="268042" y="609021"/>
                </a:cubicBezTo>
                <a:cubicBezTo>
                  <a:pt x="154821" y="729830"/>
                  <a:pt x="105445" y="872760"/>
                  <a:pt x="124423" y="1037739"/>
                </a:cubicBezTo>
                <a:cubicBezTo>
                  <a:pt x="137493" y="1151373"/>
                  <a:pt x="189631" y="1245227"/>
                  <a:pt x="276423" y="1318952"/>
                </a:cubicBezTo>
                <a:cubicBezTo>
                  <a:pt x="380415" y="1407287"/>
                  <a:pt x="501492" y="1437386"/>
                  <a:pt x="635660" y="1419081"/>
                </a:cubicBezTo>
                <a:cubicBezTo>
                  <a:pt x="755216" y="1402771"/>
                  <a:pt x="857594" y="1351376"/>
                  <a:pt x="943212" y="1266919"/>
                </a:cubicBezTo>
                <a:cubicBezTo>
                  <a:pt x="1032457" y="1178884"/>
                  <a:pt x="1120870" y="1090005"/>
                  <a:pt x="1209635" y="1001481"/>
                </a:cubicBezTo>
                <a:cubicBezTo>
                  <a:pt x="1211328" y="999794"/>
                  <a:pt x="1212885" y="997969"/>
                  <a:pt x="1215827" y="994771"/>
                </a:cubicBezTo>
                <a:cubicBezTo>
                  <a:pt x="1169732" y="950488"/>
                  <a:pt x="1123796" y="906356"/>
                  <a:pt x="1077862" y="862224"/>
                </a:cubicBezTo>
                <a:close/>
                <a:moveTo>
                  <a:pt x="1261091" y="681473"/>
                </a:moveTo>
                <a:lnTo>
                  <a:pt x="1171511" y="768865"/>
                </a:lnTo>
                <a:lnTo>
                  <a:pt x="1302272" y="902067"/>
                </a:lnTo>
                <a:lnTo>
                  <a:pt x="1394424" y="812494"/>
                </a:lnTo>
                <a:lnTo>
                  <a:pt x="1261091" y="681473"/>
                </a:lnTo>
                <a:close/>
                <a:moveTo>
                  <a:pt x="643372" y="240355"/>
                </a:moveTo>
                <a:lnTo>
                  <a:pt x="773555" y="368685"/>
                </a:lnTo>
                <a:lnTo>
                  <a:pt x="857206" y="280714"/>
                </a:lnTo>
                <a:lnTo>
                  <a:pt x="728794" y="149122"/>
                </a:lnTo>
                <a:lnTo>
                  <a:pt x="643372" y="24035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63" name="组合 362"/>
          <p:cNvGrpSpPr/>
          <p:nvPr/>
        </p:nvGrpSpPr>
        <p:grpSpPr>
          <a:xfrm>
            <a:off x="9861507" y="2928397"/>
            <a:ext cx="432000" cy="452978"/>
            <a:chOff x="117432" y="167735"/>
            <a:chExt cx="1665012" cy="1617377"/>
          </a:xfrm>
          <a:solidFill>
            <a:schemeClr val="bg1"/>
          </a:solidFill>
        </p:grpSpPr>
        <p:sp>
          <p:nvSpPr>
            <p:cNvPr id="359" name="任意多边形: 形状 358"/>
            <p:cNvSpPr/>
            <p:nvPr/>
          </p:nvSpPr>
          <p:spPr>
            <a:xfrm>
              <a:off x="117432" y="167735"/>
              <a:ext cx="1665012" cy="1617377"/>
            </a:xfrm>
            <a:custGeom>
              <a:avLst/>
              <a:gdLst>
                <a:gd name="connsiteX0" fmla="*/ 690184 w 1665012"/>
                <a:gd name="connsiteY0" fmla="*/ 1617377 h 1617377"/>
                <a:gd name="connsiteX1" fmla="*/ 628924 w 1665012"/>
                <a:gd name="connsiteY1" fmla="*/ 1586137 h 1617377"/>
                <a:gd name="connsiteX2" fmla="*/ 617334 w 1665012"/>
                <a:gd name="connsiteY2" fmla="*/ 1522081 h 1617377"/>
                <a:gd name="connsiteX3" fmla="*/ 633145 w 1665012"/>
                <a:gd name="connsiteY3" fmla="*/ 1388197 h 1617377"/>
                <a:gd name="connsiteX4" fmla="*/ 0 w 1665012"/>
                <a:gd name="connsiteY4" fmla="*/ 704242 h 1617377"/>
                <a:gd name="connsiteX5" fmla="*/ 832481 w 1665012"/>
                <a:gd name="connsiteY5" fmla="*/ 0 h 1617377"/>
                <a:gd name="connsiteX6" fmla="*/ 1665012 w 1665012"/>
                <a:gd name="connsiteY6" fmla="*/ 704242 h 1617377"/>
                <a:gd name="connsiteX7" fmla="*/ 1019566 w 1665012"/>
                <a:gd name="connsiteY7" fmla="*/ 1390637 h 1617377"/>
                <a:gd name="connsiteX8" fmla="*/ 735480 w 1665012"/>
                <a:gd name="connsiteY8" fmla="*/ 1602966 h 1617377"/>
                <a:gd name="connsiteX9" fmla="*/ 730853 w 1665012"/>
                <a:gd name="connsiteY9" fmla="*/ 1606067 h 1617377"/>
                <a:gd name="connsiteX10" fmla="*/ 690184 w 1665012"/>
                <a:gd name="connsiteY10" fmla="*/ 1617377 h 1617377"/>
                <a:gd name="connsiteX11" fmla="*/ 832481 w 1665012"/>
                <a:gd name="connsiteY11" fmla="*/ 104118 h 1617377"/>
                <a:gd name="connsiteX12" fmla="*/ 104118 w 1665012"/>
                <a:gd name="connsiteY12" fmla="*/ 704242 h 1617377"/>
                <a:gd name="connsiteX13" fmla="*/ 698470 w 1665012"/>
                <a:gd name="connsiteY13" fmla="*/ 1294223 h 1617377"/>
                <a:gd name="connsiteX14" fmla="*/ 742293 w 1665012"/>
                <a:gd name="connsiteY14" fmla="*/ 1351772 h 1617377"/>
                <a:gd name="connsiteX15" fmla="*/ 727246 w 1665012"/>
                <a:gd name="connsiteY15" fmla="*/ 1479149 h 1617377"/>
                <a:gd name="connsiteX16" fmla="*/ 966950 w 1665012"/>
                <a:gd name="connsiteY16" fmla="*/ 1300019 h 1617377"/>
                <a:gd name="connsiteX17" fmla="*/ 988861 w 1665012"/>
                <a:gd name="connsiteY17" fmla="*/ 1290487 h 1617377"/>
                <a:gd name="connsiteX18" fmla="*/ 1560897 w 1665012"/>
                <a:gd name="connsiteY18" fmla="*/ 704243 h 1617377"/>
                <a:gd name="connsiteX19" fmla="*/ 832481 w 1665012"/>
                <a:gd name="connsiteY19" fmla="*/ 104118 h 161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65012" h="1617377">
                  <a:moveTo>
                    <a:pt x="690184" y="1617377"/>
                  </a:moveTo>
                  <a:cubicBezTo>
                    <a:pt x="665883" y="1617377"/>
                    <a:pt x="642955" y="1605710"/>
                    <a:pt x="628924" y="1586137"/>
                  </a:cubicBezTo>
                  <a:cubicBezTo>
                    <a:pt x="615707" y="1567733"/>
                    <a:pt x="611589" y="1544704"/>
                    <a:pt x="617334" y="1522081"/>
                  </a:cubicBezTo>
                  <a:lnTo>
                    <a:pt x="633145" y="1388197"/>
                  </a:lnTo>
                  <a:cubicBezTo>
                    <a:pt x="263342" y="1311686"/>
                    <a:pt x="0" y="1030600"/>
                    <a:pt x="0" y="704242"/>
                  </a:cubicBezTo>
                  <a:cubicBezTo>
                    <a:pt x="0" y="315911"/>
                    <a:pt x="373460" y="0"/>
                    <a:pt x="832481" y="0"/>
                  </a:cubicBezTo>
                  <a:cubicBezTo>
                    <a:pt x="1291554" y="0"/>
                    <a:pt x="1665012" y="315911"/>
                    <a:pt x="1665012" y="704242"/>
                  </a:cubicBezTo>
                  <a:cubicBezTo>
                    <a:pt x="1665012" y="1030930"/>
                    <a:pt x="1394348" y="1317888"/>
                    <a:pt x="1019566" y="1390637"/>
                  </a:cubicBezTo>
                  <a:lnTo>
                    <a:pt x="735480" y="1602966"/>
                  </a:lnTo>
                  <a:cubicBezTo>
                    <a:pt x="733996" y="1604083"/>
                    <a:pt x="732451" y="1605119"/>
                    <a:pt x="730853" y="1606067"/>
                  </a:cubicBezTo>
                  <a:cubicBezTo>
                    <a:pt x="718348" y="1613463"/>
                    <a:pt x="704316" y="1617377"/>
                    <a:pt x="690184" y="1617377"/>
                  </a:cubicBezTo>
                  <a:close/>
                  <a:moveTo>
                    <a:pt x="832481" y="104118"/>
                  </a:moveTo>
                  <a:cubicBezTo>
                    <a:pt x="430857" y="104118"/>
                    <a:pt x="104118" y="373332"/>
                    <a:pt x="104118" y="704242"/>
                  </a:cubicBezTo>
                  <a:cubicBezTo>
                    <a:pt x="104118" y="993207"/>
                    <a:pt x="354090" y="1241349"/>
                    <a:pt x="698470" y="1294223"/>
                  </a:cubicBezTo>
                  <a:cubicBezTo>
                    <a:pt x="726228" y="1298468"/>
                    <a:pt x="745598" y="1323937"/>
                    <a:pt x="742293" y="1351772"/>
                  </a:cubicBezTo>
                  <a:lnTo>
                    <a:pt x="727246" y="1479149"/>
                  </a:lnTo>
                  <a:lnTo>
                    <a:pt x="966950" y="1300019"/>
                  </a:lnTo>
                  <a:cubicBezTo>
                    <a:pt x="973408" y="1295173"/>
                    <a:pt x="980912" y="1291908"/>
                    <a:pt x="988861" y="1290487"/>
                  </a:cubicBezTo>
                  <a:cubicBezTo>
                    <a:pt x="1320328" y="1230626"/>
                    <a:pt x="1560897" y="984059"/>
                    <a:pt x="1560897" y="704243"/>
                  </a:cubicBezTo>
                  <a:cubicBezTo>
                    <a:pt x="1560895" y="373334"/>
                    <a:pt x="1234106" y="104118"/>
                    <a:pt x="832481" y="104118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0" name="任意多边形: 形状 359"/>
            <p:cNvSpPr/>
            <p:nvPr/>
          </p:nvSpPr>
          <p:spPr>
            <a:xfrm>
              <a:off x="471453" y="782615"/>
              <a:ext cx="193191" cy="193217"/>
            </a:xfrm>
            <a:custGeom>
              <a:avLst/>
              <a:gdLst>
                <a:gd name="connsiteX0" fmla="*/ 0 w 193191"/>
                <a:gd name="connsiteY0" fmla="*/ 96609 h 193217"/>
                <a:gd name="connsiteX1" fmla="*/ 96582 w 193191"/>
                <a:gd name="connsiteY1" fmla="*/ 193218 h 193217"/>
                <a:gd name="connsiteX2" fmla="*/ 193191 w 193191"/>
                <a:gd name="connsiteY2" fmla="*/ 96636 h 193217"/>
                <a:gd name="connsiteX3" fmla="*/ 193191 w 193191"/>
                <a:gd name="connsiteY3" fmla="*/ 96609 h 193217"/>
                <a:gd name="connsiteX4" fmla="*/ 96609 w 193191"/>
                <a:gd name="connsiteY4" fmla="*/ 0 h 193217"/>
                <a:gd name="connsiteX5" fmla="*/ 0 w 193191"/>
                <a:gd name="connsiteY5" fmla="*/ 96582 h 193217"/>
                <a:gd name="connsiteX6" fmla="*/ 0 w 193191"/>
                <a:gd name="connsiteY6" fmla="*/ 96609 h 1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3191" h="193217">
                  <a:moveTo>
                    <a:pt x="0" y="96609"/>
                  </a:moveTo>
                  <a:cubicBezTo>
                    <a:pt x="-7" y="149957"/>
                    <a:pt x="43234" y="193211"/>
                    <a:pt x="96582" y="193218"/>
                  </a:cubicBezTo>
                  <a:cubicBezTo>
                    <a:pt x="149930" y="193225"/>
                    <a:pt x="193184" y="149984"/>
                    <a:pt x="193191" y="96636"/>
                  </a:cubicBezTo>
                  <a:cubicBezTo>
                    <a:pt x="193191" y="96627"/>
                    <a:pt x="193191" y="96618"/>
                    <a:pt x="193191" y="96609"/>
                  </a:cubicBezTo>
                  <a:cubicBezTo>
                    <a:pt x="193198" y="43261"/>
                    <a:pt x="149957" y="7"/>
                    <a:pt x="96609" y="0"/>
                  </a:cubicBezTo>
                  <a:cubicBezTo>
                    <a:pt x="43261" y="-7"/>
                    <a:pt x="7" y="43234"/>
                    <a:pt x="0" y="96582"/>
                  </a:cubicBezTo>
                  <a:cubicBezTo>
                    <a:pt x="0" y="96591"/>
                    <a:pt x="0" y="96600"/>
                    <a:pt x="0" y="9660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1" name="任意多边形: 形状 360"/>
            <p:cNvSpPr/>
            <p:nvPr/>
          </p:nvSpPr>
          <p:spPr>
            <a:xfrm>
              <a:off x="872230" y="782615"/>
              <a:ext cx="193191" cy="193217"/>
            </a:xfrm>
            <a:custGeom>
              <a:avLst/>
              <a:gdLst>
                <a:gd name="connsiteX0" fmla="*/ 0 w 193191"/>
                <a:gd name="connsiteY0" fmla="*/ 96609 h 193217"/>
                <a:gd name="connsiteX1" fmla="*/ 96582 w 193191"/>
                <a:gd name="connsiteY1" fmla="*/ 193218 h 193217"/>
                <a:gd name="connsiteX2" fmla="*/ 193191 w 193191"/>
                <a:gd name="connsiteY2" fmla="*/ 96636 h 193217"/>
                <a:gd name="connsiteX3" fmla="*/ 193191 w 193191"/>
                <a:gd name="connsiteY3" fmla="*/ 96609 h 193217"/>
                <a:gd name="connsiteX4" fmla="*/ 96609 w 193191"/>
                <a:gd name="connsiteY4" fmla="*/ 0 h 193217"/>
                <a:gd name="connsiteX5" fmla="*/ 0 w 193191"/>
                <a:gd name="connsiteY5" fmla="*/ 96582 h 193217"/>
                <a:gd name="connsiteX6" fmla="*/ 0 w 193191"/>
                <a:gd name="connsiteY6" fmla="*/ 96609 h 1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3191" h="193217">
                  <a:moveTo>
                    <a:pt x="0" y="96609"/>
                  </a:moveTo>
                  <a:cubicBezTo>
                    <a:pt x="-7" y="149957"/>
                    <a:pt x="43234" y="193211"/>
                    <a:pt x="96582" y="193218"/>
                  </a:cubicBezTo>
                  <a:cubicBezTo>
                    <a:pt x="149930" y="193225"/>
                    <a:pt x="193184" y="149984"/>
                    <a:pt x="193191" y="96636"/>
                  </a:cubicBezTo>
                  <a:cubicBezTo>
                    <a:pt x="193191" y="96627"/>
                    <a:pt x="193191" y="96618"/>
                    <a:pt x="193191" y="96609"/>
                  </a:cubicBezTo>
                  <a:cubicBezTo>
                    <a:pt x="193198" y="43261"/>
                    <a:pt x="149957" y="7"/>
                    <a:pt x="96609" y="0"/>
                  </a:cubicBezTo>
                  <a:cubicBezTo>
                    <a:pt x="43261" y="-7"/>
                    <a:pt x="7" y="43234"/>
                    <a:pt x="0" y="96582"/>
                  </a:cubicBezTo>
                  <a:cubicBezTo>
                    <a:pt x="0" y="96591"/>
                    <a:pt x="0" y="96600"/>
                    <a:pt x="0" y="9660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2" name="任意多边形: 形状 361"/>
            <p:cNvSpPr/>
            <p:nvPr/>
          </p:nvSpPr>
          <p:spPr>
            <a:xfrm>
              <a:off x="1273005" y="782629"/>
              <a:ext cx="193191" cy="193191"/>
            </a:xfrm>
            <a:custGeom>
              <a:avLst/>
              <a:gdLst>
                <a:gd name="connsiteX0" fmla="*/ 0 w 193191"/>
                <a:gd name="connsiteY0" fmla="*/ 96596 h 193191"/>
                <a:gd name="connsiteX1" fmla="*/ 96596 w 193191"/>
                <a:gd name="connsiteY1" fmla="*/ 193191 h 193191"/>
                <a:gd name="connsiteX2" fmla="*/ 193191 w 193191"/>
                <a:gd name="connsiteY2" fmla="*/ 96596 h 193191"/>
                <a:gd name="connsiteX3" fmla="*/ 96596 w 193191"/>
                <a:gd name="connsiteY3" fmla="*/ 0 h 193191"/>
                <a:gd name="connsiteX4" fmla="*/ 0 w 193191"/>
                <a:gd name="connsiteY4" fmla="*/ 96596 h 193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191" h="193191">
                  <a:moveTo>
                    <a:pt x="0" y="96596"/>
                  </a:moveTo>
                  <a:cubicBezTo>
                    <a:pt x="0" y="149944"/>
                    <a:pt x="43247" y="193191"/>
                    <a:pt x="96596" y="193191"/>
                  </a:cubicBezTo>
                  <a:cubicBezTo>
                    <a:pt x="149944" y="193191"/>
                    <a:pt x="193191" y="149944"/>
                    <a:pt x="193191" y="96596"/>
                  </a:cubicBezTo>
                  <a:cubicBezTo>
                    <a:pt x="193191" y="43247"/>
                    <a:pt x="149944" y="0"/>
                    <a:pt x="96596" y="0"/>
                  </a:cubicBezTo>
                  <a:cubicBezTo>
                    <a:pt x="43247" y="0"/>
                    <a:pt x="0" y="43247"/>
                    <a:pt x="0" y="9659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70" name="组合 369"/>
          <p:cNvGrpSpPr/>
          <p:nvPr/>
        </p:nvGrpSpPr>
        <p:grpSpPr>
          <a:xfrm>
            <a:off x="9870485" y="3985737"/>
            <a:ext cx="386926" cy="386238"/>
            <a:chOff x="12109" y="13811"/>
            <a:chExt cx="1880627" cy="1877281"/>
          </a:xfrm>
          <a:solidFill>
            <a:schemeClr val="bg1"/>
          </a:solidFill>
        </p:grpSpPr>
        <p:sp>
          <p:nvSpPr>
            <p:cNvPr id="367" name="任意多边形: 形状 366"/>
            <p:cNvSpPr/>
            <p:nvPr/>
          </p:nvSpPr>
          <p:spPr>
            <a:xfrm>
              <a:off x="12109" y="235341"/>
              <a:ext cx="1655851" cy="1655751"/>
            </a:xfrm>
            <a:custGeom>
              <a:avLst/>
              <a:gdLst>
                <a:gd name="connsiteX0" fmla="*/ 1404258 w 1655851"/>
                <a:gd name="connsiteY0" fmla="*/ 349732 h 1655751"/>
                <a:gd name="connsiteX1" fmla="*/ 1577136 w 1655851"/>
                <a:gd name="connsiteY1" fmla="*/ 847056 h 1655751"/>
                <a:gd name="connsiteX2" fmla="*/ 1344369 w 1655851"/>
                <a:gd name="connsiteY2" fmla="*/ 1371288 h 1655751"/>
                <a:gd name="connsiteX3" fmla="*/ 808707 w 1655851"/>
                <a:gd name="connsiteY3" fmla="*/ 1577147 h 1655751"/>
                <a:gd name="connsiteX4" fmla="*/ 284594 w 1655851"/>
                <a:gd name="connsiteY4" fmla="*/ 1344142 h 1655751"/>
                <a:gd name="connsiteX5" fmla="*/ 78616 w 1655851"/>
                <a:gd name="connsiteY5" fmla="*/ 808837 h 1655751"/>
                <a:gd name="connsiteX6" fmla="*/ 311740 w 1655851"/>
                <a:gd name="connsiteY6" fmla="*/ 284605 h 1655751"/>
                <a:gd name="connsiteX7" fmla="*/ 847283 w 1655851"/>
                <a:gd name="connsiteY7" fmla="*/ 78746 h 1655751"/>
                <a:gd name="connsiteX8" fmla="*/ 1313294 w 1655851"/>
                <a:gd name="connsiteY8" fmla="*/ 256982 h 1655751"/>
                <a:gd name="connsiteX9" fmla="*/ 1370444 w 1655851"/>
                <a:gd name="connsiteY9" fmla="*/ 202571 h 1655751"/>
                <a:gd name="connsiteX10" fmla="*/ 849069 w 1655851"/>
                <a:gd name="connsiteY10" fmla="*/ 284 h 1655751"/>
                <a:gd name="connsiteX11" fmla="*/ 257686 w 1655851"/>
                <a:gd name="connsiteY11" fmla="*/ 227693 h 1655751"/>
                <a:gd name="connsiteX12" fmla="*/ 273 w 1655851"/>
                <a:gd name="connsiteY12" fmla="*/ 806694 h 1655751"/>
                <a:gd name="connsiteX13" fmla="*/ 227682 w 1655851"/>
                <a:gd name="connsiteY13" fmla="*/ 1398077 h 1655751"/>
                <a:gd name="connsiteX14" fmla="*/ 806802 w 1655851"/>
                <a:gd name="connsiteY14" fmla="*/ 1655490 h 1655751"/>
                <a:gd name="connsiteX15" fmla="*/ 1398185 w 1655851"/>
                <a:gd name="connsiteY15" fmla="*/ 1427962 h 1655751"/>
                <a:gd name="connsiteX16" fmla="*/ 1655599 w 1655851"/>
                <a:gd name="connsiteY16" fmla="*/ 849080 h 1655751"/>
                <a:gd name="connsiteX17" fmla="*/ 1460812 w 1655851"/>
                <a:gd name="connsiteY17" fmla="*/ 295797 h 1655751"/>
                <a:gd name="connsiteX18" fmla="*/ 1404258 w 1655851"/>
                <a:gd name="connsiteY18" fmla="*/ 349732 h 165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55851" h="1655751">
                  <a:moveTo>
                    <a:pt x="1404258" y="349732"/>
                  </a:moveTo>
                  <a:cubicBezTo>
                    <a:pt x="1520344" y="489392"/>
                    <a:pt x="1581899" y="663938"/>
                    <a:pt x="1577136" y="847056"/>
                  </a:cubicBezTo>
                  <a:cubicBezTo>
                    <a:pt x="1572136" y="1047081"/>
                    <a:pt x="1489506" y="1233533"/>
                    <a:pt x="1344369" y="1371288"/>
                  </a:cubicBezTo>
                  <a:cubicBezTo>
                    <a:pt x="1199113" y="1509163"/>
                    <a:pt x="1008970" y="1582148"/>
                    <a:pt x="808707" y="1577147"/>
                  </a:cubicBezTo>
                  <a:cubicBezTo>
                    <a:pt x="608563" y="1572147"/>
                    <a:pt x="422468" y="1489160"/>
                    <a:pt x="284594" y="1344142"/>
                  </a:cubicBezTo>
                  <a:cubicBezTo>
                    <a:pt x="146719" y="1199243"/>
                    <a:pt x="73496" y="1008981"/>
                    <a:pt x="78616" y="808837"/>
                  </a:cubicBezTo>
                  <a:cubicBezTo>
                    <a:pt x="83854" y="608693"/>
                    <a:pt x="166603" y="422479"/>
                    <a:pt x="311740" y="284605"/>
                  </a:cubicBezTo>
                  <a:cubicBezTo>
                    <a:pt x="456758" y="146611"/>
                    <a:pt x="647020" y="73507"/>
                    <a:pt x="847283" y="78746"/>
                  </a:cubicBezTo>
                  <a:cubicBezTo>
                    <a:pt x="1020519" y="83151"/>
                    <a:pt x="1183278" y="145897"/>
                    <a:pt x="1313294" y="256982"/>
                  </a:cubicBezTo>
                  <a:lnTo>
                    <a:pt x="1370444" y="202571"/>
                  </a:lnTo>
                  <a:cubicBezTo>
                    <a:pt x="1225664" y="76603"/>
                    <a:pt x="1043498" y="5284"/>
                    <a:pt x="849069" y="284"/>
                  </a:cubicBezTo>
                  <a:cubicBezTo>
                    <a:pt x="628208" y="-5431"/>
                    <a:pt x="418063" y="75412"/>
                    <a:pt x="257686" y="227693"/>
                  </a:cubicBezTo>
                  <a:cubicBezTo>
                    <a:pt x="97428" y="380093"/>
                    <a:pt x="6107" y="585714"/>
                    <a:pt x="273" y="806694"/>
                  </a:cubicBezTo>
                  <a:cubicBezTo>
                    <a:pt x="-5323" y="1028031"/>
                    <a:pt x="75401" y="1237700"/>
                    <a:pt x="227682" y="1398077"/>
                  </a:cubicBezTo>
                  <a:cubicBezTo>
                    <a:pt x="380082" y="1558455"/>
                    <a:pt x="585584" y="1649776"/>
                    <a:pt x="806802" y="1655490"/>
                  </a:cubicBezTo>
                  <a:cubicBezTo>
                    <a:pt x="1027901" y="1660967"/>
                    <a:pt x="1238046" y="1580243"/>
                    <a:pt x="1398185" y="1427962"/>
                  </a:cubicBezTo>
                  <a:cubicBezTo>
                    <a:pt x="1558563" y="1275681"/>
                    <a:pt x="1650003" y="1069941"/>
                    <a:pt x="1655599" y="849080"/>
                  </a:cubicBezTo>
                  <a:cubicBezTo>
                    <a:pt x="1660599" y="644888"/>
                    <a:pt x="1591424" y="450578"/>
                    <a:pt x="1460812" y="295797"/>
                  </a:cubicBezTo>
                  <a:lnTo>
                    <a:pt x="1404258" y="349732"/>
                  </a:ln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8" name="任意多边形: 形状 367"/>
            <p:cNvSpPr/>
            <p:nvPr/>
          </p:nvSpPr>
          <p:spPr>
            <a:xfrm>
              <a:off x="362517" y="607190"/>
              <a:ext cx="939582" cy="939709"/>
            </a:xfrm>
            <a:custGeom>
              <a:avLst/>
              <a:gdLst>
                <a:gd name="connsiteX0" fmla="*/ 479969 w 939582"/>
                <a:gd name="connsiteY0" fmla="*/ 75157 h 939709"/>
                <a:gd name="connsiteX1" fmla="*/ 697496 w 939582"/>
                <a:gd name="connsiteY1" fmla="*/ 147070 h 939709"/>
                <a:gd name="connsiteX2" fmla="*/ 751789 w 939582"/>
                <a:gd name="connsiteY2" fmla="*/ 95397 h 939709"/>
                <a:gd name="connsiteX3" fmla="*/ 481874 w 939582"/>
                <a:gd name="connsiteY3" fmla="*/ 147 h 939709"/>
                <a:gd name="connsiteX4" fmla="*/ 146237 w 939582"/>
                <a:gd name="connsiteY4" fmla="*/ 129330 h 939709"/>
                <a:gd name="connsiteX5" fmla="*/ 147 w 939582"/>
                <a:gd name="connsiteY5" fmla="*/ 458181 h 939709"/>
                <a:gd name="connsiteX6" fmla="*/ 129211 w 939582"/>
                <a:gd name="connsiteY6" fmla="*/ 793580 h 939709"/>
                <a:gd name="connsiteX7" fmla="*/ 457704 w 939582"/>
                <a:gd name="connsiteY7" fmla="*/ 939550 h 939709"/>
                <a:gd name="connsiteX8" fmla="*/ 793461 w 939582"/>
                <a:gd name="connsiteY8" fmla="*/ 810487 h 939709"/>
                <a:gd name="connsiteX9" fmla="*/ 939431 w 939582"/>
                <a:gd name="connsiteY9" fmla="*/ 482112 h 939709"/>
                <a:gd name="connsiteX10" fmla="*/ 836204 w 939582"/>
                <a:gd name="connsiteY10" fmla="*/ 179336 h 939709"/>
                <a:gd name="connsiteX11" fmla="*/ 781673 w 939582"/>
                <a:gd name="connsiteY11" fmla="*/ 231009 h 939709"/>
                <a:gd name="connsiteX12" fmla="*/ 864422 w 939582"/>
                <a:gd name="connsiteY12" fmla="*/ 479850 h 939709"/>
                <a:gd name="connsiteX13" fmla="*/ 741787 w 939582"/>
                <a:gd name="connsiteY13" fmla="*/ 756075 h 939709"/>
                <a:gd name="connsiteX14" fmla="*/ 459728 w 939582"/>
                <a:gd name="connsiteY14" fmla="*/ 864422 h 939709"/>
                <a:gd name="connsiteX15" fmla="*/ 183622 w 939582"/>
                <a:gd name="connsiteY15" fmla="*/ 741787 h 939709"/>
                <a:gd name="connsiteX16" fmla="*/ 75037 w 939582"/>
                <a:gd name="connsiteY16" fmla="*/ 459728 h 939709"/>
                <a:gd name="connsiteX17" fmla="*/ 197910 w 939582"/>
                <a:gd name="connsiteY17" fmla="*/ 183623 h 939709"/>
                <a:gd name="connsiteX18" fmla="*/ 479969 w 939582"/>
                <a:gd name="connsiteY18" fmla="*/ 75157 h 93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39582" h="939709">
                  <a:moveTo>
                    <a:pt x="479969" y="75157"/>
                  </a:moveTo>
                  <a:cubicBezTo>
                    <a:pt x="559384" y="77062"/>
                    <a:pt x="634155" y="102303"/>
                    <a:pt x="697496" y="147070"/>
                  </a:cubicBezTo>
                  <a:lnTo>
                    <a:pt x="751789" y="95397"/>
                  </a:lnTo>
                  <a:cubicBezTo>
                    <a:pt x="674279" y="36699"/>
                    <a:pt x="581172" y="2647"/>
                    <a:pt x="481874" y="147"/>
                  </a:cubicBezTo>
                  <a:cubicBezTo>
                    <a:pt x="356501" y="-2948"/>
                    <a:pt x="237320" y="42891"/>
                    <a:pt x="146237" y="129330"/>
                  </a:cubicBezTo>
                  <a:cubicBezTo>
                    <a:pt x="55273" y="215769"/>
                    <a:pt x="3362" y="332451"/>
                    <a:pt x="147" y="458181"/>
                  </a:cubicBezTo>
                  <a:cubicBezTo>
                    <a:pt x="-2948" y="583672"/>
                    <a:pt x="42891" y="702497"/>
                    <a:pt x="129211" y="793580"/>
                  </a:cubicBezTo>
                  <a:cubicBezTo>
                    <a:pt x="215650" y="884424"/>
                    <a:pt x="332332" y="936097"/>
                    <a:pt x="457704" y="939550"/>
                  </a:cubicBezTo>
                  <a:cubicBezTo>
                    <a:pt x="583315" y="942765"/>
                    <a:pt x="702497" y="897164"/>
                    <a:pt x="793461" y="810487"/>
                  </a:cubicBezTo>
                  <a:cubicBezTo>
                    <a:pt x="884305" y="724047"/>
                    <a:pt x="936097" y="607604"/>
                    <a:pt x="939431" y="482112"/>
                  </a:cubicBezTo>
                  <a:cubicBezTo>
                    <a:pt x="942289" y="370551"/>
                    <a:pt x="904427" y="265537"/>
                    <a:pt x="836204" y="179336"/>
                  </a:cubicBezTo>
                  <a:lnTo>
                    <a:pt x="781673" y="231009"/>
                  </a:lnTo>
                  <a:cubicBezTo>
                    <a:pt x="836561" y="302447"/>
                    <a:pt x="866803" y="388767"/>
                    <a:pt x="864422" y="479850"/>
                  </a:cubicBezTo>
                  <a:cubicBezTo>
                    <a:pt x="861922" y="585458"/>
                    <a:pt x="818226" y="683447"/>
                    <a:pt x="741787" y="756075"/>
                  </a:cubicBezTo>
                  <a:cubicBezTo>
                    <a:pt x="665349" y="828822"/>
                    <a:pt x="565218" y="867398"/>
                    <a:pt x="459728" y="864422"/>
                  </a:cubicBezTo>
                  <a:cubicBezTo>
                    <a:pt x="354358" y="861922"/>
                    <a:pt x="256370" y="818345"/>
                    <a:pt x="183622" y="741787"/>
                  </a:cubicBezTo>
                  <a:cubicBezTo>
                    <a:pt x="110994" y="665587"/>
                    <a:pt x="72418" y="565337"/>
                    <a:pt x="75037" y="459728"/>
                  </a:cubicBezTo>
                  <a:cubicBezTo>
                    <a:pt x="77776" y="354358"/>
                    <a:pt x="121353" y="256370"/>
                    <a:pt x="197910" y="183623"/>
                  </a:cubicBezTo>
                  <a:cubicBezTo>
                    <a:pt x="274348" y="110994"/>
                    <a:pt x="374480" y="72537"/>
                    <a:pt x="479969" y="75157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9" name="任意多边形: 形状 368"/>
            <p:cNvSpPr/>
            <p:nvPr/>
          </p:nvSpPr>
          <p:spPr>
            <a:xfrm>
              <a:off x="730058" y="13811"/>
              <a:ext cx="1162678" cy="1138862"/>
            </a:xfrm>
            <a:custGeom>
              <a:avLst/>
              <a:gdLst>
                <a:gd name="connsiteX0" fmla="*/ 1007421 w 1162678"/>
                <a:gd name="connsiteY0" fmla="*/ 172641 h 1138862"/>
                <a:gd name="connsiteX1" fmla="*/ 999563 w 1162678"/>
                <a:gd name="connsiteY1" fmla="*/ 180142 h 1138862"/>
                <a:gd name="connsiteX2" fmla="*/ 983370 w 1162678"/>
                <a:gd name="connsiteY2" fmla="*/ 163116 h 1138862"/>
                <a:gd name="connsiteX3" fmla="*/ 991228 w 1162678"/>
                <a:gd name="connsiteY3" fmla="*/ 155615 h 1138862"/>
                <a:gd name="connsiteX4" fmla="*/ 990514 w 1162678"/>
                <a:gd name="connsiteY4" fmla="*/ 0 h 1138862"/>
                <a:gd name="connsiteX5" fmla="*/ 770844 w 1162678"/>
                <a:gd name="connsiteY5" fmla="*/ 208955 h 1138862"/>
                <a:gd name="connsiteX6" fmla="*/ 771558 w 1162678"/>
                <a:gd name="connsiteY6" fmla="*/ 346710 h 1138862"/>
                <a:gd name="connsiteX7" fmla="*/ 139812 w 1162678"/>
                <a:gd name="connsiteY7" fmla="*/ 947261 h 1138862"/>
                <a:gd name="connsiteX8" fmla="*/ 31108 w 1162678"/>
                <a:gd name="connsiteY8" fmla="*/ 966430 h 1138862"/>
                <a:gd name="connsiteX9" fmla="*/ 27536 w 1162678"/>
                <a:gd name="connsiteY9" fmla="*/ 1107877 h 1138862"/>
                <a:gd name="connsiteX10" fmla="*/ 168744 w 1162678"/>
                <a:gd name="connsiteY10" fmla="*/ 1111210 h 1138862"/>
                <a:gd name="connsiteX11" fmla="*/ 193271 w 1162678"/>
                <a:gd name="connsiteY11" fmla="*/ 1003816 h 1138862"/>
                <a:gd name="connsiteX12" fmla="*/ 844781 w 1162678"/>
                <a:gd name="connsiteY12" fmla="*/ 384691 h 1138862"/>
                <a:gd name="connsiteX13" fmla="*/ 942770 w 1162678"/>
                <a:gd name="connsiteY13" fmla="*/ 390049 h 1138862"/>
                <a:gd name="connsiteX14" fmla="*/ 1162678 w 1162678"/>
                <a:gd name="connsiteY14" fmla="*/ 181213 h 1138862"/>
                <a:gd name="connsiteX15" fmla="*/ 1007421 w 1162678"/>
                <a:gd name="connsiteY15" fmla="*/ 172641 h 1138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62678" h="1138862">
                  <a:moveTo>
                    <a:pt x="1007421" y="172641"/>
                  </a:moveTo>
                  <a:lnTo>
                    <a:pt x="999563" y="180142"/>
                  </a:lnTo>
                  <a:lnTo>
                    <a:pt x="983370" y="163116"/>
                  </a:lnTo>
                  <a:lnTo>
                    <a:pt x="991228" y="155615"/>
                  </a:lnTo>
                  <a:lnTo>
                    <a:pt x="990514" y="0"/>
                  </a:lnTo>
                  <a:lnTo>
                    <a:pt x="770844" y="208955"/>
                  </a:lnTo>
                  <a:lnTo>
                    <a:pt x="771558" y="346710"/>
                  </a:lnTo>
                  <a:lnTo>
                    <a:pt x="139812" y="947261"/>
                  </a:lnTo>
                  <a:cubicBezTo>
                    <a:pt x="104094" y="931664"/>
                    <a:pt x="61112" y="937855"/>
                    <a:pt x="31108" y="966430"/>
                  </a:cubicBezTo>
                  <a:cubicBezTo>
                    <a:pt x="-8897" y="1004411"/>
                    <a:pt x="-10564" y="1067753"/>
                    <a:pt x="27536" y="1107877"/>
                  </a:cubicBezTo>
                  <a:cubicBezTo>
                    <a:pt x="65398" y="1147763"/>
                    <a:pt x="128739" y="1149429"/>
                    <a:pt x="168744" y="1111210"/>
                  </a:cubicBezTo>
                  <a:cubicBezTo>
                    <a:pt x="198629" y="1082754"/>
                    <a:pt x="206964" y="1040130"/>
                    <a:pt x="193271" y="1003816"/>
                  </a:cubicBezTo>
                  <a:lnTo>
                    <a:pt x="844781" y="384691"/>
                  </a:lnTo>
                  <a:lnTo>
                    <a:pt x="942770" y="390049"/>
                  </a:lnTo>
                  <a:lnTo>
                    <a:pt x="1162678" y="181213"/>
                  </a:lnTo>
                  <a:lnTo>
                    <a:pt x="1007421" y="172641"/>
                  </a:ln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73" name="图形 371"/>
          <p:cNvSpPr/>
          <p:nvPr/>
        </p:nvSpPr>
        <p:spPr>
          <a:xfrm>
            <a:off x="9429907" y="5000625"/>
            <a:ext cx="304644" cy="429637"/>
          </a:xfrm>
          <a:custGeom>
            <a:avLst/>
            <a:gdLst>
              <a:gd name="connsiteX0" fmla="*/ 1310078 w 1350783"/>
              <a:gd name="connsiteY0" fmla="*/ 579307 h 1905000"/>
              <a:gd name="connsiteX1" fmla="*/ 1278848 w 1350783"/>
              <a:gd name="connsiteY1" fmla="*/ 548078 h 1905000"/>
              <a:gd name="connsiteX2" fmla="*/ 771369 w 1350783"/>
              <a:gd name="connsiteY2" fmla="*/ 39037 h 1905000"/>
              <a:gd name="connsiteX3" fmla="*/ 676119 w 1350783"/>
              <a:gd name="connsiteY3" fmla="*/ 0 h 1905000"/>
              <a:gd name="connsiteX4" fmla="*/ 579307 w 1350783"/>
              <a:gd name="connsiteY4" fmla="*/ 39037 h 1905000"/>
              <a:gd name="connsiteX5" fmla="*/ 71828 w 1350783"/>
              <a:gd name="connsiteY5" fmla="*/ 546516 h 1905000"/>
              <a:gd name="connsiteX6" fmla="*/ 40598 w 1350783"/>
              <a:gd name="connsiteY6" fmla="*/ 577746 h 1905000"/>
              <a:gd name="connsiteX7" fmla="*/ 0 w 1350783"/>
              <a:gd name="connsiteY7" fmla="*/ 672996 h 1905000"/>
              <a:gd name="connsiteX8" fmla="*/ 10930 w 1350783"/>
              <a:gd name="connsiteY8" fmla="*/ 726086 h 1905000"/>
              <a:gd name="connsiteX9" fmla="*/ 17176 w 1350783"/>
              <a:gd name="connsiteY9" fmla="*/ 740139 h 1905000"/>
              <a:gd name="connsiteX10" fmla="*/ 135848 w 1350783"/>
              <a:gd name="connsiteY10" fmla="*/ 808844 h 1905000"/>
              <a:gd name="connsiteX11" fmla="*/ 327910 w 1350783"/>
              <a:gd name="connsiteY11" fmla="*/ 808844 h 1905000"/>
              <a:gd name="connsiteX12" fmla="*/ 327910 w 1350783"/>
              <a:gd name="connsiteY12" fmla="*/ 1322570 h 1905000"/>
              <a:gd name="connsiteX13" fmla="*/ 430967 w 1350783"/>
              <a:gd name="connsiteY13" fmla="*/ 1425627 h 1905000"/>
              <a:gd name="connsiteX14" fmla="*/ 916586 w 1350783"/>
              <a:gd name="connsiteY14" fmla="*/ 1425627 h 1905000"/>
              <a:gd name="connsiteX15" fmla="*/ 1019644 w 1350783"/>
              <a:gd name="connsiteY15" fmla="*/ 1322570 h 1905000"/>
              <a:gd name="connsiteX16" fmla="*/ 1019644 w 1350783"/>
              <a:gd name="connsiteY16" fmla="*/ 810406 h 1905000"/>
              <a:gd name="connsiteX17" fmla="*/ 1211705 w 1350783"/>
              <a:gd name="connsiteY17" fmla="*/ 810406 h 1905000"/>
              <a:gd name="connsiteX18" fmla="*/ 1330377 w 1350783"/>
              <a:gd name="connsiteY18" fmla="*/ 741701 h 1905000"/>
              <a:gd name="connsiteX19" fmla="*/ 1336623 w 1350783"/>
              <a:gd name="connsiteY19" fmla="*/ 727648 h 1905000"/>
              <a:gd name="connsiteX20" fmla="*/ 1347553 w 1350783"/>
              <a:gd name="connsiteY20" fmla="*/ 680803 h 1905000"/>
              <a:gd name="connsiteX21" fmla="*/ 1350676 w 1350783"/>
              <a:gd name="connsiteY21" fmla="*/ 677680 h 1905000"/>
              <a:gd name="connsiteX22" fmla="*/ 1310078 w 1350783"/>
              <a:gd name="connsiteY22" fmla="*/ 579307 h 1905000"/>
              <a:gd name="connsiteX23" fmla="*/ 1249180 w 1350783"/>
              <a:gd name="connsiteY23" fmla="*/ 690172 h 1905000"/>
              <a:gd name="connsiteX24" fmla="*/ 1221074 w 1350783"/>
              <a:gd name="connsiteY24" fmla="*/ 713594 h 1905000"/>
              <a:gd name="connsiteX25" fmla="*/ 1211705 w 1350783"/>
              <a:gd name="connsiteY25" fmla="*/ 715156 h 1905000"/>
              <a:gd name="connsiteX26" fmla="*/ 924393 w 1350783"/>
              <a:gd name="connsiteY26" fmla="*/ 715156 h 1905000"/>
              <a:gd name="connsiteX27" fmla="*/ 924393 w 1350783"/>
              <a:gd name="connsiteY27" fmla="*/ 1324131 h 1905000"/>
              <a:gd name="connsiteX28" fmla="*/ 918148 w 1350783"/>
              <a:gd name="connsiteY28" fmla="*/ 1330377 h 1905000"/>
              <a:gd name="connsiteX29" fmla="*/ 432529 w 1350783"/>
              <a:gd name="connsiteY29" fmla="*/ 1330377 h 1905000"/>
              <a:gd name="connsiteX30" fmla="*/ 426283 w 1350783"/>
              <a:gd name="connsiteY30" fmla="*/ 1324131 h 1905000"/>
              <a:gd name="connsiteX31" fmla="*/ 426283 w 1350783"/>
              <a:gd name="connsiteY31" fmla="*/ 715156 h 1905000"/>
              <a:gd name="connsiteX32" fmla="*/ 135848 w 1350783"/>
              <a:gd name="connsiteY32" fmla="*/ 715156 h 1905000"/>
              <a:gd name="connsiteX33" fmla="*/ 126480 w 1350783"/>
              <a:gd name="connsiteY33" fmla="*/ 713594 h 1905000"/>
              <a:gd name="connsiteX34" fmla="*/ 98373 w 1350783"/>
              <a:gd name="connsiteY34" fmla="*/ 690172 h 1905000"/>
              <a:gd name="connsiteX35" fmla="*/ 107742 w 1350783"/>
              <a:gd name="connsiteY35" fmla="*/ 646451 h 1905000"/>
              <a:gd name="connsiteX36" fmla="*/ 646451 w 1350783"/>
              <a:gd name="connsiteY36" fmla="*/ 109303 h 1905000"/>
              <a:gd name="connsiteX37" fmla="*/ 674557 w 1350783"/>
              <a:gd name="connsiteY37" fmla="*/ 98373 h 1905000"/>
              <a:gd name="connsiteX38" fmla="*/ 702664 w 1350783"/>
              <a:gd name="connsiteY38" fmla="*/ 109303 h 1905000"/>
              <a:gd name="connsiteX39" fmla="*/ 1239812 w 1350783"/>
              <a:gd name="connsiteY39" fmla="*/ 646451 h 1905000"/>
              <a:gd name="connsiteX40" fmla="*/ 1249180 w 1350783"/>
              <a:gd name="connsiteY40" fmla="*/ 690172 h 1905000"/>
              <a:gd name="connsiteX41" fmla="*/ 908779 w 1350783"/>
              <a:gd name="connsiteY41" fmla="*/ 1811312 h 1905000"/>
              <a:gd name="connsiteX42" fmla="*/ 443459 w 1350783"/>
              <a:gd name="connsiteY42" fmla="*/ 1811312 h 1905000"/>
              <a:gd name="connsiteX43" fmla="*/ 401299 w 1350783"/>
              <a:gd name="connsiteY43" fmla="*/ 1858156 h 1905000"/>
              <a:gd name="connsiteX44" fmla="*/ 443459 w 1350783"/>
              <a:gd name="connsiteY44" fmla="*/ 1905000 h 1905000"/>
              <a:gd name="connsiteX45" fmla="*/ 910340 w 1350783"/>
              <a:gd name="connsiteY45" fmla="*/ 1905000 h 1905000"/>
              <a:gd name="connsiteX46" fmla="*/ 952500 w 1350783"/>
              <a:gd name="connsiteY46" fmla="*/ 1858156 h 1905000"/>
              <a:gd name="connsiteX47" fmla="*/ 908779 w 1350783"/>
              <a:gd name="connsiteY47" fmla="*/ 1811312 h 1905000"/>
              <a:gd name="connsiteX48" fmla="*/ 960307 w 1350783"/>
              <a:gd name="connsiteY48" fmla="*/ 1586459 h 1905000"/>
              <a:gd name="connsiteX49" fmla="*/ 393492 w 1350783"/>
              <a:gd name="connsiteY49" fmla="*/ 1586459 h 1905000"/>
              <a:gd name="connsiteX50" fmla="*/ 341963 w 1350783"/>
              <a:gd name="connsiteY50" fmla="*/ 1633303 h 1905000"/>
              <a:gd name="connsiteX51" fmla="*/ 393492 w 1350783"/>
              <a:gd name="connsiteY51" fmla="*/ 1680148 h 1905000"/>
              <a:gd name="connsiteX52" fmla="*/ 960307 w 1350783"/>
              <a:gd name="connsiteY52" fmla="*/ 1680148 h 1905000"/>
              <a:gd name="connsiteX53" fmla="*/ 1011836 w 1350783"/>
              <a:gd name="connsiteY53" fmla="*/ 1633303 h 1905000"/>
              <a:gd name="connsiteX54" fmla="*/ 960307 w 1350783"/>
              <a:gd name="connsiteY54" fmla="*/ 1586459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350783" h="1905000">
                <a:moveTo>
                  <a:pt x="1310078" y="579307"/>
                </a:moveTo>
                <a:lnTo>
                  <a:pt x="1278848" y="548078"/>
                </a:lnTo>
                <a:lnTo>
                  <a:pt x="771369" y="39037"/>
                </a:lnTo>
                <a:cubicBezTo>
                  <a:pt x="744824" y="12492"/>
                  <a:pt x="710471" y="0"/>
                  <a:pt x="676119" y="0"/>
                </a:cubicBezTo>
                <a:cubicBezTo>
                  <a:pt x="641766" y="0"/>
                  <a:pt x="605853" y="14053"/>
                  <a:pt x="579307" y="39037"/>
                </a:cubicBezTo>
                <a:lnTo>
                  <a:pt x="71828" y="546516"/>
                </a:lnTo>
                <a:lnTo>
                  <a:pt x="40598" y="577746"/>
                </a:lnTo>
                <a:cubicBezTo>
                  <a:pt x="14053" y="604291"/>
                  <a:pt x="0" y="638643"/>
                  <a:pt x="0" y="672996"/>
                </a:cubicBezTo>
                <a:cubicBezTo>
                  <a:pt x="0" y="690172"/>
                  <a:pt x="3123" y="708910"/>
                  <a:pt x="10930" y="726086"/>
                </a:cubicBezTo>
                <a:cubicBezTo>
                  <a:pt x="12492" y="730771"/>
                  <a:pt x="15615" y="735455"/>
                  <a:pt x="17176" y="740139"/>
                </a:cubicBezTo>
                <a:cubicBezTo>
                  <a:pt x="40598" y="783861"/>
                  <a:pt x="85881" y="808844"/>
                  <a:pt x="135848" y="808844"/>
                </a:cubicBezTo>
                <a:lnTo>
                  <a:pt x="327910" y="808844"/>
                </a:lnTo>
                <a:lnTo>
                  <a:pt x="327910" y="1322570"/>
                </a:lnTo>
                <a:cubicBezTo>
                  <a:pt x="327910" y="1378783"/>
                  <a:pt x="374754" y="1425627"/>
                  <a:pt x="430967" y="1425627"/>
                </a:cubicBezTo>
                <a:lnTo>
                  <a:pt x="916586" y="1425627"/>
                </a:lnTo>
                <a:cubicBezTo>
                  <a:pt x="972799" y="1425627"/>
                  <a:pt x="1019644" y="1378783"/>
                  <a:pt x="1019644" y="1322570"/>
                </a:cubicBezTo>
                <a:lnTo>
                  <a:pt x="1019644" y="810406"/>
                </a:lnTo>
                <a:lnTo>
                  <a:pt x="1211705" y="810406"/>
                </a:lnTo>
                <a:cubicBezTo>
                  <a:pt x="1263234" y="810406"/>
                  <a:pt x="1306955" y="783861"/>
                  <a:pt x="1330377" y="741701"/>
                </a:cubicBezTo>
                <a:cubicBezTo>
                  <a:pt x="1333500" y="737016"/>
                  <a:pt x="1335062" y="732332"/>
                  <a:pt x="1336623" y="727648"/>
                </a:cubicBezTo>
                <a:cubicBezTo>
                  <a:pt x="1342869" y="712033"/>
                  <a:pt x="1345992" y="696418"/>
                  <a:pt x="1347553" y="680803"/>
                </a:cubicBezTo>
                <a:cubicBezTo>
                  <a:pt x="1349115" y="679242"/>
                  <a:pt x="1349115" y="677680"/>
                  <a:pt x="1350676" y="677680"/>
                </a:cubicBezTo>
                <a:cubicBezTo>
                  <a:pt x="1352238" y="641766"/>
                  <a:pt x="1336623" y="605853"/>
                  <a:pt x="1310078" y="579307"/>
                </a:cubicBezTo>
                <a:close/>
                <a:moveTo>
                  <a:pt x="1249180" y="690172"/>
                </a:moveTo>
                <a:cubicBezTo>
                  <a:pt x="1247619" y="694857"/>
                  <a:pt x="1239812" y="710471"/>
                  <a:pt x="1221074" y="713594"/>
                </a:cubicBezTo>
                <a:cubicBezTo>
                  <a:pt x="1217951" y="715156"/>
                  <a:pt x="1214828" y="715156"/>
                  <a:pt x="1211705" y="715156"/>
                </a:cubicBezTo>
                <a:lnTo>
                  <a:pt x="924393" y="715156"/>
                </a:lnTo>
                <a:lnTo>
                  <a:pt x="924393" y="1324131"/>
                </a:lnTo>
                <a:cubicBezTo>
                  <a:pt x="924393" y="1327254"/>
                  <a:pt x="921271" y="1330377"/>
                  <a:pt x="918148" y="1330377"/>
                </a:cubicBezTo>
                <a:lnTo>
                  <a:pt x="432529" y="1330377"/>
                </a:lnTo>
                <a:cubicBezTo>
                  <a:pt x="429406" y="1330377"/>
                  <a:pt x="426283" y="1327254"/>
                  <a:pt x="426283" y="1324131"/>
                </a:cubicBezTo>
                <a:lnTo>
                  <a:pt x="426283" y="715156"/>
                </a:lnTo>
                <a:lnTo>
                  <a:pt x="135848" y="715156"/>
                </a:lnTo>
                <a:cubicBezTo>
                  <a:pt x="132725" y="715156"/>
                  <a:pt x="129602" y="715156"/>
                  <a:pt x="126480" y="713594"/>
                </a:cubicBezTo>
                <a:cubicBezTo>
                  <a:pt x="107742" y="710471"/>
                  <a:pt x="99934" y="694857"/>
                  <a:pt x="98373" y="690172"/>
                </a:cubicBezTo>
                <a:cubicBezTo>
                  <a:pt x="95250" y="683926"/>
                  <a:pt x="89004" y="663627"/>
                  <a:pt x="107742" y="646451"/>
                </a:cubicBezTo>
                <a:lnTo>
                  <a:pt x="646451" y="109303"/>
                </a:lnTo>
                <a:cubicBezTo>
                  <a:pt x="654258" y="101496"/>
                  <a:pt x="663627" y="98373"/>
                  <a:pt x="674557" y="98373"/>
                </a:cubicBezTo>
                <a:cubicBezTo>
                  <a:pt x="685488" y="98373"/>
                  <a:pt x="696418" y="101496"/>
                  <a:pt x="702664" y="109303"/>
                </a:cubicBezTo>
                <a:lnTo>
                  <a:pt x="1239812" y="646451"/>
                </a:lnTo>
                <a:cubicBezTo>
                  <a:pt x="1256988" y="663627"/>
                  <a:pt x="1250742" y="683926"/>
                  <a:pt x="1249180" y="690172"/>
                </a:cubicBezTo>
                <a:close/>
                <a:moveTo>
                  <a:pt x="908779" y="1811312"/>
                </a:moveTo>
                <a:lnTo>
                  <a:pt x="443459" y="1811312"/>
                </a:lnTo>
                <a:cubicBezTo>
                  <a:pt x="420037" y="1811312"/>
                  <a:pt x="401299" y="1831611"/>
                  <a:pt x="401299" y="1858156"/>
                </a:cubicBezTo>
                <a:cubicBezTo>
                  <a:pt x="401299" y="1883139"/>
                  <a:pt x="420037" y="1905000"/>
                  <a:pt x="443459" y="1905000"/>
                </a:cubicBezTo>
                <a:lnTo>
                  <a:pt x="910340" y="1905000"/>
                </a:lnTo>
                <a:cubicBezTo>
                  <a:pt x="933762" y="1905000"/>
                  <a:pt x="952500" y="1884701"/>
                  <a:pt x="952500" y="1858156"/>
                </a:cubicBezTo>
                <a:cubicBezTo>
                  <a:pt x="952500" y="1833172"/>
                  <a:pt x="932201" y="1811312"/>
                  <a:pt x="908779" y="1811312"/>
                </a:cubicBezTo>
                <a:close/>
                <a:moveTo>
                  <a:pt x="960307" y="1586459"/>
                </a:moveTo>
                <a:lnTo>
                  <a:pt x="393492" y="1586459"/>
                </a:lnTo>
                <a:cubicBezTo>
                  <a:pt x="365385" y="1586459"/>
                  <a:pt x="341963" y="1606758"/>
                  <a:pt x="341963" y="1633303"/>
                </a:cubicBezTo>
                <a:cubicBezTo>
                  <a:pt x="341963" y="1659848"/>
                  <a:pt x="365385" y="1680148"/>
                  <a:pt x="393492" y="1680148"/>
                </a:cubicBezTo>
                <a:lnTo>
                  <a:pt x="960307" y="1680148"/>
                </a:lnTo>
                <a:cubicBezTo>
                  <a:pt x="988414" y="1680148"/>
                  <a:pt x="1011836" y="1659848"/>
                  <a:pt x="1011836" y="1633303"/>
                </a:cubicBezTo>
                <a:cubicBezTo>
                  <a:pt x="1011836" y="1606758"/>
                  <a:pt x="989975" y="1586459"/>
                  <a:pt x="960307" y="158645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>
          <a:xfrm>
            <a:off x="442913" y="873126"/>
            <a:ext cx="1425644" cy="677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81913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营销推广项目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甘特图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595046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50060" y="1637271"/>
          <a:ext cx="11320592" cy="48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任务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Wk1</a:t>
                      </a:r>
                      <a:endParaRPr lang="zh-CN" altLang="en-US" sz="1800" b="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Wk2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Wk3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Wk4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Wk5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Wk6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Wk7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Wk8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Wk9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Wk10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Wk11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Wk12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市场调研</a:t>
                      </a:r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团队组建与分工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制定推广方案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宣传资料制作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线上平台搭建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活动物料采购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线上广告投放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社交媒体运营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线下活动执行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客户跟进与转化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数据收集与分析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项目总结与汇报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9" name="任意多边形: 形状 28"/>
          <p:cNvSpPr/>
          <p:nvPr/>
        </p:nvSpPr>
        <p:spPr>
          <a:xfrm>
            <a:off x="2071074" y="2228166"/>
            <a:ext cx="1493761" cy="324678"/>
          </a:xfrm>
          <a:custGeom>
            <a:avLst/>
            <a:gdLst>
              <a:gd name="connsiteX0" fmla="*/ 1341361 w 1493761"/>
              <a:gd name="connsiteY0" fmla="*/ 0 h 324678"/>
              <a:gd name="connsiteX1" fmla="*/ 1493761 w 1493761"/>
              <a:gd name="connsiteY1" fmla="*/ 162339 h 324678"/>
              <a:gd name="connsiteX2" fmla="*/ 1341361 w 1493761"/>
              <a:gd name="connsiteY2" fmla="*/ 324678 h 324678"/>
              <a:gd name="connsiteX3" fmla="*/ 1341361 w 1493761"/>
              <a:gd name="connsiteY3" fmla="*/ 257461 h 324678"/>
              <a:gd name="connsiteX4" fmla="*/ 0 w 1493761"/>
              <a:gd name="connsiteY4" fmla="*/ 257461 h 324678"/>
              <a:gd name="connsiteX5" fmla="*/ 0 w 1493761"/>
              <a:gd name="connsiteY5" fmla="*/ 67217 h 324678"/>
              <a:gd name="connsiteX6" fmla="*/ 1341361 w 1493761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3761" h="324678">
                <a:moveTo>
                  <a:pt x="1341361" y="0"/>
                </a:moveTo>
                <a:lnTo>
                  <a:pt x="1493761" y="162339"/>
                </a:lnTo>
                <a:lnTo>
                  <a:pt x="1341361" y="324678"/>
                </a:lnTo>
                <a:lnTo>
                  <a:pt x="1341361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341361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3008776" y="2570856"/>
            <a:ext cx="1461786" cy="324678"/>
          </a:xfrm>
          <a:custGeom>
            <a:avLst/>
            <a:gdLst>
              <a:gd name="connsiteX0" fmla="*/ 1309386 w 1461786"/>
              <a:gd name="connsiteY0" fmla="*/ 0 h 324678"/>
              <a:gd name="connsiteX1" fmla="*/ 1461786 w 1461786"/>
              <a:gd name="connsiteY1" fmla="*/ 162339 h 324678"/>
              <a:gd name="connsiteX2" fmla="*/ 1309386 w 1461786"/>
              <a:gd name="connsiteY2" fmla="*/ 324678 h 324678"/>
              <a:gd name="connsiteX3" fmla="*/ 1309386 w 1461786"/>
              <a:gd name="connsiteY3" fmla="*/ 257461 h 324678"/>
              <a:gd name="connsiteX4" fmla="*/ 0 w 1461786"/>
              <a:gd name="connsiteY4" fmla="*/ 257461 h 324678"/>
              <a:gd name="connsiteX5" fmla="*/ 0 w 1461786"/>
              <a:gd name="connsiteY5" fmla="*/ 67217 h 324678"/>
              <a:gd name="connsiteX6" fmla="*/ 1309386 w 1461786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1786" h="324678">
                <a:moveTo>
                  <a:pt x="1309386" y="0"/>
                </a:moveTo>
                <a:lnTo>
                  <a:pt x="1461786" y="162339"/>
                </a:lnTo>
                <a:lnTo>
                  <a:pt x="1309386" y="324678"/>
                </a:lnTo>
                <a:lnTo>
                  <a:pt x="1309386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309386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任意多边形: 形状 33"/>
          <p:cNvSpPr/>
          <p:nvPr/>
        </p:nvSpPr>
        <p:spPr>
          <a:xfrm>
            <a:off x="2362621" y="2952809"/>
            <a:ext cx="2202752" cy="324678"/>
          </a:xfrm>
          <a:custGeom>
            <a:avLst/>
            <a:gdLst>
              <a:gd name="connsiteX0" fmla="*/ 2050352 w 2202752"/>
              <a:gd name="connsiteY0" fmla="*/ 0 h 324678"/>
              <a:gd name="connsiteX1" fmla="*/ 2202752 w 2202752"/>
              <a:gd name="connsiteY1" fmla="*/ 162339 h 324678"/>
              <a:gd name="connsiteX2" fmla="*/ 2050352 w 2202752"/>
              <a:gd name="connsiteY2" fmla="*/ 324678 h 324678"/>
              <a:gd name="connsiteX3" fmla="*/ 2050352 w 2202752"/>
              <a:gd name="connsiteY3" fmla="*/ 257461 h 324678"/>
              <a:gd name="connsiteX4" fmla="*/ 0 w 2202752"/>
              <a:gd name="connsiteY4" fmla="*/ 257461 h 324678"/>
              <a:gd name="connsiteX5" fmla="*/ 0 w 2202752"/>
              <a:gd name="connsiteY5" fmla="*/ 67217 h 324678"/>
              <a:gd name="connsiteX6" fmla="*/ 2050352 w 2202752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02752" h="324678">
                <a:moveTo>
                  <a:pt x="2050352" y="0"/>
                </a:moveTo>
                <a:lnTo>
                  <a:pt x="2202752" y="162339"/>
                </a:lnTo>
                <a:lnTo>
                  <a:pt x="2050352" y="324678"/>
                </a:lnTo>
                <a:lnTo>
                  <a:pt x="2050352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2050352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任意多边形: 形状 35"/>
          <p:cNvSpPr/>
          <p:nvPr/>
        </p:nvSpPr>
        <p:spPr>
          <a:xfrm>
            <a:off x="4526151" y="3322027"/>
            <a:ext cx="1033135" cy="324678"/>
          </a:xfrm>
          <a:custGeom>
            <a:avLst/>
            <a:gdLst>
              <a:gd name="connsiteX0" fmla="*/ 880735 w 1033135"/>
              <a:gd name="connsiteY0" fmla="*/ 0 h 324678"/>
              <a:gd name="connsiteX1" fmla="*/ 1033135 w 1033135"/>
              <a:gd name="connsiteY1" fmla="*/ 162339 h 324678"/>
              <a:gd name="connsiteX2" fmla="*/ 880735 w 1033135"/>
              <a:gd name="connsiteY2" fmla="*/ 324678 h 324678"/>
              <a:gd name="connsiteX3" fmla="*/ 880735 w 1033135"/>
              <a:gd name="connsiteY3" fmla="*/ 257461 h 324678"/>
              <a:gd name="connsiteX4" fmla="*/ 0 w 1033135"/>
              <a:gd name="connsiteY4" fmla="*/ 257461 h 324678"/>
              <a:gd name="connsiteX5" fmla="*/ 0 w 1033135"/>
              <a:gd name="connsiteY5" fmla="*/ 67217 h 324678"/>
              <a:gd name="connsiteX6" fmla="*/ 880735 w 1033135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3135" h="324678">
                <a:moveTo>
                  <a:pt x="880735" y="0"/>
                </a:moveTo>
                <a:lnTo>
                  <a:pt x="1033135" y="162339"/>
                </a:lnTo>
                <a:lnTo>
                  <a:pt x="880735" y="324678"/>
                </a:lnTo>
                <a:lnTo>
                  <a:pt x="880735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880735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4903838" y="3672381"/>
            <a:ext cx="1086144" cy="324678"/>
          </a:xfrm>
          <a:custGeom>
            <a:avLst/>
            <a:gdLst>
              <a:gd name="connsiteX0" fmla="*/ 933744 w 1086144"/>
              <a:gd name="connsiteY0" fmla="*/ 0 h 324678"/>
              <a:gd name="connsiteX1" fmla="*/ 996846 w 1086144"/>
              <a:gd name="connsiteY1" fmla="*/ 67217 h 324678"/>
              <a:gd name="connsiteX2" fmla="*/ 1008000 w 1086144"/>
              <a:gd name="connsiteY2" fmla="*/ 67217 h 324678"/>
              <a:gd name="connsiteX3" fmla="*/ 1008000 w 1086144"/>
              <a:gd name="connsiteY3" fmla="*/ 79099 h 324678"/>
              <a:gd name="connsiteX4" fmla="*/ 1086144 w 1086144"/>
              <a:gd name="connsiteY4" fmla="*/ 162339 h 324678"/>
              <a:gd name="connsiteX5" fmla="*/ 1008000 w 1086144"/>
              <a:gd name="connsiteY5" fmla="*/ 245579 h 324678"/>
              <a:gd name="connsiteX6" fmla="*/ 1008000 w 1086144"/>
              <a:gd name="connsiteY6" fmla="*/ 257461 h 324678"/>
              <a:gd name="connsiteX7" fmla="*/ 996846 w 1086144"/>
              <a:gd name="connsiteY7" fmla="*/ 257461 h 324678"/>
              <a:gd name="connsiteX8" fmla="*/ 933744 w 1086144"/>
              <a:gd name="connsiteY8" fmla="*/ 324678 h 324678"/>
              <a:gd name="connsiteX9" fmla="*/ 933744 w 1086144"/>
              <a:gd name="connsiteY9" fmla="*/ 257461 h 324678"/>
              <a:gd name="connsiteX10" fmla="*/ 0 w 1086144"/>
              <a:gd name="connsiteY10" fmla="*/ 257461 h 324678"/>
              <a:gd name="connsiteX11" fmla="*/ 0 w 1086144"/>
              <a:gd name="connsiteY11" fmla="*/ 67217 h 324678"/>
              <a:gd name="connsiteX12" fmla="*/ 933744 w 1086144"/>
              <a:gd name="connsiteY12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86144" h="324678">
                <a:moveTo>
                  <a:pt x="933744" y="0"/>
                </a:moveTo>
                <a:lnTo>
                  <a:pt x="996846" y="67217"/>
                </a:lnTo>
                <a:lnTo>
                  <a:pt x="1008000" y="67217"/>
                </a:lnTo>
                <a:lnTo>
                  <a:pt x="1008000" y="79099"/>
                </a:lnTo>
                <a:lnTo>
                  <a:pt x="1086144" y="162339"/>
                </a:lnTo>
                <a:lnTo>
                  <a:pt x="1008000" y="245579"/>
                </a:lnTo>
                <a:lnTo>
                  <a:pt x="1008000" y="257461"/>
                </a:lnTo>
                <a:lnTo>
                  <a:pt x="996846" y="257461"/>
                </a:lnTo>
                <a:lnTo>
                  <a:pt x="933744" y="324678"/>
                </a:lnTo>
                <a:lnTo>
                  <a:pt x="933744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933744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任意多边形: 形状 39"/>
          <p:cNvSpPr/>
          <p:nvPr/>
        </p:nvSpPr>
        <p:spPr>
          <a:xfrm>
            <a:off x="5520000" y="4024392"/>
            <a:ext cx="728400" cy="324678"/>
          </a:xfrm>
          <a:custGeom>
            <a:avLst/>
            <a:gdLst>
              <a:gd name="connsiteX0" fmla="*/ 576000 w 728400"/>
              <a:gd name="connsiteY0" fmla="*/ 0 h 324678"/>
              <a:gd name="connsiteX1" fmla="*/ 728400 w 728400"/>
              <a:gd name="connsiteY1" fmla="*/ 162339 h 324678"/>
              <a:gd name="connsiteX2" fmla="*/ 576000 w 728400"/>
              <a:gd name="connsiteY2" fmla="*/ 324678 h 324678"/>
              <a:gd name="connsiteX3" fmla="*/ 576000 w 728400"/>
              <a:gd name="connsiteY3" fmla="*/ 257461 h 324678"/>
              <a:gd name="connsiteX4" fmla="*/ 0 w 728400"/>
              <a:gd name="connsiteY4" fmla="*/ 257461 h 324678"/>
              <a:gd name="connsiteX5" fmla="*/ 0 w 728400"/>
              <a:gd name="connsiteY5" fmla="*/ 67217 h 324678"/>
              <a:gd name="connsiteX6" fmla="*/ 576000 w 728400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8400" h="324678">
                <a:moveTo>
                  <a:pt x="576000" y="0"/>
                </a:moveTo>
                <a:lnTo>
                  <a:pt x="728400" y="162339"/>
                </a:lnTo>
                <a:lnTo>
                  <a:pt x="576000" y="324678"/>
                </a:lnTo>
                <a:lnTo>
                  <a:pt x="576000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576000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任意多边形: 形状 41"/>
          <p:cNvSpPr/>
          <p:nvPr/>
        </p:nvSpPr>
        <p:spPr>
          <a:xfrm>
            <a:off x="6189299" y="4381372"/>
            <a:ext cx="1549970" cy="324678"/>
          </a:xfrm>
          <a:custGeom>
            <a:avLst/>
            <a:gdLst>
              <a:gd name="connsiteX0" fmla="*/ 1397570 w 1549970"/>
              <a:gd name="connsiteY0" fmla="*/ 0 h 324678"/>
              <a:gd name="connsiteX1" fmla="*/ 1460672 w 1549970"/>
              <a:gd name="connsiteY1" fmla="*/ 67217 h 324678"/>
              <a:gd name="connsiteX2" fmla="*/ 1476000 w 1549970"/>
              <a:gd name="connsiteY2" fmla="*/ 67217 h 324678"/>
              <a:gd name="connsiteX3" fmla="*/ 1476000 w 1549970"/>
              <a:gd name="connsiteY3" fmla="*/ 83545 h 324678"/>
              <a:gd name="connsiteX4" fmla="*/ 1549970 w 1549970"/>
              <a:gd name="connsiteY4" fmla="*/ 162339 h 324678"/>
              <a:gd name="connsiteX5" fmla="*/ 1476000 w 1549970"/>
              <a:gd name="connsiteY5" fmla="*/ 241133 h 324678"/>
              <a:gd name="connsiteX6" fmla="*/ 1476000 w 1549970"/>
              <a:gd name="connsiteY6" fmla="*/ 257461 h 324678"/>
              <a:gd name="connsiteX7" fmla="*/ 1460672 w 1549970"/>
              <a:gd name="connsiteY7" fmla="*/ 257461 h 324678"/>
              <a:gd name="connsiteX8" fmla="*/ 1397570 w 1549970"/>
              <a:gd name="connsiteY8" fmla="*/ 324678 h 324678"/>
              <a:gd name="connsiteX9" fmla="*/ 1397570 w 1549970"/>
              <a:gd name="connsiteY9" fmla="*/ 257461 h 324678"/>
              <a:gd name="connsiteX10" fmla="*/ 0 w 1549970"/>
              <a:gd name="connsiteY10" fmla="*/ 257461 h 324678"/>
              <a:gd name="connsiteX11" fmla="*/ 0 w 1549970"/>
              <a:gd name="connsiteY11" fmla="*/ 67217 h 324678"/>
              <a:gd name="connsiteX12" fmla="*/ 1397570 w 1549970"/>
              <a:gd name="connsiteY12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49970" h="324678">
                <a:moveTo>
                  <a:pt x="1397570" y="0"/>
                </a:moveTo>
                <a:lnTo>
                  <a:pt x="1460672" y="67217"/>
                </a:lnTo>
                <a:lnTo>
                  <a:pt x="1476000" y="67217"/>
                </a:lnTo>
                <a:lnTo>
                  <a:pt x="1476000" y="83545"/>
                </a:lnTo>
                <a:lnTo>
                  <a:pt x="1549970" y="162339"/>
                </a:lnTo>
                <a:lnTo>
                  <a:pt x="1476000" y="241133"/>
                </a:lnTo>
                <a:lnTo>
                  <a:pt x="1476000" y="257461"/>
                </a:lnTo>
                <a:lnTo>
                  <a:pt x="1460672" y="257461"/>
                </a:lnTo>
                <a:lnTo>
                  <a:pt x="1397570" y="324678"/>
                </a:lnTo>
                <a:lnTo>
                  <a:pt x="1397570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397570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7121713" y="4745808"/>
            <a:ext cx="1995782" cy="324678"/>
          </a:xfrm>
          <a:custGeom>
            <a:avLst/>
            <a:gdLst>
              <a:gd name="connsiteX0" fmla="*/ 1843382 w 1995782"/>
              <a:gd name="connsiteY0" fmla="*/ 0 h 324678"/>
              <a:gd name="connsiteX1" fmla="*/ 1995782 w 1995782"/>
              <a:gd name="connsiteY1" fmla="*/ 162339 h 324678"/>
              <a:gd name="connsiteX2" fmla="*/ 1843382 w 1995782"/>
              <a:gd name="connsiteY2" fmla="*/ 324678 h 324678"/>
              <a:gd name="connsiteX3" fmla="*/ 1843382 w 1995782"/>
              <a:gd name="connsiteY3" fmla="*/ 257461 h 324678"/>
              <a:gd name="connsiteX4" fmla="*/ 0 w 1995782"/>
              <a:gd name="connsiteY4" fmla="*/ 257461 h 324678"/>
              <a:gd name="connsiteX5" fmla="*/ 0 w 1995782"/>
              <a:gd name="connsiteY5" fmla="*/ 67217 h 324678"/>
              <a:gd name="connsiteX6" fmla="*/ 1843382 w 1995782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5782" h="324678">
                <a:moveTo>
                  <a:pt x="1843382" y="0"/>
                </a:moveTo>
                <a:lnTo>
                  <a:pt x="1995782" y="162339"/>
                </a:lnTo>
                <a:lnTo>
                  <a:pt x="1843382" y="324678"/>
                </a:lnTo>
                <a:lnTo>
                  <a:pt x="1843382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843382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任意多边形: 形状 45"/>
          <p:cNvSpPr/>
          <p:nvPr/>
        </p:nvSpPr>
        <p:spPr>
          <a:xfrm>
            <a:off x="8592704" y="5110243"/>
            <a:ext cx="2062044" cy="324678"/>
          </a:xfrm>
          <a:custGeom>
            <a:avLst/>
            <a:gdLst>
              <a:gd name="connsiteX0" fmla="*/ 1909644 w 2062044"/>
              <a:gd name="connsiteY0" fmla="*/ 0 h 324678"/>
              <a:gd name="connsiteX1" fmla="*/ 1972746 w 2062044"/>
              <a:gd name="connsiteY1" fmla="*/ 67217 h 324678"/>
              <a:gd name="connsiteX2" fmla="*/ 1980000 w 2062044"/>
              <a:gd name="connsiteY2" fmla="*/ 67217 h 324678"/>
              <a:gd name="connsiteX3" fmla="*/ 1980000 w 2062044"/>
              <a:gd name="connsiteY3" fmla="*/ 74945 h 324678"/>
              <a:gd name="connsiteX4" fmla="*/ 2062044 w 2062044"/>
              <a:gd name="connsiteY4" fmla="*/ 162339 h 324678"/>
              <a:gd name="connsiteX5" fmla="*/ 1980000 w 2062044"/>
              <a:gd name="connsiteY5" fmla="*/ 249734 h 324678"/>
              <a:gd name="connsiteX6" fmla="*/ 1980000 w 2062044"/>
              <a:gd name="connsiteY6" fmla="*/ 257461 h 324678"/>
              <a:gd name="connsiteX7" fmla="*/ 1972746 w 2062044"/>
              <a:gd name="connsiteY7" fmla="*/ 257461 h 324678"/>
              <a:gd name="connsiteX8" fmla="*/ 1909644 w 2062044"/>
              <a:gd name="connsiteY8" fmla="*/ 324678 h 324678"/>
              <a:gd name="connsiteX9" fmla="*/ 1909644 w 2062044"/>
              <a:gd name="connsiteY9" fmla="*/ 257461 h 324678"/>
              <a:gd name="connsiteX10" fmla="*/ 0 w 2062044"/>
              <a:gd name="connsiteY10" fmla="*/ 257461 h 324678"/>
              <a:gd name="connsiteX11" fmla="*/ 0 w 2062044"/>
              <a:gd name="connsiteY11" fmla="*/ 67217 h 324678"/>
              <a:gd name="connsiteX12" fmla="*/ 1909644 w 2062044"/>
              <a:gd name="connsiteY12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62044" h="324678">
                <a:moveTo>
                  <a:pt x="1909644" y="0"/>
                </a:moveTo>
                <a:lnTo>
                  <a:pt x="1972746" y="67217"/>
                </a:lnTo>
                <a:lnTo>
                  <a:pt x="1980000" y="67217"/>
                </a:lnTo>
                <a:lnTo>
                  <a:pt x="1980000" y="74945"/>
                </a:lnTo>
                <a:lnTo>
                  <a:pt x="2062044" y="162339"/>
                </a:lnTo>
                <a:lnTo>
                  <a:pt x="1980000" y="249734"/>
                </a:lnTo>
                <a:lnTo>
                  <a:pt x="1980000" y="257461"/>
                </a:lnTo>
                <a:lnTo>
                  <a:pt x="1972746" y="257461"/>
                </a:lnTo>
                <a:lnTo>
                  <a:pt x="1909644" y="324678"/>
                </a:lnTo>
                <a:lnTo>
                  <a:pt x="1909644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909644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9739017" y="5487930"/>
            <a:ext cx="1220531" cy="324678"/>
          </a:xfrm>
          <a:custGeom>
            <a:avLst/>
            <a:gdLst>
              <a:gd name="connsiteX0" fmla="*/ 1068131 w 1220531"/>
              <a:gd name="connsiteY0" fmla="*/ 0 h 324678"/>
              <a:gd name="connsiteX1" fmla="*/ 1220531 w 1220531"/>
              <a:gd name="connsiteY1" fmla="*/ 162339 h 324678"/>
              <a:gd name="connsiteX2" fmla="*/ 1068131 w 1220531"/>
              <a:gd name="connsiteY2" fmla="*/ 324678 h 324678"/>
              <a:gd name="connsiteX3" fmla="*/ 1068131 w 1220531"/>
              <a:gd name="connsiteY3" fmla="*/ 257461 h 324678"/>
              <a:gd name="connsiteX4" fmla="*/ 0 w 1220531"/>
              <a:gd name="connsiteY4" fmla="*/ 257461 h 324678"/>
              <a:gd name="connsiteX5" fmla="*/ 0 w 1220531"/>
              <a:gd name="connsiteY5" fmla="*/ 67217 h 324678"/>
              <a:gd name="connsiteX6" fmla="*/ 1068131 w 1220531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531" h="324678">
                <a:moveTo>
                  <a:pt x="1068131" y="0"/>
                </a:moveTo>
                <a:lnTo>
                  <a:pt x="1220531" y="162339"/>
                </a:lnTo>
                <a:lnTo>
                  <a:pt x="1068131" y="324678"/>
                </a:lnTo>
                <a:lnTo>
                  <a:pt x="1068131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068131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任意多边形: 形状 50"/>
          <p:cNvSpPr/>
          <p:nvPr/>
        </p:nvSpPr>
        <p:spPr>
          <a:xfrm>
            <a:off x="10971469" y="5825860"/>
            <a:ext cx="425194" cy="324678"/>
          </a:xfrm>
          <a:custGeom>
            <a:avLst/>
            <a:gdLst>
              <a:gd name="connsiteX0" fmla="*/ 272794 w 425194"/>
              <a:gd name="connsiteY0" fmla="*/ 0 h 324678"/>
              <a:gd name="connsiteX1" fmla="*/ 425194 w 425194"/>
              <a:gd name="connsiteY1" fmla="*/ 162339 h 324678"/>
              <a:gd name="connsiteX2" fmla="*/ 272794 w 425194"/>
              <a:gd name="connsiteY2" fmla="*/ 324678 h 324678"/>
              <a:gd name="connsiteX3" fmla="*/ 272794 w 425194"/>
              <a:gd name="connsiteY3" fmla="*/ 257461 h 324678"/>
              <a:gd name="connsiteX4" fmla="*/ 0 w 425194"/>
              <a:gd name="connsiteY4" fmla="*/ 257461 h 324678"/>
              <a:gd name="connsiteX5" fmla="*/ 0 w 425194"/>
              <a:gd name="connsiteY5" fmla="*/ 67217 h 324678"/>
              <a:gd name="connsiteX6" fmla="*/ 272794 w 425194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5194" h="324678">
                <a:moveTo>
                  <a:pt x="272794" y="0"/>
                </a:moveTo>
                <a:lnTo>
                  <a:pt x="425194" y="162339"/>
                </a:lnTo>
                <a:lnTo>
                  <a:pt x="272794" y="324678"/>
                </a:lnTo>
                <a:lnTo>
                  <a:pt x="272794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272794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任意多边形: 形状 51"/>
          <p:cNvSpPr/>
          <p:nvPr/>
        </p:nvSpPr>
        <p:spPr>
          <a:xfrm>
            <a:off x="11123869" y="6196921"/>
            <a:ext cx="544670" cy="324678"/>
          </a:xfrm>
          <a:custGeom>
            <a:avLst/>
            <a:gdLst>
              <a:gd name="connsiteX0" fmla="*/ 392270 w 544670"/>
              <a:gd name="connsiteY0" fmla="*/ 0 h 324678"/>
              <a:gd name="connsiteX1" fmla="*/ 544670 w 544670"/>
              <a:gd name="connsiteY1" fmla="*/ 162339 h 324678"/>
              <a:gd name="connsiteX2" fmla="*/ 392270 w 544670"/>
              <a:gd name="connsiteY2" fmla="*/ 324678 h 324678"/>
              <a:gd name="connsiteX3" fmla="*/ 392270 w 544670"/>
              <a:gd name="connsiteY3" fmla="*/ 257461 h 324678"/>
              <a:gd name="connsiteX4" fmla="*/ 0 w 544670"/>
              <a:gd name="connsiteY4" fmla="*/ 257461 h 324678"/>
              <a:gd name="connsiteX5" fmla="*/ 0 w 544670"/>
              <a:gd name="connsiteY5" fmla="*/ 67217 h 324678"/>
              <a:gd name="connsiteX6" fmla="*/ 392270 w 544670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670" h="324678">
                <a:moveTo>
                  <a:pt x="392270" y="0"/>
                </a:moveTo>
                <a:lnTo>
                  <a:pt x="544670" y="162339"/>
                </a:lnTo>
                <a:lnTo>
                  <a:pt x="392270" y="324678"/>
                </a:lnTo>
                <a:lnTo>
                  <a:pt x="392270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392270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2080591" y="2385391"/>
            <a:ext cx="1296000" cy="0"/>
          </a:xfrm>
          <a:prstGeom prst="lin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圆: 空心 54"/>
          <p:cNvSpPr/>
          <p:nvPr/>
        </p:nvSpPr>
        <p:spPr>
          <a:xfrm>
            <a:off x="3359427" y="2325756"/>
            <a:ext cx="119269" cy="119269"/>
          </a:xfrm>
          <a:prstGeom prst="don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3021495" y="2729947"/>
            <a:ext cx="1260000" cy="0"/>
          </a:xfrm>
          <a:prstGeom prst="lin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圆: 空心 58"/>
          <p:cNvSpPr/>
          <p:nvPr/>
        </p:nvSpPr>
        <p:spPr>
          <a:xfrm>
            <a:off x="4273826" y="2670312"/>
            <a:ext cx="119269" cy="119269"/>
          </a:xfrm>
          <a:prstGeom prst="don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2372139" y="3107634"/>
            <a:ext cx="2016000" cy="0"/>
          </a:xfrm>
          <a:prstGeom prst="lin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圆: 空心 61"/>
          <p:cNvSpPr/>
          <p:nvPr/>
        </p:nvSpPr>
        <p:spPr>
          <a:xfrm>
            <a:off x="4386470" y="3047999"/>
            <a:ext cx="119269" cy="119269"/>
          </a:xfrm>
          <a:prstGeom prst="don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64" name="直接连接符 63"/>
          <p:cNvCxnSpPr/>
          <p:nvPr/>
        </p:nvCxnSpPr>
        <p:spPr>
          <a:xfrm>
            <a:off x="4552122" y="3475382"/>
            <a:ext cx="684000" cy="0"/>
          </a:xfrm>
          <a:prstGeom prst="lin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圆: 空心 64"/>
          <p:cNvSpPr/>
          <p:nvPr/>
        </p:nvSpPr>
        <p:spPr>
          <a:xfrm>
            <a:off x="5234609" y="3415747"/>
            <a:ext cx="119269" cy="119269"/>
          </a:xfrm>
          <a:prstGeom prst="don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535678" y="952638"/>
            <a:ext cx="226322" cy="249524"/>
            <a:chOff x="442914" y="873125"/>
            <a:chExt cx="226322" cy="249524"/>
          </a:xfrm>
        </p:grpSpPr>
        <p:sp>
          <p:nvSpPr>
            <p:cNvPr id="67" name="椭圆 66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460109" y="876428"/>
              <a:ext cx="2051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</a:t>
              </a:r>
            </a:p>
          </p:txBody>
        </p:sp>
      </p:grpSp>
      <p:grpSp>
        <p:nvGrpSpPr>
          <p:cNvPr id="70" name="Group 68+"/>
          <p:cNvGrpSpPr/>
          <p:nvPr/>
        </p:nvGrpSpPr>
        <p:grpSpPr>
          <a:xfrm>
            <a:off x="535678" y="1270690"/>
            <a:ext cx="226322" cy="249524"/>
            <a:chOff x="442914" y="873125"/>
            <a:chExt cx="226322" cy="249524"/>
          </a:xfrm>
        </p:grpSpPr>
        <p:sp>
          <p:nvSpPr>
            <p:cNvPr id="71" name="椭圆 70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sp>
        <p:nvSpPr>
          <p:cNvPr id="74" name="文本框 73"/>
          <p:cNvSpPr txBox="1"/>
          <p:nvPr/>
        </p:nvSpPr>
        <p:spPr>
          <a:xfrm>
            <a:off x="947738" y="1000456"/>
            <a:ext cx="76944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状态：已完成</a:t>
            </a:r>
          </a:p>
        </p:txBody>
      </p:sp>
      <p:sp>
        <p:nvSpPr>
          <p:cNvPr id="75" name="TextBox 73+"/>
          <p:cNvSpPr txBox="1"/>
          <p:nvPr/>
        </p:nvSpPr>
        <p:spPr>
          <a:xfrm>
            <a:off x="947738" y="1318508"/>
            <a:ext cx="76944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状态为已完成</a:t>
            </a:r>
          </a:p>
        </p:txBody>
      </p:sp>
      <p:cxnSp>
        <p:nvCxnSpPr>
          <p:cNvPr id="77" name="直接连接符 76"/>
          <p:cNvCxnSpPr/>
          <p:nvPr/>
        </p:nvCxnSpPr>
        <p:spPr>
          <a:xfrm>
            <a:off x="507735" y="1211815"/>
            <a:ext cx="129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68+"/>
          <p:cNvGrpSpPr/>
          <p:nvPr/>
        </p:nvGrpSpPr>
        <p:grpSpPr>
          <a:xfrm>
            <a:off x="2079557" y="2271229"/>
            <a:ext cx="226322" cy="249524"/>
            <a:chOff x="442914" y="873125"/>
            <a:chExt cx="226322" cy="249524"/>
          </a:xfrm>
        </p:grpSpPr>
        <p:sp>
          <p:nvSpPr>
            <p:cNvPr id="79" name="椭圆 78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460109" y="876428"/>
              <a:ext cx="2051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</a:t>
              </a:r>
            </a:p>
          </p:txBody>
        </p:sp>
      </p:grpSp>
      <p:grpSp>
        <p:nvGrpSpPr>
          <p:cNvPr id="81" name="Group 68++"/>
          <p:cNvGrpSpPr/>
          <p:nvPr/>
        </p:nvGrpSpPr>
        <p:grpSpPr>
          <a:xfrm>
            <a:off x="3007210" y="2615785"/>
            <a:ext cx="226322" cy="249524"/>
            <a:chOff x="442914" y="873125"/>
            <a:chExt cx="226322" cy="249524"/>
          </a:xfrm>
        </p:grpSpPr>
        <p:sp>
          <p:nvSpPr>
            <p:cNvPr id="82" name="椭圆 81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460109" y="876428"/>
              <a:ext cx="2051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</a:t>
              </a:r>
            </a:p>
          </p:txBody>
        </p:sp>
      </p:grpSp>
      <p:grpSp>
        <p:nvGrpSpPr>
          <p:cNvPr id="84" name="Group 68+++"/>
          <p:cNvGrpSpPr/>
          <p:nvPr/>
        </p:nvGrpSpPr>
        <p:grpSpPr>
          <a:xfrm>
            <a:off x="3007210" y="2615785"/>
            <a:ext cx="226322" cy="249524"/>
            <a:chOff x="442914" y="873125"/>
            <a:chExt cx="226322" cy="249524"/>
          </a:xfrm>
        </p:grpSpPr>
        <p:sp>
          <p:nvSpPr>
            <p:cNvPr id="85" name="椭圆 84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460109" y="876428"/>
              <a:ext cx="2051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</a:t>
              </a:r>
            </a:p>
          </p:txBody>
        </p:sp>
      </p:grpSp>
      <p:grpSp>
        <p:nvGrpSpPr>
          <p:cNvPr id="87" name="Group 68++++"/>
          <p:cNvGrpSpPr/>
          <p:nvPr/>
        </p:nvGrpSpPr>
        <p:grpSpPr>
          <a:xfrm>
            <a:off x="2351227" y="3000098"/>
            <a:ext cx="226322" cy="249524"/>
            <a:chOff x="442914" y="873125"/>
            <a:chExt cx="226322" cy="249524"/>
          </a:xfrm>
        </p:grpSpPr>
        <p:sp>
          <p:nvSpPr>
            <p:cNvPr id="88" name="椭圆 87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460109" y="876428"/>
              <a:ext cx="2051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</a:t>
              </a:r>
            </a:p>
          </p:txBody>
        </p:sp>
      </p:grpSp>
      <p:cxnSp>
        <p:nvCxnSpPr>
          <p:cNvPr id="91" name="直接连接符 90"/>
          <p:cNvCxnSpPr/>
          <p:nvPr/>
        </p:nvCxnSpPr>
        <p:spPr>
          <a:xfrm>
            <a:off x="4916557" y="3819111"/>
            <a:ext cx="504000" cy="0"/>
          </a:xfrm>
          <a:prstGeom prst="lin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圆: 空心 91"/>
          <p:cNvSpPr/>
          <p:nvPr/>
        </p:nvSpPr>
        <p:spPr>
          <a:xfrm>
            <a:off x="5400261" y="3759476"/>
            <a:ext cx="119269" cy="119269"/>
          </a:xfrm>
          <a:prstGeom prst="don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3" name="Group 68++"/>
          <p:cNvGrpSpPr/>
          <p:nvPr/>
        </p:nvGrpSpPr>
        <p:grpSpPr>
          <a:xfrm>
            <a:off x="4511330" y="3364159"/>
            <a:ext cx="226322" cy="249524"/>
            <a:chOff x="442914" y="873125"/>
            <a:chExt cx="226322" cy="249524"/>
          </a:xfrm>
        </p:grpSpPr>
        <p:sp>
          <p:nvSpPr>
            <p:cNvPr id="94" name="椭圆 93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96" name="Group 68+++"/>
          <p:cNvGrpSpPr/>
          <p:nvPr/>
        </p:nvGrpSpPr>
        <p:grpSpPr>
          <a:xfrm>
            <a:off x="4889016" y="3726346"/>
            <a:ext cx="226322" cy="249524"/>
            <a:chOff x="442914" y="873125"/>
            <a:chExt cx="226322" cy="249524"/>
          </a:xfrm>
        </p:grpSpPr>
        <p:sp>
          <p:nvSpPr>
            <p:cNvPr id="97" name="椭圆 96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99" name="Group 68++++"/>
          <p:cNvGrpSpPr/>
          <p:nvPr/>
        </p:nvGrpSpPr>
        <p:grpSpPr>
          <a:xfrm>
            <a:off x="5525120" y="4077529"/>
            <a:ext cx="226322" cy="249524"/>
            <a:chOff x="442914" y="873125"/>
            <a:chExt cx="226322" cy="249524"/>
          </a:xfrm>
        </p:grpSpPr>
        <p:sp>
          <p:nvSpPr>
            <p:cNvPr id="100" name="椭圆 99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02" name="Group 68+++++"/>
          <p:cNvGrpSpPr/>
          <p:nvPr/>
        </p:nvGrpSpPr>
        <p:grpSpPr>
          <a:xfrm>
            <a:off x="6200981" y="4422086"/>
            <a:ext cx="226322" cy="249524"/>
            <a:chOff x="442914" y="873125"/>
            <a:chExt cx="226322" cy="249524"/>
          </a:xfrm>
        </p:grpSpPr>
        <p:sp>
          <p:nvSpPr>
            <p:cNvPr id="103" name="椭圆 102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05" name="Group 68++++++"/>
          <p:cNvGrpSpPr/>
          <p:nvPr/>
        </p:nvGrpSpPr>
        <p:grpSpPr>
          <a:xfrm>
            <a:off x="7135259" y="4799773"/>
            <a:ext cx="226322" cy="249524"/>
            <a:chOff x="442914" y="873125"/>
            <a:chExt cx="226322" cy="249524"/>
          </a:xfrm>
        </p:grpSpPr>
        <p:sp>
          <p:nvSpPr>
            <p:cNvPr id="106" name="椭圆 105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08" name="Group 68+++++++"/>
          <p:cNvGrpSpPr/>
          <p:nvPr/>
        </p:nvGrpSpPr>
        <p:grpSpPr>
          <a:xfrm>
            <a:off x="8598867" y="5150956"/>
            <a:ext cx="226322" cy="249524"/>
            <a:chOff x="442914" y="873125"/>
            <a:chExt cx="226322" cy="249524"/>
          </a:xfrm>
        </p:grpSpPr>
        <p:sp>
          <p:nvSpPr>
            <p:cNvPr id="109" name="椭圆 108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11" name="Group 68++++++++"/>
          <p:cNvGrpSpPr/>
          <p:nvPr/>
        </p:nvGrpSpPr>
        <p:grpSpPr>
          <a:xfrm>
            <a:off x="9725301" y="5541895"/>
            <a:ext cx="226322" cy="249524"/>
            <a:chOff x="442914" y="873125"/>
            <a:chExt cx="226322" cy="249524"/>
          </a:xfrm>
        </p:grpSpPr>
        <p:sp>
          <p:nvSpPr>
            <p:cNvPr id="112" name="椭圆 111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14" name="Group 68+++++++++"/>
          <p:cNvGrpSpPr/>
          <p:nvPr/>
        </p:nvGrpSpPr>
        <p:grpSpPr>
          <a:xfrm>
            <a:off x="10964933" y="5866573"/>
            <a:ext cx="226322" cy="249524"/>
            <a:chOff x="442914" y="873125"/>
            <a:chExt cx="226322" cy="249524"/>
          </a:xfrm>
        </p:grpSpPr>
        <p:sp>
          <p:nvSpPr>
            <p:cNvPr id="115" name="椭圆 114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17" name="Group 68++++++++++"/>
          <p:cNvGrpSpPr/>
          <p:nvPr/>
        </p:nvGrpSpPr>
        <p:grpSpPr>
          <a:xfrm>
            <a:off x="11131102" y="6248597"/>
            <a:ext cx="226322" cy="249524"/>
            <a:chOff x="442914" y="873125"/>
            <a:chExt cx="226322" cy="249524"/>
          </a:xfrm>
        </p:grpSpPr>
        <p:sp>
          <p:nvSpPr>
            <p:cNvPr id="118" name="椭圆 117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cxnSp>
        <p:nvCxnSpPr>
          <p:cNvPr id="121" name="直接连接符 120"/>
          <p:cNvCxnSpPr/>
          <p:nvPr/>
        </p:nvCxnSpPr>
        <p:spPr>
          <a:xfrm>
            <a:off x="2067339" y="873125"/>
            <a:ext cx="0" cy="684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0+"/>
          <p:cNvCxnSpPr/>
          <p:nvPr/>
        </p:nvCxnSpPr>
        <p:spPr>
          <a:xfrm>
            <a:off x="4512366" y="873125"/>
            <a:ext cx="0" cy="684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0++"/>
          <p:cNvCxnSpPr/>
          <p:nvPr/>
        </p:nvCxnSpPr>
        <p:spPr>
          <a:xfrm>
            <a:off x="10952923" y="873125"/>
            <a:ext cx="0" cy="684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0+"/>
          <p:cNvCxnSpPr/>
          <p:nvPr/>
        </p:nvCxnSpPr>
        <p:spPr>
          <a:xfrm>
            <a:off x="6129131" y="873125"/>
            <a:ext cx="0" cy="684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0+++"/>
          <p:cNvCxnSpPr/>
          <p:nvPr/>
        </p:nvCxnSpPr>
        <p:spPr>
          <a:xfrm>
            <a:off x="11749088" y="873125"/>
            <a:ext cx="0" cy="684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2107096" y="1205948"/>
            <a:ext cx="756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文本框 128"/>
          <p:cNvSpPr txBox="1"/>
          <p:nvPr/>
        </p:nvSpPr>
        <p:spPr>
          <a:xfrm>
            <a:off x="2930780" y="110740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筹备阶段</a:t>
            </a:r>
          </a:p>
        </p:txBody>
      </p:sp>
      <p:cxnSp>
        <p:nvCxnSpPr>
          <p:cNvPr id="130" name="Straight Connector 126+"/>
          <p:cNvCxnSpPr/>
          <p:nvPr/>
        </p:nvCxnSpPr>
        <p:spPr>
          <a:xfrm flipH="1">
            <a:off x="3733387" y="1205948"/>
            <a:ext cx="756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28+"/>
          <p:cNvSpPr txBox="1"/>
          <p:nvPr/>
        </p:nvSpPr>
        <p:spPr>
          <a:xfrm>
            <a:off x="4782140" y="1107405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物料准备阶段</a:t>
            </a:r>
          </a:p>
        </p:txBody>
      </p:sp>
      <p:cxnSp>
        <p:nvCxnSpPr>
          <p:cNvPr id="133" name="Straight Connector 126+"/>
          <p:cNvCxnSpPr/>
          <p:nvPr/>
        </p:nvCxnSpPr>
        <p:spPr>
          <a:xfrm>
            <a:off x="4525617" y="1205948"/>
            <a:ext cx="144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26++"/>
          <p:cNvCxnSpPr/>
          <p:nvPr/>
        </p:nvCxnSpPr>
        <p:spPr>
          <a:xfrm flipH="1">
            <a:off x="5970106" y="1205948"/>
            <a:ext cx="144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28++"/>
          <p:cNvSpPr txBox="1"/>
          <p:nvPr/>
        </p:nvSpPr>
        <p:spPr>
          <a:xfrm>
            <a:off x="8002418" y="1107405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推广执行阶段</a:t>
            </a:r>
          </a:p>
        </p:txBody>
      </p:sp>
      <p:cxnSp>
        <p:nvCxnSpPr>
          <p:cNvPr id="138" name="Straight Connector 126++"/>
          <p:cNvCxnSpPr/>
          <p:nvPr/>
        </p:nvCxnSpPr>
        <p:spPr>
          <a:xfrm>
            <a:off x="6160107" y="1205948"/>
            <a:ext cx="1836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26+++"/>
          <p:cNvCxnSpPr/>
          <p:nvPr/>
        </p:nvCxnSpPr>
        <p:spPr>
          <a:xfrm flipH="1">
            <a:off x="9098569" y="1205948"/>
            <a:ext cx="1836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28+++"/>
          <p:cNvSpPr txBox="1"/>
          <p:nvPr/>
        </p:nvSpPr>
        <p:spPr>
          <a:xfrm>
            <a:off x="11171469" y="110740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评估</a:t>
            </a:r>
          </a:p>
        </p:txBody>
      </p:sp>
      <p:cxnSp>
        <p:nvCxnSpPr>
          <p:cNvPr id="141" name="Straight Connector 126++"/>
          <p:cNvCxnSpPr/>
          <p:nvPr/>
        </p:nvCxnSpPr>
        <p:spPr>
          <a:xfrm>
            <a:off x="10960795" y="1205948"/>
            <a:ext cx="144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26+++"/>
          <p:cNvCxnSpPr/>
          <p:nvPr/>
        </p:nvCxnSpPr>
        <p:spPr>
          <a:xfrm flipH="1">
            <a:off x="11595659" y="1205948"/>
            <a:ext cx="144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19+"/>
          <p:cNvSpPr/>
          <p:nvPr/>
        </p:nvSpPr>
        <p:spPr>
          <a:xfrm>
            <a:off x="8257398" y="908050"/>
            <a:ext cx="3496676" cy="12953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8" name="矩形 267"/>
          <p:cNvSpPr/>
          <p:nvPr/>
        </p:nvSpPr>
        <p:spPr>
          <a:xfrm>
            <a:off x="442913" y="2509935"/>
            <a:ext cx="4510087" cy="39526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42914" y="908050"/>
            <a:ext cx="3496676" cy="12953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4348200" y="893558"/>
            <a:ext cx="3495600" cy="12953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67" name="图表 266"/>
          <p:cNvGraphicFramePr/>
          <p:nvPr/>
        </p:nvGraphicFramePr>
        <p:xfrm>
          <a:off x="745609" y="2897346"/>
          <a:ext cx="3851798" cy="3836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309" name="组合 308"/>
          <p:cNvGrpSpPr/>
          <p:nvPr/>
        </p:nvGrpSpPr>
        <p:grpSpPr>
          <a:xfrm>
            <a:off x="1456325" y="2374899"/>
            <a:ext cx="2483264" cy="713836"/>
            <a:chOff x="1456325" y="2374899"/>
            <a:chExt cx="2483264" cy="713836"/>
          </a:xfrm>
        </p:grpSpPr>
        <p:sp>
          <p:nvSpPr>
            <p:cNvPr id="308" name="任意多边形: 形状 307"/>
            <p:cNvSpPr/>
            <p:nvPr/>
          </p:nvSpPr>
          <p:spPr>
            <a:xfrm>
              <a:off x="1456325" y="2379341"/>
              <a:ext cx="115663" cy="130594"/>
            </a:xfrm>
            <a:custGeom>
              <a:avLst/>
              <a:gdLst>
                <a:gd name="connsiteX0" fmla="*/ 115663 w 115663"/>
                <a:gd name="connsiteY0" fmla="*/ 0 h 130594"/>
                <a:gd name="connsiteX1" fmla="*/ 108157 w 115663"/>
                <a:gd name="connsiteY1" fmla="*/ 18122 h 130594"/>
                <a:gd name="connsiteX2" fmla="*/ 108157 w 115663"/>
                <a:gd name="connsiteY2" fmla="*/ 130594 h 130594"/>
                <a:gd name="connsiteX3" fmla="*/ 2397 w 115663"/>
                <a:gd name="connsiteY3" fmla="*/ 130594 h 130594"/>
                <a:gd name="connsiteX4" fmla="*/ 0 w 115663"/>
                <a:gd name="connsiteY4" fmla="*/ 119686 h 130594"/>
                <a:gd name="connsiteX5" fmla="*/ 97574 w 115663"/>
                <a:gd name="connsiteY5" fmla="*/ 8629 h 1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63" h="130594">
                  <a:moveTo>
                    <a:pt x="115663" y="0"/>
                  </a:moveTo>
                  <a:lnTo>
                    <a:pt x="108157" y="18122"/>
                  </a:lnTo>
                  <a:lnTo>
                    <a:pt x="108157" y="130594"/>
                  </a:lnTo>
                  <a:lnTo>
                    <a:pt x="2397" y="130594"/>
                  </a:lnTo>
                  <a:lnTo>
                    <a:pt x="0" y="119686"/>
                  </a:lnTo>
                  <a:cubicBezTo>
                    <a:pt x="0" y="80292"/>
                    <a:pt x="34744" y="42763"/>
                    <a:pt x="97574" y="862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05" name="任意多边形: 形状 304"/>
            <p:cNvSpPr/>
            <p:nvPr/>
          </p:nvSpPr>
          <p:spPr>
            <a:xfrm>
              <a:off x="3823926" y="2379341"/>
              <a:ext cx="115663" cy="130595"/>
            </a:xfrm>
            <a:custGeom>
              <a:avLst/>
              <a:gdLst>
                <a:gd name="connsiteX0" fmla="*/ 0 w 115663"/>
                <a:gd name="connsiteY0" fmla="*/ 0 h 130595"/>
                <a:gd name="connsiteX1" fmla="*/ 18089 w 115663"/>
                <a:gd name="connsiteY1" fmla="*/ 8629 h 130595"/>
                <a:gd name="connsiteX2" fmla="*/ 115663 w 115663"/>
                <a:gd name="connsiteY2" fmla="*/ 119686 h 130595"/>
                <a:gd name="connsiteX3" fmla="*/ 113266 w 115663"/>
                <a:gd name="connsiteY3" fmla="*/ 130595 h 130595"/>
                <a:gd name="connsiteX4" fmla="*/ 7506 w 115663"/>
                <a:gd name="connsiteY4" fmla="*/ 130595 h 130595"/>
                <a:gd name="connsiteX5" fmla="*/ 7506 w 115663"/>
                <a:gd name="connsiteY5" fmla="*/ 18122 h 130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63" h="130595">
                  <a:moveTo>
                    <a:pt x="0" y="0"/>
                  </a:moveTo>
                  <a:lnTo>
                    <a:pt x="18089" y="8629"/>
                  </a:lnTo>
                  <a:cubicBezTo>
                    <a:pt x="80920" y="42763"/>
                    <a:pt x="115663" y="80292"/>
                    <a:pt x="115663" y="119686"/>
                  </a:cubicBezTo>
                  <a:lnTo>
                    <a:pt x="113266" y="130595"/>
                  </a:lnTo>
                  <a:lnTo>
                    <a:pt x="7506" y="130595"/>
                  </a:lnTo>
                  <a:lnTo>
                    <a:pt x="7506" y="1812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6" name="任意多边形: 形状 285"/>
            <p:cNvSpPr/>
            <p:nvPr/>
          </p:nvSpPr>
          <p:spPr>
            <a:xfrm>
              <a:off x="1528943" y="2374899"/>
              <a:ext cx="2338028" cy="713836"/>
            </a:xfrm>
            <a:custGeom>
              <a:avLst/>
              <a:gdLst>
                <a:gd name="connsiteX0" fmla="*/ 58290 w 2266950"/>
                <a:gd name="connsiteY0" fmla="*/ 0 h 713836"/>
                <a:gd name="connsiteX1" fmla="*/ 2208660 w 2266950"/>
                <a:gd name="connsiteY1" fmla="*/ 0 h 713836"/>
                <a:gd name="connsiteX2" fmla="*/ 2266950 w 2266950"/>
                <a:gd name="connsiteY2" fmla="*/ 58290 h 713836"/>
                <a:gd name="connsiteX3" fmla="*/ 2266950 w 2266950"/>
                <a:gd name="connsiteY3" fmla="*/ 672983 h 713836"/>
                <a:gd name="connsiteX4" fmla="*/ 2250028 w 2266950"/>
                <a:gd name="connsiteY4" fmla="*/ 713836 h 713836"/>
                <a:gd name="connsiteX5" fmla="*/ 2196544 w 2266950"/>
                <a:gd name="connsiteY5" fmla="*/ 696208 h 713836"/>
                <a:gd name="connsiteX6" fmla="*/ 1133475 w 2266950"/>
                <a:gd name="connsiteY6" fmla="*/ 576502 h 713836"/>
                <a:gd name="connsiteX7" fmla="*/ 70406 w 2266950"/>
                <a:gd name="connsiteY7" fmla="*/ 696208 h 713836"/>
                <a:gd name="connsiteX8" fmla="*/ 16922 w 2266950"/>
                <a:gd name="connsiteY8" fmla="*/ 713836 h 713836"/>
                <a:gd name="connsiteX9" fmla="*/ 0 w 2266950"/>
                <a:gd name="connsiteY9" fmla="*/ 672983 h 713836"/>
                <a:gd name="connsiteX10" fmla="*/ 0 w 2266950"/>
                <a:gd name="connsiteY10" fmla="*/ 58290 h 713836"/>
                <a:gd name="connsiteX11" fmla="*/ 58290 w 2266950"/>
                <a:gd name="connsiteY11" fmla="*/ 0 h 713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66950" h="713836">
                  <a:moveTo>
                    <a:pt x="58290" y="0"/>
                  </a:moveTo>
                  <a:lnTo>
                    <a:pt x="2208660" y="0"/>
                  </a:lnTo>
                  <a:cubicBezTo>
                    <a:pt x="2240853" y="0"/>
                    <a:pt x="2266950" y="26097"/>
                    <a:pt x="2266950" y="58290"/>
                  </a:cubicBezTo>
                  <a:lnTo>
                    <a:pt x="2266950" y="672983"/>
                  </a:lnTo>
                  <a:lnTo>
                    <a:pt x="2250028" y="713836"/>
                  </a:lnTo>
                  <a:lnTo>
                    <a:pt x="2196544" y="696208"/>
                  </a:lnTo>
                  <a:cubicBezTo>
                    <a:pt x="1997758" y="649051"/>
                    <a:pt x="1410046" y="576502"/>
                    <a:pt x="1133475" y="576502"/>
                  </a:cubicBezTo>
                  <a:cubicBezTo>
                    <a:pt x="856904" y="576502"/>
                    <a:pt x="269192" y="649051"/>
                    <a:pt x="70406" y="696208"/>
                  </a:cubicBezTo>
                  <a:lnTo>
                    <a:pt x="16922" y="713836"/>
                  </a:lnTo>
                  <a:lnTo>
                    <a:pt x="0" y="672983"/>
                  </a:lnTo>
                  <a:lnTo>
                    <a:pt x="0" y="58290"/>
                  </a:lnTo>
                  <a:cubicBezTo>
                    <a:pt x="0" y="26097"/>
                    <a:pt x="26097" y="0"/>
                    <a:pt x="58290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87" name="文本框 286"/>
          <p:cNvSpPr txBox="1"/>
          <p:nvPr/>
        </p:nvSpPr>
        <p:spPr>
          <a:xfrm>
            <a:off x="2005460" y="253678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营收来源构成</a:t>
            </a:r>
          </a:p>
        </p:txBody>
      </p:sp>
      <p:sp>
        <p:nvSpPr>
          <p:cNvPr id="290" name="图形 288"/>
          <p:cNvSpPr/>
          <p:nvPr/>
        </p:nvSpPr>
        <p:spPr>
          <a:xfrm>
            <a:off x="2443058" y="4534738"/>
            <a:ext cx="578818" cy="591870"/>
          </a:xfrm>
          <a:custGeom>
            <a:avLst/>
            <a:gdLst>
              <a:gd name="connsiteX0" fmla="*/ 686574 w 1862759"/>
              <a:gd name="connsiteY0" fmla="*/ 1268333 h 1904767"/>
              <a:gd name="connsiteX1" fmla="*/ 920859 w 1862759"/>
              <a:gd name="connsiteY1" fmla="*/ 1168334 h 1904767"/>
              <a:gd name="connsiteX2" fmla="*/ 1065620 w 1862759"/>
              <a:gd name="connsiteY2" fmla="*/ 1150239 h 1904767"/>
              <a:gd name="connsiteX3" fmla="*/ 1065620 w 1862759"/>
              <a:gd name="connsiteY3" fmla="*/ 1141667 h 1904767"/>
              <a:gd name="connsiteX4" fmla="*/ 1058953 w 1862759"/>
              <a:gd name="connsiteY4" fmla="*/ 963573 h 1904767"/>
              <a:gd name="connsiteX5" fmla="*/ 1203715 w 1862759"/>
              <a:gd name="connsiteY5" fmla="*/ 743574 h 1904767"/>
              <a:gd name="connsiteX6" fmla="*/ 1350381 w 1862759"/>
              <a:gd name="connsiteY6" fmla="*/ 683574 h 1904767"/>
              <a:gd name="connsiteX7" fmla="*/ 1349428 w 1862759"/>
              <a:gd name="connsiteY7" fmla="*/ 681669 h 1904767"/>
              <a:gd name="connsiteX8" fmla="*/ 1067525 w 1862759"/>
              <a:gd name="connsiteY8" fmla="*/ 450242 h 1904767"/>
              <a:gd name="connsiteX9" fmla="*/ 1047525 w 1862759"/>
              <a:gd name="connsiteY9" fmla="*/ 445480 h 1904767"/>
              <a:gd name="connsiteX10" fmla="*/ 468480 w 1862759"/>
              <a:gd name="connsiteY10" fmla="*/ 445480 h 1904767"/>
              <a:gd name="connsiteX11" fmla="*/ 448480 w 1862759"/>
              <a:gd name="connsiteY11" fmla="*/ 450242 h 1904767"/>
              <a:gd name="connsiteX12" fmla="*/ 312290 w 1862759"/>
              <a:gd name="connsiteY12" fmla="*/ 540718 h 1904767"/>
              <a:gd name="connsiteX13" fmla="*/ 64672 w 1862759"/>
              <a:gd name="connsiteY13" fmla="*/ 835954 h 1904767"/>
              <a:gd name="connsiteX14" fmla="*/ 19911 w 1862759"/>
              <a:gd name="connsiteY14" fmla="*/ 1288333 h 1904767"/>
              <a:gd name="connsiteX15" fmla="*/ 202767 w 1862759"/>
              <a:gd name="connsiteY15" fmla="*/ 1568332 h 1904767"/>
              <a:gd name="connsiteX16" fmla="*/ 450385 w 1862759"/>
              <a:gd name="connsiteY16" fmla="*/ 1675951 h 1904767"/>
              <a:gd name="connsiteX17" fmla="*/ 589432 w 1862759"/>
              <a:gd name="connsiteY17" fmla="*/ 1701665 h 1904767"/>
              <a:gd name="connsiteX18" fmla="*/ 591337 w 1862759"/>
              <a:gd name="connsiteY18" fmla="*/ 1689284 h 1904767"/>
              <a:gd name="connsiteX19" fmla="*/ 591337 w 1862759"/>
              <a:gd name="connsiteY19" fmla="*/ 1485475 h 1904767"/>
              <a:gd name="connsiteX20" fmla="*/ 686574 w 1862759"/>
              <a:gd name="connsiteY20" fmla="*/ 1268333 h 1904767"/>
              <a:gd name="connsiteX21" fmla="*/ 611336 w 1862759"/>
              <a:gd name="connsiteY21" fmla="*/ 998811 h 1904767"/>
              <a:gd name="connsiteX22" fmla="*/ 578003 w 1862759"/>
              <a:gd name="connsiteY22" fmla="*/ 966430 h 1904767"/>
              <a:gd name="connsiteX23" fmla="*/ 612289 w 1862759"/>
              <a:gd name="connsiteY23" fmla="*/ 933097 h 1904767"/>
              <a:gd name="connsiteX24" fmla="*/ 711336 w 1862759"/>
              <a:gd name="connsiteY24" fmla="*/ 933097 h 1904767"/>
              <a:gd name="connsiteX25" fmla="*/ 731336 w 1862759"/>
              <a:gd name="connsiteY25" fmla="*/ 933097 h 1904767"/>
              <a:gd name="connsiteX26" fmla="*/ 731336 w 1862759"/>
              <a:gd name="connsiteY26" fmla="*/ 873097 h 1904767"/>
              <a:gd name="connsiteX27" fmla="*/ 642765 w 1862759"/>
              <a:gd name="connsiteY27" fmla="*/ 873097 h 1904767"/>
              <a:gd name="connsiteX28" fmla="*/ 608479 w 1862759"/>
              <a:gd name="connsiteY28" fmla="*/ 872145 h 1904767"/>
              <a:gd name="connsiteX29" fmla="*/ 576098 w 1862759"/>
              <a:gd name="connsiteY29" fmla="*/ 838811 h 1904767"/>
              <a:gd name="connsiteX30" fmla="*/ 610384 w 1862759"/>
              <a:gd name="connsiteY30" fmla="*/ 807383 h 1904767"/>
              <a:gd name="connsiteX31" fmla="*/ 715145 w 1862759"/>
              <a:gd name="connsiteY31" fmla="*/ 807383 h 1904767"/>
              <a:gd name="connsiteX32" fmla="*/ 684669 w 1862759"/>
              <a:gd name="connsiteY32" fmla="*/ 775002 h 1904767"/>
              <a:gd name="connsiteX33" fmla="*/ 594194 w 1862759"/>
              <a:gd name="connsiteY33" fmla="*/ 684526 h 1904767"/>
              <a:gd name="connsiteX34" fmla="*/ 590384 w 1862759"/>
              <a:gd name="connsiteY34" fmla="*/ 635955 h 1904767"/>
              <a:gd name="connsiteX35" fmla="*/ 638955 w 1862759"/>
              <a:gd name="connsiteY35" fmla="*/ 640717 h 1904767"/>
              <a:gd name="connsiteX36" fmla="*/ 748479 w 1862759"/>
              <a:gd name="connsiteY36" fmla="*/ 750240 h 1904767"/>
              <a:gd name="connsiteX37" fmla="*/ 782764 w 1862759"/>
              <a:gd name="connsiteY37" fmla="*/ 750240 h 1904767"/>
              <a:gd name="connsiteX38" fmla="*/ 897049 w 1862759"/>
              <a:gd name="connsiteY38" fmla="*/ 635003 h 1904767"/>
              <a:gd name="connsiteX39" fmla="*/ 931335 w 1862759"/>
              <a:gd name="connsiteY39" fmla="*/ 622622 h 1904767"/>
              <a:gd name="connsiteX40" fmla="*/ 942763 w 1862759"/>
              <a:gd name="connsiteY40" fmla="*/ 676907 h 1904767"/>
              <a:gd name="connsiteX41" fmla="*/ 831335 w 1862759"/>
              <a:gd name="connsiteY41" fmla="*/ 789288 h 1904767"/>
              <a:gd name="connsiteX42" fmla="*/ 815145 w 1862759"/>
              <a:gd name="connsiteY42" fmla="*/ 806431 h 1904767"/>
              <a:gd name="connsiteX43" fmla="*/ 918002 w 1862759"/>
              <a:gd name="connsiteY43" fmla="*/ 806431 h 1904767"/>
              <a:gd name="connsiteX44" fmla="*/ 954192 w 1862759"/>
              <a:gd name="connsiteY44" fmla="*/ 837859 h 1904767"/>
              <a:gd name="connsiteX45" fmla="*/ 919906 w 1862759"/>
              <a:gd name="connsiteY45" fmla="*/ 871192 h 1904767"/>
              <a:gd name="connsiteX46" fmla="*/ 818955 w 1862759"/>
              <a:gd name="connsiteY46" fmla="*/ 872145 h 1904767"/>
              <a:gd name="connsiteX47" fmla="*/ 798955 w 1862759"/>
              <a:gd name="connsiteY47" fmla="*/ 872145 h 1904767"/>
              <a:gd name="connsiteX48" fmla="*/ 798955 w 1862759"/>
              <a:gd name="connsiteY48" fmla="*/ 931192 h 1904767"/>
              <a:gd name="connsiteX49" fmla="*/ 818002 w 1862759"/>
              <a:gd name="connsiteY49" fmla="*/ 932144 h 1904767"/>
              <a:gd name="connsiteX50" fmla="*/ 917049 w 1862759"/>
              <a:gd name="connsiteY50" fmla="*/ 932144 h 1904767"/>
              <a:gd name="connsiteX51" fmla="*/ 954192 w 1862759"/>
              <a:gd name="connsiteY51" fmla="*/ 964525 h 1904767"/>
              <a:gd name="connsiteX52" fmla="*/ 918002 w 1862759"/>
              <a:gd name="connsiteY52" fmla="*/ 997858 h 1904767"/>
              <a:gd name="connsiteX53" fmla="*/ 798002 w 1862759"/>
              <a:gd name="connsiteY53" fmla="*/ 997858 h 1904767"/>
              <a:gd name="connsiteX54" fmla="*/ 798002 w 1862759"/>
              <a:gd name="connsiteY54" fmla="*/ 1070239 h 1904767"/>
              <a:gd name="connsiteX55" fmla="*/ 762764 w 1862759"/>
              <a:gd name="connsiteY55" fmla="*/ 1106429 h 1904767"/>
              <a:gd name="connsiteX56" fmla="*/ 732288 w 1862759"/>
              <a:gd name="connsiteY56" fmla="*/ 1071191 h 1904767"/>
              <a:gd name="connsiteX57" fmla="*/ 732288 w 1862759"/>
              <a:gd name="connsiteY57" fmla="*/ 1019763 h 1904767"/>
              <a:gd name="connsiteX58" fmla="*/ 731336 w 1862759"/>
              <a:gd name="connsiteY58" fmla="*/ 998811 h 1904767"/>
              <a:gd name="connsiteX59" fmla="*/ 636098 w 1862759"/>
              <a:gd name="connsiteY59" fmla="*/ 998811 h 1904767"/>
              <a:gd name="connsiteX60" fmla="*/ 611336 w 1862759"/>
              <a:gd name="connsiteY60" fmla="*/ 998811 h 1904767"/>
              <a:gd name="connsiteX61" fmla="*/ 497051 w 1862759"/>
              <a:gd name="connsiteY61" fmla="*/ 359766 h 1904767"/>
              <a:gd name="connsiteX62" fmla="*/ 524670 w 1862759"/>
              <a:gd name="connsiteY62" fmla="*/ 371195 h 1904767"/>
              <a:gd name="connsiteX63" fmla="*/ 757050 w 1862759"/>
              <a:gd name="connsiteY63" fmla="*/ 371195 h 1904767"/>
              <a:gd name="connsiteX64" fmla="*/ 991335 w 1862759"/>
              <a:gd name="connsiteY64" fmla="*/ 371195 h 1904767"/>
              <a:gd name="connsiteX65" fmla="*/ 1020858 w 1862759"/>
              <a:gd name="connsiteY65" fmla="*/ 358814 h 1904767"/>
              <a:gd name="connsiteX66" fmla="*/ 1157048 w 1862759"/>
              <a:gd name="connsiteY66" fmla="*/ 217862 h 1904767"/>
              <a:gd name="connsiteX67" fmla="*/ 1194191 w 1862759"/>
              <a:gd name="connsiteY67" fmla="*/ 176910 h 1904767"/>
              <a:gd name="connsiteX68" fmla="*/ 1207524 w 1862759"/>
              <a:gd name="connsiteY68" fmla="*/ 97862 h 1904767"/>
              <a:gd name="connsiteX69" fmla="*/ 1143715 w 1862759"/>
              <a:gd name="connsiteY69" fmla="*/ 69291 h 1904767"/>
              <a:gd name="connsiteX70" fmla="*/ 1109429 w 1862759"/>
              <a:gd name="connsiteY70" fmla="*/ 84529 h 1904767"/>
              <a:gd name="connsiteX71" fmla="*/ 993239 w 1862759"/>
              <a:gd name="connsiteY71" fmla="*/ 56910 h 1904767"/>
              <a:gd name="connsiteX72" fmla="*/ 962763 w 1862759"/>
              <a:gd name="connsiteY72" fmla="*/ 22625 h 1904767"/>
              <a:gd name="connsiteX73" fmla="*/ 858002 w 1862759"/>
              <a:gd name="connsiteY73" fmla="*/ 21672 h 1904767"/>
              <a:gd name="connsiteX74" fmla="*/ 808478 w 1862759"/>
              <a:gd name="connsiteY74" fmla="*/ 71196 h 1904767"/>
              <a:gd name="connsiteX75" fmla="*/ 705622 w 1862759"/>
              <a:gd name="connsiteY75" fmla="*/ 73101 h 1904767"/>
              <a:gd name="connsiteX76" fmla="*/ 661812 w 1862759"/>
              <a:gd name="connsiteY76" fmla="*/ 26434 h 1904767"/>
              <a:gd name="connsiteX77" fmla="*/ 551337 w 1862759"/>
              <a:gd name="connsiteY77" fmla="*/ 25482 h 1904767"/>
              <a:gd name="connsiteX78" fmla="*/ 505623 w 1862759"/>
              <a:gd name="connsiteY78" fmla="*/ 75005 h 1904767"/>
              <a:gd name="connsiteX79" fmla="*/ 459909 w 1862759"/>
              <a:gd name="connsiteY79" fmla="*/ 94053 h 1904767"/>
              <a:gd name="connsiteX80" fmla="*/ 373242 w 1862759"/>
              <a:gd name="connsiteY80" fmla="*/ 71196 h 1904767"/>
              <a:gd name="connsiteX81" fmla="*/ 307528 w 1862759"/>
              <a:gd name="connsiteY81" fmla="*/ 101672 h 1904767"/>
              <a:gd name="connsiteX82" fmla="*/ 334195 w 1862759"/>
              <a:gd name="connsiteY82" fmla="*/ 195957 h 1904767"/>
              <a:gd name="connsiteX83" fmla="*/ 497051 w 1862759"/>
              <a:gd name="connsiteY83" fmla="*/ 359766 h 1904767"/>
              <a:gd name="connsiteX84" fmla="*/ 1171334 w 1862759"/>
              <a:gd name="connsiteY84" fmla="*/ 1031191 h 1904767"/>
              <a:gd name="connsiteX85" fmla="*/ 1271333 w 1862759"/>
              <a:gd name="connsiteY85" fmla="*/ 1096906 h 1904767"/>
              <a:gd name="connsiteX86" fmla="*/ 1644665 w 1862759"/>
              <a:gd name="connsiteY86" fmla="*/ 1121667 h 1904767"/>
              <a:gd name="connsiteX87" fmla="*/ 1814188 w 1862759"/>
              <a:gd name="connsiteY87" fmla="*/ 1040715 h 1904767"/>
              <a:gd name="connsiteX88" fmla="*/ 1844664 w 1862759"/>
              <a:gd name="connsiteY88" fmla="*/ 886430 h 1904767"/>
              <a:gd name="connsiteX89" fmla="*/ 1771331 w 1862759"/>
              <a:gd name="connsiteY89" fmla="*/ 817859 h 1904767"/>
              <a:gd name="connsiteX90" fmla="*/ 1481809 w 1862759"/>
              <a:gd name="connsiteY90" fmla="*/ 751193 h 1904767"/>
              <a:gd name="connsiteX91" fmla="*/ 1382761 w 1862759"/>
              <a:gd name="connsiteY91" fmla="*/ 761669 h 1904767"/>
              <a:gd name="connsiteX92" fmla="*/ 1179905 w 1862759"/>
              <a:gd name="connsiteY92" fmla="*/ 849288 h 1904767"/>
              <a:gd name="connsiteX93" fmla="*/ 1171334 w 1862759"/>
              <a:gd name="connsiteY93" fmla="*/ 1031191 h 1904767"/>
              <a:gd name="connsiteX94" fmla="*/ 1258952 w 1862759"/>
              <a:gd name="connsiteY94" fmla="*/ 1289286 h 1904767"/>
              <a:gd name="connsiteX95" fmla="*/ 853240 w 1862759"/>
              <a:gd name="connsiteY95" fmla="*/ 1271190 h 1904767"/>
              <a:gd name="connsiteX96" fmla="*/ 699907 w 1862759"/>
              <a:gd name="connsiteY96" fmla="*/ 1359761 h 1904767"/>
              <a:gd name="connsiteX97" fmla="*/ 696098 w 1862759"/>
              <a:gd name="connsiteY97" fmla="*/ 1515951 h 1904767"/>
              <a:gd name="connsiteX98" fmla="*/ 757050 w 1862759"/>
              <a:gd name="connsiteY98" fmla="*/ 1567380 h 1904767"/>
              <a:gd name="connsiteX99" fmla="*/ 1031335 w 1862759"/>
              <a:gd name="connsiteY99" fmla="*/ 1634046 h 1904767"/>
              <a:gd name="connsiteX100" fmla="*/ 1203715 w 1862759"/>
              <a:gd name="connsiteY100" fmla="*/ 1611189 h 1904767"/>
              <a:gd name="connsiteX101" fmla="*/ 1359904 w 1862759"/>
              <a:gd name="connsiteY101" fmla="*/ 1523570 h 1904767"/>
              <a:gd name="connsiteX102" fmla="*/ 1358952 w 1862759"/>
              <a:gd name="connsiteY102" fmla="*/ 1355000 h 1904767"/>
              <a:gd name="connsiteX103" fmla="*/ 1258952 w 1862759"/>
              <a:gd name="connsiteY103" fmla="*/ 1289286 h 1904767"/>
              <a:gd name="connsiteX104" fmla="*/ 1283714 w 1862759"/>
              <a:gd name="connsiteY104" fmla="*/ 1772141 h 1904767"/>
              <a:gd name="connsiteX105" fmla="*/ 802764 w 1862759"/>
              <a:gd name="connsiteY105" fmla="*/ 1782617 h 1904767"/>
              <a:gd name="connsiteX106" fmla="*/ 669431 w 1862759"/>
              <a:gd name="connsiteY106" fmla="*/ 1658808 h 1904767"/>
              <a:gd name="connsiteX107" fmla="*/ 733241 w 1862759"/>
              <a:gd name="connsiteY107" fmla="*/ 1820712 h 1904767"/>
              <a:gd name="connsiteX108" fmla="*/ 810383 w 1862759"/>
              <a:gd name="connsiteY108" fmla="*/ 1863569 h 1904767"/>
              <a:gd name="connsiteX109" fmla="*/ 1188477 w 1862759"/>
              <a:gd name="connsiteY109" fmla="*/ 1884521 h 1904767"/>
              <a:gd name="connsiteX110" fmla="*/ 1347524 w 1862759"/>
              <a:gd name="connsiteY110" fmla="*/ 1806426 h 1904767"/>
              <a:gd name="connsiteX111" fmla="*/ 1391333 w 1862759"/>
              <a:gd name="connsiteY111" fmla="*/ 1662617 h 1904767"/>
              <a:gd name="connsiteX112" fmla="*/ 1283714 w 1862759"/>
              <a:gd name="connsiteY112" fmla="*/ 1772141 h 1904767"/>
              <a:gd name="connsiteX113" fmla="*/ 1732284 w 1862759"/>
              <a:gd name="connsiteY113" fmla="*/ 1228333 h 1904767"/>
              <a:gd name="connsiteX114" fmla="*/ 1797998 w 1862759"/>
              <a:gd name="connsiteY114" fmla="*/ 1190238 h 1904767"/>
              <a:gd name="connsiteX115" fmla="*/ 1857997 w 1862759"/>
              <a:gd name="connsiteY115" fmla="*/ 1035001 h 1904767"/>
              <a:gd name="connsiteX116" fmla="*/ 1754188 w 1862759"/>
              <a:gd name="connsiteY116" fmla="*/ 1140715 h 1904767"/>
              <a:gd name="connsiteX117" fmla="*/ 1282762 w 1862759"/>
              <a:gd name="connsiteY117" fmla="*/ 1158810 h 1904767"/>
              <a:gd name="connsiteX118" fmla="*/ 1136096 w 1862759"/>
              <a:gd name="connsiteY118" fmla="*/ 1031191 h 1904767"/>
              <a:gd name="connsiteX119" fmla="*/ 1135144 w 1862759"/>
              <a:gd name="connsiteY119" fmla="*/ 1075001 h 1904767"/>
              <a:gd name="connsiteX120" fmla="*/ 1234191 w 1862759"/>
              <a:gd name="connsiteY120" fmla="*/ 1208334 h 1904767"/>
              <a:gd name="connsiteX121" fmla="*/ 1303714 w 1862759"/>
              <a:gd name="connsiteY121" fmla="*/ 1235000 h 1904767"/>
              <a:gd name="connsiteX122" fmla="*/ 1351333 w 1862759"/>
              <a:gd name="connsiteY122" fmla="*/ 1257857 h 1904767"/>
              <a:gd name="connsiteX123" fmla="*/ 1732284 w 1862759"/>
              <a:gd name="connsiteY123" fmla="*/ 1228333 h 1904767"/>
              <a:gd name="connsiteX124" fmla="*/ 740860 w 1862759"/>
              <a:gd name="connsiteY124" fmla="*/ 1691188 h 1904767"/>
              <a:gd name="connsiteX125" fmla="*/ 838002 w 1862759"/>
              <a:gd name="connsiteY125" fmla="*/ 1738807 h 1904767"/>
              <a:gd name="connsiteX126" fmla="*/ 1139905 w 1862759"/>
              <a:gd name="connsiteY126" fmla="*/ 1760712 h 1904767"/>
              <a:gd name="connsiteX127" fmla="*/ 1330381 w 1862759"/>
              <a:gd name="connsiteY127" fmla="*/ 1686427 h 1904767"/>
              <a:gd name="connsiteX128" fmla="*/ 1393238 w 1862759"/>
              <a:gd name="connsiteY128" fmla="*/ 1525475 h 1904767"/>
              <a:gd name="connsiteX129" fmla="*/ 1286571 w 1862759"/>
              <a:gd name="connsiteY129" fmla="*/ 1635951 h 1904767"/>
              <a:gd name="connsiteX130" fmla="*/ 797050 w 1862759"/>
              <a:gd name="connsiteY130" fmla="*/ 1645474 h 1904767"/>
              <a:gd name="connsiteX131" fmla="*/ 669431 w 1862759"/>
              <a:gd name="connsiteY131" fmla="*/ 1522618 h 1904767"/>
              <a:gd name="connsiteX132" fmla="*/ 740860 w 1862759"/>
              <a:gd name="connsiteY132" fmla="*/ 1691188 h 1904767"/>
              <a:gd name="connsiteX133" fmla="*/ 1774188 w 1862759"/>
              <a:gd name="connsiteY133" fmla="*/ 1341666 h 1904767"/>
              <a:gd name="connsiteX134" fmla="*/ 1850378 w 1862759"/>
              <a:gd name="connsiteY134" fmla="*/ 1259762 h 1904767"/>
              <a:gd name="connsiteX135" fmla="*/ 1862759 w 1862759"/>
              <a:gd name="connsiteY135" fmla="*/ 1171191 h 1904767"/>
              <a:gd name="connsiteX136" fmla="*/ 1857045 w 1862759"/>
              <a:gd name="connsiteY136" fmla="*/ 1170239 h 1904767"/>
              <a:gd name="connsiteX137" fmla="*/ 1746569 w 1862759"/>
              <a:gd name="connsiteY137" fmla="*/ 1279762 h 1904767"/>
              <a:gd name="connsiteX138" fmla="*/ 1456094 w 1862759"/>
              <a:gd name="connsiteY138" fmla="*/ 1331190 h 1904767"/>
              <a:gd name="connsiteX139" fmla="*/ 1430380 w 1862759"/>
              <a:gd name="connsiteY139" fmla="*/ 1330238 h 1904767"/>
              <a:gd name="connsiteX140" fmla="*/ 1465618 w 1862759"/>
              <a:gd name="connsiteY140" fmla="*/ 1408333 h 1904767"/>
              <a:gd name="connsiteX141" fmla="*/ 1774188 w 1862759"/>
              <a:gd name="connsiteY141" fmla="*/ 1341666 h 1904767"/>
              <a:gd name="connsiteX142" fmla="*/ 1769426 w 1862759"/>
              <a:gd name="connsiteY142" fmla="*/ 1536904 h 1904767"/>
              <a:gd name="connsiteX143" fmla="*/ 1533237 w 1862759"/>
              <a:gd name="connsiteY143" fmla="*/ 1600713 h 1904767"/>
              <a:gd name="connsiteX144" fmla="*/ 1463713 w 1862759"/>
              <a:gd name="connsiteY144" fmla="*/ 1600713 h 1904767"/>
              <a:gd name="connsiteX145" fmla="*/ 1463713 w 1862759"/>
              <a:gd name="connsiteY145" fmla="*/ 1680712 h 1904767"/>
              <a:gd name="connsiteX146" fmla="*/ 1565618 w 1862759"/>
              <a:gd name="connsiteY146" fmla="*/ 1675951 h 1904767"/>
              <a:gd name="connsiteX147" fmla="*/ 1772283 w 1862759"/>
              <a:gd name="connsiteY147" fmla="*/ 1613094 h 1904767"/>
              <a:gd name="connsiteX148" fmla="*/ 1856093 w 1862759"/>
              <a:gd name="connsiteY148" fmla="*/ 1440713 h 1904767"/>
              <a:gd name="connsiteX149" fmla="*/ 1769426 w 1862759"/>
              <a:gd name="connsiteY149" fmla="*/ 1536904 h 1904767"/>
              <a:gd name="connsiteX150" fmla="*/ 1473237 w 1862759"/>
              <a:gd name="connsiteY150" fmla="*/ 1543570 h 1904767"/>
              <a:gd name="connsiteX151" fmla="*/ 1516094 w 1862759"/>
              <a:gd name="connsiteY151" fmla="*/ 1543570 h 1904767"/>
              <a:gd name="connsiteX152" fmla="*/ 1774188 w 1862759"/>
              <a:gd name="connsiteY152" fmla="*/ 1476904 h 1904767"/>
              <a:gd name="connsiteX153" fmla="*/ 1857997 w 1862759"/>
              <a:gd name="connsiteY153" fmla="*/ 1304524 h 1904767"/>
              <a:gd name="connsiteX154" fmla="*/ 1782760 w 1862759"/>
              <a:gd name="connsiteY154" fmla="*/ 1393095 h 1904767"/>
              <a:gd name="connsiteX155" fmla="*/ 1693236 w 1862759"/>
              <a:gd name="connsiteY155" fmla="*/ 1435952 h 1904767"/>
              <a:gd name="connsiteX156" fmla="*/ 1475142 w 1862759"/>
              <a:gd name="connsiteY156" fmla="*/ 1466428 h 1904767"/>
              <a:gd name="connsiteX157" fmla="*/ 1462761 w 1862759"/>
              <a:gd name="connsiteY157" fmla="*/ 1475951 h 1904767"/>
              <a:gd name="connsiteX158" fmla="*/ 1466571 w 1862759"/>
              <a:gd name="connsiteY158" fmla="*/ 1542618 h 1904767"/>
              <a:gd name="connsiteX159" fmla="*/ 1473237 w 1862759"/>
              <a:gd name="connsiteY159" fmla="*/ 1543570 h 1904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862759" h="1904767">
                <a:moveTo>
                  <a:pt x="686574" y="1268333"/>
                </a:moveTo>
                <a:cubicBezTo>
                  <a:pt x="754193" y="1210238"/>
                  <a:pt x="835145" y="1183572"/>
                  <a:pt x="920859" y="1168334"/>
                </a:cubicBezTo>
                <a:cubicBezTo>
                  <a:pt x="968478" y="1159762"/>
                  <a:pt x="1017049" y="1155953"/>
                  <a:pt x="1065620" y="1150239"/>
                </a:cubicBezTo>
                <a:lnTo>
                  <a:pt x="1065620" y="1141667"/>
                </a:lnTo>
                <a:cubicBezTo>
                  <a:pt x="1056096" y="1082620"/>
                  <a:pt x="1055144" y="1023573"/>
                  <a:pt x="1058953" y="963573"/>
                </a:cubicBezTo>
                <a:cubicBezTo>
                  <a:pt x="1065620" y="861668"/>
                  <a:pt x="1112287" y="787383"/>
                  <a:pt x="1203715" y="743574"/>
                </a:cubicBezTo>
                <a:cubicBezTo>
                  <a:pt x="1251334" y="720717"/>
                  <a:pt x="1300857" y="703574"/>
                  <a:pt x="1350381" y="683574"/>
                </a:cubicBezTo>
                <a:cubicBezTo>
                  <a:pt x="1351333" y="684526"/>
                  <a:pt x="1350381" y="683574"/>
                  <a:pt x="1349428" y="681669"/>
                </a:cubicBezTo>
                <a:cubicBezTo>
                  <a:pt x="1270381" y="586432"/>
                  <a:pt x="1175143" y="510241"/>
                  <a:pt x="1067525" y="450242"/>
                </a:cubicBezTo>
                <a:cubicBezTo>
                  <a:pt x="1061811" y="447385"/>
                  <a:pt x="1054192" y="445480"/>
                  <a:pt x="1047525" y="445480"/>
                </a:cubicBezTo>
                <a:lnTo>
                  <a:pt x="468480" y="445480"/>
                </a:lnTo>
                <a:cubicBezTo>
                  <a:pt x="461813" y="445480"/>
                  <a:pt x="454194" y="446432"/>
                  <a:pt x="448480" y="450242"/>
                </a:cubicBezTo>
                <a:cubicBezTo>
                  <a:pt x="402766" y="479765"/>
                  <a:pt x="355147" y="508337"/>
                  <a:pt x="312290" y="540718"/>
                </a:cubicBezTo>
                <a:cubicBezTo>
                  <a:pt x="207529" y="620717"/>
                  <a:pt x="122767" y="716907"/>
                  <a:pt x="64672" y="835954"/>
                </a:cubicBezTo>
                <a:cubicBezTo>
                  <a:pt x="-5804" y="980716"/>
                  <a:pt x="-15327" y="1132143"/>
                  <a:pt x="19911" y="1288333"/>
                </a:cubicBezTo>
                <a:cubicBezTo>
                  <a:pt x="46577" y="1404523"/>
                  <a:pt x="107529" y="1497856"/>
                  <a:pt x="202767" y="1568332"/>
                </a:cubicBezTo>
                <a:cubicBezTo>
                  <a:pt x="277052" y="1622617"/>
                  <a:pt x="360861" y="1655951"/>
                  <a:pt x="450385" y="1675951"/>
                </a:cubicBezTo>
                <a:cubicBezTo>
                  <a:pt x="496099" y="1686427"/>
                  <a:pt x="542765" y="1693093"/>
                  <a:pt x="589432" y="1701665"/>
                </a:cubicBezTo>
                <a:cubicBezTo>
                  <a:pt x="590384" y="1694998"/>
                  <a:pt x="591337" y="1692141"/>
                  <a:pt x="591337" y="1689284"/>
                </a:cubicBezTo>
                <a:cubicBezTo>
                  <a:pt x="591337" y="1621665"/>
                  <a:pt x="593241" y="1553094"/>
                  <a:pt x="591337" y="1485475"/>
                </a:cubicBezTo>
                <a:cubicBezTo>
                  <a:pt x="587527" y="1396904"/>
                  <a:pt x="620860" y="1325476"/>
                  <a:pt x="686574" y="1268333"/>
                </a:cubicBezTo>
                <a:close/>
                <a:moveTo>
                  <a:pt x="611336" y="998811"/>
                </a:moveTo>
                <a:cubicBezTo>
                  <a:pt x="591337" y="997858"/>
                  <a:pt x="578003" y="983573"/>
                  <a:pt x="578003" y="966430"/>
                </a:cubicBezTo>
                <a:cubicBezTo>
                  <a:pt x="578003" y="948335"/>
                  <a:pt x="592289" y="933097"/>
                  <a:pt x="612289" y="933097"/>
                </a:cubicBezTo>
                <a:cubicBezTo>
                  <a:pt x="645622" y="932144"/>
                  <a:pt x="678955" y="933097"/>
                  <a:pt x="711336" y="933097"/>
                </a:cubicBezTo>
                <a:lnTo>
                  <a:pt x="731336" y="933097"/>
                </a:lnTo>
                <a:lnTo>
                  <a:pt x="731336" y="873097"/>
                </a:lnTo>
                <a:lnTo>
                  <a:pt x="642765" y="873097"/>
                </a:lnTo>
                <a:cubicBezTo>
                  <a:pt x="631336" y="873097"/>
                  <a:pt x="619908" y="873097"/>
                  <a:pt x="608479" y="872145"/>
                </a:cubicBezTo>
                <a:cubicBezTo>
                  <a:pt x="588479" y="870240"/>
                  <a:pt x="576098" y="855954"/>
                  <a:pt x="576098" y="838811"/>
                </a:cubicBezTo>
                <a:cubicBezTo>
                  <a:pt x="577051" y="820716"/>
                  <a:pt x="590384" y="808335"/>
                  <a:pt x="610384" y="807383"/>
                </a:cubicBezTo>
                <a:lnTo>
                  <a:pt x="715145" y="807383"/>
                </a:lnTo>
                <a:cubicBezTo>
                  <a:pt x="703717" y="795002"/>
                  <a:pt x="694193" y="784526"/>
                  <a:pt x="684669" y="775002"/>
                </a:cubicBezTo>
                <a:cubicBezTo>
                  <a:pt x="654193" y="744526"/>
                  <a:pt x="624670" y="714050"/>
                  <a:pt x="594194" y="684526"/>
                </a:cubicBezTo>
                <a:cubicBezTo>
                  <a:pt x="578003" y="668336"/>
                  <a:pt x="576098" y="650241"/>
                  <a:pt x="590384" y="635955"/>
                </a:cubicBezTo>
                <a:cubicBezTo>
                  <a:pt x="604670" y="621670"/>
                  <a:pt x="620860" y="623574"/>
                  <a:pt x="638955" y="640717"/>
                </a:cubicBezTo>
                <a:cubicBezTo>
                  <a:pt x="675146" y="677860"/>
                  <a:pt x="711336" y="714050"/>
                  <a:pt x="748479" y="750240"/>
                </a:cubicBezTo>
                <a:cubicBezTo>
                  <a:pt x="763717" y="765478"/>
                  <a:pt x="768479" y="765478"/>
                  <a:pt x="782764" y="750240"/>
                </a:cubicBezTo>
                <a:cubicBezTo>
                  <a:pt x="820859" y="712145"/>
                  <a:pt x="858954" y="674050"/>
                  <a:pt x="897049" y="635003"/>
                </a:cubicBezTo>
                <a:cubicBezTo>
                  <a:pt x="906573" y="625479"/>
                  <a:pt x="917049" y="618812"/>
                  <a:pt x="931335" y="622622"/>
                </a:cubicBezTo>
                <a:cubicBezTo>
                  <a:pt x="956097" y="630241"/>
                  <a:pt x="961811" y="656908"/>
                  <a:pt x="942763" y="676907"/>
                </a:cubicBezTo>
                <a:cubicBezTo>
                  <a:pt x="905621" y="715003"/>
                  <a:pt x="868478" y="752145"/>
                  <a:pt x="831335" y="789288"/>
                </a:cubicBezTo>
                <a:cubicBezTo>
                  <a:pt x="826574" y="794050"/>
                  <a:pt x="822764" y="798812"/>
                  <a:pt x="815145" y="806431"/>
                </a:cubicBezTo>
                <a:lnTo>
                  <a:pt x="918002" y="806431"/>
                </a:lnTo>
                <a:cubicBezTo>
                  <a:pt x="938954" y="806431"/>
                  <a:pt x="953240" y="819764"/>
                  <a:pt x="954192" y="837859"/>
                </a:cubicBezTo>
                <a:cubicBezTo>
                  <a:pt x="955144" y="855954"/>
                  <a:pt x="940859" y="871192"/>
                  <a:pt x="919906" y="871192"/>
                </a:cubicBezTo>
                <a:cubicBezTo>
                  <a:pt x="885621" y="872145"/>
                  <a:pt x="852288" y="871192"/>
                  <a:pt x="818955" y="872145"/>
                </a:cubicBezTo>
                <a:lnTo>
                  <a:pt x="798955" y="872145"/>
                </a:lnTo>
                <a:lnTo>
                  <a:pt x="798955" y="931192"/>
                </a:lnTo>
                <a:cubicBezTo>
                  <a:pt x="804669" y="931192"/>
                  <a:pt x="811336" y="932144"/>
                  <a:pt x="818002" y="932144"/>
                </a:cubicBezTo>
                <a:lnTo>
                  <a:pt x="917049" y="932144"/>
                </a:lnTo>
                <a:cubicBezTo>
                  <a:pt x="938954" y="932144"/>
                  <a:pt x="954192" y="945478"/>
                  <a:pt x="954192" y="964525"/>
                </a:cubicBezTo>
                <a:cubicBezTo>
                  <a:pt x="954192" y="983573"/>
                  <a:pt x="939906" y="997858"/>
                  <a:pt x="918002" y="997858"/>
                </a:cubicBezTo>
                <a:cubicBezTo>
                  <a:pt x="878954" y="998811"/>
                  <a:pt x="839907" y="997858"/>
                  <a:pt x="798002" y="997858"/>
                </a:cubicBezTo>
                <a:lnTo>
                  <a:pt x="798002" y="1070239"/>
                </a:lnTo>
                <a:cubicBezTo>
                  <a:pt x="798002" y="1093096"/>
                  <a:pt x="782764" y="1108334"/>
                  <a:pt x="762764" y="1106429"/>
                </a:cubicBezTo>
                <a:cubicBezTo>
                  <a:pt x="745622" y="1105477"/>
                  <a:pt x="733241" y="1092144"/>
                  <a:pt x="732288" y="1071191"/>
                </a:cubicBezTo>
                <a:cubicBezTo>
                  <a:pt x="731336" y="1054049"/>
                  <a:pt x="732288" y="1036906"/>
                  <a:pt x="732288" y="1019763"/>
                </a:cubicBezTo>
                <a:cubicBezTo>
                  <a:pt x="732288" y="1013096"/>
                  <a:pt x="732288" y="1007382"/>
                  <a:pt x="731336" y="998811"/>
                </a:cubicBezTo>
                <a:lnTo>
                  <a:pt x="636098" y="998811"/>
                </a:lnTo>
                <a:cubicBezTo>
                  <a:pt x="628479" y="999763"/>
                  <a:pt x="619908" y="999763"/>
                  <a:pt x="611336" y="998811"/>
                </a:cubicBezTo>
                <a:close/>
                <a:moveTo>
                  <a:pt x="497051" y="359766"/>
                </a:moveTo>
                <a:cubicBezTo>
                  <a:pt x="503718" y="366433"/>
                  <a:pt x="515146" y="371195"/>
                  <a:pt x="524670" y="371195"/>
                </a:cubicBezTo>
                <a:cubicBezTo>
                  <a:pt x="601813" y="372147"/>
                  <a:pt x="679908" y="371195"/>
                  <a:pt x="757050" y="371195"/>
                </a:cubicBezTo>
                <a:lnTo>
                  <a:pt x="991335" y="371195"/>
                </a:lnTo>
                <a:cubicBezTo>
                  <a:pt x="1003716" y="371195"/>
                  <a:pt x="1012287" y="367385"/>
                  <a:pt x="1020858" y="358814"/>
                </a:cubicBezTo>
                <a:cubicBezTo>
                  <a:pt x="1065620" y="311195"/>
                  <a:pt x="1111334" y="265481"/>
                  <a:pt x="1157048" y="217862"/>
                </a:cubicBezTo>
                <a:cubicBezTo>
                  <a:pt x="1169429" y="204529"/>
                  <a:pt x="1183715" y="192148"/>
                  <a:pt x="1194191" y="176910"/>
                </a:cubicBezTo>
                <a:cubicBezTo>
                  <a:pt x="1211334" y="153100"/>
                  <a:pt x="1217048" y="126434"/>
                  <a:pt x="1207524" y="97862"/>
                </a:cubicBezTo>
                <a:cubicBezTo>
                  <a:pt x="1196096" y="65482"/>
                  <a:pt x="1175143" y="55958"/>
                  <a:pt x="1143715" y="69291"/>
                </a:cubicBezTo>
                <a:cubicBezTo>
                  <a:pt x="1132286" y="74053"/>
                  <a:pt x="1120858" y="80720"/>
                  <a:pt x="1109429" y="84529"/>
                </a:cubicBezTo>
                <a:cubicBezTo>
                  <a:pt x="1058001" y="100720"/>
                  <a:pt x="1026573" y="97862"/>
                  <a:pt x="993239" y="56910"/>
                </a:cubicBezTo>
                <a:cubicBezTo>
                  <a:pt x="983716" y="44529"/>
                  <a:pt x="973240" y="33101"/>
                  <a:pt x="962763" y="22625"/>
                </a:cubicBezTo>
                <a:cubicBezTo>
                  <a:pt x="932287" y="-6899"/>
                  <a:pt x="888478" y="-7851"/>
                  <a:pt x="858002" y="21672"/>
                </a:cubicBezTo>
                <a:cubicBezTo>
                  <a:pt x="840859" y="37863"/>
                  <a:pt x="825621" y="55006"/>
                  <a:pt x="808478" y="71196"/>
                </a:cubicBezTo>
                <a:cubicBezTo>
                  <a:pt x="778955" y="99767"/>
                  <a:pt x="737050" y="100720"/>
                  <a:pt x="705622" y="73101"/>
                </a:cubicBezTo>
                <a:cubicBezTo>
                  <a:pt x="690384" y="58815"/>
                  <a:pt x="675146" y="42625"/>
                  <a:pt x="661812" y="26434"/>
                </a:cubicBezTo>
                <a:cubicBezTo>
                  <a:pt x="634193" y="-8804"/>
                  <a:pt x="576098" y="-4042"/>
                  <a:pt x="551337" y="25482"/>
                </a:cubicBezTo>
                <a:cubicBezTo>
                  <a:pt x="537051" y="42625"/>
                  <a:pt x="520861" y="58815"/>
                  <a:pt x="505623" y="75005"/>
                </a:cubicBezTo>
                <a:cubicBezTo>
                  <a:pt x="493242" y="88339"/>
                  <a:pt x="478004" y="93101"/>
                  <a:pt x="459909" y="94053"/>
                </a:cubicBezTo>
                <a:cubicBezTo>
                  <a:pt x="428480" y="95958"/>
                  <a:pt x="400861" y="82624"/>
                  <a:pt x="373242" y="71196"/>
                </a:cubicBezTo>
                <a:cubicBezTo>
                  <a:pt x="339909" y="56910"/>
                  <a:pt x="318957" y="66434"/>
                  <a:pt x="307528" y="101672"/>
                </a:cubicBezTo>
                <a:cubicBezTo>
                  <a:pt x="295147" y="138815"/>
                  <a:pt x="309433" y="170243"/>
                  <a:pt x="334195" y="195957"/>
                </a:cubicBezTo>
                <a:cubicBezTo>
                  <a:pt x="387528" y="250243"/>
                  <a:pt x="442766" y="305481"/>
                  <a:pt x="497051" y="359766"/>
                </a:cubicBezTo>
                <a:close/>
                <a:moveTo>
                  <a:pt x="1171334" y="1031191"/>
                </a:moveTo>
                <a:cubicBezTo>
                  <a:pt x="1198953" y="1061668"/>
                  <a:pt x="1234191" y="1081668"/>
                  <a:pt x="1271333" y="1096906"/>
                </a:cubicBezTo>
                <a:cubicBezTo>
                  <a:pt x="1393238" y="1145477"/>
                  <a:pt x="1517999" y="1150239"/>
                  <a:pt x="1644665" y="1121667"/>
                </a:cubicBezTo>
                <a:cubicBezTo>
                  <a:pt x="1707522" y="1107382"/>
                  <a:pt x="1765617" y="1084525"/>
                  <a:pt x="1814188" y="1040715"/>
                </a:cubicBezTo>
                <a:cubicBezTo>
                  <a:pt x="1864664" y="995001"/>
                  <a:pt x="1872283" y="935001"/>
                  <a:pt x="1844664" y="886430"/>
                </a:cubicBezTo>
                <a:cubicBezTo>
                  <a:pt x="1827521" y="856907"/>
                  <a:pt x="1800855" y="835002"/>
                  <a:pt x="1771331" y="817859"/>
                </a:cubicBezTo>
                <a:cubicBezTo>
                  <a:pt x="1686570" y="767383"/>
                  <a:pt x="1593237" y="753098"/>
                  <a:pt x="1481809" y="751193"/>
                </a:cubicBezTo>
                <a:cubicBezTo>
                  <a:pt x="1458952" y="754050"/>
                  <a:pt x="1420857" y="755955"/>
                  <a:pt x="1382761" y="761669"/>
                </a:cubicBezTo>
                <a:cubicBezTo>
                  <a:pt x="1308476" y="774050"/>
                  <a:pt x="1238000" y="797859"/>
                  <a:pt x="1179905" y="849288"/>
                </a:cubicBezTo>
                <a:cubicBezTo>
                  <a:pt x="1121810" y="900716"/>
                  <a:pt x="1118001" y="973097"/>
                  <a:pt x="1171334" y="1031191"/>
                </a:cubicBezTo>
                <a:close/>
                <a:moveTo>
                  <a:pt x="1258952" y="1289286"/>
                </a:moveTo>
                <a:cubicBezTo>
                  <a:pt x="1125620" y="1235952"/>
                  <a:pt x="990382" y="1233095"/>
                  <a:pt x="853240" y="1271190"/>
                </a:cubicBezTo>
                <a:cubicBezTo>
                  <a:pt x="795145" y="1287381"/>
                  <a:pt x="740860" y="1313095"/>
                  <a:pt x="699907" y="1359761"/>
                </a:cubicBezTo>
                <a:cubicBezTo>
                  <a:pt x="658003" y="1407380"/>
                  <a:pt x="656098" y="1468332"/>
                  <a:pt x="696098" y="1515951"/>
                </a:cubicBezTo>
                <a:cubicBezTo>
                  <a:pt x="713241" y="1535951"/>
                  <a:pt x="734193" y="1554046"/>
                  <a:pt x="757050" y="1567380"/>
                </a:cubicBezTo>
                <a:cubicBezTo>
                  <a:pt x="840859" y="1618808"/>
                  <a:pt x="935144" y="1633093"/>
                  <a:pt x="1031335" y="1634046"/>
                </a:cubicBezTo>
                <a:cubicBezTo>
                  <a:pt x="1089429" y="1634046"/>
                  <a:pt x="1147524" y="1627379"/>
                  <a:pt x="1203715" y="1611189"/>
                </a:cubicBezTo>
                <a:cubicBezTo>
                  <a:pt x="1261810" y="1594046"/>
                  <a:pt x="1318000" y="1570237"/>
                  <a:pt x="1359904" y="1523570"/>
                </a:cubicBezTo>
                <a:cubicBezTo>
                  <a:pt x="1407523" y="1471190"/>
                  <a:pt x="1407523" y="1407380"/>
                  <a:pt x="1358952" y="1355000"/>
                </a:cubicBezTo>
                <a:cubicBezTo>
                  <a:pt x="1331333" y="1325476"/>
                  <a:pt x="1297048" y="1304524"/>
                  <a:pt x="1258952" y="1289286"/>
                </a:cubicBezTo>
                <a:close/>
                <a:moveTo>
                  <a:pt x="1283714" y="1772141"/>
                </a:moveTo>
                <a:cubicBezTo>
                  <a:pt x="1124667" y="1844521"/>
                  <a:pt x="963716" y="1845474"/>
                  <a:pt x="802764" y="1782617"/>
                </a:cubicBezTo>
                <a:cubicBezTo>
                  <a:pt x="744669" y="1759760"/>
                  <a:pt x="694193" y="1724522"/>
                  <a:pt x="669431" y="1658808"/>
                </a:cubicBezTo>
                <a:cubicBezTo>
                  <a:pt x="658003" y="1727379"/>
                  <a:pt x="677050" y="1782617"/>
                  <a:pt x="733241" y="1820712"/>
                </a:cubicBezTo>
                <a:cubicBezTo>
                  <a:pt x="757050" y="1836902"/>
                  <a:pt x="782764" y="1853093"/>
                  <a:pt x="810383" y="1863569"/>
                </a:cubicBezTo>
                <a:cubicBezTo>
                  <a:pt x="934192" y="1912140"/>
                  <a:pt x="1060858" y="1915949"/>
                  <a:pt x="1188477" y="1884521"/>
                </a:cubicBezTo>
                <a:cubicBezTo>
                  <a:pt x="1247524" y="1870235"/>
                  <a:pt x="1301810" y="1847378"/>
                  <a:pt x="1347524" y="1806426"/>
                </a:cubicBezTo>
                <a:cubicBezTo>
                  <a:pt x="1389428" y="1767379"/>
                  <a:pt x="1407523" y="1708331"/>
                  <a:pt x="1391333" y="1662617"/>
                </a:cubicBezTo>
                <a:cubicBezTo>
                  <a:pt x="1372285" y="1711188"/>
                  <a:pt x="1339905" y="1746426"/>
                  <a:pt x="1283714" y="1772141"/>
                </a:cubicBezTo>
                <a:close/>
                <a:moveTo>
                  <a:pt x="1732284" y="1228333"/>
                </a:moveTo>
                <a:cubicBezTo>
                  <a:pt x="1755141" y="1218810"/>
                  <a:pt x="1777045" y="1204524"/>
                  <a:pt x="1797998" y="1190238"/>
                </a:cubicBezTo>
                <a:cubicBezTo>
                  <a:pt x="1851331" y="1152143"/>
                  <a:pt x="1870378" y="1099763"/>
                  <a:pt x="1857997" y="1035001"/>
                </a:cubicBezTo>
                <a:cubicBezTo>
                  <a:pt x="1838950" y="1085477"/>
                  <a:pt x="1800855" y="1118810"/>
                  <a:pt x="1754188" y="1140715"/>
                </a:cubicBezTo>
                <a:cubicBezTo>
                  <a:pt x="1599903" y="1214048"/>
                  <a:pt x="1441809" y="1215000"/>
                  <a:pt x="1282762" y="1158810"/>
                </a:cubicBezTo>
                <a:cubicBezTo>
                  <a:pt x="1218000" y="1135953"/>
                  <a:pt x="1162763" y="1100715"/>
                  <a:pt x="1136096" y="1031191"/>
                </a:cubicBezTo>
                <a:cubicBezTo>
                  <a:pt x="1135144" y="1045477"/>
                  <a:pt x="1135144" y="1060715"/>
                  <a:pt x="1135144" y="1075001"/>
                </a:cubicBezTo>
                <a:cubicBezTo>
                  <a:pt x="1135144" y="1134048"/>
                  <a:pt x="1178953" y="1191191"/>
                  <a:pt x="1234191" y="1208334"/>
                </a:cubicBezTo>
                <a:cubicBezTo>
                  <a:pt x="1258000" y="1215953"/>
                  <a:pt x="1280857" y="1224524"/>
                  <a:pt x="1303714" y="1235000"/>
                </a:cubicBezTo>
                <a:cubicBezTo>
                  <a:pt x="1319905" y="1241667"/>
                  <a:pt x="1334190" y="1254048"/>
                  <a:pt x="1351333" y="1257857"/>
                </a:cubicBezTo>
                <a:cubicBezTo>
                  <a:pt x="1480856" y="1285476"/>
                  <a:pt x="1608475" y="1280714"/>
                  <a:pt x="1732284" y="1228333"/>
                </a:cubicBezTo>
                <a:close/>
                <a:moveTo>
                  <a:pt x="740860" y="1691188"/>
                </a:moveTo>
                <a:cubicBezTo>
                  <a:pt x="771336" y="1710236"/>
                  <a:pt x="803716" y="1727379"/>
                  <a:pt x="838002" y="1738807"/>
                </a:cubicBezTo>
                <a:cubicBezTo>
                  <a:pt x="936097" y="1773093"/>
                  <a:pt x="1038001" y="1776902"/>
                  <a:pt x="1139905" y="1760712"/>
                </a:cubicBezTo>
                <a:cubicBezTo>
                  <a:pt x="1208477" y="1750236"/>
                  <a:pt x="1274191" y="1729284"/>
                  <a:pt x="1330381" y="1686427"/>
                </a:cubicBezTo>
                <a:cubicBezTo>
                  <a:pt x="1391333" y="1639760"/>
                  <a:pt x="1403714" y="1597856"/>
                  <a:pt x="1393238" y="1525475"/>
                </a:cubicBezTo>
                <a:cubicBezTo>
                  <a:pt x="1374190" y="1580713"/>
                  <a:pt x="1335143" y="1614046"/>
                  <a:pt x="1286571" y="1635951"/>
                </a:cubicBezTo>
                <a:cubicBezTo>
                  <a:pt x="1125620" y="1710236"/>
                  <a:pt x="960859" y="1711188"/>
                  <a:pt x="797050" y="1645474"/>
                </a:cubicBezTo>
                <a:cubicBezTo>
                  <a:pt x="740860" y="1622617"/>
                  <a:pt x="692288" y="1587379"/>
                  <a:pt x="669431" y="1522618"/>
                </a:cubicBezTo>
                <a:cubicBezTo>
                  <a:pt x="657051" y="1596903"/>
                  <a:pt x="679908" y="1653093"/>
                  <a:pt x="740860" y="1691188"/>
                </a:cubicBezTo>
                <a:close/>
                <a:moveTo>
                  <a:pt x="1774188" y="1341666"/>
                </a:moveTo>
                <a:cubicBezTo>
                  <a:pt x="1806569" y="1320714"/>
                  <a:pt x="1837997" y="1297857"/>
                  <a:pt x="1850378" y="1259762"/>
                </a:cubicBezTo>
                <a:cubicBezTo>
                  <a:pt x="1859902" y="1231191"/>
                  <a:pt x="1858950" y="1200715"/>
                  <a:pt x="1862759" y="1171191"/>
                </a:cubicBezTo>
                <a:cubicBezTo>
                  <a:pt x="1860854" y="1171191"/>
                  <a:pt x="1858950" y="1170239"/>
                  <a:pt x="1857045" y="1170239"/>
                </a:cubicBezTo>
                <a:cubicBezTo>
                  <a:pt x="1837045" y="1223572"/>
                  <a:pt x="1795141" y="1255952"/>
                  <a:pt x="1746569" y="1279762"/>
                </a:cubicBezTo>
                <a:cubicBezTo>
                  <a:pt x="1655141" y="1324524"/>
                  <a:pt x="1557046" y="1336904"/>
                  <a:pt x="1456094" y="1331190"/>
                </a:cubicBezTo>
                <a:cubicBezTo>
                  <a:pt x="1447523" y="1331190"/>
                  <a:pt x="1438952" y="1330238"/>
                  <a:pt x="1430380" y="1330238"/>
                </a:cubicBezTo>
                <a:cubicBezTo>
                  <a:pt x="1442761" y="1356904"/>
                  <a:pt x="1453237" y="1382618"/>
                  <a:pt x="1465618" y="1408333"/>
                </a:cubicBezTo>
                <a:cubicBezTo>
                  <a:pt x="1556094" y="1415952"/>
                  <a:pt x="1689427" y="1394999"/>
                  <a:pt x="1774188" y="1341666"/>
                </a:cubicBezTo>
                <a:close/>
                <a:moveTo>
                  <a:pt x="1769426" y="1536904"/>
                </a:moveTo>
                <a:cubicBezTo>
                  <a:pt x="1697046" y="1579760"/>
                  <a:pt x="1617046" y="1595951"/>
                  <a:pt x="1533237" y="1600713"/>
                </a:cubicBezTo>
                <a:cubicBezTo>
                  <a:pt x="1509428" y="1601665"/>
                  <a:pt x="1486571" y="1600713"/>
                  <a:pt x="1463713" y="1600713"/>
                </a:cubicBezTo>
                <a:lnTo>
                  <a:pt x="1463713" y="1680712"/>
                </a:lnTo>
                <a:cubicBezTo>
                  <a:pt x="1499904" y="1678808"/>
                  <a:pt x="1533237" y="1678808"/>
                  <a:pt x="1565618" y="1675951"/>
                </a:cubicBezTo>
                <a:cubicBezTo>
                  <a:pt x="1638951" y="1669284"/>
                  <a:pt x="1708474" y="1651189"/>
                  <a:pt x="1772283" y="1613094"/>
                </a:cubicBezTo>
                <a:cubicBezTo>
                  <a:pt x="1837997" y="1574046"/>
                  <a:pt x="1873235" y="1519761"/>
                  <a:pt x="1856093" y="1440713"/>
                </a:cubicBezTo>
                <a:cubicBezTo>
                  <a:pt x="1840855" y="1483570"/>
                  <a:pt x="1808474" y="1513094"/>
                  <a:pt x="1769426" y="1536904"/>
                </a:cubicBezTo>
                <a:close/>
                <a:moveTo>
                  <a:pt x="1473237" y="1543570"/>
                </a:moveTo>
                <a:cubicBezTo>
                  <a:pt x="1487523" y="1543570"/>
                  <a:pt x="1501809" y="1544523"/>
                  <a:pt x="1516094" y="1543570"/>
                </a:cubicBezTo>
                <a:cubicBezTo>
                  <a:pt x="1607522" y="1540713"/>
                  <a:pt x="1695141" y="1523570"/>
                  <a:pt x="1774188" y="1476904"/>
                </a:cubicBezTo>
                <a:cubicBezTo>
                  <a:pt x="1844664" y="1434999"/>
                  <a:pt x="1871331" y="1379761"/>
                  <a:pt x="1857997" y="1304524"/>
                </a:cubicBezTo>
                <a:cubicBezTo>
                  <a:pt x="1843712" y="1343571"/>
                  <a:pt x="1817045" y="1373095"/>
                  <a:pt x="1782760" y="1393095"/>
                </a:cubicBezTo>
                <a:cubicBezTo>
                  <a:pt x="1754188" y="1410237"/>
                  <a:pt x="1724665" y="1425475"/>
                  <a:pt x="1693236" y="1435952"/>
                </a:cubicBezTo>
                <a:cubicBezTo>
                  <a:pt x="1622760" y="1461666"/>
                  <a:pt x="1549427" y="1469285"/>
                  <a:pt x="1475142" y="1466428"/>
                </a:cubicBezTo>
                <a:cubicBezTo>
                  <a:pt x="1471332" y="1466428"/>
                  <a:pt x="1462761" y="1473094"/>
                  <a:pt x="1462761" y="1475951"/>
                </a:cubicBezTo>
                <a:cubicBezTo>
                  <a:pt x="1462761" y="1497856"/>
                  <a:pt x="1465618" y="1519761"/>
                  <a:pt x="1466571" y="1542618"/>
                </a:cubicBezTo>
                <a:cubicBezTo>
                  <a:pt x="1469428" y="1542618"/>
                  <a:pt x="1471332" y="1543570"/>
                  <a:pt x="1473237" y="154357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9" name="Rectangle 267+"/>
          <p:cNvSpPr/>
          <p:nvPr/>
        </p:nvSpPr>
        <p:spPr>
          <a:xfrm>
            <a:off x="5248659" y="2509935"/>
            <a:ext cx="6498253" cy="39526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14" name="组合 313"/>
          <p:cNvGrpSpPr/>
          <p:nvPr/>
        </p:nvGrpSpPr>
        <p:grpSpPr>
          <a:xfrm>
            <a:off x="7277694" y="2374899"/>
            <a:ext cx="2483264" cy="713836"/>
            <a:chOff x="7277694" y="2374899"/>
            <a:chExt cx="2483264" cy="713836"/>
          </a:xfrm>
        </p:grpSpPr>
        <p:sp>
          <p:nvSpPr>
            <p:cNvPr id="313" name="任意多边形: 形状 312"/>
            <p:cNvSpPr/>
            <p:nvPr/>
          </p:nvSpPr>
          <p:spPr>
            <a:xfrm>
              <a:off x="7277694" y="2375531"/>
              <a:ext cx="115663" cy="134405"/>
            </a:xfrm>
            <a:custGeom>
              <a:avLst/>
              <a:gdLst>
                <a:gd name="connsiteX0" fmla="*/ 115663 w 115663"/>
                <a:gd name="connsiteY0" fmla="*/ 0 h 134405"/>
                <a:gd name="connsiteX1" fmla="*/ 108157 w 115663"/>
                <a:gd name="connsiteY1" fmla="*/ 18122 h 134405"/>
                <a:gd name="connsiteX2" fmla="*/ 108157 w 115663"/>
                <a:gd name="connsiteY2" fmla="*/ 134405 h 134405"/>
                <a:gd name="connsiteX3" fmla="*/ 3235 w 115663"/>
                <a:gd name="connsiteY3" fmla="*/ 134405 h 134405"/>
                <a:gd name="connsiteX4" fmla="*/ 0 w 115663"/>
                <a:gd name="connsiteY4" fmla="*/ 119686 h 134405"/>
                <a:gd name="connsiteX5" fmla="*/ 97574 w 115663"/>
                <a:gd name="connsiteY5" fmla="*/ 8629 h 13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63" h="134405">
                  <a:moveTo>
                    <a:pt x="115663" y="0"/>
                  </a:moveTo>
                  <a:lnTo>
                    <a:pt x="108157" y="18122"/>
                  </a:lnTo>
                  <a:lnTo>
                    <a:pt x="108157" y="134405"/>
                  </a:lnTo>
                  <a:lnTo>
                    <a:pt x="3235" y="134405"/>
                  </a:lnTo>
                  <a:lnTo>
                    <a:pt x="0" y="119686"/>
                  </a:lnTo>
                  <a:cubicBezTo>
                    <a:pt x="0" y="80292"/>
                    <a:pt x="34744" y="42763"/>
                    <a:pt x="97574" y="862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2" name="任意多边形: 形状 311"/>
            <p:cNvSpPr/>
            <p:nvPr/>
          </p:nvSpPr>
          <p:spPr>
            <a:xfrm>
              <a:off x="9645295" y="2375531"/>
              <a:ext cx="115663" cy="134405"/>
            </a:xfrm>
            <a:custGeom>
              <a:avLst/>
              <a:gdLst>
                <a:gd name="connsiteX0" fmla="*/ 0 w 115663"/>
                <a:gd name="connsiteY0" fmla="*/ 0 h 134405"/>
                <a:gd name="connsiteX1" fmla="*/ 18089 w 115663"/>
                <a:gd name="connsiteY1" fmla="*/ 8629 h 134405"/>
                <a:gd name="connsiteX2" fmla="*/ 115663 w 115663"/>
                <a:gd name="connsiteY2" fmla="*/ 119686 h 134405"/>
                <a:gd name="connsiteX3" fmla="*/ 112429 w 115663"/>
                <a:gd name="connsiteY3" fmla="*/ 134405 h 134405"/>
                <a:gd name="connsiteX4" fmla="*/ 7506 w 115663"/>
                <a:gd name="connsiteY4" fmla="*/ 134405 h 134405"/>
                <a:gd name="connsiteX5" fmla="*/ 7506 w 115663"/>
                <a:gd name="connsiteY5" fmla="*/ 18122 h 13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63" h="134405">
                  <a:moveTo>
                    <a:pt x="0" y="0"/>
                  </a:moveTo>
                  <a:lnTo>
                    <a:pt x="18089" y="8629"/>
                  </a:lnTo>
                  <a:cubicBezTo>
                    <a:pt x="80920" y="42763"/>
                    <a:pt x="115663" y="80292"/>
                    <a:pt x="115663" y="119686"/>
                  </a:cubicBezTo>
                  <a:lnTo>
                    <a:pt x="112429" y="134405"/>
                  </a:lnTo>
                  <a:lnTo>
                    <a:pt x="7506" y="134405"/>
                  </a:lnTo>
                  <a:lnTo>
                    <a:pt x="7506" y="1812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96" name="任意多边形: 形状 295"/>
            <p:cNvSpPr/>
            <p:nvPr/>
          </p:nvSpPr>
          <p:spPr>
            <a:xfrm>
              <a:off x="7350312" y="2374899"/>
              <a:ext cx="2338028" cy="713836"/>
            </a:xfrm>
            <a:custGeom>
              <a:avLst/>
              <a:gdLst>
                <a:gd name="connsiteX0" fmla="*/ 58290 w 2266950"/>
                <a:gd name="connsiteY0" fmla="*/ 0 h 713836"/>
                <a:gd name="connsiteX1" fmla="*/ 2208660 w 2266950"/>
                <a:gd name="connsiteY1" fmla="*/ 0 h 713836"/>
                <a:gd name="connsiteX2" fmla="*/ 2266950 w 2266950"/>
                <a:gd name="connsiteY2" fmla="*/ 58290 h 713836"/>
                <a:gd name="connsiteX3" fmla="*/ 2266950 w 2266950"/>
                <a:gd name="connsiteY3" fmla="*/ 672983 h 713836"/>
                <a:gd name="connsiteX4" fmla="*/ 2250028 w 2266950"/>
                <a:gd name="connsiteY4" fmla="*/ 713836 h 713836"/>
                <a:gd name="connsiteX5" fmla="*/ 2196544 w 2266950"/>
                <a:gd name="connsiteY5" fmla="*/ 696208 h 713836"/>
                <a:gd name="connsiteX6" fmla="*/ 1133475 w 2266950"/>
                <a:gd name="connsiteY6" fmla="*/ 576502 h 713836"/>
                <a:gd name="connsiteX7" fmla="*/ 70406 w 2266950"/>
                <a:gd name="connsiteY7" fmla="*/ 696208 h 713836"/>
                <a:gd name="connsiteX8" fmla="*/ 16922 w 2266950"/>
                <a:gd name="connsiteY8" fmla="*/ 713836 h 713836"/>
                <a:gd name="connsiteX9" fmla="*/ 0 w 2266950"/>
                <a:gd name="connsiteY9" fmla="*/ 672983 h 713836"/>
                <a:gd name="connsiteX10" fmla="*/ 0 w 2266950"/>
                <a:gd name="connsiteY10" fmla="*/ 58290 h 713836"/>
                <a:gd name="connsiteX11" fmla="*/ 58290 w 2266950"/>
                <a:gd name="connsiteY11" fmla="*/ 0 h 713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66950" h="713836">
                  <a:moveTo>
                    <a:pt x="58290" y="0"/>
                  </a:moveTo>
                  <a:lnTo>
                    <a:pt x="2208660" y="0"/>
                  </a:lnTo>
                  <a:cubicBezTo>
                    <a:pt x="2240853" y="0"/>
                    <a:pt x="2266950" y="26097"/>
                    <a:pt x="2266950" y="58290"/>
                  </a:cubicBezTo>
                  <a:lnTo>
                    <a:pt x="2266950" y="672983"/>
                  </a:lnTo>
                  <a:lnTo>
                    <a:pt x="2250028" y="713836"/>
                  </a:lnTo>
                  <a:lnTo>
                    <a:pt x="2196544" y="696208"/>
                  </a:lnTo>
                  <a:cubicBezTo>
                    <a:pt x="1997758" y="649051"/>
                    <a:pt x="1410046" y="576502"/>
                    <a:pt x="1133475" y="576502"/>
                  </a:cubicBezTo>
                  <a:cubicBezTo>
                    <a:pt x="856904" y="576502"/>
                    <a:pt x="269192" y="649051"/>
                    <a:pt x="70406" y="696208"/>
                  </a:cubicBezTo>
                  <a:lnTo>
                    <a:pt x="16922" y="713836"/>
                  </a:lnTo>
                  <a:lnTo>
                    <a:pt x="0" y="672983"/>
                  </a:lnTo>
                  <a:lnTo>
                    <a:pt x="0" y="58290"/>
                  </a:lnTo>
                  <a:cubicBezTo>
                    <a:pt x="0" y="26097"/>
                    <a:pt x="26097" y="0"/>
                    <a:pt x="58290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aphicFrame>
        <p:nvGraphicFramePr>
          <p:cNvPr id="302" name="图表 301"/>
          <p:cNvGraphicFramePr/>
          <p:nvPr/>
        </p:nvGraphicFramePr>
        <p:xfrm>
          <a:off x="5482024" y="3339758"/>
          <a:ext cx="5988050" cy="3410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6" name="文本框 315"/>
          <p:cNvSpPr txBox="1"/>
          <p:nvPr/>
        </p:nvSpPr>
        <p:spPr>
          <a:xfrm>
            <a:off x="7826828" y="253678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月度营收趋势</a:t>
            </a:r>
          </a:p>
        </p:txBody>
      </p:sp>
      <p:sp>
        <p:nvSpPr>
          <p:cNvPr id="224" name="文本框 223"/>
          <p:cNvSpPr txBox="1"/>
          <p:nvPr/>
        </p:nvSpPr>
        <p:spPr>
          <a:xfrm>
            <a:off x="799895" y="1221520"/>
            <a:ext cx="12503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¥8,742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</a:p>
        </p:txBody>
      </p:sp>
      <p:sp>
        <p:nvSpPr>
          <p:cNvPr id="226" name="文本框 225"/>
          <p:cNvSpPr txBox="1"/>
          <p:nvPr/>
        </p:nvSpPr>
        <p:spPr>
          <a:xfrm>
            <a:off x="1007484" y="1657010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年度总营收</a:t>
            </a:r>
          </a:p>
        </p:txBody>
      </p:sp>
      <p:sp>
        <p:nvSpPr>
          <p:cNvPr id="229" name="文本框 228"/>
          <p:cNvSpPr txBox="1"/>
          <p:nvPr/>
        </p:nvSpPr>
        <p:spPr>
          <a:xfrm>
            <a:off x="2610529" y="1221520"/>
            <a:ext cx="8255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12.5%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2610529" y="1657010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同比增长</a:t>
            </a:r>
          </a:p>
        </p:txBody>
      </p:sp>
      <p:sp>
        <p:nvSpPr>
          <p:cNvPr id="236" name="箭头: 下 235"/>
          <p:cNvSpPr/>
          <p:nvPr/>
        </p:nvSpPr>
        <p:spPr>
          <a:xfrm flipV="1">
            <a:off x="3419375" y="1619172"/>
            <a:ext cx="233364" cy="296824"/>
          </a:xfrm>
          <a:prstGeom prst="downArrow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61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" name="Straight Connector 218+"/>
          <p:cNvCxnSpPr/>
          <p:nvPr/>
        </p:nvCxnSpPr>
        <p:spPr>
          <a:xfrm>
            <a:off x="2326642" y="1234359"/>
            <a:ext cx="0" cy="64278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669578" y="1221520"/>
            <a:ext cx="12503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¥2,156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056703" y="1657010"/>
            <a:ext cx="5386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净利润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80212" y="1221520"/>
            <a:ext cx="65242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8.3%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480212" y="1657010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同比增长</a:t>
            </a:r>
          </a:p>
        </p:txBody>
      </p:sp>
      <p:sp>
        <p:nvSpPr>
          <p:cNvPr id="11" name="箭头: 下 10"/>
          <p:cNvSpPr/>
          <p:nvPr/>
        </p:nvSpPr>
        <p:spPr>
          <a:xfrm flipV="1">
            <a:off x="7289058" y="1619172"/>
            <a:ext cx="233364" cy="296824"/>
          </a:xfrm>
          <a:prstGeom prst="downArrow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61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2" name="Straight Connector 218+"/>
          <p:cNvCxnSpPr/>
          <p:nvPr/>
        </p:nvCxnSpPr>
        <p:spPr>
          <a:xfrm>
            <a:off x="6196325" y="1234359"/>
            <a:ext cx="0" cy="64278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822970" y="1221520"/>
            <a:ext cx="8255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42.6%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966439" y="1657010"/>
            <a:ext cx="5386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毛利率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0389948" y="1221520"/>
            <a:ext cx="65242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1.2%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0389948" y="1657010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同比变化</a:t>
            </a:r>
          </a:p>
        </p:txBody>
      </p:sp>
      <p:sp>
        <p:nvSpPr>
          <p:cNvPr id="20" name="箭头: 下 19"/>
          <p:cNvSpPr/>
          <p:nvPr/>
        </p:nvSpPr>
        <p:spPr>
          <a:xfrm>
            <a:off x="11198794" y="1619172"/>
            <a:ext cx="233364" cy="296824"/>
          </a:xfrm>
          <a:prstGeom prst="downArrow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61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1" name="Straight Connector 218+"/>
          <p:cNvCxnSpPr/>
          <p:nvPr/>
        </p:nvCxnSpPr>
        <p:spPr>
          <a:xfrm>
            <a:off x="10106061" y="1234359"/>
            <a:ext cx="0" cy="64278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027790" y="196403"/>
            <a:ext cx="251350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营收与利润分析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30961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数据看板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194752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1+"/>
          <p:cNvSpPr/>
          <p:nvPr/>
        </p:nvSpPr>
        <p:spPr>
          <a:xfrm>
            <a:off x="435752" y="908050"/>
            <a:ext cx="6450823" cy="5581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21883" y="1796662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Rectangle 24+"/>
          <p:cNvSpPr/>
          <p:nvPr/>
        </p:nvSpPr>
        <p:spPr>
          <a:xfrm>
            <a:off x="1663149" y="1812926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Rectangle 24++"/>
          <p:cNvSpPr/>
          <p:nvPr/>
        </p:nvSpPr>
        <p:spPr>
          <a:xfrm>
            <a:off x="2704415" y="1812926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Rectangle 24+++"/>
          <p:cNvSpPr/>
          <p:nvPr/>
        </p:nvSpPr>
        <p:spPr>
          <a:xfrm>
            <a:off x="3745681" y="1812926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Rectangle 24++++"/>
          <p:cNvSpPr/>
          <p:nvPr/>
        </p:nvSpPr>
        <p:spPr>
          <a:xfrm>
            <a:off x="4786947" y="1812926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Rectangle 24+++++"/>
          <p:cNvSpPr/>
          <p:nvPr/>
        </p:nvSpPr>
        <p:spPr>
          <a:xfrm>
            <a:off x="5828213" y="1812926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4" name="图表 23"/>
          <p:cNvGraphicFramePr/>
          <p:nvPr/>
        </p:nvGraphicFramePr>
        <p:xfrm>
          <a:off x="375972" y="1857375"/>
          <a:ext cx="6510603" cy="4632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5921612" y="2457450"/>
            <a:ext cx="64120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单位：万元</a:t>
            </a:r>
          </a:p>
        </p:txBody>
      </p:sp>
      <p:sp>
        <p:nvSpPr>
          <p:cNvPr id="36" name="任意多边形: 形状 35"/>
          <p:cNvSpPr/>
          <p:nvPr/>
        </p:nvSpPr>
        <p:spPr>
          <a:xfrm>
            <a:off x="568821" y="908050"/>
            <a:ext cx="6184684" cy="663574"/>
          </a:xfrm>
          <a:custGeom>
            <a:avLst/>
            <a:gdLst>
              <a:gd name="connsiteX0" fmla="*/ 0 w 6184684"/>
              <a:gd name="connsiteY0" fmla="*/ 0 h 663574"/>
              <a:gd name="connsiteX1" fmla="*/ 6184684 w 6184684"/>
              <a:gd name="connsiteY1" fmla="*/ 0 h 663574"/>
              <a:gd name="connsiteX2" fmla="*/ 5886681 w 6184684"/>
              <a:gd name="connsiteY2" fmla="*/ 663574 h 663574"/>
              <a:gd name="connsiteX3" fmla="*/ 294146 w 6184684"/>
              <a:gd name="connsiteY3" fmla="*/ 663574 h 663574"/>
              <a:gd name="connsiteX4" fmla="*/ 0 w 6184684"/>
              <a:gd name="connsiteY4" fmla="*/ 8589 h 66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84684" h="663574">
                <a:moveTo>
                  <a:pt x="0" y="0"/>
                </a:moveTo>
                <a:lnTo>
                  <a:pt x="6184684" y="0"/>
                </a:lnTo>
                <a:lnTo>
                  <a:pt x="5886681" y="663574"/>
                </a:lnTo>
                <a:lnTo>
                  <a:pt x="294146" y="663574"/>
                </a:lnTo>
                <a:lnTo>
                  <a:pt x="0" y="85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391585" y="1101338"/>
            <a:ext cx="253915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不同产品的利润贡献分析</a:t>
            </a:r>
          </a:p>
        </p:txBody>
      </p:sp>
      <p:sp>
        <p:nvSpPr>
          <p:cNvPr id="46" name="图形 6"/>
          <p:cNvSpPr/>
          <p:nvPr/>
        </p:nvSpPr>
        <p:spPr>
          <a:xfrm rot="3480007">
            <a:off x="1835598" y="1753399"/>
            <a:ext cx="4992033" cy="2512441"/>
          </a:xfrm>
          <a:custGeom>
            <a:avLst/>
            <a:gdLst>
              <a:gd name="connsiteX0" fmla="*/ 4295061 w 4337577"/>
              <a:gd name="connsiteY0" fmla="*/ 8407 h 2183059"/>
              <a:gd name="connsiteX1" fmla="*/ 4283321 w 4337577"/>
              <a:gd name="connsiteY1" fmla="*/ 716 h 2183059"/>
              <a:gd name="connsiteX2" fmla="*/ 3726704 w 4337577"/>
              <a:gd name="connsiteY2" fmla="*/ 256557 h 2183059"/>
              <a:gd name="connsiteX3" fmla="*/ 3728323 w 4337577"/>
              <a:gd name="connsiteY3" fmla="*/ 272750 h 2183059"/>
              <a:gd name="connsiteX4" fmla="*/ 3954613 w 4337577"/>
              <a:gd name="connsiteY4" fmla="*/ 325375 h 2183059"/>
              <a:gd name="connsiteX5" fmla="*/ 3912513 w 4337577"/>
              <a:gd name="connsiteY5" fmla="*/ 382454 h 2183059"/>
              <a:gd name="connsiteX6" fmla="*/ 3834789 w 4337577"/>
              <a:gd name="connsiteY6" fmla="*/ 480823 h 2183059"/>
              <a:gd name="connsiteX7" fmla="*/ 3813334 w 4337577"/>
              <a:gd name="connsiteY7" fmla="*/ 507541 h 2183059"/>
              <a:gd name="connsiteX8" fmla="*/ 3790664 w 4337577"/>
              <a:gd name="connsiteY8" fmla="*/ 534259 h 2183059"/>
              <a:gd name="connsiteX9" fmla="*/ 3742896 w 4337577"/>
              <a:gd name="connsiteY9" fmla="*/ 590123 h 2183059"/>
              <a:gd name="connsiteX10" fmla="*/ 3636836 w 4337577"/>
              <a:gd name="connsiteY10" fmla="*/ 708328 h 2183059"/>
              <a:gd name="connsiteX11" fmla="*/ 3608499 w 4337577"/>
              <a:gd name="connsiteY11" fmla="*/ 739094 h 2183059"/>
              <a:gd name="connsiteX12" fmla="*/ 3578543 w 4337577"/>
              <a:gd name="connsiteY12" fmla="*/ 769455 h 2183059"/>
              <a:gd name="connsiteX13" fmla="*/ 3517011 w 4337577"/>
              <a:gd name="connsiteY13" fmla="*/ 832201 h 2183059"/>
              <a:gd name="connsiteX14" fmla="*/ 3484626 w 4337577"/>
              <a:gd name="connsiteY14" fmla="*/ 863776 h 2183059"/>
              <a:gd name="connsiteX15" fmla="*/ 3451431 w 4337577"/>
              <a:gd name="connsiteY15" fmla="*/ 895351 h 2183059"/>
              <a:gd name="connsiteX16" fmla="*/ 3383018 w 4337577"/>
              <a:gd name="connsiteY16" fmla="*/ 959717 h 2183059"/>
              <a:gd name="connsiteX17" fmla="*/ 3310962 w 4337577"/>
              <a:gd name="connsiteY17" fmla="*/ 1023677 h 2183059"/>
              <a:gd name="connsiteX18" fmla="*/ 3273719 w 4337577"/>
              <a:gd name="connsiteY18" fmla="*/ 1056062 h 2183059"/>
              <a:gd name="connsiteX19" fmla="*/ 3235262 w 4337577"/>
              <a:gd name="connsiteY19" fmla="*/ 1087637 h 2183059"/>
              <a:gd name="connsiteX20" fmla="*/ 3157133 w 4337577"/>
              <a:gd name="connsiteY20" fmla="*/ 1152003 h 2183059"/>
              <a:gd name="connsiteX21" fmla="*/ 3075361 w 4337577"/>
              <a:gd name="connsiteY21" fmla="*/ 1215153 h 2183059"/>
              <a:gd name="connsiteX22" fmla="*/ 2720745 w 4337577"/>
              <a:gd name="connsiteY22" fmla="*/ 1457231 h 2183059"/>
              <a:gd name="connsiteX23" fmla="*/ 2330911 w 4337577"/>
              <a:gd name="connsiteY23" fmla="*/ 1670972 h 2183059"/>
              <a:gd name="connsiteX24" fmla="*/ 2229707 w 4337577"/>
              <a:gd name="connsiteY24" fmla="*/ 1718740 h 2183059"/>
              <a:gd name="connsiteX25" fmla="*/ 2127695 w 4337577"/>
              <a:gd name="connsiteY25" fmla="*/ 1764079 h 2183059"/>
              <a:gd name="connsiteX26" fmla="*/ 2024872 w 4337577"/>
              <a:gd name="connsiteY26" fmla="*/ 1806989 h 2183059"/>
              <a:gd name="connsiteX27" fmla="*/ 1921240 w 4337577"/>
              <a:gd name="connsiteY27" fmla="*/ 1846661 h 2183059"/>
              <a:gd name="connsiteX28" fmla="*/ 1817608 w 4337577"/>
              <a:gd name="connsiteY28" fmla="*/ 1883903 h 2183059"/>
              <a:gd name="connsiteX29" fmla="*/ 1714381 w 4337577"/>
              <a:gd name="connsiteY29" fmla="*/ 1918718 h 2183059"/>
              <a:gd name="connsiteX30" fmla="*/ 1611559 w 4337577"/>
              <a:gd name="connsiteY30" fmla="*/ 1951103 h 2183059"/>
              <a:gd name="connsiteX31" fmla="*/ 1509141 w 4337577"/>
              <a:gd name="connsiteY31" fmla="*/ 1980249 h 2183059"/>
              <a:gd name="connsiteX32" fmla="*/ 1458540 w 4337577"/>
              <a:gd name="connsiteY32" fmla="*/ 1994417 h 2183059"/>
              <a:gd name="connsiteX33" fmla="*/ 1407938 w 4337577"/>
              <a:gd name="connsiteY33" fmla="*/ 2006967 h 2183059"/>
              <a:gd name="connsiteX34" fmla="*/ 1308354 w 4337577"/>
              <a:gd name="connsiteY34" fmla="*/ 2031660 h 2183059"/>
              <a:gd name="connsiteX35" fmla="*/ 1113639 w 4337577"/>
              <a:gd name="connsiteY35" fmla="*/ 2072951 h 2183059"/>
              <a:gd name="connsiteX36" fmla="*/ 1019723 w 4337577"/>
              <a:gd name="connsiteY36" fmla="*/ 2090358 h 2183059"/>
              <a:gd name="connsiteX37" fmla="*/ 928235 w 4337577"/>
              <a:gd name="connsiteY37" fmla="*/ 2105336 h 2183059"/>
              <a:gd name="connsiteX38" fmla="*/ 883301 w 4337577"/>
              <a:gd name="connsiteY38" fmla="*/ 2112623 h 2183059"/>
              <a:gd name="connsiteX39" fmla="*/ 839176 w 4337577"/>
              <a:gd name="connsiteY39" fmla="*/ 2118695 h 2183059"/>
              <a:gd name="connsiteX40" fmla="*/ 753356 w 4337577"/>
              <a:gd name="connsiteY40" fmla="*/ 2130030 h 2183059"/>
              <a:gd name="connsiteX41" fmla="*/ 591836 w 4337577"/>
              <a:gd name="connsiteY41" fmla="*/ 2147437 h 2183059"/>
              <a:gd name="connsiteX42" fmla="*/ 445699 w 4337577"/>
              <a:gd name="connsiteY42" fmla="*/ 2158771 h 2183059"/>
              <a:gd name="connsiteX43" fmla="*/ 316968 w 4337577"/>
              <a:gd name="connsiteY43" fmla="*/ 2165248 h 2183059"/>
              <a:gd name="connsiteX44" fmla="*/ 207669 w 4337577"/>
              <a:gd name="connsiteY44" fmla="*/ 2168487 h 2183059"/>
              <a:gd name="connsiteX45" fmla="*/ 54245 w 4337577"/>
              <a:gd name="connsiteY45" fmla="*/ 2169701 h 2183059"/>
              <a:gd name="connsiteX46" fmla="*/ 0 w 4337577"/>
              <a:gd name="connsiteY46" fmla="*/ 2169701 h 2183059"/>
              <a:gd name="connsiteX47" fmla="*/ 54245 w 4337577"/>
              <a:gd name="connsiteY47" fmla="*/ 2172940 h 2183059"/>
              <a:gd name="connsiteX48" fmla="*/ 208074 w 4337577"/>
              <a:gd name="connsiteY48" fmla="*/ 2179822 h 2183059"/>
              <a:gd name="connsiteX49" fmla="*/ 317778 w 4337577"/>
              <a:gd name="connsiteY49" fmla="*/ 2182655 h 2183059"/>
              <a:gd name="connsiteX50" fmla="*/ 447318 w 4337577"/>
              <a:gd name="connsiteY50" fmla="*/ 2183060 h 2183059"/>
              <a:gd name="connsiteX51" fmla="*/ 594670 w 4337577"/>
              <a:gd name="connsiteY51" fmla="*/ 2179417 h 2183059"/>
              <a:gd name="connsiteX52" fmla="*/ 757809 w 4337577"/>
              <a:gd name="connsiteY52" fmla="*/ 2170916 h 2183059"/>
              <a:gd name="connsiteX53" fmla="*/ 844844 w 4337577"/>
              <a:gd name="connsiteY53" fmla="*/ 2164034 h 2183059"/>
              <a:gd name="connsiteX54" fmla="*/ 889778 w 4337577"/>
              <a:gd name="connsiteY54" fmla="*/ 2160390 h 2183059"/>
              <a:gd name="connsiteX55" fmla="*/ 935117 w 4337577"/>
              <a:gd name="connsiteY55" fmla="*/ 2155533 h 2183059"/>
              <a:gd name="connsiteX56" fmla="*/ 1028224 w 4337577"/>
              <a:gd name="connsiteY56" fmla="*/ 2145413 h 2183059"/>
              <a:gd name="connsiteX57" fmla="*/ 1124164 w 4337577"/>
              <a:gd name="connsiteY57" fmla="*/ 2132863 h 2183059"/>
              <a:gd name="connsiteX58" fmla="*/ 1323332 w 4337577"/>
              <a:gd name="connsiteY58" fmla="*/ 2102098 h 2183059"/>
              <a:gd name="connsiteX59" fmla="*/ 1425750 w 4337577"/>
              <a:gd name="connsiteY59" fmla="*/ 2082667 h 2183059"/>
              <a:gd name="connsiteX60" fmla="*/ 1477566 w 4337577"/>
              <a:gd name="connsiteY60" fmla="*/ 2072546 h 2183059"/>
              <a:gd name="connsiteX61" fmla="*/ 1529786 w 4337577"/>
              <a:gd name="connsiteY61" fmla="*/ 2061211 h 2183059"/>
              <a:gd name="connsiteX62" fmla="*/ 1635442 w 4337577"/>
              <a:gd name="connsiteY62" fmla="*/ 2037328 h 2183059"/>
              <a:gd name="connsiteX63" fmla="*/ 1741908 w 4337577"/>
              <a:gd name="connsiteY63" fmla="*/ 2010205 h 2183059"/>
              <a:gd name="connsiteX64" fmla="*/ 1849184 w 4337577"/>
              <a:gd name="connsiteY64" fmla="*/ 1980249 h 2183059"/>
              <a:gd name="connsiteX65" fmla="*/ 1956864 w 4337577"/>
              <a:gd name="connsiteY65" fmla="*/ 1947864 h 2183059"/>
              <a:gd name="connsiteX66" fmla="*/ 2064949 w 4337577"/>
              <a:gd name="connsiteY66" fmla="*/ 1913050 h 2183059"/>
              <a:gd name="connsiteX67" fmla="*/ 2172629 w 4337577"/>
              <a:gd name="connsiteY67" fmla="*/ 1874593 h 2183059"/>
              <a:gd name="connsiteX68" fmla="*/ 2279904 w 4337577"/>
              <a:gd name="connsiteY68" fmla="*/ 1833707 h 2183059"/>
              <a:gd name="connsiteX69" fmla="*/ 2386370 w 4337577"/>
              <a:gd name="connsiteY69" fmla="*/ 1790392 h 2183059"/>
              <a:gd name="connsiteX70" fmla="*/ 2800088 w 4337577"/>
              <a:gd name="connsiteY70" fmla="*/ 1592034 h 2183059"/>
              <a:gd name="connsiteX71" fmla="*/ 3181422 w 4337577"/>
              <a:gd name="connsiteY71" fmla="*/ 1361291 h 2183059"/>
              <a:gd name="connsiteX72" fmla="*/ 3270076 w 4337577"/>
              <a:gd name="connsiteY72" fmla="*/ 1300164 h 2183059"/>
              <a:gd name="connsiteX73" fmla="*/ 3355491 w 4337577"/>
              <a:gd name="connsiteY73" fmla="*/ 1237823 h 2183059"/>
              <a:gd name="connsiteX74" fmla="*/ 3397187 w 4337577"/>
              <a:gd name="connsiteY74" fmla="*/ 1207057 h 2183059"/>
              <a:gd name="connsiteX75" fmla="*/ 3437668 w 4337577"/>
              <a:gd name="connsiteY75" fmla="*/ 1175482 h 2183059"/>
              <a:gd name="connsiteX76" fmla="*/ 3517011 w 4337577"/>
              <a:gd name="connsiteY76" fmla="*/ 1112736 h 2183059"/>
              <a:gd name="connsiteX77" fmla="*/ 3592306 w 4337577"/>
              <a:gd name="connsiteY77" fmla="*/ 1049180 h 2183059"/>
              <a:gd name="connsiteX78" fmla="*/ 3629144 w 4337577"/>
              <a:gd name="connsiteY78" fmla="*/ 1018010 h 2183059"/>
              <a:gd name="connsiteX79" fmla="*/ 3664768 w 4337577"/>
              <a:gd name="connsiteY79" fmla="*/ 986839 h 2183059"/>
              <a:gd name="connsiteX80" fmla="*/ 3732776 w 4337577"/>
              <a:gd name="connsiteY80" fmla="*/ 924498 h 2183059"/>
              <a:gd name="connsiteX81" fmla="*/ 3765971 w 4337577"/>
              <a:gd name="connsiteY81" fmla="*/ 894137 h 2183059"/>
              <a:gd name="connsiteX82" fmla="*/ 3797546 w 4337577"/>
              <a:gd name="connsiteY82" fmla="*/ 863371 h 2183059"/>
              <a:gd name="connsiteX83" fmla="*/ 3915752 w 4337577"/>
              <a:gd name="connsiteY83" fmla="*/ 745166 h 2183059"/>
              <a:gd name="connsiteX84" fmla="*/ 3969187 w 4337577"/>
              <a:gd name="connsiteY84" fmla="*/ 688897 h 2183059"/>
              <a:gd name="connsiteX85" fmla="*/ 3994690 w 4337577"/>
              <a:gd name="connsiteY85" fmla="*/ 661775 h 2183059"/>
              <a:gd name="connsiteX86" fmla="*/ 4018574 w 4337577"/>
              <a:gd name="connsiteY86" fmla="*/ 634652 h 2183059"/>
              <a:gd name="connsiteX87" fmla="*/ 4106418 w 4337577"/>
              <a:gd name="connsiteY87" fmla="*/ 535068 h 2183059"/>
              <a:gd name="connsiteX88" fmla="*/ 4173212 w 4337577"/>
              <a:gd name="connsiteY88" fmla="*/ 454106 h 2183059"/>
              <a:gd name="connsiteX89" fmla="*/ 4322588 w 4337577"/>
              <a:gd name="connsiteY89" fmla="*/ 622508 h 2183059"/>
              <a:gd name="connsiteX90" fmla="*/ 4337566 w 4337577"/>
              <a:gd name="connsiteY90" fmla="*/ 617245 h 2183059"/>
              <a:gd name="connsiteX91" fmla="*/ 4295061 w 4337577"/>
              <a:gd name="connsiteY91" fmla="*/ 8407 h 218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337577" h="2183059">
                <a:moveTo>
                  <a:pt x="4295061" y="8407"/>
                </a:moveTo>
                <a:cubicBezTo>
                  <a:pt x="4295061" y="2335"/>
                  <a:pt x="4288584" y="-1713"/>
                  <a:pt x="4283321" y="716"/>
                </a:cubicBezTo>
                <a:lnTo>
                  <a:pt x="3726704" y="256557"/>
                </a:lnTo>
                <a:cubicBezTo>
                  <a:pt x="3719417" y="259796"/>
                  <a:pt x="3720227" y="270726"/>
                  <a:pt x="3728323" y="272750"/>
                </a:cubicBezTo>
                <a:lnTo>
                  <a:pt x="3954613" y="325375"/>
                </a:lnTo>
                <a:cubicBezTo>
                  <a:pt x="3941254" y="343187"/>
                  <a:pt x="3927491" y="362213"/>
                  <a:pt x="3912513" y="382454"/>
                </a:cubicBezTo>
                <a:cubicBezTo>
                  <a:pt x="3888629" y="412815"/>
                  <a:pt x="3862316" y="445605"/>
                  <a:pt x="3834789" y="480823"/>
                </a:cubicBezTo>
                <a:cubicBezTo>
                  <a:pt x="3827907" y="489729"/>
                  <a:pt x="3820621" y="498635"/>
                  <a:pt x="3813334" y="507541"/>
                </a:cubicBezTo>
                <a:cubicBezTo>
                  <a:pt x="3805642" y="516447"/>
                  <a:pt x="3798356" y="525353"/>
                  <a:pt x="3790664" y="534259"/>
                </a:cubicBezTo>
                <a:cubicBezTo>
                  <a:pt x="3775281" y="552475"/>
                  <a:pt x="3759089" y="571097"/>
                  <a:pt x="3742896" y="590123"/>
                </a:cubicBezTo>
                <a:cubicBezTo>
                  <a:pt x="3710916" y="628985"/>
                  <a:pt x="3674078" y="667442"/>
                  <a:pt x="3636836" y="708328"/>
                </a:cubicBezTo>
                <a:cubicBezTo>
                  <a:pt x="3627525" y="718448"/>
                  <a:pt x="3618214" y="728973"/>
                  <a:pt x="3608499" y="739094"/>
                </a:cubicBezTo>
                <a:cubicBezTo>
                  <a:pt x="3598783" y="749214"/>
                  <a:pt x="3588663" y="759334"/>
                  <a:pt x="3578543" y="769455"/>
                </a:cubicBezTo>
                <a:cubicBezTo>
                  <a:pt x="3558302" y="790100"/>
                  <a:pt x="3537657" y="811150"/>
                  <a:pt x="3517011" y="832201"/>
                </a:cubicBezTo>
                <a:cubicBezTo>
                  <a:pt x="3506891" y="843131"/>
                  <a:pt x="3495961" y="853251"/>
                  <a:pt x="3484626" y="863776"/>
                </a:cubicBezTo>
                <a:cubicBezTo>
                  <a:pt x="3473696" y="874301"/>
                  <a:pt x="3462362" y="884826"/>
                  <a:pt x="3451431" y="895351"/>
                </a:cubicBezTo>
                <a:cubicBezTo>
                  <a:pt x="3428762" y="916402"/>
                  <a:pt x="3406902" y="938666"/>
                  <a:pt x="3383018" y="959717"/>
                </a:cubicBezTo>
                <a:cubicBezTo>
                  <a:pt x="3359134" y="980767"/>
                  <a:pt x="3335250" y="1002222"/>
                  <a:pt x="3310962" y="1023677"/>
                </a:cubicBezTo>
                <a:cubicBezTo>
                  <a:pt x="3298817" y="1034202"/>
                  <a:pt x="3286673" y="1045537"/>
                  <a:pt x="3273719" y="1056062"/>
                </a:cubicBezTo>
                <a:cubicBezTo>
                  <a:pt x="3261169" y="1066587"/>
                  <a:pt x="3248216" y="1077112"/>
                  <a:pt x="3235262" y="1087637"/>
                </a:cubicBezTo>
                <a:cubicBezTo>
                  <a:pt x="3209354" y="1108688"/>
                  <a:pt x="3183850" y="1130952"/>
                  <a:pt x="3157133" y="1152003"/>
                </a:cubicBezTo>
                <a:cubicBezTo>
                  <a:pt x="3130011" y="1173053"/>
                  <a:pt x="3102888" y="1194103"/>
                  <a:pt x="3075361" y="1215153"/>
                </a:cubicBezTo>
                <a:cubicBezTo>
                  <a:pt x="2964037" y="1298140"/>
                  <a:pt x="2846237" y="1381531"/>
                  <a:pt x="2720745" y="1457231"/>
                </a:cubicBezTo>
                <a:cubicBezTo>
                  <a:pt x="2595658" y="1533336"/>
                  <a:pt x="2465713" y="1606607"/>
                  <a:pt x="2330911" y="1670972"/>
                </a:cubicBezTo>
                <a:cubicBezTo>
                  <a:pt x="2297716" y="1687974"/>
                  <a:pt x="2263712" y="1703357"/>
                  <a:pt x="2229707" y="1718740"/>
                </a:cubicBezTo>
                <a:cubicBezTo>
                  <a:pt x="2195703" y="1734123"/>
                  <a:pt x="2162104" y="1750315"/>
                  <a:pt x="2127695" y="1764079"/>
                </a:cubicBezTo>
                <a:cubicBezTo>
                  <a:pt x="2093286" y="1778652"/>
                  <a:pt x="2058876" y="1792821"/>
                  <a:pt x="2024872" y="1806989"/>
                </a:cubicBezTo>
                <a:cubicBezTo>
                  <a:pt x="1990058" y="1820348"/>
                  <a:pt x="1955649" y="1833302"/>
                  <a:pt x="1921240" y="1846661"/>
                </a:cubicBezTo>
                <a:cubicBezTo>
                  <a:pt x="1886831" y="1860424"/>
                  <a:pt x="1852017" y="1871759"/>
                  <a:pt x="1817608" y="1883903"/>
                </a:cubicBezTo>
                <a:cubicBezTo>
                  <a:pt x="1783199" y="1895643"/>
                  <a:pt x="1748790" y="1908597"/>
                  <a:pt x="1714381" y="1918718"/>
                </a:cubicBezTo>
                <a:cubicBezTo>
                  <a:pt x="1679972" y="1929647"/>
                  <a:pt x="1645563" y="1940577"/>
                  <a:pt x="1611559" y="1951103"/>
                </a:cubicBezTo>
                <a:cubicBezTo>
                  <a:pt x="1577150" y="1960818"/>
                  <a:pt x="1543145" y="1970533"/>
                  <a:pt x="1509141" y="1980249"/>
                </a:cubicBezTo>
                <a:cubicBezTo>
                  <a:pt x="1492139" y="1985107"/>
                  <a:pt x="1475542" y="1989964"/>
                  <a:pt x="1458540" y="1994417"/>
                </a:cubicBezTo>
                <a:cubicBezTo>
                  <a:pt x="1441537" y="1998870"/>
                  <a:pt x="1424940" y="2002918"/>
                  <a:pt x="1407938" y="2006967"/>
                </a:cubicBezTo>
                <a:cubicBezTo>
                  <a:pt x="1374338" y="2015063"/>
                  <a:pt x="1341144" y="2024373"/>
                  <a:pt x="1308354" y="2031660"/>
                </a:cubicBezTo>
                <a:cubicBezTo>
                  <a:pt x="1241965" y="2046233"/>
                  <a:pt x="1177600" y="2061616"/>
                  <a:pt x="1113639" y="2072951"/>
                </a:cubicBezTo>
                <a:cubicBezTo>
                  <a:pt x="1082064" y="2079023"/>
                  <a:pt x="1050488" y="2085500"/>
                  <a:pt x="1019723" y="2090358"/>
                </a:cubicBezTo>
                <a:cubicBezTo>
                  <a:pt x="988552" y="2095216"/>
                  <a:pt x="958191" y="2100478"/>
                  <a:pt x="928235" y="2105336"/>
                </a:cubicBezTo>
                <a:cubicBezTo>
                  <a:pt x="913257" y="2107765"/>
                  <a:pt x="898279" y="2110194"/>
                  <a:pt x="883301" y="2112623"/>
                </a:cubicBezTo>
                <a:cubicBezTo>
                  <a:pt x="868323" y="2114647"/>
                  <a:pt x="853750" y="2116671"/>
                  <a:pt x="839176" y="2118695"/>
                </a:cubicBezTo>
                <a:cubicBezTo>
                  <a:pt x="810030" y="2122743"/>
                  <a:pt x="781288" y="2126386"/>
                  <a:pt x="753356" y="2130030"/>
                </a:cubicBezTo>
                <a:cubicBezTo>
                  <a:pt x="697087" y="2136507"/>
                  <a:pt x="643247" y="2141769"/>
                  <a:pt x="591836" y="2147437"/>
                </a:cubicBezTo>
                <a:cubicBezTo>
                  <a:pt x="540425" y="2151485"/>
                  <a:pt x="491442" y="2155533"/>
                  <a:pt x="445699" y="2158771"/>
                </a:cubicBezTo>
                <a:cubicBezTo>
                  <a:pt x="399550" y="2161200"/>
                  <a:pt x="356640" y="2163224"/>
                  <a:pt x="316968" y="2165248"/>
                </a:cubicBezTo>
                <a:cubicBezTo>
                  <a:pt x="277297" y="2167272"/>
                  <a:pt x="240459" y="2167272"/>
                  <a:pt x="207669" y="2168487"/>
                </a:cubicBezTo>
                <a:cubicBezTo>
                  <a:pt x="141684" y="2170916"/>
                  <a:pt x="89464" y="2169701"/>
                  <a:pt x="54245" y="2169701"/>
                </a:cubicBezTo>
                <a:cubicBezTo>
                  <a:pt x="18621" y="2169701"/>
                  <a:pt x="0" y="2169701"/>
                  <a:pt x="0" y="2169701"/>
                </a:cubicBezTo>
                <a:cubicBezTo>
                  <a:pt x="0" y="2169701"/>
                  <a:pt x="19026" y="2170916"/>
                  <a:pt x="54245" y="2172940"/>
                </a:cubicBezTo>
                <a:cubicBezTo>
                  <a:pt x="89868" y="2174559"/>
                  <a:pt x="141684" y="2178607"/>
                  <a:pt x="208074" y="2179822"/>
                </a:cubicBezTo>
                <a:cubicBezTo>
                  <a:pt x="241268" y="2180631"/>
                  <a:pt x="277701" y="2182250"/>
                  <a:pt x="317778" y="2182655"/>
                </a:cubicBezTo>
                <a:cubicBezTo>
                  <a:pt x="357854" y="2182655"/>
                  <a:pt x="401169" y="2183060"/>
                  <a:pt x="447318" y="2183060"/>
                </a:cubicBezTo>
                <a:cubicBezTo>
                  <a:pt x="493466" y="2181846"/>
                  <a:pt x="542854" y="2180631"/>
                  <a:pt x="594670" y="2179417"/>
                </a:cubicBezTo>
                <a:cubicBezTo>
                  <a:pt x="646486" y="2176583"/>
                  <a:pt x="701135" y="2174154"/>
                  <a:pt x="757809" y="2170916"/>
                </a:cubicBezTo>
                <a:cubicBezTo>
                  <a:pt x="786146" y="2168487"/>
                  <a:pt x="815292" y="2166463"/>
                  <a:pt x="844844" y="2164034"/>
                </a:cubicBezTo>
                <a:cubicBezTo>
                  <a:pt x="859822" y="2162819"/>
                  <a:pt x="874395" y="2161605"/>
                  <a:pt x="889778" y="2160390"/>
                </a:cubicBezTo>
                <a:cubicBezTo>
                  <a:pt x="904756" y="2159176"/>
                  <a:pt x="920139" y="2157152"/>
                  <a:pt x="935117" y="2155533"/>
                </a:cubicBezTo>
                <a:cubicBezTo>
                  <a:pt x="965883" y="2152294"/>
                  <a:pt x="996648" y="2149056"/>
                  <a:pt x="1028224" y="2145413"/>
                </a:cubicBezTo>
                <a:cubicBezTo>
                  <a:pt x="1059799" y="2141769"/>
                  <a:pt x="1091779" y="2136911"/>
                  <a:pt x="1124164" y="2132863"/>
                </a:cubicBezTo>
                <a:cubicBezTo>
                  <a:pt x="1189339" y="2124767"/>
                  <a:pt x="1255324" y="2113028"/>
                  <a:pt x="1323332" y="2102098"/>
                </a:cubicBezTo>
                <a:cubicBezTo>
                  <a:pt x="1357336" y="2096430"/>
                  <a:pt x="1391341" y="2089143"/>
                  <a:pt x="1425750" y="2082667"/>
                </a:cubicBezTo>
                <a:cubicBezTo>
                  <a:pt x="1443157" y="2079428"/>
                  <a:pt x="1460159" y="2075785"/>
                  <a:pt x="1477566" y="2072546"/>
                </a:cubicBezTo>
                <a:cubicBezTo>
                  <a:pt x="1494973" y="2068903"/>
                  <a:pt x="1512380" y="2064855"/>
                  <a:pt x="1529786" y="2061211"/>
                </a:cubicBezTo>
                <a:cubicBezTo>
                  <a:pt x="1564600" y="2053520"/>
                  <a:pt x="1599819" y="2045424"/>
                  <a:pt x="1635442" y="2037328"/>
                </a:cubicBezTo>
                <a:cubicBezTo>
                  <a:pt x="1670661" y="2028422"/>
                  <a:pt x="1706285" y="2019111"/>
                  <a:pt x="1741908" y="2010205"/>
                </a:cubicBezTo>
                <a:cubicBezTo>
                  <a:pt x="1777936" y="2001704"/>
                  <a:pt x="1813155" y="1990774"/>
                  <a:pt x="1849184" y="1980249"/>
                </a:cubicBezTo>
                <a:cubicBezTo>
                  <a:pt x="1884807" y="1969724"/>
                  <a:pt x="1921240" y="1960008"/>
                  <a:pt x="1956864" y="1947864"/>
                </a:cubicBezTo>
                <a:cubicBezTo>
                  <a:pt x="1992892" y="1936124"/>
                  <a:pt x="2028920" y="1924790"/>
                  <a:pt x="2064949" y="1913050"/>
                </a:cubicBezTo>
                <a:cubicBezTo>
                  <a:pt x="2100572" y="1900501"/>
                  <a:pt x="2136601" y="1887547"/>
                  <a:pt x="2172629" y="1874593"/>
                </a:cubicBezTo>
                <a:cubicBezTo>
                  <a:pt x="2208657" y="1862448"/>
                  <a:pt x="2244281" y="1847470"/>
                  <a:pt x="2279904" y="1833707"/>
                </a:cubicBezTo>
                <a:cubicBezTo>
                  <a:pt x="2315528" y="1819943"/>
                  <a:pt x="2351556" y="1806179"/>
                  <a:pt x="2386370" y="1790392"/>
                </a:cubicBezTo>
                <a:cubicBezTo>
                  <a:pt x="2528459" y="1731694"/>
                  <a:pt x="2666500" y="1663686"/>
                  <a:pt x="2800088" y="1592034"/>
                </a:cubicBezTo>
                <a:cubicBezTo>
                  <a:pt x="2934081" y="1520787"/>
                  <a:pt x="3060787" y="1441443"/>
                  <a:pt x="3181422" y="1361291"/>
                </a:cubicBezTo>
                <a:cubicBezTo>
                  <a:pt x="3211378" y="1340645"/>
                  <a:pt x="3240929" y="1320404"/>
                  <a:pt x="3270076" y="1300164"/>
                </a:cubicBezTo>
                <a:cubicBezTo>
                  <a:pt x="3299222" y="1279923"/>
                  <a:pt x="3327154" y="1258468"/>
                  <a:pt x="3355491" y="1237823"/>
                </a:cubicBezTo>
                <a:cubicBezTo>
                  <a:pt x="3369659" y="1227298"/>
                  <a:pt x="3383423" y="1217177"/>
                  <a:pt x="3397187" y="1207057"/>
                </a:cubicBezTo>
                <a:cubicBezTo>
                  <a:pt x="3411355" y="1196937"/>
                  <a:pt x="3424309" y="1186007"/>
                  <a:pt x="3437668" y="1175482"/>
                </a:cubicBezTo>
                <a:cubicBezTo>
                  <a:pt x="3464386" y="1154431"/>
                  <a:pt x="3490698" y="1133381"/>
                  <a:pt x="3517011" y="1112736"/>
                </a:cubicBezTo>
                <a:cubicBezTo>
                  <a:pt x="3542919" y="1092090"/>
                  <a:pt x="3567613" y="1070230"/>
                  <a:pt x="3592306" y="1049180"/>
                </a:cubicBezTo>
                <a:cubicBezTo>
                  <a:pt x="3604451" y="1038655"/>
                  <a:pt x="3617000" y="1028130"/>
                  <a:pt x="3629144" y="1018010"/>
                </a:cubicBezTo>
                <a:cubicBezTo>
                  <a:pt x="3641288" y="1007889"/>
                  <a:pt x="3653433" y="997364"/>
                  <a:pt x="3664768" y="986839"/>
                </a:cubicBezTo>
                <a:cubicBezTo>
                  <a:pt x="3687842" y="965789"/>
                  <a:pt x="3710511" y="944738"/>
                  <a:pt x="3732776" y="924498"/>
                </a:cubicBezTo>
                <a:cubicBezTo>
                  <a:pt x="3744111" y="914378"/>
                  <a:pt x="3755041" y="904257"/>
                  <a:pt x="3765971" y="894137"/>
                </a:cubicBezTo>
                <a:cubicBezTo>
                  <a:pt x="3776496" y="883612"/>
                  <a:pt x="3787021" y="873492"/>
                  <a:pt x="3797546" y="863371"/>
                </a:cubicBezTo>
                <a:cubicBezTo>
                  <a:pt x="3838837" y="822485"/>
                  <a:pt x="3879723" y="784433"/>
                  <a:pt x="3915752" y="745166"/>
                </a:cubicBezTo>
                <a:cubicBezTo>
                  <a:pt x="3933968" y="725735"/>
                  <a:pt x="3951780" y="707114"/>
                  <a:pt x="3969187" y="688897"/>
                </a:cubicBezTo>
                <a:cubicBezTo>
                  <a:pt x="3977688" y="679586"/>
                  <a:pt x="3986189" y="670680"/>
                  <a:pt x="3994690" y="661775"/>
                </a:cubicBezTo>
                <a:cubicBezTo>
                  <a:pt x="4002786" y="652464"/>
                  <a:pt x="4010882" y="643558"/>
                  <a:pt x="4018574" y="634652"/>
                </a:cubicBezTo>
                <a:cubicBezTo>
                  <a:pt x="4049744" y="599029"/>
                  <a:pt x="4079701" y="566239"/>
                  <a:pt x="4106418" y="535068"/>
                </a:cubicBezTo>
                <a:cubicBezTo>
                  <a:pt x="4130707" y="505922"/>
                  <a:pt x="4152972" y="478799"/>
                  <a:pt x="4173212" y="454106"/>
                </a:cubicBezTo>
                <a:lnTo>
                  <a:pt x="4322588" y="622508"/>
                </a:lnTo>
                <a:cubicBezTo>
                  <a:pt x="4327446" y="628985"/>
                  <a:pt x="4337971" y="625341"/>
                  <a:pt x="4337566" y="617245"/>
                </a:cubicBezTo>
                <a:lnTo>
                  <a:pt x="4295061" y="8407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53000">
                <a:schemeClr val="accent1"/>
              </a:gs>
            </a:gsLst>
            <a:lin ang="7500000" scaled="0"/>
          </a:gradFill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47993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Rectangle 41++"/>
          <p:cNvSpPr/>
          <p:nvPr/>
        </p:nvSpPr>
        <p:spPr>
          <a:xfrm>
            <a:off x="7247216" y="908050"/>
            <a:ext cx="4506859" cy="5581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任意多边形: 形状 49"/>
          <p:cNvSpPr/>
          <p:nvPr/>
        </p:nvSpPr>
        <p:spPr>
          <a:xfrm>
            <a:off x="7247216" y="912770"/>
            <a:ext cx="4506858" cy="663574"/>
          </a:xfrm>
          <a:custGeom>
            <a:avLst/>
            <a:gdLst>
              <a:gd name="connsiteX0" fmla="*/ 0 w 6184684"/>
              <a:gd name="connsiteY0" fmla="*/ 0 h 663574"/>
              <a:gd name="connsiteX1" fmla="*/ 6184684 w 6184684"/>
              <a:gd name="connsiteY1" fmla="*/ 0 h 663574"/>
              <a:gd name="connsiteX2" fmla="*/ 5886681 w 6184684"/>
              <a:gd name="connsiteY2" fmla="*/ 663574 h 663574"/>
              <a:gd name="connsiteX3" fmla="*/ 294146 w 6184684"/>
              <a:gd name="connsiteY3" fmla="*/ 663574 h 663574"/>
              <a:gd name="connsiteX4" fmla="*/ 0 w 6184684"/>
              <a:gd name="connsiteY4" fmla="*/ 8589 h 66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84684" h="663574">
                <a:moveTo>
                  <a:pt x="0" y="0"/>
                </a:moveTo>
                <a:lnTo>
                  <a:pt x="6184684" y="0"/>
                </a:lnTo>
                <a:lnTo>
                  <a:pt x="5886681" y="663574"/>
                </a:lnTo>
                <a:lnTo>
                  <a:pt x="294146" y="663574"/>
                </a:lnTo>
                <a:lnTo>
                  <a:pt x="0" y="85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808147" y="1106058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营收渠道分析</a:t>
            </a:r>
          </a:p>
        </p:txBody>
      </p:sp>
      <p:graphicFrame>
        <p:nvGraphicFramePr>
          <p:cNvPr id="54" name="图表 53"/>
          <p:cNvGraphicFramePr/>
          <p:nvPr/>
        </p:nvGraphicFramePr>
        <p:xfrm>
          <a:off x="7380286" y="1680263"/>
          <a:ext cx="4366627" cy="2335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7" name="文本框 56"/>
          <p:cNvSpPr txBox="1"/>
          <p:nvPr/>
        </p:nvSpPr>
        <p:spPr>
          <a:xfrm>
            <a:off x="10843568" y="1857375"/>
            <a:ext cx="64120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单位：万元</a:t>
            </a:r>
          </a:p>
        </p:txBody>
      </p:sp>
      <p:sp>
        <p:nvSpPr>
          <p:cNvPr id="61" name="矩形 60"/>
          <p:cNvSpPr/>
          <p:nvPr/>
        </p:nvSpPr>
        <p:spPr>
          <a:xfrm>
            <a:off x="7488991" y="4114800"/>
            <a:ext cx="1059923" cy="42091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8691665" y="4114800"/>
            <a:ext cx="1766903" cy="42091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0601318" y="4114800"/>
            <a:ext cx="883452" cy="42091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813768" y="4216030"/>
            <a:ext cx="4103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</a:p>
        </p:txBody>
      </p:sp>
      <p:sp>
        <p:nvSpPr>
          <p:cNvPr id="59" name="TextBox 57+"/>
          <p:cNvSpPr txBox="1"/>
          <p:nvPr/>
        </p:nvSpPr>
        <p:spPr>
          <a:xfrm>
            <a:off x="8959563" y="4202147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同期营收增加</a:t>
            </a:r>
          </a:p>
        </p:txBody>
      </p:sp>
      <p:sp>
        <p:nvSpPr>
          <p:cNvPr id="60" name="TextBox 57++"/>
          <p:cNvSpPr txBox="1"/>
          <p:nvPr/>
        </p:nvSpPr>
        <p:spPr>
          <a:xfrm>
            <a:off x="10735267" y="4216030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毛利率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7676272" y="4672275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线上直销</a:t>
            </a:r>
          </a:p>
        </p:txBody>
      </p:sp>
      <p:sp>
        <p:nvSpPr>
          <p:cNvPr id="56" name="TextBox 54+"/>
          <p:cNvSpPr txBox="1"/>
          <p:nvPr/>
        </p:nvSpPr>
        <p:spPr>
          <a:xfrm>
            <a:off x="9202418" y="4672275"/>
            <a:ext cx="7453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+500,000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TextBox 54++"/>
          <p:cNvSpPr txBox="1"/>
          <p:nvPr/>
        </p:nvSpPr>
        <p:spPr>
          <a:xfrm>
            <a:off x="10876331" y="4672275"/>
            <a:ext cx="3334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676272" y="5013538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分销渠道</a:t>
            </a:r>
          </a:p>
        </p:txBody>
      </p:sp>
      <p:sp>
        <p:nvSpPr>
          <p:cNvPr id="68" name="TextBox 54+"/>
          <p:cNvSpPr txBox="1"/>
          <p:nvPr/>
        </p:nvSpPr>
        <p:spPr>
          <a:xfrm>
            <a:off x="9202417" y="5013538"/>
            <a:ext cx="7453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+100,000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TextBox 54++"/>
          <p:cNvSpPr txBox="1"/>
          <p:nvPr/>
        </p:nvSpPr>
        <p:spPr>
          <a:xfrm>
            <a:off x="10876331" y="5013538"/>
            <a:ext cx="3334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586504" y="5372084"/>
            <a:ext cx="8976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大客户直销</a:t>
            </a:r>
          </a:p>
        </p:txBody>
      </p:sp>
      <p:sp>
        <p:nvSpPr>
          <p:cNvPr id="72" name="TextBox 54+"/>
          <p:cNvSpPr txBox="1"/>
          <p:nvPr/>
        </p:nvSpPr>
        <p:spPr>
          <a:xfrm>
            <a:off x="9252110" y="5372084"/>
            <a:ext cx="64601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+50,000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3" name="TextBox 54++"/>
          <p:cNvSpPr txBox="1"/>
          <p:nvPr/>
        </p:nvSpPr>
        <p:spPr>
          <a:xfrm>
            <a:off x="10876331" y="5372084"/>
            <a:ext cx="3334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676272" y="5715448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</a:t>
            </a:r>
          </a:p>
        </p:txBody>
      </p:sp>
      <p:sp>
        <p:nvSpPr>
          <p:cNvPr id="76" name="TextBox 54+"/>
          <p:cNvSpPr txBox="1"/>
          <p:nvPr/>
        </p:nvSpPr>
        <p:spPr>
          <a:xfrm>
            <a:off x="9252110" y="5715448"/>
            <a:ext cx="64601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+70,000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TextBox 54++"/>
          <p:cNvSpPr txBox="1"/>
          <p:nvPr/>
        </p:nvSpPr>
        <p:spPr>
          <a:xfrm>
            <a:off x="10876331" y="5715448"/>
            <a:ext cx="3334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7676271" y="6058812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线下门店</a:t>
            </a:r>
          </a:p>
        </p:txBody>
      </p:sp>
      <p:sp>
        <p:nvSpPr>
          <p:cNvPr id="80" name="TextBox 54+"/>
          <p:cNvSpPr txBox="1"/>
          <p:nvPr/>
        </p:nvSpPr>
        <p:spPr>
          <a:xfrm>
            <a:off x="9270545" y="6058812"/>
            <a:ext cx="60914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-20,000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TextBox 54++"/>
          <p:cNvSpPr txBox="1"/>
          <p:nvPr/>
        </p:nvSpPr>
        <p:spPr>
          <a:xfrm>
            <a:off x="10876331" y="6058812"/>
            <a:ext cx="3334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2" name="等腰三角形 81"/>
          <p:cNvSpPr/>
          <p:nvPr/>
        </p:nvSpPr>
        <p:spPr>
          <a:xfrm>
            <a:off x="10065657" y="4672275"/>
            <a:ext cx="182749" cy="1606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3" name="Isosceles Triangle 81+"/>
          <p:cNvSpPr/>
          <p:nvPr/>
        </p:nvSpPr>
        <p:spPr>
          <a:xfrm>
            <a:off x="10065657" y="5028739"/>
            <a:ext cx="182749" cy="1606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4" name="Isosceles Triangle 81++"/>
          <p:cNvSpPr/>
          <p:nvPr/>
        </p:nvSpPr>
        <p:spPr>
          <a:xfrm>
            <a:off x="10065657" y="5382272"/>
            <a:ext cx="182749" cy="1606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5" name="Isosceles Triangle 81+++"/>
          <p:cNvSpPr/>
          <p:nvPr/>
        </p:nvSpPr>
        <p:spPr>
          <a:xfrm>
            <a:off x="10065657" y="5726058"/>
            <a:ext cx="182749" cy="1606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Isosceles Triangle 81++++"/>
          <p:cNvSpPr/>
          <p:nvPr/>
        </p:nvSpPr>
        <p:spPr>
          <a:xfrm flipH="1" flipV="1">
            <a:off x="10065657" y="6065218"/>
            <a:ext cx="182749" cy="1606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7488991" y="4924004"/>
            <a:ext cx="40571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7+"/>
          <p:cNvCxnSpPr/>
          <p:nvPr/>
        </p:nvCxnSpPr>
        <p:spPr>
          <a:xfrm>
            <a:off x="7488991" y="5294119"/>
            <a:ext cx="40571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7++"/>
          <p:cNvCxnSpPr/>
          <p:nvPr/>
        </p:nvCxnSpPr>
        <p:spPr>
          <a:xfrm>
            <a:off x="7488991" y="5631070"/>
            <a:ext cx="40571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87+++"/>
          <p:cNvCxnSpPr/>
          <p:nvPr/>
        </p:nvCxnSpPr>
        <p:spPr>
          <a:xfrm>
            <a:off x="7488991" y="5981691"/>
            <a:ext cx="40571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027790" y="196403"/>
            <a:ext cx="251350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营收与利润分析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30961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cs typeface="思源黑体 CN Regular" panose="020B0500000000000000" pitchFamily="34" charset="-122"/>
                <a:sym typeface="Roboto" panose="02000000000000000000" pitchFamily="2" charset="0"/>
              </a:rPr>
              <a:t>数据看板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194752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lemon1"/>
          <p:cNvSpPr/>
          <p:nvPr/>
        </p:nvSpPr>
        <p:spPr>
          <a:xfrm>
            <a:off x="430809" y="985529"/>
            <a:ext cx="7771497" cy="4566673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2"/>
          <p:cNvSpPr txBox="1"/>
          <p:nvPr/>
        </p:nvSpPr>
        <p:spPr>
          <a:xfrm>
            <a:off x="6131235" y="2091247"/>
            <a:ext cx="1957548" cy="1085344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多领域取得增量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年度，体育、运动、户外、健康、生活等多个板块实现利润增长，其中户体育方面增量最为明显。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lemon3"/>
          <p:cNvSpPr txBox="1"/>
          <p:nvPr/>
        </p:nvSpPr>
        <p:spPr>
          <a:xfrm>
            <a:off x="681761" y="2121904"/>
            <a:ext cx="1750304" cy="907603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同比增长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150%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年度，行业爆发，实现年利润增长达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，营收增长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4"/>
          <p:cNvSpPr/>
          <p:nvPr/>
        </p:nvSpPr>
        <p:spPr>
          <a:xfrm flipH="1">
            <a:off x="5267132" y="2149984"/>
            <a:ext cx="710964" cy="517988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lemon5"/>
          <p:cNvSpPr/>
          <p:nvPr/>
        </p:nvSpPr>
        <p:spPr>
          <a:xfrm flipH="1" flipV="1">
            <a:off x="5215262" y="4287257"/>
            <a:ext cx="791437" cy="517988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6"/>
          <p:cNvSpPr/>
          <p:nvPr/>
        </p:nvSpPr>
        <p:spPr>
          <a:xfrm>
            <a:off x="2635246" y="2004710"/>
            <a:ext cx="710964" cy="517988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lemon7"/>
          <p:cNvSpPr/>
          <p:nvPr/>
        </p:nvSpPr>
        <p:spPr>
          <a:xfrm flipV="1">
            <a:off x="2542957" y="3676663"/>
            <a:ext cx="791437" cy="517988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8"/>
          <p:cNvSpPr/>
          <p:nvPr/>
        </p:nvSpPr>
        <p:spPr>
          <a:xfrm>
            <a:off x="485812" y="5828428"/>
            <a:ext cx="1877753" cy="568920"/>
          </a:xfrm>
          <a:prstGeom prst="chevron">
            <a:avLst>
              <a:gd name="adj" fmla="val 3771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lemon9"/>
          <p:cNvSpPr/>
          <p:nvPr/>
        </p:nvSpPr>
        <p:spPr>
          <a:xfrm>
            <a:off x="2283594" y="5828428"/>
            <a:ext cx="1908533" cy="568920"/>
          </a:xfrm>
          <a:prstGeom prst="chevron">
            <a:avLst>
              <a:gd name="adj" fmla="val 3771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lemon10"/>
          <p:cNvSpPr/>
          <p:nvPr/>
        </p:nvSpPr>
        <p:spPr>
          <a:xfrm>
            <a:off x="4081376" y="5828428"/>
            <a:ext cx="1871593" cy="568920"/>
          </a:xfrm>
          <a:prstGeom prst="chevron">
            <a:avLst>
              <a:gd name="adj" fmla="val 3771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11"/>
          <p:cNvSpPr/>
          <p:nvPr/>
        </p:nvSpPr>
        <p:spPr>
          <a:xfrm>
            <a:off x="5879158" y="5828428"/>
            <a:ext cx="2231558" cy="568920"/>
          </a:xfrm>
          <a:prstGeom prst="chevron">
            <a:avLst>
              <a:gd name="adj" fmla="val 3771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12"/>
          <p:cNvSpPr/>
          <p:nvPr/>
        </p:nvSpPr>
        <p:spPr>
          <a:xfrm>
            <a:off x="678477" y="5915063"/>
            <a:ext cx="1626056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" name="lemon13"/>
          <p:cNvGrpSpPr/>
          <p:nvPr/>
        </p:nvGrpSpPr>
        <p:grpSpPr>
          <a:xfrm>
            <a:off x="2573980" y="1675170"/>
            <a:ext cx="3522020" cy="3375140"/>
            <a:chOff x="6260852" y="3142533"/>
            <a:chExt cx="6861168" cy="6575036"/>
          </a:xfrm>
        </p:grpSpPr>
        <p:grpSp>
          <p:nvGrpSpPr>
            <p:cNvPr id="3" name="Group 2"/>
            <p:cNvGrpSpPr/>
            <p:nvPr/>
          </p:nvGrpSpPr>
          <p:grpSpPr>
            <a:xfrm rot="16852807">
              <a:off x="7275328" y="2678914"/>
              <a:ext cx="2684236" cy="3611473"/>
              <a:chOff x="6273500" y="2152709"/>
              <a:chExt cx="1305509" cy="1756481"/>
            </a:xfrm>
          </p:grpSpPr>
          <p:sp>
            <p:nvSpPr>
              <p:cNvPr id="13" name="lemon13-1"/>
              <p:cNvSpPr>
                <a:spLocks noEditPoints="1"/>
              </p:cNvSpPr>
              <p:nvPr/>
            </p:nvSpPr>
            <p:spPr bwMode="auto">
              <a:xfrm>
                <a:off x="6273500" y="2152709"/>
                <a:ext cx="1002548" cy="1744918"/>
              </a:xfrm>
              <a:custGeom>
                <a:avLst/>
                <a:gdLst>
                  <a:gd name="T0" fmla="*/ 118 w 441"/>
                  <a:gd name="T1" fmla="*/ 173 h 767"/>
                  <a:gd name="T2" fmla="*/ 116 w 441"/>
                  <a:gd name="T3" fmla="*/ 176 h 767"/>
                  <a:gd name="T4" fmla="*/ 111 w 441"/>
                  <a:gd name="T5" fmla="*/ 182 h 767"/>
                  <a:gd name="T6" fmla="*/ 100 w 441"/>
                  <a:gd name="T7" fmla="*/ 195 h 767"/>
                  <a:gd name="T8" fmla="*/ 93 w 441"/>
                  <a:gd name="T9" fmla="*/ 203 h 767"/>
                  <a:gd name="T10" fmla="*/ 85 w 441"/>
                  <a:gd name="T11" fmla="*/ 211 h 767"/>
                  <a:gd name="T12" fmla="*/ 50 w 441"/>
                  <a:gd name="T13" fmla="*/ 256 h 767"/>
                  <a:gd name="T14" fmla="*/ 28 w 441"/>
                  <a:gd name="T15" fmla="*/ 193 h 767"/>
                  <a:gd name="T16" fmla="*/ 37 w 441"/>
                  <a:gd name="T17" fmla="*/ 182 h 767"/>
                  <a:gd name="T18" fmla="*/ 44 w 441"/>
                  <a:gd name="T19" fmla="*/ 174 h 767"/>
                  <a:gd name="T20" fmla="*/ 50 w 441"/>
                  <a:gd name="T21" fmla="*/ 168 h 767"/>
                  <a:gd name="T22" fmla="*/ 65 w 441"/>
                  <a:gd name="T23" fmla="*/ 151 h 767"/>
                  <a:gd name="T24" fmla="*/ 68 w 441"/>
                  <a:gd name="T25" fmla="*/ 146 h 767"/>
                  <a:gd name="T26" fmla="*/ 75 w 441"/>
                  <a:gd name="T27" fmla="*/ 133 h 767"/>
                  <a:gd name="T28" fmla="*/ 79 w 441"/>
                  <a:gd name="T29" fmla="*/ 124 h 767"/>
                  <a:gd name="T30" fmla="*/ 78 w 441"/>
                  <a:gd name="T31" fmla="*/ 73 h 767"/>
                  <a:gd name="T32" fmla="*/ 55 w 441"/>
                  <a:gd name="T33" fmla="*/ 0 h 767"/>
                  <a:gd name="T34" fmla="*/ 55 w 441"/>
                  <a:gd name="T35" fmla="*/ 0 h 767"/>
                  <a:gd name="T36" fmla="*/ 115 w 441"/>
                  <a:gd name="T37" fmla="*/ 12 h 767"/>
                  <a:gd name="T38" fmla="*/ 126 w 441"/>
                  <a:gd name="T39" fmla="*/ 15 h 767"/>
                  <a:gd name="T40" fmla="*/ 149 w 441"/>
                  <a:gd name="T41" fmla="*/ 22 h 767"/>
                  <a:gd name="T42" fmla="*/ 171 w 441"/>
                  <a:gd name="T43" fmla="*/ 30 h 767"/>
                  <a:gd name="T44" fmla="*/ 192 w 441"/>
                  <a:gd name="T45" fmla="*/ 38 h 767"/>
                  <a:gd name="T46" fmla="*/ 213 w 441"/>
                  <a:gd name="T47" fmla="*/ 48 h 767"/>
                  <a:gd name="T48" fmla="*/ 233 w 441"/>
                  <a:gd name="T49" fmla="*/ 58 h 767"/>
                  <a:gd name="T50" fmla="*/ 262 w 441"/>
                  <a:gd name="T51" fmla="*/ 75 h 767"/>
                  <a:gd name="T52" fmla="*/ 242 w 441"/>
                  <a:gd name="T53" fmla="*/ 65 h 767"/>
                  <a:gd name="T54" fmla="*/ 221 w 441"/>
                  <a:gd name="T55" fmla="*/ 57 h 767"/>
                  <a:gd name="T56" fmla="*/ 199 w 441"/>
                  <a:gd name="T57" fmla="*/ 49 h 767"/>
                  <a:gd name="T58" fmla="*/ 175 w 441"/>
                  <a:gd name="T59" fmla="*/ 42 h 767"/>
                  <a:gd name="T60" fmla="*/ 157 w 441"/>
                  <a:gd name="T61" fmla="*/ 37 h 767"/>
                  <a:gd name="T62" fmla="*/ 141 w 441"/>
                  <a:gd name="T63" fmla="*/ 33 h 767"/>
                  <a:gd name="T64" fmla="*/ 125 w 441"/>
                  <a:gd name="T65" fmla="*/ 30 h 767"/>
                  <a:gd name="T66" fmla="*/ 104 w 441"/>
                  <a:gd name="T67" fmla="*/ 27 h 767"/>
                  <a:gd name="T68" fmla="*/ 119 w 441"/>
                  <a:gd name="T69" fmla="*/ 68 h 767"/>
                  <a:gd name="T70" fmla="*/ 132 w 441"/>
                  <a:gd name="T71" fmla="*/ 115 h 767"/>
                  <a:gd name="T72" fmla="*/ 127 w 441"/>
                  <a:gd name="T73" fmla="*/ 154 h 767"/>
                  <a:gd name="T74" fmla="*/ 125 w 441"/>
                  <a:gd name="T75" fmla="*/ 160 h 767"/>
                  <a:gd name="T76" fmla="*/ 121 w 441"/>
                  <a:gd name="T77" fmla="*/ 167 h 767"/>
                  <a:gd name="T78" fmla="*/ 437 w 441"/>
                  <a:gd name="T79" fmla="*/ 764 h 767"/>
                  <a:gd name="T80" fmla="*/ 359 w 441"/>
                  <a:gd name="T81" fmla="*/ 701 h 767"/>
                  <a:gd name="T82" fmla="*/ 361 w 441"/>
                  <a:gd name="T83" fmla="*/ 645 h 767"/>
                  <a:gd name="T84" fmla="*/ 119 w 441"/>
                  <a:gd name="T85" fmla="*/ 268 h 767"/>
                  <a:gd name="T86" fmla="*/ 308 w 441"/>
                  <a:gd name="T87" fmla="*/ 667 h 767"/>
                  <a:gd name="T88" fmla="*/ 320 w 441"/>
                  <a:gd name="T89" fmla="*/ 685 h 767"/>
                  <a:gd name="T90" fmla="*/ 391 w 441"/>
                  <a:gd name="T91" fmla="*/ 740 h 767"/>
                  <a:gd name="T92" fmla="*/ 437 w 441"/>
                  <a:gd name="T93" fmla="*/ 764 h 7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41" h="767">
                    <a:moveTo>
                      <a:pt x="121" y="167"/>
                    </a:moveTo>
                    <a:cubicBezTo>
                      <a:pt x="120" y="169"/>
                      <a:pt x="119" y="171"/>
                      <a:pt x="118" y="173"/>
                    </a:cubicBezTo>
                    <a:cubicBezTo>
                      <a:pt x="117" y="174"/>
                      <a:pt x="117" y="175"/>
                      <a:pt x="116" y="176"/>
                    </a:cubicBezTo>
                    <a:cubicBezTo>
                      <a:pt x="116" y="176"/>
                      <a:pt x="116" y="176"/>
                      <a:pt x="116" y="176"/>
                    </a:cubicBezTo>
                    <a:cubicBezTo>
                      <a:pt x="115" y="177"/>
                      <a:pt x="115" y="177"/>
                      <a:pt x="114" y="178"/>
                    </a:cubicBezTo>
                    <a:cubicBezTo>
                      <a:pt x="113" y="180"/>
                      <a:pt x="112" y="181"/>
                      <a:pt x="111" y="182"/>
                    </a:cubicBezTo>
                    <a:cubicBezTo>
                      <a:pt x="111" y="182"/>
                      <a:pt x="111" y="183"/>
                      <a:pt x="110" y="183"/>
                    </a:cubicBezTo>
                    <a:cubicBezTo>
                      <a:pt x="110" y="183"/>
                      <a:pt x="106" y="188"/>
                      <a:pt x="100" y="195"/>
                    </a:cubicBezTo>
                    <a:cubicBezTo>
                      <a:pt x="98" y="197"/>
                      <a:pt x="96" y="199"/>
                      <a:pt x="94" y="201"/>
                    </a:cubicBezTo>
                    <a:cubicBezTo>
                      <a:pt x="94" y="201"/>
                      <a:pt x="93" y="202"/>
                      <a:pt x="93" y="203"/>
                    </a:cubicBezTo>
                    <a:cubicBezTo>
                      <a:pt x="91" y="205"/>
                      <a:pt x="89" y="207"/>
                      <a:pt x="87" y="209"/>
                    </a:cubicBezTo>
                    <a:cubicBezTo>
                      <a:pt x="86" y="210"/>
                      <a:pt x="86" y="211"/>
                      <a:pt x="85" y="211"/>
                    </a:cubicBezTo>
                    <a:cubicBezTo>
                      <a:pt x="83" y="214"/>
                      <a:pt x="80" y="217"/>
                      <a:pt x="78" y="220"/>
                    </a:cubicBezTo>
                    <a:cubicBezTo>
                      <a:pt x="65" y="235"/>
                      <a:pt x="54" y="250"/>
                      <a:pt x="50" y="256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5" y="223"/>
                      <a:pt x="16" y="208"/>
                      <a:pt x="28" y="193"/>
                    </a:cubicBezTo>
                    <a:cubicBezTo>
                      <a:pt x="30" y="190"/>
                      <a:pt x="33" y="187"/>
                      <a:pt x="35" y="184"/>
                    </a:cubicBezTo>
                    <a:cubicBezTo>
                      <a:pt x="36" y="184"/>
                      <a:pt x="37" y="183"/>
                      <a:pt x="37" y="182"/>
                    </a:cubicBezTo>
                    <a:cubicBezTo>
                      <a:pt x="39" y="180"/>
                      <a:pt x="41" y="178"/>
                      <a:pt x="43" y="176"/>
                    </a:cubicBezTo>
                    <a:cubicBezTo>
                      <a:pt x="43" y="175"/>
                      <a:pt x="44" y="175"/>
                      <a:pt x="44" y="174"/>
                    </a:cubicBezTo>
                    <a:cubicBezTo>
                      <a:pt x="44" y="174"/>
                      <a:pt x="44" y="174"/>
                      <a:pt x="44" y="174"/>
                    </a:cubicBezTo>
                    <a:cubicBezTo>
                      <a:pt x="46" y="172"/>
                      <a:pt x="48" y="170"/>
                      <a:pt x="50" y="168"/>
                    </a:cubicBezTo>
                    <a:cubicBezTo>
                      <a:pt x="56" y="161"/>
                      <a:pt x="60" y="156"/>
                      <a:pt x="61" y="156"/>
                    </a:cubicBezTo>
                    <a:cubicBezTo>
                      <a:pt x="62" y="155"/>
                      <a:pt x="63" y="153"/>
                      <a:pt x="65" y="151"/>
                    </a:cubicBezTo>
                    <a:cubicBezTo>
                      <a:pt x="65" y="150"/>
                      <a:pt x="66" y="150"/>
                      <a:pt x="66" y="149"/>
                    </a:cubicBezTo>
                    <a:cubicBezTo>
                      <a:pt x="67" y="148"/>
                      <a:pt x="68" y="147"/>
                      <a:pt x="68" y="146"/>
                    </a:cubicBezTo>
                    <a:cubicBezTo>
                      <a:pt x="69" y="144"/>
                      <a:pt x="71" y="142"/>
                      <a:pt x="72" y="140"/>
                    </a:cubicBezTo>
                    <a:cubicBezTo>
                      <a:pt x="73" y="138"/>
                      <a:pt x="74" y="136"/>
                      <a:pt x="75" y="133"/>
                    </a:cubicBezTo>
                    <a:cubicBezTo>
                      <a:pt x="76" y="133"/>
                      <a:pt x="76" y="132"/>
                      <a:pt x="76" y="132"/>
                    </a:cubicBezTo>
                    <a:cubicBezTo>
                      <a:pt x="77" y="129"/>
                      <a:pt x="78" y="127"/>
                      <a:pt x="79" y="124"/>
                    </a:cubicBezTo>
                    <a:cubicBezTo>
                      <a:pt x="83" y="111"/>
                      <a:pt x="85" y="98"/>
                      <a:pt x="82" y="88"/>
                    </a:cubicBezTo>
                    <a:cubicBezTo>
                      <a:pt x="82" y="87"/>
                      <a:pt x="81" y="82"/>
                      <a:pt x="78" y="73"/>
                    </a:cubicBezTo>
                    <a:cubicBezTo>
                      <a:pt x="76" y="64"/>
                      <a:pt x="73" y="52"/>
                      <a:pt x="69" y="41"/>
                    </a:cubicBezTo>
                    <a:cubicBezTo>
                      <a:pt x="64" y="24"/>
                      <a:pt x="58" y="8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75" y="3"/>
                      <a:pt x="95" y="7"/>
                      <a:pt x="115" y="12"/>
                    </a:cubicBezTo>
                    <a:cubicBezTo>
                      <a:pt x="115" y="12"/>
                      <a:pt x="115" y="12"/>
                      <a:pt x="115" y="12"/>
                    </a:cubicBezTo>
                    <a:cubicBezTo>
                      <a:pt x="118" y="12"/>
                      <a:pt x="120" y="13"/>
                      <a:pt x="123" y="14"/>
                    </a:cubicBezTo>
                    <a:cubicBezTo>
                      <a:pt x="124" y="14"/>
                      <a:pt x="125" y="14"/>
                      <a:pt x="126" y="15"/>
                    </a:cubicBezTo>
                    <a:cubicBezTo>
                      <a:pt x="132" y="16"/>
                      <a:pt x="139" y="18"/>
                      <a:pt x="145" y="21"/>
                    </a:cubicBezTo>
                    <a:cubicBezTo>
                      <a:pt x="147" y="21"/>
                      <a:pt x="148" y="21"/>
                      <a:pt x="149" y="22"/>
                    </a:cubicBezTo>
                    <a:cubicBezTo>
                      <a:pt x="155" y="24"/>
                      <a:pt x="162" y="26"/>
                      <a:pt x="168" y="29"/>
                    </a:cubicBezTo>
                    <a:cubicBezTo>
                      <a:pt x="169" y="29"/>
                      <a:pt x="170" y="29"/>
                      <a:pt x="171" y="30"/>
                    </a:cubicBezTo>
                    <a:cubicBezTo>
                      <a:pt x="178" y="32"/>
                      <a:pt x="184" y="35"/>
                      <a:pt x="191" y="38"/>
                    </a:cubicBezTo>
                    <a:cubicBezTo>
                      <a:pt x="191" y="38"/>
                      <a:pt x="192" y="38"/>
                      <a:pt x="192" y="38"/>
                    </a:cubicBezTo>
                    <a:cubicBezTo>
                      <a:pt x="198" y="41"/>
                      <a:pt x="205" y="44"/>
                      <a:pt x="211" y="47"/>
                    </a:cubicBezTo>
                    <a:cubicBezTo>
                      <a:pt x="211" y="47"/>
                      <a:pt x="212" y="47"/>
                      <a:pt x="213" y="48"/>
                    </a:cubicBezTo>
                    <a:cubicBezTo>
                      <a:pt x="213" y="48"/>
                      <a:pt x="214" y="48"/>
                      <a:pt x="214" y="48"/>
                    </a:cubicBezTo>
                    <a:cubicBezTo>
                      <a:pt x="220" y="51"/>
                      <a:pt x="227" y="55"/>
                      <a:pt x="233" y="58"/>
                    </a:cubicBezTo>
                    <a:cubicBezTo>
                      <a:pt x="282" y="85"/>
                      <a:pt x="282" y="85"/>
                      <a:pt x="282" y="85"/>
                    </a:cubicBezTo>
                    <a:cubicBezTo>
                      <a:pt x="276" y="81"/>
                      <a:pt x="269" y="78"/>
                      <a:pt x="262" y="75"/>
                    </a:cubicBezTo>
                    <a:cubicBezTo>
                      <a:pt x="262" y="74"/>
                      <a:pt x="261" y="74"/>
                      <a:pt x="260" y="74"/>
                    </a:cubicBezTo>
                    <a:cubicBezTo>
                      <a:pt x="254" y="71"/>
                      <a:pt x="248" y="68"/>
                      <a:pt x="242" y="65"/>
                    </a:cubicBezTo>
                    <a:cubicBezTo>
                      <a:pt x="241" y="65"/>
                      <a:pt x="241" y="65"/>
                      <a:pt x="240" y="65"/>
                    </a:cubicBezTo>
                    <a:cubicBezTo>
                      <a:pt x="234" y="62"/>
                      <a:pt x="227" y="59"/>
                      <a:pt x="221" y="57"/>
                    </a:cubicBezTo>
                    <a:cubicBezTo>
                      <a:pt x="220" y="56"/>
                      <a:pt x="219" y="56"/>
                      <a:pt x="218" y="56"/>
                    </a:cubicBezTo>
                    <a:cubicBezTo>
                      <a:pt x="211" y="53"/>
                      <a:pt x="205" y="51"/>
                      <a:pt x="199" y="49"/>
                    </a:cubicBezTo>
                    <a:cubicBezTo>
                      <a:pt x="197" y="48"/>
                      <a:pt x="196" y="48"/>
                      <a:pt x="195" y="48"/>
                    </a:cubicBezTo>
                    <a:cubicBezTo>
                      <a:pt x="189" y="45"/>
                      <a:pt x="182" y="43"/>
                      <a:pt x="175" y="42"/>
                    </a:cubicBezTo>
                    <a:cubicBezTo>
                      <a:pt x="174" y="41"/>
                      <a:pt x="174" y="41"/>
                      <a:pt x="173" y="41"/>
                    </a:cubicBezTo>
                    <a:cubicBezTo>
                      <a:pt x="167" y="39"/>
                      <a:pt x="162" y="38"/>
                      <a:pt x="157" y="37"/>
                    </a:cubicBezTo>
                    <a:cubicBezTo>
                      <a:pt x="156" y="37"/>
                      <a:pt x="156" y="36"/>
                      <a:pt x="155" y="36"/>
                    </a:cubicBezTo>
                    <a:cubicBezTo>
                      <a:pt x="150" y="35"/>
                      <a:pt x="146" y="34"/>
                      <a:pt x="141" y="33"/>
                    </a:cubicBezTo>
                    <a:cubicBezTo>
                      <a:pt x="140" y="33"/>
                      <a:pt x="139" y="33"/>
                      <a:pt x="138" y="33"/>
                    </a:cubicBezTo>
                    <a:cubicBezTo>
                      <a:pt x="133" y="32"/>
                      <a:pt x="129" y="31"/>
                      <a:pt x="125" y="30"/>
                    </a:cubicBezTo>
                    <a:cubicBezTo>
                      <a:pt x="123" y="30"/>
                      <a:pt x="122" y="30"/>
                      <a:pt x="121" y="29"/>
                    </a:cubicBezTo>
                    <a:cubicBezTo>
                      <a:pt x="115" y="28"/>
                      <a:pt x="110" y="28"/>
                      <a:pt x="104" y="27"/>
                    </a:cubicBezTo>
                    <a:cubicBezTo>
                      <a:pt x="105" y="30"/>
                      <a:pt x="107" y="34"/>
                      <a:pt x="109" y="39"/>
                    </a:cubicBezTo>
                    <a:cubicBezTo>
                      <a:pt x="112" y="47"/>
                      <a:pt x="116" y="58"/>
                      <a:pt x="119" y="68"/>
                    </a:cubicBezTo>
                    <a:cubicBezTo>
                      <a:pt x="123" y="79"/>
                      <a:pt x="126" y="91"/>
                      <a:pt x="128" y="100"/>
                    </a:cubicBezTo>
                    <a:cubicBezTo>
                      <a:pt x="130" y="109"/>
                      <a:pt x="132" y="114"/>
                      <a:pt x="132" y="115"/>
                    </a:cubicBezTo>
                    <a:cubicBezTo>
                      <a:pt x="134" y="125"/>
                      <a:pt x="133" y="138"/>
                      <a:pt x="129" y="151"/>
                    </a:cubicBezTo>
                    <a:cubicBezTo>
                      <a:pt x="128" y="152"/>
                      <a:pt x="128" y="153"/>
                      <a:pt x="127" y="154"/>
                    </a:cubicBezTo>
                    <a:cubicBezTo>
                      <a:pt x="127" y="156"/>
                      <a:pt x="126" y="157"/>
                      <a:pt x="125" y="159"/>
                    </a:cubicBezTo>
                    <a:cubicBezTo>
                      <a:pt x="125" y="159"/>
                      <a:pt x="125" y="160"/>
                      <a:pt x="125" y="160"/>
                    </a:cubicBezTo>
                    <a:cubicBezTo>
                      <a:pt x="124" y="162"/>
                      <a:pt x="123" y="165"/>
                      <a:pt x="122" y="167"/>
                    </a:cubicBezTo>
                    <a:cubicBezTo>
                      <a:pt x="122" y="167"/>
                      <a:pt x="121" y="167"/>
                      <a:pt x="121" y="167"/>
                    </a:cubicBezTo>
                    <a:close/>
                    <a:moveTo>
                      <a:pt x="437" y="764"/>
                    </a:moveTo>
                    <a:cubicBezTo>
                      <a:pt x="437" y="764"/>
                      <a:pt x="437" y="764"/>
                      <a:pt x="437" y="764"/>
                    </a:cubicBezTo>
                    <a:cubicBezTo>
                      <a:pt x="369" y="712"/>
                      <a:pt x="369" y="712"/>
                      <a:pt x="369" y="712"/>
                    </a:cubicBezTo>
                    <a:cubicBezTo>
                      <a:pt x="365" y="710"/>
                      <a:pt x="362" y="705"/>
                      <a:pt x="359" y="701"/>
                    </a:cubicBezTo>
                    <a:cubicBezTo>
                      <a:pt x="359" y="700"/>
                      <a:pt x="358" y="695"/>
                      <a:pt x="358" y="694"/>
                    </a:cubicBezTo>
                    <a:cubicBezTo>
                      <a:pt x="360" y="678"/>
                      <a:pt x="360" y="662"/>
                      <a:pt x="361" y="645"/>
                    </a:cubicBezTo>
                    <a:cubicBezTo>
                      <a:pt x="361" y="487"/>
                      <a:pt x="284" y="358"/>
                      <a:pt x="168" y="295"/>
                    </a:cubicBezTo>
                    <a:cubicBezTo>
                      <a:pt x="119" y="268"/>
                      <a:pt x="119" y="268"/>
                      <a:pt x="119" y="268"/>
                    </a:cubicBezTo>
                    <a:cubicBezTo>
                      <a:pt x="235" y="331"/>
                      <a:pt x="311" y="460"/>
                      <a:pt x="311" y="618"/>
                    </a:cubicBezTo>
                    <a:cubicBezTo>
                      <a:pt x="311" y="635"/>
                      <a:pt x="310" y="651"/>
                      <a:pt x="308" y="667"/>
                    </a:cubicBezTo>
                    <a:cubicBezTo>
                      <a:pt x="308" y="668"/>
                      <a:pt x="309" y="673"/>
                      <a:pt x="310" y="674"/>
                    </a:cubicBezTo>
                    <a:cubicBezTo>
                      <a:pt x="312" y="678"/>
                      <a:pt x="316" y="683"/>
                      <a:pt x="320" y="685"/>
                    </a:cubicBezTo>
                    <a:cubicBezTo>
                      <a:pt x="387" y="737"/>
                      <a:pt x="387" y="737"/>
                      <a:pt x="387" y="737"/>
                    </a:cubicBezTo>
                    <a:cubicBezTo>
                      <a:pt x="388" y="738"/>
                      <a:pt x="390" y="739"/>
                      <a:pt x="391" y="740"/>
                    </a:cubicBezTo>
                    <a:cubicBezTo>
                      <a:pt x="441" y="767"/>
                      <a:pt x="441" y="767"/>
                      <a:pt x="441" y="767"/>
                    </a:cubicBezTo>
                    <a:cubicBezTo>
                      <a:pt x="439" y="766"/>
                      <a:pt x="438" y="765"/>
                      <a:pt x="437" y="764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4" name="lemon13-2"/>
              <p:cNvSpPr/>
              <p:nvPr/>
            </p:nvSpPr>
            <p:spPr bwMode="auto">
              <a:xfrm>
                <a:off x="6386821" y="2213995"/>
                <a:ext cx="1192188" cy="1695195"/>
              </a:xfrm>
              <a:custGeom>
                <a:avLst/>
                <a:gdLst>
                  <a:gd name="T0" fmla="*/ 54 w 524"/>
                  <a:gd name="T1" fmla="*/ 0 h 745"/>
                  <a:gd name="T2" fmla="*/ 523 w 524"/>
                  <a:gd name="T3" fmla="*/ 589 h 745"/>
                  <a:gd name="T4" fmla="*/ 520 w 524"/>
                  <a:gd name="T5" fmla="*/ 650 h 745"/>
                  <a:gd name="T6" fmla="*/ 504 w 524"/>
                  <a:gd name="T7" fmla="*/ 680 h 745"/>
                  <a:gd name="T8" fmla="*/ 418 w 524"/>
                  <a:gd name="T9" fmla="*/ 741 h 745"/>
                  <a:gd name="T10" fmla="*/ 410 w 524"/>
                  <a:gd name="T11" fmla="*/ 743 h 745"/>
                  <a:gd name="T12" fmla="*/ 387 w 524"/>
                  <a:gd name="T13" fmla="*/ 737 h 745"/>
                  <a:gd name="T14" fmla="*/ 319 w 524"/>
                  <a:gd name="T15" fmla="*/ 685 h 745"/>
                  <a:gd name="T16" fmla="*/ 309 w 524"/>
                  <a:gd name="T17" fmla="*/ 674 h 745"/>
                  <a:gd name="T18" fmla="*/ 308 w 524"/>
                  <a:gd name="T19" fmla="*/ 667 h 745"/>
                  <a:gd name="T20" fmla="*/ 311 w 524"/>
                  <a:gd name="T21" fmla="*/ 618 h 745"/>
                  <a:gd name="T22" fmla="*/ 0 w 524"/>
                  <a:gd name="T23" fmla="*/ 229 h 745"/>
                  <a:gd name="T24" fmla="*/ 28 w 524"/>
                  <a:gd name="T25" fmla="*/ 193 h 745"/>
                  <a:gd name="T26" fmla="*/ 50 w 524"/>
                  <a:gd name="T27" fmla="*/ 168 h 745"/>
                  <a:gd name="T28" fmla="*/ 60 w 524"/>
                  <a:gd name="T29" fmla="*/ 156 h 745"/>
                  <a:gd name="T30" fmla="*/ 79 w 524"/>
                  <a:gd name="T31" fmla="*/ 124 h 745"/>
                  <a:gd name="T32" fmla="*/ 82 w 524"/>
                  <a:gd name="T33" fmla="*/ 88 h 745"/>
                  <a:gd name="T34" fmla="*/ 78 w 524"/>
                  <a:gd name="T35" fmla="*/ 73 h 745"/>
                  <a:gd name="T36" fmla="*/ 69 w 524"/>
                  <a:gd name="T37" fmla="*/ 41 h 745"/>
                  <a:gd name="T38" fmla="*/ 54 w 524"/>
                  <a:gd name="T39" fmla="*/ 0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24" h="745">
                    <a:moveTo>
                      <a:pt x="54" y="0"/>
                    </a:moveTo>
                    <a:cubicBezTo>
                      <a:pt x="324" y="37"/>
                      <a:pt x="524" y="274"/>
                      <a:pt x="523" y="589"/>
                    </a:cubicBezTo>
                    <a:cubicBezTo>
                      <a:pt x="523" y="609"/>
                      <a:pt x="522" y="630"/>
                      <a:pt x="520" y="650"/>
                    </a:cubicBezTo>
                    <a:cubicBezTo>
                      <a:pt x="518" y="667"/>
                      <a:pt x="514" y="673"/>
                      <a:pt x="504" y="680"/>
                    </a:cubicBezTo>
                    <a:cubicBezTo>
                      <a:pt x="418" y="741"/>
                      <a:pt x="418" y="741"/>
                      <a:pt x="418" y="741"/>
                    </a:cubicBezTo>
                    <a:cubicBezTo>
                      <a:pt x="416" y="742"/>
                      <a:pt x="413" y="743"/>
                      <a:pt x="410" y="743"/>
                    </a:cubicBezTo>
                    <a:cubicBezTo>
                      <a:pt x="402" y="745"/>
                      <a:pt x="392" y="742"/>
                      <a:pt x="387" y="737"/>
                    </a:cubicBezTo>
                    <a:cubicBezTo>
                      <a:pt x="319" y="685"/>
                      <a:pt x="319" y="685"/>
                      <a:pt x="319" y="685"/>
                    </a:cubicBezTo>
                    <a:cubicBezTo>
                      <a:pt x="315" y="683"/>
                      <a:pt x="312" y="678"/>
                      <a:pt x="309" y="674"/>
                    </a:cubicBezTo>
                    <a:cubicBezTo>
                      <a:pt x="309" y="673"/>
                      <a:pt x="308" y="668"/>
                      <a:pt x="308" y="667"/>
                    </a:cubicBezTo>
                    <a:cubicBezTo>
                      <a:pt x="310" y="651"/>
                      <a:pt x="310" y="635"/>
                      <a:pt x="311" y="618"/>
                    </a:cubicBezTo>
                    <a:cubicBezTo>
                      <a:pt x="311" y="410"/>
                      <a:pt x="179" y="253"/>
                      <a:pt x="0" y="229"/>
                    </a:cubicBezTo>
                    <a:cubicBezTo>
                      <a:pt x="4" y="223"/>
                      <a:pt x="15" y="208"/>
                      <a:pt x="28" y="193"/>
                    </a:cubicBezTo>
                    <a:cubicBezTo>
                      <a:pt x="35" y="184"/>
                      <a:pt x="43" y="175"/>
                      <a:pt x="50" y="168"/>
                    </a:cubicBezTo>
                    <a:cubicBezTo>
                      <a:pt x="56" y="161"/>
                      <a:pt x="60" y="156"/>
                      <a:pt x="60" y="156"/>
                    </a:cubicBezTo>
                    <a:cubicBezTo>
                      <a:pt x="68" y="148"/>
                      <a:pt x="75" y="136"/>
                      <a:pt x="79" y="124"/>
                    </a:cubicBezTo>
                    <a:cubicBezTo>
                      <a:pt x="83" y="111"/>
                      <a:pt x="84" y="98"/>
                      <a:pt x="82" y="88"/>
                    </a:cubicBezTo>
                    <a:cubicBezTo>
                      <a:pt x="82" y="87"/>
                      <a:pt x="80" y="82"/>
                      <a:pt x="78" y="73"/>
                    </a:cubicBezTo>
                    <a:cubicBezTo>
                      <a:pt x="76" y="64"/>
                      <a:pt x="73" y="52"/>
                      <a:pt x="69" y="41"/>
                    </a:cubicBezTo>
                    <a:cubicBezTo>
                      <a:pt x="64" y="24"/>
                      <a:pt x="57" y="8"/>
                      <a:pt x="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 rot="16852807">
              <a:off x="9754243" y="4130515"/>
              <a:ext cx="3675669" cy="3059885"/>
              <a:chOff x="5743895" y="3815527"/>
              <a:chExt cx="1787704" cy="1488210"/>
            </a:xfrm>
          </p:grpSpPr>
          <p:sp>
            <p:nvSpPr>
              <p:cNvPr id="11" name="lemon13-3"/>
              <p:cNvSpPr/>
              <p:nvPr/>
            </p:nvSpPr>
            <p:spPr bwMode="auto">
              <a:xfrm>
                <a:off x="5852592" y="3876813"/>
                <a:ext cx="1679007" cy="1426924"/>
              </a:xfrm>
              <a:custGeom>
                <a:avLst/>
                <a:gdLst>
                  <a:gd name="T0" fmla="*/ 532 w 738"/>
                  <a:gd name="T1" fmla="*/ 0 h 627"/>
                  <a:gd name="T2" fmla="*/ 562 w 738"/>
                  <a:gd name="T3" fmla="*/ 26 h 627"/>
                  <a:gd name="T4" fmla="*/ 583 w 738"/>
                  <a:gd name="T5" fmla="*/ 46 h 627"/>
                  <a:gd name="T6" fmla="*/ 592 w 738"/>
                  <a:gd name="T7" fmla="*/ 57 h 627"/>
                  <a:gd name="T8" fmla="*/ 620 w 738"/>
                  <a:gd name="T9" fmla="*/ 72 h 627"/>
                  <a:gd name="T10" fmla="*/ 642 w 738"/>
                  <a:gd name="T11" fmla="*/ 74 h 627"/>
                  <a:gd name="T12" fmla="*/ 653 w 738"/>
                  <a:gd name="T13" fmla="*/ 71 h 627"/>
                  <a:gd name="T14" fmla="*/ 667 w 738"/>
                  <a:gd name="T15" fmla="*/ 65 h 627"/>
                  <a:gd name="T16" fmla="*/ 698 w 738"/>
                  <a:gd name="T17" fmla="*/ 51 h 627"/>
                  <a:gd name="T18" fmla="*/ 738 w 738"/>
                  <a:gd name="T19" fmla="*/ 29 h 627"/>
                  <a:gd name="T20" fmla="*/ 130 w 738"/>
                  <a:gd name="T21" fmla="*/ 622 h 627"/>
                  <a:gd name="T22" fmla="*/ 73 w 738"/>
                  <a:gd name="T23" fmla="*/ 627 h 627"/>
                  <a:gd name="T24" fmla="*/ 48 w 738"/>
                  <a:gd name="T25" fmla="*/ 613 h 627"/>
                  <a:gd name="T26" fmla="*/ 3 w 738"/>
                  <a:gd name="T27" fmla="*/ 527 h 627"/>
                  <a:gd name="T28" fmla="*/ 11 w 738"/>
                  <a:gd name="T29" fmla="*/ 492 h 627"/>
                  <a:gd name="T30" fmla="*/ 68 w 738"/>
                  <a:gd name="T31" fmla="*/ 411 h 627"/>
                  <a:gd name="T32" fmla="*/ 80 w 738"/>
                  <a:gd name="T33" fmla="*/ 398 h 627"/>
                  <a:gd name="T34" fmla="*/ 86 w 738"/>
                  <a:gd name="T35" fmla="*/ 396 h 627"/>
                  <a:gd name="T36" fmla="*/ 131 w 738"/>
                  <a:gd name="T37" fmla="*/ 392 h 627"/>
                  <a:gd name="T38" fmla="*/ 532 w 738"/>
                  <a:gd name="T39" fmla="*/ 0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38" h="627">
                    <a:moveTo>
                      <a:pt x="532" y="0"/>
                    </a:moveTo>
                    <a:cubicBezTo>
                      <a:pt x="537" y="4"/>
                      <a:pt x="550" y="14"/>
                      <a:pt x="562" y="26"/>
                    </a:cubicBezTo>
                    <a:cubicBezTo>
                      <a:pt x="570" y="33"/>
                      <a:pt x="577" y="41"/>
                      <a:pt x="583" y="46"/>
                    </a:cubicBezTo>
                    <a:cubicBezTo>
                      <a:pt x="589" y="52"/>
                      <a:pt x="592" y="56"/>
                      <a:pt x="592" y="57"/>
                    </a:cubicBezTo>
                    <a:cubicBezTo>
                      <a:pt x="599" y="64"/>
                      <a:pt x="609" y="70"/>
                      <a:pt x="620" y="72"/>
                    </a:cubicBezTo>
                    <a:cubicBezTo>
                      <a:pt x="627" y="74"/>
                      <a:pt x="635" y="75"/>
                      <a:pt x="642" y="74"/>
                    </a:cubicBezTo>
                    <a:cubicBezTo>
                      <a:pt x="646" y="73"/>
                      <a:pt x="649" y="72"/>
                      <a:pt x="653" y="71"/>
                    </a:cubicBezTo>
                    <a:cubicBezTo>
                      <a:pt x="653" y="71"/>
                      <a:pt x="658" y="69"/>
                      <a:pt x="667" y="65"/>
                    </a:cubicBezTo>
                    <a:cubicBezTo>
                      <a:pt x="675" y="61"/>
                      <a:pt x="687" y="56"/>
                      <a:pt x="698" y="51"/>
                    </a:cubicBezTo>
                    <a:cubicBezTo>
                      <a:pt x="714" y="43"/>
                      <a:pt x="730" y="34"/>
                      <a:pt x="738" y="29"/>
                    </a:cubicBezTo>
                    <a:cubicBezTo>
                      <a:pt x="668" y="331"/>
                      <a:pt x="422" y="581"/>
                      <a:pt x="130" y="622"/>
                    </a:cubicBezTo>
                    <a:cubicBezTo>
                      <a:pt x="111" y="625"/>
                      <a:pt x="92" y="626"/>
                      <a:pt x="73" y="627"/>
                    </a:cubicBezTo>
                    <a:cubicBezTo>
                      <a:pt x="58" y="627"/>
                      <a:pt x="54" y="623"/>
                      <a:pt x="48" y="613"/>
                    </a:cubicBezTo>
                    <a:cubicBezTo>
                      <a:pt x="3" y="527"/>
                      <a:pt x="3" y="527"/>
                      <a:pt x="3" y="527"/>
                    </a:cubicBezTo>
                    <a:cubicBezTo>
                      <a:pt x="0" y="517"/>
                      <a:pt x="3" y="501"/>
                      <a:pt x="11" y="492"/>
                    </a:cubicBezTo>
                    <a:cubicBezTo>
                      <a:pt x="68" y="411"/>
                      <a:pt x="68" y="411"/>
                      <a:pt x="68" y="411"/>
                    </a:cubicBezTo>
                    <a:cubicBezTo>
                      <a:pt x="70" y="406"/>
                      <a:pt x="75" y="402"/>
                      <a:pt x="80" y="398"/>
                    </a:cubicBezTo>
                    <a:cubicBezTo>
                      <a:pt x="81" y="398"/>
                      <a:pt x="85" y="396"/>
                      <a:pt x="86" y="396"/>
                    </a:cubicBezTo>
                    <a:cubicBezTo>
                      <a:pt x="101" y="396"/>
                      <a:pt x="116" y="395"/>
                      <a:pt x="131" y="392"/>
                    </a:cubicBezTo>
                    <a:cubicBezTo>
                      <a:pt x="324" y="365"/>
                      <a:pt x="486" y="200"/>
                      <a:pt x="5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2" name="lemon13-4"/>
              <p:cNvSpPr>
                <a:spLocks noEditPoints="1"/>
              </p:cNvSpPr>
              <p:nvPr/>
            </p:nvSpPr>
            <p:spPr bwMode="auto">
              <a:xfrm>
                <a:off x="5743895" y="3815527"/>
                <a:ext cx="1787703" cy="1481272"/>
              </a:xfrm>
              <a:custGeom>
                <a:avLst/>
                <a:gdLst>
                  <a:gd name="T0" fmla="*/ 737 w 786"/>
                  <a:gd name="T1" fmla="*/ 82 h 651"/>
                  <a:gd name="T2" fmla="*/ 721 w 786"/>
                  <a:gd name="T3" fmla="*/ 90 h 651"/>
                  <a:gd name="T4" fmla="*/ 668 w 786"/>
                  <a:gd name="T5" fmla="*/ 99 h 651"/>
                  <a:gd name="T6" fmla="*/ 656 w 786"/>
                  <a:gd name="T7" fmla="*/ 95 h 651"/>
                  <a:gd name="T8" fmla="*/ 611 w 786"/>
                  <a:gd name="T9" fmla="*/ 70 h 651"/>
                  <a:gd name="T10" fmla="*/ 665 w 786"/>
                  <a:gd name="T11" fmla="*/ 65 h 651"/>
                  <a:gd name="T12" fmla="*/ 680 w 786"/>
                  <a:gd name="T13" fmla="*/ 58 h 651"/>
                  <a:gd name="T14" fmla="*/ 786 w 786"/>
                  <a:gd name="T15" fmla="*/ 56 h 651"/>
                  <a:gd name="T16" fmla="*/ 519 w 786"/>
                  <a:gd name="T17" fmla="*/ 41 h 651"/>
                  <a:gd name="T18" fmla="*/ 507 w 786"/>
                  <a:gd name="T19" fmla="*/ 77 h 651"/>
                  <a:gd name="T20" fmla="*/ 491 w 786"/>
                  <a:gd name="T21" fmla="*/ 112 h 651"/>
                  <a:gd name="T22" fmla="*/ 474 w 786"/>
                  <a:gd name="T23" fmla="*/ 144 h 651"/>
                  <a:gd name="T24" fmla="*/ 456 w 786"/>
                  <a:gd name="T25" fmla="*/ 174 h 651"/>
                  <a:gd name="T26" fmla="*/ 432 w 786"/>
                  <a:gd name="T27" fmla="*/ 208 h 651"/>
                  <a:gd name="T28" fmla="*/ 410 w 786"/>
                  <a:gd name="T29" fmla="*/ 234 h 651"/>
                  <a:gd name="T30" fmla="*/ 383 w 786"/>
                  <a:gd name="T31" fmla="*/ 263 h 651"/>
                  <a:gd name="T32" fmla="*/ 357 w 786"/>
                  <a:gd name="T33" fmla="*/ 287 h 651"/>
                  <a:gd name="T34" fmla="*/ 325 w 786"/>
                  <a:gd name="T35" fmla="*/ 311 h 651"/>
                  <a:gd name="T36" fmla="*/ 290 w 786"/>
                  <a:gd name="T37" fmla="*/ 335 h 651"/>
                  <a:gd name="T38" fmla="*/ 250 w 786"/>
                  <a:gd name="T39" fmla="*/ 356 h 651"/>
                  <a:gd name="T40" fmla="*/ 213 w 786"/>
                  <a:gd name="T41" fmla="*/ 372 h 651"/>
                  <a:gd name="T42" fmla="*/ 180 w 786"/>
                  <a:gd name="T43" fmla="*/ 382 h 651"/>
                  <a:gd name="T44" fmla="*/ 146 w 786"/>
                  <a:gd name="T45" fmla="*/ 390 h 651"/>
                  <a:gd name="T46" fmla="*/ 83 w 786"/>
                  <a:gd name="T47" fmla="*/ 397 h 651"/>
                  <a:gd name="T48" fmla="*/ 79 w 786"/>
                  <a:gd name="T49" fmla="*/ 398 h 651"/>
                  <a:gd name="T50" fmla="*/ 78 w 786"/>
                  <a:gd name="T51" fmla="*/ 399 h 651"/>
                  <a:gd name="T52" fmla="*/ 73 w 786"/>
                  <a:gd name="T53" fmla="*/ 403 h 651"/>
                  <a:gd name="T54" fmla="*/ 68 w 786"/>
                  <a:gd name="T55" fmla="*/ 408 h 651"/>
                  <a:gd name="T56" fmla="*/ 8 w 786"/>
                  <a:gd name="T57" fmla="*/ 493 h 651"/>
                  <a:gd name="T58" fmla="*/ 5 w 786"/>
                  <a:gd name="T59" fmla="*/ 498 h 651"/>
                  <a:gd name="T60" fmla="*/ 1 w 786"/>
                  <a:gd name="T61" fmla="*/ 509 h 651"/>
                  <a:gd name="T62" fmla="*/ 0 w 786"/>
                  <a:gd name="T63" fmla="*/ 520 h 651"/>
                  <a:gd name="T64" fmla="*/ 48 w 786"/>
                  <a:gd name="T65" fmla="*/ 617 h 651"/>
                  <a:gd name="T66" fmla="*/ 51 w 786"/>
                  <a:gd name="T67" fmla="*/ 554 h 651"/>
                  <a:gd name="T68" fmla="*/ 50 w 786"/>
                  <a:gd name="T69" fmla="*/ 542 h 651"/>
                  <a:gd name="T70" fmla="*/ 53 w 786"/>
                  <a:gd name="T71" fmla="*/ 529 h 651"/>
                  <a:gd name="T72" fmla="*/ 59 w 786"/>
                  <a:gd name="T73" fmla="*/ 519 h 651"/>
                  <a:gd name="T74" fmla="*/ 120 w 786"/>
                  <a:gd name="T75" fmla="*/ 432 h 651"/>
                  <a:gd name="T76" fmla="*/ 128 w 786"/>
                  <a:gd name="T77" fmla="*/ 425 h 651"/>
                  <a:gd name="T78" fmla="*/ 131 w 786"/>
                  <a:gd name="T79" fmla="*/ 424 h 651"/>
                  <a:gd name="T80" fmla="*/ 179 w 786"/>
                  <a:gd name="T81" fmla="*/ 419 h 651"/>
                  <a:gd name="T82" fmla="*/ 219 w 786"/>
                  <a:gd name="T83" fmla="*/ 412 h 651"/>
                  <a:gd name="T84" fmla="*/ 252 w 786"/>
                  <a:gd name="T85" fmla="*/ 402 h 651"/>
                  <a:gd name="T86" fmla="*/ 284 w 786"/>
                  <a:gd name="T87" fmla="*/ 390 h 651"/>
                  <a:gd name="T88" fmla="*/ 322 w 786"/>
                  <a:gd name="T89" fmla="*/ 372 h 651"/>
                  <a:gd name="T90" fmla="*/ 356 w 786"/>
                  <a:gd name="T91" fmla="*/ 351 h 651"/>
                  <a:gd name="T92" fmla="*/ 379 w 786"/>
                  <a:gd name="T93" fmla="*/ 336 h 651"/>
                  <a:gd name="T94" fmla="*/ 411 w 786"/>
                  <a:gd name="T95" fmla="*/ 310 h 651"/>
                  <a:gd name="T96" fmla="*/ 432 w 786"/>
                  <a:gd name="T97" fmla="*/ 290 h 651"/>
                  <a:gd name="T98" fmla="*/ 459 w 786"/>
                  <a:gd name="T99" fmla="*/ 262 h 651"/>
                  <a:gd name="T100" fmla="*/ 475 w 786"/>
                  <a:gd name="T101" fmla="*/ 244 h 651"/>
                  <a:gd name="T102" fmla="*/ 496 w 786"/>
                  <a:gd name="T103" fmla="*/ 216 h 651"/>
                  <a:gd name="T104" fmla="*/ 515 w 786"/>
                  <a:gd name="T105" fmla="*/ 186 h 651"/>
                  <a:gd name="T106" fmla="*/ 530 w 786"/>
                  <a:gd name="T107" fmla="*/ 160 h 651"/>
                  <a:gd name="T108" fmla="*/ 545 w 786"/>
                  <a:gd name="T109" fmla="*/ 130 h 651"/>
                  <a:gd name="T110" fmla="*/ 560 w 786"/>
                  <a:gd name="T111" fmla="*/ 95 h 651"/>
                  <a:gd name="T112" fmla="*/ 569 w 786"/>
                  <a:gd name="T113" fmla="*/ 68 h 651"/>
                  <a:gd name="T114" fmla="*/ 580 w 786"/>
                  <a:gd name="T115" fmla="*/ 27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86" h="651">
                    <a:moveTo>
                      <a:pt x="786" y="56"/>
                    </a:moveTo>
                    <a:cubicBezTo>
                      <a:pt x="778" y="61"/>
                      <a:pt x="762" y="70"/>
                      <a:pt x="746" y="78"/>
                    </a:cubicBezTo>
                    <a:cubicBezTo>
                      <a:pt x="743" y="79"/>
                      <a:pt x="740" y="81"/>
                      <a:pt x="737" y="82"/>
                    </a:cubicBezTo>
                    <a:cubicBezTo>
                      <a:pt x="737" y="82"/>
                      <a:pt x="737" y="82"/>
                      <a:pt x="737" y="82"/>
                    </a:cubicBezTo>
                    <a:cubicBezTo>
                      <a:pt x="734" y="83"/>
                      <a:pt x="732" y="84"/>
                      <a:pt x="730" y="85"/>
                    </a:cubicBezTo>
                    <a:cubicBezTo>
                      <a:pt x="729" y="86"/>
                      <a:pt x="729" y="86"/>
                      <a:pt x="728" y="86"/>
                    </a:cubicBezTo>
                    <a:cubicBezTo>
                      <a:pt x="726" y="87"/>
                      <a:pt x="724" y="88"/>
                      <a:pt x="723" y="89"/>
                    </a:cubicBezTo>
                    <a:cubicBezTo>
                      <a:pt x="722" y="89"/>
                      <a:pt x="721" y="89"/>
                      <a:pt x="721" y="90"/>
                    </a:cubicBezTo>
                    <a:cubicBezTo>
                      <a:pt x="719" y="90"/>
                      <a:pt x="717" y="91"/>
                      <a:pt x="715" y="92"/>
                    </a:cubicBezTo>
                    <a:cubicBezTo>
                      <a:pt x="706" y="96"/>
                      <a:pt x="701" y="98"/>
                      <a:pt x="701" y="98"/>
                    </a:cubicBezTo>
                    <a:cubicBezTo>
                      <a:pt x="697" y="99"/>
                      <a:pt x="694" y="100"/>
                      <a:pt x="690" y="101"/>
                    </a:cubicBezTo>
                    <a:cubicBezTo>
                      <a:pt x="683" y="102"/>
                      <a:pt x="675" y="101"/>
                      <a:pt x="668" y="99"/>
                    </a:cubicBezTo>
                    <a:cubicBezTo>
                      <a:pt x="668" y="99"/>
                      <a:pt x="668" y="99"/>
                      <a:pt x="668" y="99"/>
                    </a:cubicBezTo>
                    <a:cubicBezTo>
                      <a:pt x="665" y="99"/>
                      <a:pt x="663" y="98"/>
                      <a:pt x="661" y="97"/>
                    </a:cubicBezTo>
                    <a:cubicBezTo>
                      <a:pt x="660" y="97"/>
                      <a:pt x="660" y="97"/>
                      <a:pt x="659" y="96"/>
                    </a:cubicBezTo>
                    <a:cubicBezTo>
                      <a:pt x="658" y="96"/>
                      <a:pt x="657" y="96"/>
                      <a:pt x="656" y="95"/>
                    </a:cubicBezTo>
                    <a:cubicBezTo>
                      <a:pt x="655" y="95"/>
                      <a:pt x="654" y="94"/>
                      <a:pt x="654" y="94"/>
                    </a:cubicBezTo>
                    <a:cubicBezTo>
                      <a:pt x="604" y="67"/>
                      <a:pt x="604" y="67"/>
                      <a:pt x="604" y="67"/>
                    </a:cubicBezTo>
                    <a:cubicBezTo>
                      <a:pt x="606" y="68"/>
                      <a:pt x="608" y="69"/>
                      <a:pt x="609" y="69"/>
                    </a:cubicBezTo>
                    <a:cubicBezTo>
                      <a:pt x="610" y="70"/>
                      <a:pt x="611" y="70"/>
                      <a:pt x="611" y="70"/>
                    </a:cubicBezTo>
                    <a:cubicBezTo>
                      <a:pt x="614" y="71"/>
                      <a:pt x="616" y="72"/>
                      <a:pt x="618" y="72"/>
                    </a:cubicBezTo>
                    <a:cubicBezTo>
                      <a:pt x="625" y="74"/>
                      <a:pt x="633" y="75"/>
                      <a:pt x="640" y="74"/>
                    </a:cubicBezTo>
                    <a:cubicBezTo>
                      <a:pt x="644" y="73"/>
                      <a:pt x="648" y="72"/>
                      <a:pt x="651" y="71"/>
                    </a:cubicBezTo>
                    <a:cubicBezTo>
                      <a:pt x="651" y="71"/>
                      <a:pt x="657" y="69"/>
                      <a:pt x="665" y="65"/>
                    </a:cubicBezTo>
                    <a:cubicBezTo>
                      <a:pt x="667" y="64"/>
                      <a:pt x="669" y="63"/>
                      <a:pt x="671" y="63"/>
                    </a:cubicBezTo>
                    <a:cubicBezTo>
                      <a:pt x="672" y="62"/>
                      <a:pt x="672" y="62"/>
                      <a:pt x="673" y="62"/>
                    </a:cubicBezTo>
                    <a:cubicBezTo>
                      <a:pt x="675" y="61"/>
                      <a:pt x="676" y="60"/>
                      <a:pt x="678" y="59"/>
                    </a:cubicBezTo>
                    <a:cubicBezTo>
                      <a:pt x="679" y="59"/>
                      <a:pt x="680" y="59"/>
                      <a:pt x="680" y="58"/>
                    </a:cubicBezTo>
                    <a:cubicBezTo>
                      <a:pt x="683" y="57"/>
                      <a:pt x="685" y="56"/>
                      <a:pt x="687" y="55"/>
                    </a:cubicBezTo>
                    <a:cubicBezTo>
                      <a:pt x="690" y="54"/>
                      <a:pt x="693" y="52"/>
                      <a:pt x="696" y="51"/>
                    </a:cubicBezTo>
                    <a:cubicBezTo>
                      <a:pt x="712" y="43"/>
                      <a:pt x="728" y="34"/>
                      <a:pt x="736" y="29"/>
                    </a:cubicBezTo>
                    <a:lnTo>
                      <a:pt x="786" y="56"/>
                    </a:lnTo>
                    <a:close/>
                    <a:moveTo>
                      <a:pt x="526" y="18"/>
                    </a:moveTo>
                    <a:cubicBezTo>
                      <a:pt x="526" y="20"/>
                      <a:pt x="525" y="21"/>
                      <a:pt x="525" y="23"/>
                    </a:cubicBezTo>
                    <a:cubicBezTo>
                      <a:pt x="524" y="27"/>
                      <a:pt x="523" y="31"/>
                      <a:pt x="521" y="35"/>
                    </a:cubicBezTo>
                    <a:cubicBezTo>
                      <a:pt x="521" y="37"/>
                      <a:pt x="520" y="39"/>
                      <a:pt x="519" y="41"/>
                    </a:cubicBezTo>
                    <a:cubicBezTo>
                      <a:pt x="518" y="45"/>
                      <a:pt x="517" y="49"/>
                      <a:pt x="516" y="52"/>
                    </a:cubicBezTo>
                    <a:cubicBezTo>
                      <a:pt x="515" y="54"/>
                      <a:pt x="514" y="57"/>
                      <a:pt x="514" y="59"/>
                    </a:cubicBezTo>
                    <a:cubicBezTo>
                      <a:pt x="512" y="62"/>
                      <a:pt x="511" y="65"/>
                      <a:pt x="510" y="68"/>
                    </a:cubicBezTo>
                    <a:cubicBezTo>
                      <a:pt x="509" y="71"/>
                      <a:pt x="508" y="74"/>
                      <a:pt x="507" y="77"/>
                    </a:cubicBezTo>
                    <a:cubicBezTo>
                      <a:pt x="505" y="80"/>
                      <a:pt x="504" y="83"/>
                      <a:pt x="503" y="86"/>
                    </a:cubicBezTo>
                    <a:cubicBezTo>
                      <a:pt x="502" y="89"/>
                      <a:pt x="501" y="92"/>
                      <a:pt x="499" y="95"/>
                    </a:cubicBezTo>
                    <a:cubicBezTo>
                      <a:pt x="498" y="98"/>
                      <a:pt x="497" y="101"/>
                      <a:pt x="495" y="103"/>
                    </a:cubicBezTo>
                    <a:cubicBezTo>
                      <a:pt x="494" y="106"/>
                      <a:pt x="493" y="109"/>
                      <a:pt x="491" y="112"/>
                    </a:cubicBezTo>
                    <a:cubicBezTo>
                      <a:pt x="490" y="115"/>
                      <a:pt x="488" y="118"/>
                      <a:pt x="487" y="121"/>
                    </a:cubicBezTo>
                    <a:cubicBezTo>
                      <a:pt x="486" y="123"/>
                      <a:pt x="484" y="126"/>
                      <a:pt x="483" y="129"/>
                    </a:cubicBezTo>
                    <a:cubicBezTo>
                      <a:pt x="481" y="132"/>
                      <a:pt x="479" y="135"/>
                      <a:pt x="478" y="138"/>
                    </a:cubicBezTo>
                    <a:cubicBezTo>
                      <a:pt x="477" y="140"/>
                      <a:pt x="476" y="142"/>
                      <a:pt x="474" y="144"/>
                    </a:cubicBezTo>
                    <a:cubicBezTo>
                      <a:pt x="473" y="148"/>
                      <a:pt x="471" y="151"/>
                      <a:pt x="468" y="154"/>
                    </a:cubicBezTo>
                    <a:cubicBezTo>
                      <a:pt x="467" y="156"/>
                      <a:pt x="466" y="158"/>
                      <a:pt x="465" y="159"/>
                    </a:cubicBezTo>
                    <a:cubicBezTo>
                      <a:pt x="463" y="164"/>
                      <a:pt x="460" y="168"/>
                      <a:pt x="457" y="173"/>
                    </a:cubicBezTo>
                    <a:cubicBezTo>
                      <a:pt x="457" y="173"/>
                      <a:pt x="456" y="174"/>
                      <a:pt x="456" y="174"/>
                    </a:cubicBezTo>
                    <a:cubicBezTo>
                      <a:pt x="453" y="179"/>
                      <a:pt x="449" y="184"/>
                      <a:pt x="446" y="189"/>
                    </a:cubicBezTo>
                    <a:cubicBezTo>
                      <a:pt x="445" y="190"/>
                      <a:pt x="444" y="191"/>
                      <a:pt x="443" y="193"/>
                    </a:cubicBezTo>
                    <a:cubicBezTo>
                      <a:pt x="441" y="196"/>
                      <a:pt x="438" y="199"/>
                      <a:pt x="436" y="203"/>
                    </a:cubicBezTo>
                    <a:cubicBezTo>
                      <a:pt x="435" y="204"/>
                      <a:pt x="433" y="206"/>
                      <a:pt x="432" y="208"/>
                    </a:cubicBezTo>
                    <a:cubicBezTo>
                      <a:pt x="430" y="211"/>
                      <a:pt x="427" y="214"/>
                      <a:pt x="425" y="217"/>
                    </a:cubicBezTo>
                    <a:cubicBezTo>
                      <a:pt x="424" y="218"/>
                      <a:pt x="423" y="220"/>
                      <a:pt x="421" y="221"/>
                    </a:cubicBezTo>
                    <a:cubicBezTo>
                      <a:pt x="418" y="225"/>
                      <a:pt x="416" y="228"/>
                      <a:pt x="413" y="232"/>
                    </a:cubicBezTo>
                    <a:cubicBezTo>
                      <a:pt x="412" y="232"/>
                      <a:pt x="411" y="233"/>
                      <a:pt x="410" y="234"/>
                    </a:cubicBezTo>
                    <a:cubicBezTo>
                      <a:pt x="406" y="239"/>
                      <a:pt x="403" y="243"/>
                      <a:pt x="399" y="247"/>
                    </a:cubicBezTo>
                    <a:cubicBezTo>
                      <a:pt x="398" y="248"/>
                      <a:pt x="397" y="249"/>
                      <a:pt x="396" y="250"/>
                    </a:cubicBezTo>
                    <a:cubicBezTo>
                      <a:pt x="393" y="253"/>
                      <a:pt x="390" y="256"/>
                      <a:pt x="387" y="259"/>
                    </a:cubicBezTo>
                    <a:cubicBezTo>
                      <a:pt x="385" y="261"/>
                      <a:pt x="384" y="262"/>
                      <a:pt x="383" y="263"/>
                    </a:cubicBezTo>
                    <a:cubicBezTo>
                      <a:pt x="380" y="266"/>
                      <a:pt x="377" y="269"/>
                      <a:pt x="374" y="271"/>
                    </a:cubicBezTo>
                    <a:cubicBezTo>
                      <a:pt x="373" y="273"/>
                      <a:pt x="371" y="274"/>
                      <a:pt x="370" y="275"/>
                    </a:cubicBezTo>
                    <a:cubicBezTo>
                      <a:pt x="367" y="278"/>
                      <a:pt x="364" y="281"/>
                      <a:pt x="361" y="283"/>
                    </a:cubicBezTo>
                    <a:cubicBezTo>
                      <a:pt x="360" y="284"/>
                      <a:pt x="358" y="286"/>
                      <a:pt x="357" y="287"/>
                    </a:cubicBezTo>
                    <a:cubicBezTo>
                      <a:pt x="353" y="290"/>
                      <a:pt x="349" y="293"/>
                      <a:pt x="346" y="296"/>
                    </a:cubicBezTo>
                    <a:cubicBezTo>
                      <a:pt x="345" y="297"/>
                      <a:pt x="344" y="297"/>
                      <a:pt x="343" y="298"/>
                    </a:cubicBezTo>
                    <a:cubicBezTo>
                      <a:pt x="339" y="302"/>
                      <a:pt x="334" y="305"/>
                      <a:pt x="330" y="309"/>
                    </a:cubicBezTo>
                    <a:cubicBezTo>
                      <a:pt x="328" y="310"/>
                      <a:pt x="327" y="311"/>
                      <a:pt x="325" y="311"/>
                    </a:cubicBezTo>
                    <a:cubicBezTo>
                      <a:pt x="322" y="314"/>
                      <a:pt x="319" y="316"/>
                      <a:pt x="316" y="318"/>
                    </a:cubicBezTo>
                    <a:cubicBezTo>
                      <a:pt x="313" y="320"/>
                      <a:pt x="310" y="322"/>
                      <a:pt x="307" y="324"/>
                    </a:cubicBezTo>
                    <a:cubicBezTo>
                      <a:pt x="304" y="326"/>
                      <a:pt x="302" y="327"/>
                      <a:pt x="300" y="329"/>
                    </a:cubicBezTo>
                    <a:cubicBezTo>
                      <a:pt x="297" y="331"/>
                      <a:pt x="293" y="333"/>
                      <a:pt x="290" y="335"/>
                    </a:cubicBezTo>
                    <a:cubicBezTo>
                      <a:pt x="288" y="336"/>
                      <a:pt x="286" y="337"/>
                      <a:pt x="284" y="339"/>
                    </a:cubicBezTo>
                    <a:cubicBezTo>
                      <a:pt x="280" y="341"/>
                      <a:pt x="276" y="343"/>
                      <a:pt x="272" y="345"/>
                    </a:cubicBezTo>
                    <a:cubicBezTo>
                      <a:pt x="271" y="346"/>
                      <a:pt x="269" y="347"/>
                      <a:pt x="267" y="348"/>
                    </a:cubicBezTo>
                    <a:cubicBezTo>
                      <a:pt x="262" y="351"/>
                      <a:pt x="256" y="353"/>
                      <a:pt x="250" y="356"/>
                    </a:cubicBezTo>
                    <a:cubicBezTo>
                      <a:pt x="245" y="358"/>
                      <a:pt x="240" y="361"/>
                      <a:pt x="235" y="363"/>
                    </a:cubicBezTo>
                    <a:cubicBezTo>
                      <a:pt x="233" y="364"/>
                      <a:pt x="231" y="364"/>
                      <a:pt x="230" y="365"/>
                    </a:cubicBezTo>
                    <a:cubicBezTo>
                      <a:pt x="226" y="366"/>
                      <a:pt x="223" y="368"/>
                      <a:pt x="219" y="369"/>
                    </a:cubicBezTo>
                    <a:cubicBezTo>
                      <a:pt x="217" y="370"/>
                      <a:pt x="215" y="371"/>
                      <a:pt x="213" y="372"/>
                    </a:cubicBezTo>
                    <a:cubicBezTo>
                      <a:pt x="209" y="373"/>
                      <a:pt x="206" y="374"/>
                      <a:pt x="203" y="375"/>
                    </a:cubicBezTo>
                    <a:cubicBezTo>
                      <a:pt x="201" y="376"/>
                      <a:pt x="198" y="376"/>
                      <a:pt x="196" y="377"/>
                    </a:cubicBezTo>
                    <a:cubicBezTo>
                      <a:pt x="193" y="378"/>
                      <a:pt x="190" y="379"/>
                      <a:pt x="186" y="380"/>
                    </a:cubicBezTo>
                    <a:cubicBezTo>
                      <a:pt x="184" y="381"/>
                      <a:pt x="182" y="381"/>
                      <a:pt x="180" y="382"/>
                    </a:cubicBezTo>
                    <a:cubicBezTo>
                      <a:pt x="176" y="383"/>
                      <a:pt x="173" y="384"/>
                      <a:pt x="169" y="385"/>
                    </a:cubicBezTo>
                    <a:cubicBezTo>
                      <a:pt x="167" y="385"/>
                      <a:pt x="165" y="386"/>
                      <a:pt x="163" y="386"/>
                    </a:cubicBezTo>
                    <a:cubicBezTo>
                      <a:pt x="159" y="387"/>
                      <a:pt x="155" y="388"/>
                      <a:pt x="152" y="389"/>
                    </a:cubicBezTo>
                    <a:cubicBezTo>
                      <a:pt x="150" y="389"/>
                      <a:pt x="148" y="389"/>
                      <a:pt x="146" y="390"/>
                    </a:cubicBezTo>
                    <a:cubicBezTo>
                      <a:pt x="140" y="391"/>
                      <a:pt x="135" y="392"/>
                      <a:pt x="129" y="392"/>
                    </a:cubicBezTo>
                    <a:cubicBezTo>
                      <a:pt x="114" y="395"/>
                      <a:pt x="99" y="396"/>
                      <a:pt x="84" y="396"/>
                    </a:cubicBezTo>
                    <a:cubicBezTo>
                      <a:pt x="84" y="396"/>
                      <a:pt x="84" y="396"/>
                      <a:pt x="83" y="397"/>
                    </a:cubicBezTo>
                    <a:cubicBezTo>
                      <a:pt x="83" y="397"/>
                      <a:pt x="83" y="397"/>
                      <a:pt x="83" y="397"/>
                    </a:cubicBezTo>
                    <a:cubicBezTo>
                      <a:pt x="82" y="397"/>
                      <a:pt x="82" y="397"/>
                      <a:pt x="81" y="397"/>
                    </a:cubicBezTo>
                    <a:cubicBezTo>
                      <a:pt x="81" y="397"/>
                      <a:pt x="81" y="397"/>
                      <a:pt x="81" y="397"/>
                    </a:cubicBezTo>
                    <a:cubicBezTo>
                      <a:pt x="80" y="397"/>
                      <a:pt x="80" y="397"/>
                      <a:pt x="80" y="398"/>
                    </a:cubicBezTo>
                    <a:cubicBezTo>
                      <a:pt x="79" y="398"/>
                      <a:pt x="79" y="398"/>
                      <a:pt x="79" y="398"/>
                    </a:cubicBezTo>
                    <a:cubicBezTo>
                      <a:pt x="79" y="398"/>
                      <a:pt x="79" y="398"/>
                      <a:pt x="79" y="398"/>
                    </a:cubicBezTo>
                    <a:cubicBezTo>
                      <a:pt x="78" y="398"/>
                      <a:pt x="78" y="398"/>
                      <a:pt x="78" y="398"/>
                    </a:cubicBezTo>
                    <a:cubicBezTo>
                      <a:pt x="78" y="398"/>
                      <a:pt x="78" y="398"/>
                      <a:pt x="78" y="398"/>
                    </a:cubicBezTo>
                    <a:cubicBezTo>
                      <a:pt x="78" y="398"/>
                      <a:pt x="78" y="398"/>
                      <a:pt x="78" y="399"/>
                    </a:cubicBezTo>
                    <a:cubicBezTo>
                      <a:pt x="78" y="399"/>
                      <a:pt x="77" y="399"/>
                      <a:pt x="77" y="399"/>
                    </a:cubicBezTo>
                    <a:cubicBezTo>
                      <a:pt x="76" y="400"/>
                      <a:pt x="75" y="401"/>
                      <a:pt x="74" y="401"/>
                    </a:cubicBezTo>
                    <a:cubicBezTo>
                      <a:pt x="74" y="402"/>
                      <a:pt x="74" y="402"/>
                      <a:pt x="74" y="402"/>
                    </a:cubicBezTo>
                    <a:cubicBezTo>
                      <a:pt x="73" y="402"/>
                      <a:pt x="73" y="402"/>
                      <a:pt x="73" y="403"/>
                    </a:cubicBezTo>
                    <a:cubicBezTo>
                      <a:pt x="72" y="403"/>
                      <a:pt x="71" y="404"/>
                      <a:pt x="71" y="405"/>
                    </a:cubicBezTo>
                    <a:cubicBezTo>
                      <a:pt x="70" y="405"/>
                      <a:pt x="70" y="405"/>
                      <a:pt x="70" y="405"/>
                    </a:cubicBezTo>
                    <a:cubicBezTo>
                      <a:pt x="70" y="406"/>
                      <a:pt x="70" y="406"/>
                      <a:pt x="69" y="406"/>
                    </a:cubicBezTo>
                    <a:cubicBezTo>
                      <a:pt x="69" y="407"/>
                      <a:pt x="68" y="408"/>
                      <a:pt x="68" y="408"/>
                    </a:cubicBezTo>
                    <a:cubicBezTo>
                      <a:pt x="68" y="409"/>
                      <a:pt x="67" y="409"/>
                      <a:pt x="67" y="409"/>
                    </a:cubicBezTo>
                    <a:cubicBezTo>
                      <a:pt x="67" y="410"/>
                      <a:pt x="66" y="410"/>
                      <a:pt x="66" y="411"/>
                    </a:cubicBezTo>
                    <a:cubicBezTo>
                      <a:pt x="9" y="492"/>
                      <a:pt x="9" y="492"/>
                      <a:pt x="9" y="492"/>
                    </a:cubicBezTo>
                    <a:cubicBezTo>
                      <a:pt x="9" y="492"/>
                      <a:pt x="8" y="493"/>
                      <a:pt x="8" y="493"/>
                    </a:cubicBezTo>
                    <a:cubicBezTo>
                      <a:pt x="8" y="494"/>
                      <a:pt x="7" y="494"/>
                      <a:pt x="7" y="495"/>
                    </a:cubicBezTo>
                    <a:cubicBezTo>
                      <a:pt x="7" y="495"/>
                      <a:pt x="6" y="496"/>
                      <a:pt x="6" y="496"/>
                    </a:cubicBezTo>
                    <a:cubicBezTo>
                      <a:pt x="6" y="497"/>
                      <a:pt x="6" y="497"/>
                      <a:pt x="6" y="497"/>
                    </a:cubicBezTo>
                    <a:cubicBezTo>
                      <a:pt x="5" y="498"/>
                      <a:pt x="5" y="498"/>
                      <a:pt x="5" y="498"/>
                    </a:cubicBezTo>
                    <a:cubicBezTo>
                      <a:pt x="5" y="499"/>
                      <a:pt x="4" y="501"/>
                      <a:pt x="3" y="502"/>
                    </a:cubicBezTo>
                    <a:cubicBezTo>
                      <a:pt x="3" y="502"/>
                      <a:pt x="3" y="503"/>
                      <a:pt x="3" y="503"/>
                    </a:cubicBezTo>
                    <a:cubicBezTo>
                      <a:pt x="3" y="503"/>
                      <a:pt x="3" y="503"/>
                      <a:pt x="3" y="504"/>
                    </a:cubicBezTo>
                    <a:cubicBezTo>
                      <a:pt x="2" y="505"/>
                      <a:pt x="2" y="507"/>
                      <a:pt x="1" y="509"/>
                    </a:cubicBezTo>
                    <a:cubicBezTo>
                      <a:pt x="1" y="509"/>
                      <a:pt x="1" y="510"/>
                      <a:pt x="1" y="510"/>
                    </a:cubicBezTo>
                    <a:cubicBezTo>
                      <a:pt x="1" y="511"/>
                      <a:pt x="0" y="513"/>
                      <a:pt x="0" y="515"/>
                    </a:cubicBezTo>
                    <a:cubicBezTo>
                      <a:pt x="0" y="515"/>
                      <a:pt x="0" y="516"/>
                      <a:pt x="0" y="516"/>
                    </a:cubicBezTo>
                    <a:cubicBezTo>
                      <a:pt x="0" y="518"/>
                      <a:pt x="0" y="519"/>
                      <a:pt x="0" y="520"/>
                    </a:cubicBezTo>
                    <a:cubicBezTo>
                      <a:pt x="0" y="521"/>
                      <a:pt x="0" y="521"/>
                      <a:pt x="0" y="522"/>
                    </a:cubicBezTo>
                    <a:cubicBezTo>
                      <a:pt x="1" y="524"/>
                      <a:pt x="1" y="525"/>
                      <a:pt x="1" y="527"/>
                    </a:cubicBezTo>
                    <a:cubicBezTo>
                      <a:pt x="46" y="613"/>
                      <a:pt x="46" y="613"/>
                      <a:pt x="46" y="613"/>
                    </a:cubicBezTo>
                    <a:cubicBezTo>
                      <a:pt x="47" y="614"/>
                      <a:pt x="48" y="615"/>
                      <a:pt x="48" y="617"/>
                    </a:cubicBezTo>
                    <a:cubicBezTo>
                      <a:pt x="51" y="620"/>
                      <a:pt x="53" y="622"/>
                      <a:pt x="56" y="624"/>
                    </a:cubicBezTo>
                    <a:cubicBezTo>
                      <a:pt x="106" y="651"/>
                      <a:pt x="106" y="651"/>
                      <a:pt x="106" y="651"/>
                    </a:cubicBezTo>
                    <a:cubicBezTo>
                      <a:pt x="102" y="649"/>
                      <a:pt x="99" y="645"/>
                      <a:pt x="96" y="640"/>
                    </a:cubicBezTo>
                    <a:cubicBezTo>
                      <a:pt x="51" y="554"/>
                      <a:pt x="51" y="554"/>
                      <a:pt x="51" y="554"/>
                    </a:cubicBezTo>
                    <a:cubicBezTo>
                      <a:pt x="50" y="552"/>
                      <a:pt x="50" y="551"/>
                      <a:pt x="50" y="549"/>
                    </a:cubicBezTo>
                    <a:cubicBezTo>
                      <a:pt x="50" y="548"/>
                      <a:pt x="50" y="548"/>
                      <a:pt x="50" y="547"/>
                    </a:cubicBezTo>
                    <a:cubicBezTo>
                      <a:pt x="50" y="546"/>
                      <a:pt x="50" y="545"/>
                      <a:pt x="50" y="543"/>
                    </a:cubicBezTo>
                    <a:cubicBezTo>
                      <a:pt x="50" y="543"/>
                      <a:pt x="50" y="542"/>
                      <a:pt x="50" y="542"/>
                    </a:cubicBezTo>
                    <a:cubicBezTo>
                      <a:pt x="50" y="540"/>
                      <a:pt x="50" y="538"/>
                      <a:pt x="51" y="537"/>
                    </a:cubicBezTo>
                    <a:cubicBezTo>
                      <a:pt x="51" y="537"/>
                      <a:pt x="51" y="536"/>
                      <a:pt x="51" y="536"/>
                    </a:cubicBezTo>
                    <a:cubicBezTo>
                      <a:pt x="51" y="534"/>
                      <a:pt x="52" y="532"/>
                      <a:pt x="52" y="531"/>
                    </a:cubicBezTo>
                    <a:cubicBezTo>
                      <a:pt x="53" y="530"/>
                      <a:pt x="53" y="529"/>
                      <a:pt x="53" y="529"/>
                    </a:cubicBezTo>
                    <a:cubicBezTo>
                      <a:pt x="54" y="528"/>
                      <a:pt x="54" y="526"/>
                      <a:pt x="55" y="525"/>
                    </a:cubicBezTo>
                    <a:cubicBezTo>
                      <a:pt x="55" y="525"/>
                      <a:pt x="55" y="524"/>
                      <a:pt x="56" y="523"/>
                    </a:cubicBezTo>
                    <a:cubicBezTo>
                      <a:pt x="56" y="523"/>
                      <a:pt x="56" y="522"/>
                      <a:pt x="57" y="522"/>
                    </a:cubicBezTo>
                    <a:cubicBezTo>
                      <a:pt x="57" y="521"/>
                      <a:pt x="58" y="520"/>
                      <a:pt x="59" y="519"/>
                    </a:cubicBezTo>
                    <a:cubicBezTo>
                      <a:pt x="116" y="438"/>
                      <a:pt x="116" y="438"/>
                      <a:pt x="116" y="438"/>
                    </a:cubicBezTo>
                    <a:cubicBezTo>
                      <a:pt x="116" y="437"/>
                      <a:pt x="117" y="436"/>
                      <a:pt x="117" y="435"/>
                    </a:cubicBezTo>
                    <a:cubicBezTo>
                      <a:pt x="118" y="435"/>
                      <a:pt x="118" y="434"/>
                      <a:pt x="119" y="433"/>
                    </a:cubicBezTo>
                    <a:cubicBezTo>
                      <a:pt x="119" y="433"/>
                      <a:pt x="120" y="432"/>
                      <a:pt x="120" y="432"/>
                    </a:cubicBezTo>
                    <a:cubicBezTo>
                      <a:pt x="121" y="431"/>
                      <a:pt x="122" y="430"/>
                      <a:pt x="122" y="430"/>
                    </a:cubicBezTo>
                    <a:cubicBezTo>
                      <a:pt x="123" y="429"/>
                      <a:pt x="123" y="429"/>
                      <a:pt x="124" y="428"/>
                    </a:cubicBezTo>
                    <a:cubicBezTo>
                      <a:pt x="125" y="428"/>
                      <a:pt x="126" y="427"/>
                      <a:pt x="127" y="426"/>
                    </a:cubicBezTo>
                    <a:cubicBezTo>
                      <a:pt x="127" y="426"/>
                      <a:pt x="127" y="426"/>
                      <a:pt x="128" y="425"/>
                    </a:cubicBezTo>
                    <a:cubicBezTo>
                      <a:pt x="128" y="425"/>
                      <a:pt x="128" y="425"/>
                      <a:pt x="129" y="425"/>
                    </a:cubicBezTo>
                    <a:cubicBezTo>
                      <a:pt x="129" y="425"/>
                      <a:pt x="129" y="425"/>
                      <a:pt x="129" y="425"/>
                    </a:cubicBezTo>
                    <a:cubicBezTo>
                      <a:pt x="130" y="424"/>
                      <a:pt x="130" y="424"/>
                      <a:pt x="130" y="424"/>
                    </a:cubicBezTo>
                    <a:cubicBezTo>
                      <a:pt x="131" y="424"/>
                      <a:pt x="131" y="424"/>
                      <a:pt x="131" y="424"/>
                    </a:cubicBezTo>
                    <a:cubicBezTo>
                      <a:pt x="131" y="424"/>
                      <a:pt x="132" y="424"/>
                      <a:pt x="132" y="424"/>
                    </a:cubicBezTo>
                    <a:cubicBezTo>
                      <a:pt x="132" y="424"/>
                      <a:pt x="133" y="424"/>
                      <a:pt x="133" y="424"/>
                    </a:cubicBezTo>
                    <a:cubicBezTo>
                      <a:pt x="133" y="423"/>
                      <a:pt x="134" y="423"/>
                      <a:pt x="134" y="423"/>
                    </a:cubicBezTo>
                    <a:cubicBezTo>
                      <a:pt x="149" y="423"/>
                      <a:pt x="164" y="422"/>
                      <a:pt x="179" y="419"/>
                    </a:cubicBezTo>
                    <a:cubicBezTo>
                      <a:pt x="184" y="419"/>
                      <a:pt x="190" y="418"/>
                      <a:pt x="196" y="417"/>
                    </a:cubicBezTo>
                    <a:cubicBezTo>
                      <a:pt x="197" y="416"/>
                      <a:pt x="199" y="416"/>
                      <a:pt x="201" y="416"/>
                    </a:cubicBezTo>
                    <a:cubicBezTo>
                      <a:pt x="205" y="415"/>
                      <a:pt x="209" y="414"/>
                      <a:pt x="212" y="413"/>
                    </a:cubicBezTo>
                    <a:cubicBezTo>
                      <a:pt x="215" y="413"/>
                      <a:pt x="217" y="412"/>
                      <a:pt x="219" y="412"/>
                    </a:cubicBezTo>
                    <a:cubicBezTo>
                      <a:pt x="222" y="411"/>
                      <a:pt x="226" y="410"/>
                      <a:pt x="229" y="409"/>
                    </a:cubicBezTo>
                    <a:cubicBezTo>
                      <a:pt x="231" y="408"/>
                      <a:pt x="234" y="408"/>
                      <a:pt x="236" y="407"/>
                    </a:cubicBezTo>
                    <a:cubicBezTo>
                      <a:pt x="239" y="406"/>
                      <a:pt x="242" y="405"/>
                      <a:pt x="246" y="404"/>
                    </a:cubicBezTo>
                    <a:cubicBezTo>
                      <a:pt x="248" y="403"/>
                      <a:pt x="250" y="403"/>
                      <a:pt x="252" y="402"/>
                    </a:cubicBezTo>
                    <a:cubicBezTo>
                      <a:pt x="256" y="401"/>
                      <a:pt x="259" y="400"/>
                      <a:pt x="262" y="399"/>
                    </a:cubicBezTo>
                    <a:cubicBezTo>
                      <a:pt x="264" y="398"/>
                      <a:pt x="266" y="397"/>
                      <a:pt x="268" y="396"/>
                    </a:cubicBezTo>
                    <a:cubicBezTo>
                      <a:pt x="272" y="395"/>
                      <a:pt x="276" y="393"/>
                      <a:pt x="279" y="392"/>
                    </a:cubicBezTo>
                    <a:cubicBezTo>
                      <a:pt x="281" y="391"/>
                      <a:pt x="283" y="391"/>
                      <a:pt x="284" y="390"/>
                    </a:cubicBezTo>
                    <a:cubicBezTo>
                      <a:pt x="290" y="388"/>
                      <a:pt x="295" y="385"/>
                      <a:pt x="300" y="383"/>
                    </a:cubicBezTo>
                    <a:cubicBezTo>
                      <a:pt x="300" y="383"/>
                      <a:pt x="300" y="383"/>
                      <a:pt x="300" y="383"/>
                    </a:cubicBezTo>
                    <a:cubicBezTo>
                      <a:pt x="306" y="380"/>
                      <a:pt x="311" y="377"/>
                      <a:pt x="317" y="375"/>
                    </a:cubicBezTo>
                    <a:cubicBezTo>
                      <a:pt x="319" y="374"/>
                      <a:pt x="320" y="373"/>
                      <a:pt x="322" y="372"/>
                    </a:cubicBezTo>
                    <a:cubicBezTo>
                      <a:pt x="326" y="370"/>
                      <a:pt x="330" y="368"/>
                      <a:pt x="333" y="366"/>
                    </a:cubicBezTo>
                    <a:cubicBezTo>
                      <a:pt x="335" y="364"/>
                      <a:pt x="338" y="363"/>
                      <a:pt x="340" y="362"/>
                    </a:cubicBezTo>
                    <a:cubicBezTo>
                      <a:pt x="343" y="360"/>
                      <a:pt x="346" y="358"/>
                      <a:pt x="350" y="356"/>
                    </a:cubicBezTo>
                    <a:cubicBezTo>
                      <a:pt x="352" y="354"/>
                      <a:pt x="354" y="353"/>
                      <a:pt x="356" y="351"/>
                    </a:cubicBezTo>
                    <a:cubicBezTo>
                      <a:pt x="359" y="349"/>
                      <a:pt x="362" y="347"/>
                      <a:pt x="365" y="345"/>
                    </a:cubicBezTo>
                    <a:cubicBezTo>
                      <a:pt x="366" y="345"/>
                      <a:pt x="366" y="345"/>
                      <a:pt x="367" y="344"/>
                    </a:cubicBezTo>
                    <a:cubicBezTo>
                      <a:pt x="370" y="342"/>
                      <a:pt x="372" y="340"/>
                      <a:pt x="375" y="338"/>
                    </a:cubicBezTo>
                    <a:cubicBezTo>
                      <a:pt x="376" y="338"/>
                      <a:pt x="378" y="337"/>
                      <a:pt x="379" y="336"/>
                    </a:cubicBezTo>
                    <a:cubicBezTo>
                      <a:pt x="384" y="332"/>
                      <a:pt x="388" y="329"/>
                      <a:pt x="393" y="325"/>
                    </a:cubicBezTo>
                    <a:cubicBezTo>
                      <a:pt x="394" y="324"/>
                      <a:pt x="394" y="324"/>
                      <a:pt x="395" y="323"/>
                    </a:cubicBezTo>
                    <a:cubicBezTo>
                      <a:pt x="399" y="320"/>
                      <a:pt x="403" y="317"/>
                      <a:pt x="406" y="314"/>
                    </a:cubicBezTo>
                    <a:cubicBezTo>
                      <a:pt x="408" y="313"/>
                      <a:pt x="409" y="311"/>
                      <a:pt x="411" y="310"/>
                    </a:cubicBezTo>
                    <a:cubicBezTo>
                      <a:pt x="413" y="308"/>
                      <a:pt x="415" y="306"/>
                      <a:pt x="417" y="305"/>
                    </a:cubicBezTo>
                    <a:cubicBezTo>
                      <a:pt x="418" y="304"/>
                      <a:pt x="419" y="303"/>
                      <a:pt x="420" y="302"/>
                    </a:cubicBezTo>
                    <a:cubicBezTo>
                      <a:pt x="421" y="301"/>
                      <a:pt x="422" y="300"/>
                      <a:pt x="424" y="298"/>
                    </a:cubicBezTo>
                    <a:cubicBezTo>
                      <a:pt x="427" y="296"/>
                      <a:pt x="429" y="293"/>
                      <a:pt x="432" y="290"/>
                    </a:cubicBezTo>
                    <a:cubicBezTo>
                      <a:pt x="434" y="289"/>
                      <a:pt x="435" y="288"/>
                      <a:pt x="436" y="286"/>
                    </a:cubicBezTo>
                    <a:cubicBezTo>
                      <a:pt x="439" y="283"/>
                      <a:pt x="442" y="280"/>
                      <a:pt x="445" y="277"/>
                    </a:cubicBezTo>
                    <a:cubicBezTo>
                      <a:pt x="446" y="276"/>
                      <a:pt x="447" y="275"/>
                      <a:pt x="448" y="274"/>
                    </a:cubicBezTo>
                    <a:cubicBezTo>
                      <a:pt x="452" y="270"/>
                      <a:pt x="456" y="266"/>
                      <a:pt x="459" y="262"/>
                    </a:cubicBezTo>
                    <a:cubicBezTo>
                      <a:pt x="459" y="262"/>
                      <a:pt x="460" y="262"/>
                      <a:pt x="460" y="261"/>
                    </a:cubicBezTo>
                    <a:cubicBezTo>
                      <a:pt x="461" y="260"/>
                      <a:pt x="461" y="259"/>
                      <a:pt x="462" y="259"/>
                    </a:cubicBezTo>
                    <a:cubicBezTo>
                      <a:pt x="465" y="255"/>
                      <a:pt x="468" y="252"/>
                      <a:pt x="471" y="248"/>
                    </a:cubicBezTo>
                    <a:cubicBezTo>
                      <a:pt x="472" y="247"/>
                      <a:pt x="473" y="245"/>
                      <a:pt x="475" y="244"/>
                    </a:cubicBezTo>
                    <a:cubicBezTo>
                      <a:pt x="477" y="241"/>
                      <a:pt x="479" y="238"/>
                      <a:pt x="482" y="235"/>
                    </a:cubicBezTo>
                    <a:cubicBezTo>
                      <a:pt x="483" y="233"/>
                      <a:pt x="484" y="231"/>
                      <a:pt x="486" y="230"/>
                    </a:cubicBezTo>
                    <a:cubicBezTo>
                      <a:pt x="488" y="226"/>
                      <a:pt x="491" y="223"/>
                      <a:pt x="493" y="220"/>
                    </a:cubicBezTo>
                    <a:cubicBezTo>
                      <a:pt x="494" y="218"/>
                      <a:pt x="495" y="217"/>
                      <a:pt x="496" y="216"/>
                    </a:cubicBezTo>
                    <a:cubicBezTo>
                      <a:pt x="496" y="215"/>
                      <a:pt x="496" y="215"/>
                      <a:pt x="497" y="215"/>
                    </a:cubicBezTo>
                    <a:cubicBezTo>
                      <a:pt x="500" y="210"/>
                      <a:pt x="503" y="206"/>
                      <a:pt x="506" y="201"/>
                    </a:cubicBezTo>
                    <a:cubicBezTo>
                      <a:pt x="506" y="201"/>
                      <a:pt x="506" y="200"/>
                      <a:pt x="507" y="200"/>
                    </a:cubicBezTo>
                    <a:cubicBezTo>
                      <a:pt x="510" y="195"/>
                      <a:pt x="512" y="191"/>
                      <a:pt x="515" y="186"/>
                    </a:cubicBezTo>
                    <a:cubicBezTo>
                      <a:pt x="516" y="185"/>
                      <a:pt x="517" y="183"/>
                      <a:pt x="518" y="181"/>
                    </a:cubicBezTo>
                    <a:cubicBezTo>
                      <a:pt x="520" y="178"/>
                      <a:pt x="522" y="175"/>
                      <a:pt x="524" y="171"/>
                    </a:cubicBezTo>
                    <a:cubicBezTo>
                      <a:pt x="525" y="169"/>
                      <a:pt x="526" y="167"/>
                      <a:pt x="527" y="165"/>
                    </a:cubicBezTo>
                    <a:cubicBezTo>
                      <a:pt x="528" y="163"/>
                      <a:pt x="529" y="162"/>
                      <a:pt x="530" y="160"/>
                    </a:cubicBezTo>
                    <a:cubicBezTo>
                      <a:pt x="531" y="159"/>
                      <a:pt x="532" y="157"/>
                      <a:pt x="532" y="156"/>
                    </a:cubicBezTo>
                    <a:cubicBezTo>
                      <a:pt x="534" y="153"/>
                      <a:pt x="535" y="150"/>
                      <a:pt x="537" y="148"/>
                    </a:cubicBezTo>
                    <a:cubicBezTo>
                      <a:pt x="538" y="145"/>
                      <a:pt x="540" y="142"/>
                      <a:pt x="541" y="139"/>
                    </a:cubicBezTo>
                    <a:cubicBezTo>
                      <a:pt x="542" y="136"/>
                      <a:pt x="544" y="133"/>
                      <a:pt x="545" y="130"/>
                    </a:cubicBezTo>
                    <a:cubicBezTo>
                      <a:pt x="546" y="128"/>
                      <a:pt x="548" y="125"/>
                      <a:pt x="549" y="122"/>
                    </a:cubicBezTo>
                    <a:cubicBezTo>
                      <a:pt x="550" y="119"/>
                      <a:pt x="551" y="116"/>
                      <a:pt x="553" y="113"/>
                    </a:cubicBezTo>
                    <a:cubicBezTo>
                      <a:pt x="554" y="110"/>
                      <a:pt x="555" y="107"/>
                      <a:pt x="556" y="104"/>
                    </a:cubicBezTo>
                    <a:cubicBezTo>
                      <a:pt x="557" y="101"/>
                      <a:pt x="559" y="98"/>
                      <a:pt x="560" y="95"/>
                    </a:cubicBezTo>
                    <a:cubicBezTo>
                      <a:pt x="560" y="94"/>
                      <a:pt x="561" y="92"/>
                      <a:pt x="562" y="90"/>
                    </a:cubicBezTo>
                    <a:cubicBezTo>
                      <a:pt x="562" y="89"/>
                      <a:pt x="563" y="87"/>
                      <a:pt x="563" y="86"/>
                    </a:cubicBezTo>
                    <a:cubicBezTo>
                      <a:pt x="564" y="84"/>
                      <a:pt x="565" y="81"/>
                      <a:pt x="566" y="79"/>
                    </a:cubicBezTo>
                    <a:cubicBezTo>
                      <a:pt x="567" y="76"/>
                      <a:pt x="568" y="72"/>
                      <a:pt x="569" y="68"/>
                    </a:cubicBezTo>
                    <a:cubicBezTo>
                      <a:pt x="570" y="66"/>
                      <a:pt x="570" y="64"/>
                      <a:pt x="571" y="62"/>
                    </a:cubicBezTo>
                    <a:cubicBezTo>
                      <a:pt x="572" y="58"/>
                      <a:pt x="573" y="54"/>
                      <a:pt x="574" y="50"/>
                    </a:cubicBezTo>
                    <a:cubicBezTo>
                      <a:pt x="575" y="48"/>
                      <a:pt x="576" y="47"/>
                      <a:pt x="576" y="45"/>
                    </a:cubicBezTo>
                    <a:cubicBezTo>
                      <a:pt x="578" y="39"/>
                      <a:pt x="579" y="33"/>
                      <a:pt x="580" y="27"/>
                    </a:cubicBezTo>
                    <a:cubicBezTo>
                      <a:pt x="531" y="0"/>
                      <a:pt x="531" y="0"/>
                      <a:pt x="531" y="0"/>
                    </a:cubicBezTo>
                    <a:cubicBezTo>
                      <a:pt x="529" y="6"/>
                      <a:pt x="528" y="12"/>
                      <a:pt x="526" y="18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 rot="16852807">
              <a:off x="9432242" y="6574469"/>
              <a:ext cx="2679482" cy="3606717"/>
              <a:chOff x="4612994" y="3540318"/>
              <a:chExt cx="1303197" cy="1754168"/>
            </a:xfrm>
          </p:grpSpPr>
          <p:sp>
            <p:nvSpPr>
              <p:cNvPr id="9" name="lemon13-5"/>
              <p:cNvSpPr>
                <a:spLocks noEditPoints="1"/>
              </p:cNvSpPr>
              <p:nvPr/>
            </p:nvSpPr>
            <p:spPr bwMode="auto">
              <a:xfrm>
                <a:off x="4612994" y="3540318"/>
                <a:ext cx="1303197" cy="1620033"/>
              </a:xfrm>
              <a:custGeom>
                <a:avLst/>
                <a:gdLst>
                  <a:gd name="T0" fmla="*/ 554 w 573"/>
                  <a:gd name="T1" fmla="*/ 538 h 712"/>
                  <a:gd name="T2" fmla="*/ 536 w 573"/>
                  <a:gd name="T3" fmla="*/ 534 h 712"/>
                  <a:gd name="T4" fmla="*/ 530 w 573"/>
                  <a:gd name="T5" fmla="*/ 532 h 712"/>
                  <a:gd name="T6" fmla="*/ 514 w 573"/>
                  <a:gd name="T7" fmla="*/ 528 h 712"/>
                  <a:gd name="T8" fmla="*/ 498 w 573"/>
                  <a:gd name="T9" fmla="*/ 522 h 712"/>
                  <a:gd name="T10" fmla="*/ 483 w 573"/>
                  <a:gd name="T11" fmla="*/ 516 h 712"/>
                  <a:gd name="T12" fmla="*/ 467 w 573"/>
                  <a:gd name="T13" fmla="*/ 509 h 712"/>
                  <a:gd name="T14" fmla="*/ 405 w 573"/>
                  <a:gd name="T15" fmla="*/ 475 h 712"/>
                  <a:gd name="T16" fmla="*/ 433 w 573"/>
                  <a:gd name="T17" fmla="*/ 489 h 712"/>
                  <a:gd name="T18" fmla="*/ 448 w 573"/>
                  <a:gd name="T19" fmla="*/ 495 h 712"/>
                  <a:gd name="T20" fmla="*/ 464 w 573"/>
                  <a:gd name="T21" fmla="*/ 501 h 712"/>
                  <a:gd name="T22" fmla="*/ 480 w 573"/>
                  <a:gd name="T23" fmla="*/ 505 h 712"/>
                  <a:gd name="T24" fmla="*/ 499 w 573"/>
                  <a:gd name="T25" fmla="*/ 510 h 712"/>
                  <a:gd name="T26" fmla="*/ 523 w 573"/>
                  <a:gd name="T27" fmla="*/ 514 h 712"/>
                  <a:gd name="T28" fmla="*/ 50 w 573"/>
                  <a:gd name="T29" fmla="*/ 182 h 712"/>
                  <a:gd name="T30" fmla="*/ 54 w 573"/>
                  <a:gd name="T31" fmla="*/ 115 h 712"/>
                  <a:gd name="T32" fmla="*/ 55 w 573"/>
                  <a:gd name="T33" fmla="*/ 109 h 712"/>
                  <a:gd name="T34" fmla="*/ 56 w 573"/>
                  <a:gd name="T35" fmla="*/ 106 h 712"/>
                  <a:gd name="T36" fmla="*/ 58 w 573"/>
                  <a:gd name="T37" fmla="*/ 102 h 712"/>
                  <a:gd name="T38" fmla="*/ 60 w 573"/>
                  <a:gd name="T39" fmla="*/ 99 h 712"/>
                  <a:gd name="T40" fmla="*/ 62 w 573"/>
                  <a:gd name="T41" fmla="*/ 96 h 712"/>
                  <a:gd name="T42" fmla="*/ 65 w 573"/>
                  <a:gd name="T43" fmla="*/ 93 h 712"/>
                  <a:gd name="T44" fmla="*/ 155 w 573"/>
                  <a:gd name="T45" fmla="*/ 29 h 712"/>
                  <a:gd name="T46" fmla="*/ 159 w 573"/>
                  <a:gd name="T47" fmla="*/ 28 h 712"/>
                  <a:gd name="T48" fmla="*/ 167 w 573"/>
                  <a:gd name="T49" fmla="*/ 27 h 712"/>
                  <a:gd name="T50" fmla="*/ 173 w 573"/>
                  <a:gd name="T51" fmla="*/ 27 h 712"/>
                  <a:gd name="T52" fmla="*/ 176 w 573"/>
                  <a:gd name="T53" fmla="*/ 28 h 712"/>
                  <a:gd name="T54" fmla="*/ 182 w 573"/>
                  <a:gd name="T55" fmla="*/ 30 h 712"/>
                  <a:gd name="T56" fmla="*/ 131 w 573"/>
                  <a:gd name="T57" fmla="*/ 3 h 712"/>
                  <a:gd name="T58" fmla="*/ 127 w 573"/>
                  <a:gd name="T59" fmla="*/ 1 h 712"/>
                  <a:gd name="T60" fmla="*/ 124 w 573"/>
                  <a:gd name="T61" fmla="*/ 0 h 712"/>
                  <a:gd name="T62" fmla="*/ 119 w 573"/>
                  <a:gd name="T63" fmla="*/ 0 h 712"/>
                  <a:gd name="T64" fmla="*/ 113 w 573"/>
                  <a:gd name="T65" fmla="*/ 0 h 712"/>
                  <a:gd name="T66" fmla="*/ 108 w 573"/>
                  <a:gd name="T67" fmla="*/ 1 h 712"/>
                  <a:gd name="T68" fmla="*/ 105 w 573"/>
                  <a:gd name="T69" fmla="*/ 2 h 712"/>
                  <a:gd name="T70" fmla="*/ 15 w 573"/>
                  <a:gd name="T71" fmla="*/ 66 h 712"/>
                  <a:gd name="T72" fmla="*/ 14 w 573"/>
                  <a:gd name="T73" fmla="*/ 68 h 712"/>
                  <a:gd name="T74" fmla="*/ 12 w 573"/>
                  <a:gd name="T75" fmla="*/ 70 h 712"/>
                  <a:gd name="T76" fmla="*/ 10 w 573"/>
                  <a:gd name="T77" fmla="*/ 72 h 712"/>
                  <a:gd name="T78" fmla="*/ 9 w 573"/>
                  <a:gd name="T79" fmla="*/ 74 h 712"/>
                  <a:gd name="T80" fmla="*/ 8 w 573"/>
                  <a:gd name="T81" fmla="*/ 76 h 712"/>
                  <a:gd name="T82" fmla="*/ 6 w 573"/>
                  <a:gd name="T83" fmla="*/ 79 h 712"/>
                  <a:gd name="T84" fmla="*/ 5 w 573"/>
                  <a:gd name="T85" fmla="*/ 82 h 712"/>
                  <a:gd name="T86" fmla="*/ 4 w 573"/>
                  <a:gd name="T87" fmla="*/ 87 h 712"/>
                  <a:gd name="T88" fmla="*/ 3 w 573"/>
                  <a:gd name="T89" fmla="*/ 93 h 712"/>
                  <a:gd name="T90" fmla="*/ 291 w 573"/>
                  <a:gd name="T91" fmla="*/ 685 h 712"/>
                  <a:gd name="T92" fmla="*/ 50 w 573"/>
                  <a:gd name="T93" fmla="*/ 182 h 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73" h="712">
                    <a:moveTo>
                      <a:pt x="573" y="541"/>
                    </a:moveTo>
                    <a:cubicBezTo>
                      <a:pt x="567" y="540"/>
                      <a:pt x="560" y="539"/>
                      <a:pt x="554" y="538"/>
                    </a:cubicBezTo>
                    <a:cubicBezTo>
                      <a:pt x="553" y="538"/>
                      <a:pt x="551" y="537"/>
                      <a:pt x="549" y="537"/>
                    </a:cubicBezTo>
                    <a:cubicBezTo>
                      <a:pt x="544" y="536"/>
                      <a:pt x="540" y="535"/>
                      <a:pt x="536" y="534"/>
                    </a:cubicBezTo>
                    <a:cubicBezTo>
                      <a:pt x="535" y="534"/>
                      <a:pt x="534" y="533"/>
                      <a:pt x="532" y="533"/>
                    </a:cubicBezTo>
                    <a:cubicBezTo>
                      <a:pt x="532" y="533"/>
                      <a:pt x="531" y="533"/>
                      <a:pt x="530" y="532"/>
                    </a:cubicBezTo>
                    <a:cubicBezTo>
                      <a:pt x="526" y="531"/>
                      <a:pt x="523" y="531"/>
                      <a:pt x="520" y="530"/>
                    </a:cubicBezTo>
                    <a:cubicBezTo>
                      <a:pt x="518" y="529"/>
                      <a:pt x="516" y="528"/>
                      <a:pt x="514" y="528"/>
                    </a:cubicBezTo>
                    <a:cubicBezTo>
                      <a:pt x="510" y="527"/>
                      <a:pt x="507" y="525"/>
                      <a:pt x="503" y="524"/>
                    </a:cubicBezTo>
                    <a:cubicBezTo>
                      <a:pt x="502" y="524"/>
                      <a:pt x="500" y="523"/>
                      <a:pt x="498" y="522"/>
                    </a:cubicBezTo>
                    <a:cubicBezTo>
                      <a:pt x="494" y="521"/>
                      <a:pt x="489" y="519"/>
                      <a:pt x="485" y="517"/>
                    </a:cubicBezTo>
                    <a:cubicBezTo>
                      <a:pt x="484" y="517"/>
                      <a:pt x="483" y="516"/>
                      <a:pt x="483" y="516"/>
                    </a:cubicBezTo>
                    <a:cubicBezTo>
                      <a:pt x="477" y="514"/>
                      <a:pt x="473" y="512"/>
                      <a:pt x="468" y="509"/>
                    </a:cubicBezTo>
                    <a:cubicBezTo>
                      <a:pt x="467" y="509"/>
                      <a:pt x="467" y="509"/>
                      <a:pt x="467" y="509"/>
                    </a:cubicBezTo>
                    <a:cubicBezTo>
                      <a:pt x="463" y="507"/>
                      <a:pt x="459" y="505"/>
                      <a:pt x="455" y="502"/>
                    </a:cubicBezTo>
                    <a:cubicBezTo>
                      <a:pt x="405" y="475"/>
                      <a:pt x="405" y="475"/>
                      <a:pt x="405" y="475"/>
                    </a:cubicBezTo>
                    <a:cubicBezTo>
                      <a:pt x="409" y="478"/>
                      <a:pt x="414" y="480"/>
                      <a:pt x="418" y="482"/>
                    </a:cubicBezTo>
                    <a:cubicBezTo>
                      <a:pt x="423" y="485"/>
                      <a:pt x="428" y="487"/>
                      <a:pt x="433" y="489"/>
                    </a:cubicBezTo>
                    <a:cubicBezTo>
                      <a:pt x="434" y="489"/>
                      <a:pt x="435" y="490"/>
                      <a:pt x="436" y="490"/>
                    </a:cubicBezTo>
                    <a:cubicBezTo>
                      <a:pt x="440" y="492"/>
                      <a:pt x="444" y="494"/>
                      <a:pt x="448" y="495"/>
                    </a:cubicBezTo>
                    <a:cubicBezTo>
                      <a:pt x="450" y="496"/>
                      <a:pt x="452" y="497"/>
                      <a:pt x="454" y="497"/>
                    </a:cubicBezTo>
                    <a:cubicBezTo>
                      <a:pt x="457" y="498"/>
                      <a:pt x="461" y="500"/>
                      <a:pt x="464" y="501"/>
                    </a:cubicBezTo>
                    <a:cubicBezTo>
                      <a:pt x="466" y="501"/>
                      <a:pt x="468" y="502"/>
                      <a:pt x="470" y="503"/>
                    </a:cubicBezTo>
                    <a:cubicBezTo>
                      <a:pt x="474" y="504"/>
                      <a:pt x="477" y="504"/>
                      <a:pt x="480" y="505"/>
                    </a:cubicBezTo>
                    <a:cubicBezTo>
                      <a:pt x="482" y="506"/>
                      <a:pt x="484" y="506"/>
                      <a:pt x="486" y="507"/>
                    </a:cubicBezTo>
                    <a:cubicBezTo>
                      <a:pt x="490" y="508"/>
                      <a:pt x="495" y="509"/>
                      <a:pt x="499" y="510"/>
                    </a:cubicBezTo>
                    <a:cubicBezTo>
                      <a:pt x="501" y="510"/>
                      <a:pt x="503" y="511"/>
                      <a:pt x="505" y="511"/>
                    </a:cubicBezTo>
                    <a:cubicBezTo>
                      <a:pt x="511" y="512"/>
                      <a:pt x="517" y="513"/>
                      <a:pt x="523" y="514"/>
                    </a:cubicBezTo>
                    <a:lnTo>
                      <a:pt x="573" y="541"/>
                    </a:lnTo>
                    <a:close/>
                    <a:moveTo>
                      <a:pt x="50" y="182"/>
                    </a:moveTo>
                    <a:cubicBezTo>
                      <a:pt x="50" y="161"/>
                      <a:pt x="51" y="140"/>
                      <a:pt x="53" y="120"/>
                    </a:cubicBezTo>
                    <a:cubicBezTo>
                      <a:pt x="53" y="118"/>
                      <a:pt x="53" y="116"/>
                      <a:pt x="54" y="115"/>
                    </a:cubicBez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112"/>
                      <a:pt x="54" y="111"/>
                      <a:pt x="55" y="109"/>
                    </a:cubicBezTo>
                    <a:cubicBezTo>
                      <a:pt x="55" y="109"/>
                      <a:pt x="55" y="109"/>
                      <a:pt x="55" y="109"/>
                    </a:cubicBezTo>
                    <a:cubicBezTo>
                      <a:pt x="55" y="108"/>
                      <a:pt x="56" y="107"/>
                      <a:pt x="56" y="106"/>
                    </a:cubicBezTo>
                    <a:cubicBezTo>
                      <a:pt x="56" y="105"/>
                      <a:pt x="57" y="104"/>
                      <a:pt x="57" y="104"/>
                    </a:cubicBezTo>
                    <a:cubicBezTo>
                      <a:pt x="57" y="103"/>
                      <a:pt x="58" y="103"/>
                      <a:pt x="58" y="102"/>
                    </a:cubicBezTo>
                    <a:cubicBezTo>
                      <a:pt x="58" y="102"/>
                      <a:pt x="58" y="101"/>
                      <a:pt x="59" y="101"/>
                    </a:cubicBezTo>
                    <a:cubicBezTo>
                      <a:pt x="59" y="100"/>
                      <a:pt x="59" y="100"/>
                      <a:pt x="60" y="99"/>
                    </a:cubicBezTo>
                    <a:cubicBezTo>
                      <a:pt x="60" y="99"/>
                      <a:pt x="60" y="98"/>
                      <a:pt x="61" y="98"/>
                    </a:cubicBezTo>
                    <a:cubicBezTo>
                      <a:pt x="61" y="97"/>
                      <a:pt x="62" y="97"/>
                      <a:pt x="62" y="96"/>
                    </a:cubicBezTo>
                    <a:cubicBezTo>
                      <a:pt x="63" y="96"/>
                      <a:pt x="63" y="95"/>
                      <a:pt x="64" y="95"/>
                    </a:cubicBezTo>
                    <a:cubicBezTo>
                      <a:pt x="64" y="94"/>
                      <a:pt x="65" y="94"/>
                      <a:pt x="65" y="93"/>
                    </a:cubicBezTo>
                    <a:cubicBezTo>
                      <a:pt x="66" y="92"/>
                      <a:pt x="68" y="91"/>
                      <a:pt x="69" y="90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6" y="29"/>
                      <a:pt x="157" y="29"/>
                      <a:pt x="158" y="28"/>
                    </a:cubicBezTo>
                    <a:cubicBezTo>
                      <a:pt x="158" y="28"/>
                      <a:pt x="159" y="28"/>
                      <a:pt x="159" y="28"/>
                    </a:cubicBezTo>
                    <a:cubicBezTo>
                      <a:pt x="160" y="27"/>
                      <a:pt x="162" y="27"/>
                      <a:pt x="163" y="27"/>
                    </a:cubicBezTo>
                    <a:cubicBezTo>
                      <a:pt x="164" y="27"/>
                      <a:pt x="166" y="27"/>
                      <a:pt x="167" y="27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70" y="27"/>
                      <a:pt x="171" y="27"/>
                      <a:pt x="173" y="27"/>
                    </a:cubicBezTo>
                    <a:cubicBezTo>
                      <a:pt x="173" y="27"/>
                      <a:pt x="173" y="27"/>
                      <a:pt x="173" y="27"/>
                    </a:cubicBezTo>
                    <a:cubicBezTo>
                      <a:pt x="174" y="27"/>
                      <a:pt x="175" y="28"/>
                      <a:pt x="176" y="28"/>
                    </a:cubicBezTo>
                    <a:cubicBezTo>
                      <a:pt x="177" y="28"/>
                      <a:pt x="179" y="29"/>
                      <a:pt x="180" y="29"/>
                    </a:cubicBezTo>
                    <a:cubicBezTo>
                      <a:pt x="181" y="30"/>
                      <a:pt x="181" y="30"/>
                      <a:pt x="182" y="30"/>
                    </a:cubicBezTo>
                    <a:cubicBezTo>
                      <a:pt x="132" y="3"/>
                      <a:pt x="132" y="3"/>
                      <a:pt x="132" y="3"/>
                    </a:cubicBezTo>
                    <a:cubicBezTo>
                      <a:pt x="132" y="3"/>
                      <a:pt x="132" y="3"/>
                      <a:pt x="131" y="3"/>
                    </a:cubicBezTo>
                    <a:cubicBezTo>
                      <a:pt x="131" y="2"/>
                      <a:pt x="131" y="2"/>
                      <a:pt x="130" y="2"/>
                    </a:cubicBezTo>
                    <a:cubicBezTo>
                      <a:pt x="129" y="2"/>
                      <a:pt x="128" y="1"/>
                      <a:pt x="127" y="1"/>
                    </a:cubicBezTo>
                    <a:cubicBezTo>
                      <a:pt x="126" y="1"/>
                      <a:pt x="126" y="1"/>
                      <a:pt x="126" y="1"/>
                    </a:cubicBezTo>
                    <a:cubicBezTo>
                      <a:pt x="125" y="0"/>
                      <a:pt x="124" y="0"/>
                      <a:pt x="124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2" y="0"/>
                      <a:pt x="120" y="0"/>
                      <a:pt x="119" y="0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6" y="0"/>
                      <a:pt x="115" y="0"/>
                      <a:pt x="113" y="0"/>
                    </a:cubicBezTo>
                    <a:cubicBezTo>
                      <a:pt x="112" y="0"/>
                      <a:pt x="111" y="0"/>
                      <a:pt x="109" y="1"/>
                    </a:cubicBezTo>
                    <a:cubicBezTo>
                      <a:pt x="109" y="1"/>
                      <a:pt x="109" y="1"/>
                      <a:pt x="108" y="1"/>
                    </a:cubicBezTo>
                    <a:cubicBezTo>
                      <a:pt x="107" y="1"/>
                      <a:pt x="107" y="2"/>
                      <a:pt x="106" y="2"/>
                    </a:cubicBezTo>
                    <a:cubicBezTo>
                      <a:pt x="106" y="2"/>
                      <a:pt x="105" y="2"/>
                      <a:pt x="105" y="2"/>
                    </a:cubicBezTo>
                    <a:cubicBezTo>
                      <a:pt x="20" y="63"/>
                      <a:pt x="20" y="63"/>
                      <a:pt x="20" y="63"/>
                    </a:cubicBezTo>
                    <a:cubicBezTo>
                      <a:pt x="18" y="64"/>
                      <a:pt x="17" y="65"/>
                      <a:pt x="15" y="66"/>
                    </a:cubicBezTo>
                    <a:cubicBezTo>
                      <a:pt x="15" y="67"/>
                      <a:pt x="15" y="67"/>
                      <a:pt x="15" y="67"/>
                    </a:cubicBezTo>
                    <a:cubicBezTo>
                      <a:pt x="15" y="67"/>
                      <a:pt x="14" y="67"/>
                      <a:pt x="14" y="68"/>
                    </a:cubicBezTo>
                    <a:cubicBezTo>
                      <a:pt x="14" y="68"/>
                      <a:pt x="13" y="69"/>
                      <a:pt x="12" y="69"/>
                    </a:cubicBezTo>
                    <a:cubicBezTo>
                      <a:pt x="12" y="70"/>
                      <a:pt x="12" y="70"/>
                      <a:pt x="12" y="70"/>
                    </a:cubicBezTo>
                    <a:cubicBezTo>
                      <a:pt x="12" y="70"/>
                      <a:pt x="11" y="71"/>
                      <a:pt x="11" y="71"/>
                    </a:cubicBezTo>
                    <a:cubicBezTo>
                      <a:pt x="11" y="71"/>
                      <a:pt x="10" y="72"/>
                      <a:pt x="10" y="72"/>
                    </a:cubicBezTo>
                    <a:cubicBezTo>
                      <a:pt x="10" y="72"/>
                      <a:pt x="10" y="72"/>
                      <a:pt x="10" y="73"/>
                    </a:cubicBezTo>
                    <a:cubicBezTo>
                      <a:pt x="9" y="73"/>
                      <a:pt x="9" y="73"/>
                      <a:pt x="9" y="74"/>
                    </a:cubicBezTo>
                    <a:cubicBezTo>
                      <a:pt x="9" y="74"/>
                      <a:pt x="8" y="75"/>
                      <a:pt x="8" y="75"/>
                    </a:cubicBezTo>
                    <a:cubicBezTo>
                      <a:pt x="8" y="75"/>
                      <a:pt x="8" y="75"/>
                      <a:pt x="8" y="76"/>
                    </a:cubicBezTo>
                    <a:cubicBezTo>
                      <a:pt x="8" y="76"/>
                      <a:pt x="8" y="76"/>
                      <a:pt x="7" y="77"/>
                    </a:cubicBezTo>
                    <a:cubicBezTo>
                      <a:pt x="7" y="77"/>
                      <a:pt x="7" y="78"/>
                      <a:pt x="6" y="79"/>
                    </a:cubicBezTo>
                    <a:cubicBezTo>
                      <a:pt x="6" y="79"/>
                      <a:pt x="6" y="79"/>
                      <a:pt x="6" y="80"/>
                    </a:cubicBezTo>
                    <a:cubicBezTo>
                      <a:pt x="6" y="80"/>
                      <a:pt x="5" y="81"/>
                      <a:pt x="5" y="82"/>
                    </a:cubicBezTo>
                    <a:cubicBezTo>
                      <a:pt x="5" y="82"/>
                      <a:pt x="5" y="82"/>
                      <a:pt x="5" y="82"/>
                    </a:cubicBezTo>
                    <a:cubicBezTo>
                      <a:pt x="5" y="84"/>
                      <a:pt x="4" y="85"/>
                      <a:pt x="4" y="87"/>
                    </a:cubicBezTo>
                    <a:cubicBezTo>
                      <a:pt x="4" y="87"/>
                      <a:pt x="4" y="87"/>
                      <a:pt x="4" y="88"/>
                    </a:cubicBezTo>
                    <a:cubicBezTo>
                      <a:pt x="4" y="89"/>
                      <a:pt x="3" y="91"/>
                      <a:pt x="3" y="93"/>
                    </a:cubicBezTo>
                    <a:cubicBezTo>
                      <a:pt x="1" y="113"/>
                      <a:pt x="0" y="134"/>
                      <a:pt x="0" y="155"/>
                    </a:cubicBezTo>
                    <a:cubicBezTo>
                      <a:pt x="0" y="395"/>
                      <a:pt x="116" y="590"/>
                      <a:pt x="291" y="685"/>
                    </a:cubicBezTo>
                    <a:cubicBezTo>
                      <a:pt x="341" y="712"/>
                      <a:pt x="341" y="712"/>
                      <a:pt x="341" y="712"/>
                    </a:cubicBezTo>
                    <a:cubicBezTo>
                      <a:pt x="166" y="617"/>
                      <a:pt x="50" y="422"/>
                      <a:pt x="50" y="182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0" name="lemon13-6"/>
              <p:cNvSpPr/>
              <p:nvPr/>
            </p:nvSpPr>
            <p:spPr bwMode="auto">
              <a:xfrm>
                <a:off x="4724003" y="3599291"/>
                <a:ext cx="1192188" cy="1695195"/>
              </a:xfrm>
              <a:custGeom>
                <a:avLst/>
                <a:gdLst>
                  <a:gd name="T0" fmla="*/ 114 w 524"/>
                  <a:gd name="T1" fmla="*/ 1 h 745"/>
                  <a:gd name="T2" fmla="*/ 137 w 524"/>
                  <a:gd name="T3" fmla="*/ 7 h 745"/>
                  <a:gd name="T4" fmla="*/ 205 w 524"/>
                  <a:gd name="T5" fmla="*/ 59 h 745"/>
                  <a:gd name="T6" fmla="*/ 215 w 524"/>
                  <a:gd name="T7" fmla="*/ 71 h 745"/>
                  <a:gd name="T8" fmla="*/ 216 w 524"/>
                  <a:gd name="T9" fmla="*/ 78 h 745"/>
                  <a:gd name="T10" fmla="*/ 214 w 524"/>
                  <a:gd name="T11" fmla="*/ 126 h 745"/>
                  <a:gd name="T12" fmla="*/ 524 w 524"/>
                  <a:gd name="T13" fmla="*/ 515 h 745"/>
                  <a:gd name="T14" fmla="*/ 496 w 524"/>
                  <a:gd name="T15" fmla="*/ 551 h 745"/>
                  <a:gd name="T16" fmla="*/ 474 w 524"/>
                  <a:gd name="T17" fmla="*/ 577 h 745"/>
                  <a:gd name="T18" fmla="*/ 464 w 524"/>
                  <a:gd name="T19" fmla="*/ 588 h 745"/>
                  <a:gd name="T20" fmla="*/ 445 w 524"/>
                  <a:gd name="T21" fmla="*/ 621 h 745"/>
                  <a:gd name="T22" fmla="*/ 442 w 524"/>
                  <a:gd name="T23" fmla="*/ 657 h 745"/>
                  <a:gd name="T24" fmla="*/ 446 w 524"/>
                  <a:gd name="T25" fmla="*/ 671 h 745"/>
                  <a:gd name="T26" fmla="*/ 455 w 524"/>
                  <a:gd name="T27" fmla="*/ 703 h 745"/>
                  <a:gd name="T28" fmla="*/ 470 w 524"/>
                  <a:gd name="T29" fmla="*/ 745 h 745"/>
                  <a:gd name="T30" fmla="*/ 1 w 524"/>
                  <a:gd name="T31" fmla="*/ 156 h 745"/>
                  <a:gd name="T32" fmla="*/ 4 w 524"/>
                  <a:gd name="T33" fmla="*/ 94 h 745"/>
                  <a:gd name="T34" fmla="*/ 20 w 524"/>
                  <a:gd name="T35" fmla="*/ 64 h 745"/>
                  <a:gd name="T36" fmla="*/ 106 w 524"/>
                  <a:gd name="T37" fmla="*/ 3 h 745"/>
                  <a:gd name="T38" fmla="*/ 114 w 524"/>
                  <a:gd name="T39" fmla="*/ 1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24" h="745">
                    <a:moveTo>
                      <a:pt x="114" y="1"/>
                    </a:moveTo>
                    <a:cubicBezTo>
                      <a:pt x="122" y="0"/>
                      <a:pt x="132" y="2"/>
                      <a:pt x="137" y="7"/>
                    </a:cubicBezTo>
                    <a:cubicBezTo>
                      <a:pt x="205" y="59"/>
                      <a:pt x="205" y="59"/>
                      <a:pt x="205" y="59"/>
                    </a:cubicBezTo>
                    <a:cubicBezTo>
                      <a:pt x="209" y="62"/>
                      <a:pt x="212" y="66"/>
                      <a:pt x="215" y="71"/>
                    </a:cubicBezTo>
                    <a:cubicBezTo>
                      <a:pt x="215" y="72"/>
                      <a:pt x="216" y="76"/>
                      <a:pt x="216" y="78"/>
                    </a:cubicBezTo>
                    <a:cubicBezTo>
                      <a:pt x="214" y="94"/>
                      <a:pt x="214" y="110"/>
                      <a:pt x="214" y="126"/>
                    </a:cubicBezTo>
                    <a:cubicBezTo>
                      <a:pt x="213" y="334"/>
                      <a:pt x="345" y="491"/>
                      <a:pt x="524" y="515"/>
                    </a:cubicBezTo>
                    <a:cubicBezTo>
                      <a:pt x="520" y="521"/>
                      <a:pt x="509" y="536"/>
                      <a:pt x="496" y="551"/>
                    </a:cubicBezTo>
                    <a:cubicBezTo>
                      <a:pt x="489" y="561"/>
                      <a:pt x="481" y="570"/>
                      <a:pt x="474" y="577"/>
                    </a:cubicBezTo>
                    <a:cubicBezTo>
                      <a:pt x="468" y="584"/>
                      <a:pt x="464" y="588"/>
                      <a:pt x="464" y="588"/>
                    </a:cubicBezTo>
                    <a:cubicBezTo>
                      <a:pt x="456" y="597"/>
                      <a:pt x="449" y="608"/>
                      <a:pt x="445" y="621"/>
                    </a:cubicBezTo>
                    <a:cubicBezTo>
                      <a:pt x="441" y="633"/>
                      <a:pt x="440" y="646"/>
                      <a:pt x="442" y="657"/>
                    </a:cubicBezTo>
                    <a:cubicBezTo>
                      <a:pt x="442" y="657"/>
                      <a:pt x="444" y="662"/>
                      <a:pt x="446" y="671"/>
                    </a:cubicBezTo>
                    <a:cubicBezTo>
                      <a:pt x="448" y="680"/>
                      <a:pt x="452" y="692"/>
                      <a:pt x="455" y="703"/>
                    </a:cubicBezTo>
                    <a:cubicBezTo>
                      <a:pt x="460" y="720"/>
                      <a:pt x="467" y="736"/>
                      <a:pt x="470" y="745"/>
                    </a:cubicBezTo>
                    <a:cubicBezTo>
                      <a:pt x="200" y="707"/>
                      <a:pt x="0" y="471"/>
                      <a:pt x="1" y="156"/>
                    </a:cubicBezTo>
                    <a:cubicBezTo>
                      <a:pt x="1" y="135"/>
                      <a:pt x="2" y="114"/>
                      <a:pt x="4" y="94"/>
                    </a:cubicBezTo>
                    <a:cubicBezTo>
                      <a:pt x="6" y="78"/>
                      <a:pt x="10" y="72"/>
                      <a:pt x="20" y="64"/>
                    </a:cubicBezTo>
                    <a:cubicBezTo>
                      <a:pt x="106" y="3"/>
                      <a:pt x="106" y="3"/>
                      <a:pt x="106" y="3"/>
                    </a:cubicBezTo>
                    <a:cubicBezTo>
                      <a:pt x="108" y="2"/>
                      <a:pt x="111" y="1"/>
                      <a:pt x="1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 rot="16852807">
              <a:off x="5948208" y="5668398"/>
              <a:ext cx="3685174" cy="3059885"/>
              <a:chOff x="4658092" y="2141146"/>
              <a:chExt cx="1792327" cy="1488210"/>
            </a:xfrm>
          </p:grpSpPr>
          <p:sp>
            <p:nvSpPr>
              <p:cNvPr id="7" name="lemon13-7"/>
              <p:cNvSpPr/>
              <p:nvPr/>
            </p:nvSpPr>
            <p:spPr bwMode="auto">
              <a:xfrm>
                <a:off x="4772568" y="2202432"/>
                <a:ext cx="1677851" cy="1426924"/>
              </a:xfrm>
              <a:custGeom>
                <a:avLst/>
                <a:gdLst>
                  <a:gd name="T0" fmla="*/ 608 w 738"/>
                  <a:gd name="T1" fmla="*/ 5 h 627"/>
                  <a:gd name="T2" fmla="*/ 665 w 738"/>
                  <a:gd name="T3" fmla="*/ 0 h 627"/>
                  <a:gd name="T4" fmla="*/ 690 w 738"/>
                  <a:gd name="T5" fmla="*/ 14 h 627"/>
                  <a:gd name="T6" fmla="*/ 735 w 738"/>
                  <a:gd name="T7" fmla="*/ 100 h 627"/>
                  <a:gd name="T8" fmla="*/ 727 w 738"/>
                  <a:gd name="T9" fmla="*/ 136 h 627"/>
                  <a:gd name="T10" fmla="*/ 670 w 738"/>
                  <a:gd name="T11" fmla="*/ 216 h 627"/>
                  <a:gd name="T12" fmla="*/ 658 w 738"/>
                  <a:gd name="T13" fmla="*/ 229 h 627"/>
                  <a:gd name="T14" fmla="*/ 652 w 738"/>
                  <a:gd name="T15" fmla="*/ 231 h 627"/>
                  <a:gd name="T16" fmla="*/ 607 w 738"/>
                  <a:gd name="T17" fmla="*/ 235 h 627"/>
                  <a:gd name="T18" fmla="*/ 206 w 738"/>
                  <a:gd name="T19" fmla="*/ 627 h 627"/>
                  <a:gd name="T20" fmla="*/ 176 w 738"/>
                  <a:gd name="T21" fmla="*/ 602 h 627"/>
                  <a:gd name="T22" fmla="*/ 155 w 738"/>
                  <a:gd name="T23" fmla="*/ 581 h 627"/>
                  <a:gd name="T24" fmla="*/ 146 w 738"/>
                  <a:gd name="T25" fmla="*/ 571 h 627"/>
                  <a:gd name="T26" fmla="*/ 118 w 738"/>
                  <a:gd name="T27" fmla="*/ 555 h 627"/>
                  <a:gd name="T28" fmla="*/ 96 w 738"/>
                  <a:gd name="T29" fmla="*/ 553 h 627"/>
                  <a:gd name="T30" fmla="*/ 85 w 738"/>
                  <a:gd name="T31" fmla="*/ 556 h 627"/>
                  <a:gd name="T32" fmla="*/ 71 w 738"/>
                  <a:gd name="T33" fmla="*/ 562 h 627"/>
                  <a:gd name="T34" fmla="*/ 40 w 738"/>
                  <a:gd name="T35" fmla="*/ 577 h 627"/>
                  <a:gd name="T36" fmla="*/ 0 w 738"/>
                  <a:gd name="T37" fmla="*/ 598 h 627"/>
                  <a:gd name="T38" fmla="*/ 608 w 738"/>
                  <a:gd name="T39" fmla="*/ 5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38" h="627">
                    <a:moveTo>
                      <a:pt x="608" y="5"/>
                    </a:moveTo>
                    <a:cubicBezTo>
                      <a:pt x="627" y="3"/>
                      <a:pt x="646" y="1"/>
                      <a:pt x="665" y="0"/>
                    </a:cubicBezTo>
                    <a:cubicBezTo>
                      <a:pt x="680" y="0"/>
                      <a:pt x="684" y="4"/>
                      <a:pt x="690" y="14"/>
                    </a:cubicBezTo>
                    <a:cubicBezTo>
                      <a:pt x="735" y="100"/>
                      <a:pt x="735" y="100"/>
                      <a:pt x="735" y="100"/>
                    </a:cubicBezTo>
                    <a:cubicBezTo>
                      <a:pt x="738" y="111"/>
                      <a:pt x="735" y="126"/>
                      <a:pt x="727" y="136"/>
                    </a:cubicBezTo>
                    <a:cubicBezTo>
                      <a:pt x="670" y="216"/>
                      <a:pt x="670" y="216"/>
                      <a:pt x="670" y="216"/>
                    </a:cubicBezTo>
                    <a:cubicBezTo>
                      <a:pt x="668" y="221"/>
                      <a:pt x="663" y="226"/>
                      <a:pt x="658" y="229"/>
                    </a:cubicBezTo>
                    <a:cubicBezTo>
                      <a:pt x="657" y="230"/>
                      <a:pt x="653" y="231"/>
                      <a:pt x="652" y="231"/>
                    </a:cubicBezTo>
                    <a:cubicBezTo>
                      <a:pt x="637" y="232"/>
                      <a:pt x="622" y="233"/>
                      <a:pt x="607" y="235"/>
                    </a:cubicBezTo>
                    <a:cubicBezTo>
                      <a:pt x="414" y="262"/>
                      <a:pt x="252" y="428"/>
                      <a:pt x="206" y="627"/>
                    </a:cubicBezTo>
                    <a:cubicBezTo>
                      <a:pt x="201" y="623"/>
                      <a:pt x="188" y="613"/>
                      <a:pt x="176" y="602"/>
                    </a:cubicBezTo>
                    <a:cubicBezTo>
                      <a:pt x="168" y="594"/>
                      <a:pt x="161" y="587"/>
                      <a:pt x="155" y="581"/>
                    </a:cubicBezTo>
                    <a:cubicBezTo>
                      <a:pt x="149" y="575"/>
                      <a:pt x="146" y="571"/>
                      <a:pt x="146" y="571"/>
                    </a:cubicBezTo>
                    <a:cubicBezTo>
                      <a:pt x="139" y="563"/>
                      <a:pt x="129" y="558"/>
                      <a:pt x="118" y="555"/>
                    </a:cubicBezTo>
                    <a:cubicBezTo>
                      <a:pt x="111" y="553"/>
                      <a:pt x="103" y="552"/>
                      <a:pt x="96" y="553"/>
                    </a:cubicBezTo>
                    <a:cubicBezTo>
                      <a:pt x="92" y="554"/>
                      <a:pt x="89" y="555"/>
                      <a:pt x="85" y="556"/>
                    </a:cubicBezTo>
                    <a:cubicBezTo>
                      <a:pt x="85" y="556"/>
                      <a:pt x="80" y="559"/>
                      <a:pt x="71" y="562"/>
                    </a:cubicBezTo>
                    <a:cubicBezTo>
                      <a:pt x="63" y="566"/>
                      <a:pt x="51" y="571"/>
                      <a:pt x="40" y="577"/>
                    </a:cubicBezTo>
                    <a:cubicBezTo>
                      <a:pt x="24" y="584"/>
                      <a:pt x="8" y="593"/>
                      <a:pt x="0" y="598"/>
                    </a:cubicBezTo>
                    <a:cubicBezTo>
                      <a:pt x="70" y="297"/>
                      <a:pt x="316" y="47"/>
                      <a:pt x="608" y="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" name="lemon13-8"/>
              <p:cNvSpPr>
                <a:spLocks noEditPoints="1"/>
              </p:cNvSpPr>
              <p:nvPr/>
            </p:nvSpPr>
            <p:spPr bwMode="auto">
              <a:xfrm>
                <a:off x="4658092" y="2141146"/>
                <a:ext cx="1660506" cy="1488210"/>
              </a:xfrm>
              <a:custGeom>
                <a:avLst/>
                <a:gdLst>
                  <a:gd name="T0" fmla="*/ 729 w 730"/>
                  <a:gd name="T1" fmla="*/ 30 h 654"/>
                  <a:gd name="T2" fmla="*/ 724 w 730"/>
                  <a:gd name="T3" fmla="*/ 28 h 654"/>
                  <a:gd name="T4" fmla="*/ 720 w 730"/>
                  <a:gd name="T5" fmla="*/ 28 h 654"/>
                  <a:gd name="T6" fmla="*/ 715 w 730"/>
                  <a:gd name="T7" fmla="*/ 27 h 654"/>
                  <a:gd name="T8" fmla="*/ 658 w 730"/>
                  <a:gd name="T9" fmla="*/ 33 h 654"/>
                  <a:gd name="T10" fmla="*/ 628 w 730"/>
                  <a:gd name="T11" fmla="*/ 38 h 654"/>
                  <a:gd name="T12" fmla="*/ 604 w 730"/>
                  <a:gd name="T13" fmla="*/ 43 h 654"/>
                  <a:gd name="T14" fmla="*/ 581 w 730"/>
                  <a:gd name="T15" fmla="*/ 48 h 654"/>
                  <a:gd name="T16" fmla="*/ 559 w 730"/>
                  <a:gd name="T17" fmla="*/ 55 h 654"/>
                  <a:gd name="T18" fmla="*/ 538 w 730"/>
                  <a:gd name="T19" fmla="*/ 62 h 654"/>
                  <a:gd name="T20" fmla="*/ 516 w 730"/>
                  <a:gd name="T21" fmla="*/ 70 h 654"/>
                  <a:gd name="T22" fmla="*/ 495 w 730"/>
                  <a:gd name="T23" fmla="*/ 78 h 654"/>
                  <a:gd name="T24" fmla="*/ 123 w 730"/>
                  <a:gd name="T25" fmla="*/ 431 h 654"/>
                  <a:gd name="T26" fmla="*/ 110 w 730"/>
                  <a:gd name="T27" fmla="*/ 456 h 654"/>
                  <a:gd name="T28" fmla="*/ 98 w 730"/>
                  <a:gd name="T29" fmla="*/ 483 h 654"/>
                  <a:gd name="T30" fmla="*/ 87 w 730"/>
                  <a:gd name="T31" fmla="*/ 509 h 654"/>
                  <a:gd name="T32" fmla="*/ 76 w 730"/>
                  <a:gd name="T33" fmla="*/ 537 h 654"/>
                  <a:gd name="T34" fmla="*/ 67 w 730"/>
                  <a:gd name="T35" fmla="*/ 563 h 654"/>
                  <a:gd name="T36" fmla="*/ 59 w 730"/>
                  <a:gd name="T37" fmla="*/ 590 h 654"/>
                  <a:gd name="T38" fmla="*/ 50 w 730"/>
                  <a:gd name="T39" fmla="*/ 625 h 654"/>
                  <a:gd name="T40" fmla="*/ 7 w 730"/>
                  <a:gd name="T41" fmla="*/ 572 h 654"/>
                  <a:gd name="T42" fmla="*/ 15 w 730"/>
                  <a:gd name="T43" fmla="*/ 546 h 654"/>
                  <a:gd name="T44" fmla="*/ 23 w 730"/>
                  <a:gd name="T45" fmla="*/ 520 h 654"/>
                  <a:gd name="T46" fmla="*/ 29 w 730"/>
                  <a:gd name="T47" fmla="*/ 504 h 654"/>
                  <a:gd name="T48" fmla="*/ 37 w 730"/>
                  <a:gd name="T49" fmla="*/ 482 h 654"/>
                  <a:gd name="T50" fmla="*/ 48 w 730"/>
                  <a:gd name="T51" fmla="*/ 456 h 654"/>
                  <a:gd name="T52" fmla="*/ 60 w 730"/>
                  <a:gd name="T53" fmla="*/ 429 h 654"/>
                  <a:gd name="T54" fmla="*/ 73 w 730"/>
                  <a:gd name="T55" fmla="*/ 404 h 654"/>
                  <a:gd name="T56" fmla="*/ 76 w 730"/>
                  <a:gd name="T57" fmla="*/ 398 h 654"/>
                  <a:gd name="T58" fmla="*/ 425 w 730"/>
                  <a:gd name="T59" fmla="*/ 61 h 654"/>
                  <a:gd name="T60" fmla="*/ 442 w 730"/>
                  <a:gd name="T61" fmla="*/ 53 h 654"/>
                  <a:gd name="T62" fmla="*/ 467 w 730"/>
                  <a:gd name="T63" fmla="*/ 43 h 654"/>
                  <a:gd name="T64" fmla="*/ 488 w 730"/>
                  <a:gd name="T65" fmla="*/ 35 h 654"/>
                  <a:gd name="T66" fmla="*/ 510 w 730"/>
                  <a:gd name="T67" fmla="*/ 28 h 654"/>
                  <a:gd name="T68" fmla="*/ 532 w 730"/>
                  <a:gd name="T69" fmla="*/ 21 h 654"/>
                  <a:gd name="T70" fmla="*/ 555 w 730"/>
                  <a:gd name="T71" fmla="*/ 16 h 654"/>
                  <a:gd name="T72" fmla="*/ 578 w 730"/>
                  <a:gd name="T73" fmla="*/ 11 h 654"/>
                  <a:gd name="T74" fmla="*/ 608 w 730"/>
                  <a:gd name="T75" fmla="*/ 6 h 654"/>
                  <a:gd name="T76" fmla="*/ 665 w 730"/>
                  <a:gd name="T77" fmla="*/ 0 h 654"/>
                  <a:gd name="T78" fmla="*/ 670 w 730"/>
                  <a:gd name="T79" fmla="*/ 1 h 654"/>
                  <a:gd name="T80" fmla="*/ 674 w 730"/>
                  <a:gd name="T81" fmla="*/ 1 h 654"/>
                  <a:gd name="T82" fmla="*/ 677 w 730"/>
                  <a:gd name="T83" fmla="*/ 2 h 654"/>
                  <a:gd name="T84" fmla="*/ 680 w 730"/>
                  <a:gd name="T85" fmla="*/ 3 h 654"/>
                  <a:gd name="T86" fmla="*/ 730 w 730"/>
                  <a:gd name="T87" fmla="*/ 30 h 654"/>
                  <a:gd name="T88" fmla="*/ 196 w 730"/>
                  <a:gd name="T89" fmla="*/ 598 h 654"/>
                  <a:gd name="T90" fmla="*/ 190 w 730"/>
                  <a:gd name="T91" fmla="*/ 592 h 654"/>
                  <a:gd name="T92" fmla="*/ 183 w 730"/>
                  <a:gd name="T93" fmla="*/ 588 h 654"/>
                  <a:gd name="T94" fmla="*/ 155 w 730"/>
                  <a:gd name="T95" fmla="*/ 580 h 654"/>
                  <a:gd name="T96" fmla="*/ 176 w 730"/>
                  <a:gd name="T97" fmla="*/ 602 h 654"/>
                  <a:gd name="T98" fmla="*/ 256 w 730"/>
                  <a:gd name="T99" fmla="*/ 654 h 654"/>
                  <a:gd name="T100" fmla="*/ 205 w 730"/>
                  <a:gd name="T101" fmla="*/ 608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30" h="654">
                    <a:moveTo>
                      <a:pt x="730" y="30"/>
                    </a:moveTo>
                    <a:cubicBezTo>
                      <a:pt x="730" y="30"/>
                      <a:pt x="729" y="30"/>
                      <a:pt x="729" y="30"/>
                    </a:cubicBezTo>
                    <a:cubicBezTo>
                      <a:pt x="728" y="29"/>
                      <a:pt x="727" y="29"/>
                      <a:pt x="726" y="29"/>
                    </a:cubicBezTo>
                    <a:cubicBezTo>
                      <a:pt x="725" y="29"/>
                      <a:pt x="725" y="28"/>
                      <a:pt x="724" y="28"/>
                    </a:cubicBezTo>
                    <a:cubicBezTo>
                      <a:pt x="724" y="28"/>
                      <a:pt x="724" y="28"/>
                      <a:pt x="724" y="28"/>
                    </a:cubicBezTo>
                    <a:cubicBezTo>
                      <a:pt x="722" y="28"/>
                      <a:pt x="721" y="28"/>
                      <a:pt x="720" y="28"/>
                    </a:cubicBezTo>
                    <a:cubicBezTo>
                      <a:pt x="720" y="28"/>
                      <a:pt x="719" y="28"/>
                      <a:pt x="719" y="27"/>
                    </a:cubicBezTo>
                    <a:cubicBezTo>
                      <a:pt x="718" y="27"/>
                      <a:pt x="716" y="27"/>
                      <a:pt x="715" y="27"/>
                    </a:cubicBezTo>
                    <a:cubicBezTo>
                      <a:pt x="696" y="28"/>
                      <a:pt x="677" y="30"/>
                      <a:pt x="658" y="32"/>
                    </a:cubicBezTo>
                    <a:cubicBezTo>
                      <a:pt x="658" y="32"/>
                      <a:pt x="658" y="32"/>
                      <a:pt x="658" y="33"/>
                    </a:cubicBezTo>
                    <a:cubicBezTo>
                      <a:pt x="650" y="34"/>
                      <a:pt x="643" y="35"/>
                      <a:pt x="635" y="36"/>
                    </a:cubicBezTo>
                    <a:cubicBezTo>
                      <a:pt x="633" y="37"/>
                      <a:pt x="630" y="37"/>
                      <a:pt x="628" y="38"/>
                    </a:cubicBezTo>
                    <a:cubicBezTo>
                      <a:pt x="623" y="39"/>
                      <a:pt x="618" y="39"/>
                      <a:pt x="613" y="41"/>
                    </a:cubicBezTo>
                    <a:cubicBezTo>
                      <a:pt x="610" y="41"/>
                      <a:pt x="607" y="42"/>
                      <a:pt x="604" y="43"/>
                    </a:cubicBezTo>
                    <a:cubicBezTo>
                      <a:pt x="600" y="44"/>
                      <a:pt x="595" y="45"/>
                      <a:pt x="591" y="46"/>
                    </a:cubicBezTo>
                    <a:cubicBezTo>
                      <a:pt x="588" y="47"/>
                      <a:pt x="585" y="47"/>
                      <a:pt x="581" y="48"/>
                    </a:cubicBezTo>
                    <a:cubicBezTo>
                      <a:pt x="577" y="49"/>
                      <a:pt x="573" y="51"/>
                      <a:pt x="569" y="52"/>
                    </a:cubicBezTo>
                    <a:cubicBezTo>
                      <a:pt x="566" y="53"/>
                      <a:pt x="562" y="54"/>
                      <a:pt x="559" y="55"/>
                    </a:cubicBezTo>
                    <a:cubicBezTo>
                      <a:pt x="555" y="56"/>
                      <a:pt x="551" y="57"/>
                      <a:pt x="547" y="59"/>
                    </a:cubicBezTo>
                    <a:cubicBezTo>
                      <a:pt x="544" y="60"/>
                      <a:pt x="541" y="61"/>
                      <a:pt x="538" y="62"/>
                    </a:cubicBezTo>
                    <a:cubicBezTo>
                      <a:pt x="533" y="63"/>
                      <a:pt x="529" y="65"/>
                      <a:pt x="525" y="66"/>
                    </a:cubicBezTo>
                    <a:cubicBezTo>
                      <a:pt x="522" y="67"/>
                      <a:pt x="519" y="69"/>
                      <a:pt x="516" y="70"/>
                    </a:cubicBezTo>
                    <a:cubicBezTo>
                      <a:pt x="512" y="71"/>
                      <a:pt x="508" y="73"/>
                      <a:pt x="503" y="75"/>
                    </a:cubicBezTo>
                    <a:cubicBezTo>
                      <a:pt x="501" y="76"/>
                      <a:pt x="498" y="77"/>
                      <a:pt x="495" y="78"/>
                    </a:cubicBezTo>
                    <a:cubicBezTo>
                      <a:pt x="489" y="81"/>
                      <a:pt x="483" y="84"/>
                      <a:pt x="477" y="86"/>
                    </a:cubicBezTo>
                    <a:cubicBezTo>
                      <a:pt x="328" y="155"/>
                      <a:pt x="203" y="279"/>
                      <a:pt x="123" y="431"/>
                    </a:cubicBezTo>
                    <a:cubicBezTo>
                      <a:pt x="121" y="435"/>
                      <a:pt x="118" y="439"/>
                      <a:pt x="116" y="444"/>
                    </a:cubicBezTo>
                    <a:cubicBezTo>
                      <a:pt x="114" y="448"/>
                      <a:pt x="112" y="452"/>
                      <a:pt x="110" y="456"/>
                    </a:cubicBezTo>
                    <a:cubicBezTo>
                      <a:pt x="108" y="461"/>
                      <a:pt x="106" y="465"/>
                      <a:pt x="104" y="469"/>
                    </a:cubicBezTo>
                    <a:cubicBezTo>
                      <a:pt x="102" y="474"/>
                      <a:pt x="100" y="478"/>
                      <a:pt x="98" y="483"/>
                    </a:cubicBezTo>
                    <a:cubicBezTo>
                      <a:pt x="96" y="487"/>
                      <a:pt x="94" y="491"/>
                      <a:pt x="92" y="496"/>
                    </a:cubicBezTo>
                    <a:cubicBezTo>
                      <a:pt x="90" y="500"/>
                      <a:pt x="88" y="505"/>
                      <a:pt x="87" y="509"/>
                    </a:cubicBezTo>
                    <a:cubicBezTo>
                      <a:pt x="85" y="514"/>
                      <a:pt x="83" y="518"/>
                      <a:pt x="81" y="523"/>
                    </a:cubicBezTo>
                    <a:cubicBezTo>
                      <a:pt x="80" y="527"/>
                      <a:pt x="78" y="532"/>
                      <a:pt x="76" y="537"/>
                    </a:cubicBezTo>
                    <a:cubicBezTo>
                      <a:pt x="75" y="540"/>
                      <a:pt x="74" y="543"/>
                      <a:pt x="73" y="547"/>
                    </a:cubicBezTo>
                    <a:cubicBezTo>
                      <a:pt x="71" y="552"/>
                      <a:pt x="69" y="558"/>
                      <a:pt x="67" y="563"/>
                    </a:cubicBezTo>
                    <a:cubicBezTo>
                      <a:pt x="66" y="566"/>
                      <a:pt x="65" y="569"/>
                      <a:pt x="64" y="573"/>
                    </a:cubicBezTo>
                    <a:cubicBezTo>
                      <a:pt x="62" y="579"/>
                      <a:pt x="61" y="584"/>
                      <a:pt x="59" y="590"/>
                    </a:cubicBezTo>
                    <a:cubicBezTo>
                      <a:pt x="58" y="593"/>
                      <a:pt x="57" y="596"/>
                      <a:pt x="57" y="599"/>
                    </a:cubicBezTo>
                    <a:cubicBezTo>
                      <a:pt x="54" y="607"/>
                      <a:pt x="52" y="616"/>
                      <a:pt x="50" y="625"/>
                    </a:cubicBezTo>
                    <a:cubicBezTo>
                      <a:pt x="0" y="598"/>
                      <a:pt x="0" y="598"/>
                      <a:pt x="0" y="598"/>
                    </a:cubicBezTo>
                    <a:cubicBezTo>
                      <a:pt x="3" y="589"/>
                      <a:pt x="5" y="580"/>
                      <a:pt x="7" y="572"/>
                    </a:cubicBezTo>
                    <a:cubicBezTo>
                      <a:pt x="8" y="569"/>
                      <a:pt x="9" y="566"/>
                      <a:pt x="9" y="563"/>
                    </a:cubicBezTo>
                    <a:cubicBezTo>
                      <a:pt x="11" y="557"/>
                      <a:pt x="13" y="552"/>
                      <a:pt x="15" y="546"/>
                    </a:cubicBezTo>
                    <a:cubicBezTo>
                      <a:pt x="16" y="542"/>
                      <a:pt x="17" y="539"/>
                      <a:pt x="18" y="536"/>
                    </a:cubicBezTo>
                    <a:cubicBezTo>
                      <a:pt x="19" y="531"/>
                      <a:pt x="21" y="525"/>
                      <a:pt x="23" y="520"/>
                    </a:cubicBezTo>
                    <a:cubicBezTo>
                      <a:pt x="24" y="516"/>
                      <a:pt x="25" y="513"/>
                      <a:pt x="26" y="510"/>
                    </a:cubicBezTo>
                    <a:cubicBezTo>
                      <a:pt x="27" y="508"/>
                      <a:pt x="28" y="506"/>
                      <a:pt x="29" y="504"/>
                    </a:cubicBezTo>
                    <a:cubicBezTo>
                      <a:pt x="30" y="501"/>
                      <a:pt x="31" y="498"/>
                      <a:pt x="32" y="496"/>
                    </a:cubicBezTo>
                    <a:cubicBezTo>
                      <a:pt x="33" y="491"/>
                      <a:pt x="35" y="487"/>
                      <a:pt x="37" y="482"/>
                    </a:cubicBezTo>
                    <a:cubicBezTo>
                      <a:pt x="39" y="478"/>
                      <a:pt x="41" y="473"/>
                      <a:pt x="42" y="469"/>
                    </a:cubicBezTo>
                    <a:cubicBezTo>
                      <a:pt x="44" y="464"/>
                      <a:pt x="46" y="460"/>
                      <a:pt x="48" y="456"/>
                    </a:cubicBezTo>
                    <a:cubicBezTo>
                      <a:pt x="50" y="451"/>
                      <a:pt x="52" y="447"/>
                      <a:pt x="54" y="442"/>
                    </a:cubicBezTo>
                    <a:cubicBezTo>
                      <a:pt x="56" y="438"/>
                      <a:pt x="58" y="434"/>
                      <a:pt x="60" y="429"/>
                    </a:cubicBezTo>
                    <a:cubicBezTo>
                      <a:pt x="62" y="425"/>
                      <a:pt x="64" y="421"/>
                      <a:pt x="67" y="417"/>
                    </a:cubicBezTo>
                    <a:cubicBezTo>
                      <a:pt x="69" y="412"/>
                      <a:pt x="71" y="408"/>
                      <a:pt x="73" y="404"/>
                    </a:cubicBezTo>
                    <a:cubicBezTo>
                      <a:pt x="74" y="402"/>
                      <a:pt x="75" y="400"/>
                      <a:pt x="76" y="398"/>
                    </a:cubicBezTo>
                    <a:cubicBezTo>
                      <a:pt x="76" y="398"/>
                      <a:pt x="76" y="398"/>
                      <a:pt x="76" y="398"/>
                    </a:cubicBezTo>
                    <a:cubicBezTo>
                      <a:pt x="156" y="251"/>
                      <a:pt x="279" y="129"/>
                      <a:pt x="425" y="61"/>
                    </a:cubicBezTo>
                    <a:cubicBezTo>
                      <a:pt x="425" y="61"/>
                      <a:pt x="425" y="61"/>
                      <a:pt x="425" y="61"/>
                    </a:cubicBezTo>
                    <a:cubicBezTo>
                      <a:pt x="425" y="60"/>
                      <a:pt x="426" y="60"/>
                      <a:pt x="426" y="60"/>
                    </a:cubicBezTo>
                    <a:cubicBezTo>
                      <a:pt x="432" y="58"/>
                      <a:pt x="437" y="55"/>
                      <a:pt x="442" y="53"/>
                    </a:cubicBezTo>
                    <a:cubicBezTo>
                      <a:pt x="446" y="51"/>
                      <a:pt x="450" y="50"/>
                      <a:pt x="454" y="48"/>
                    </a:cubicBezTo>
                    <a:cubicBezTo>
                      <a:pt x="458" y="46"/>
                      <a:pt x="463" y="44"/>
                      <a:pt x="467" y="43"/>
                    </a:cubicBezTo>
                    <a:cubicBezTo>
                      <a:pt x="470" y="41"/>
                      <a:pt x="473" y="40"/>
                      <a:pt x="476" y="39"/>
                    </a:cubicBezTo>
                    <a:cubicBezTo>
                      <a:pt x="480" y="38"/>
                      <a:pt x="484" y="36"/>
                      <a:pt x="488" y="35"/>
                    </a:cubicBezTo>
                    <a:cubicBezTo>
                      <a:pt x="491" y="34"/>
                      <a:pt x="495" y="33"/>
                      <a:pt x="498" y="32"/>
                    </a:cubicBezTo>
                    <a:cubicBezTo>
                      <a:pt x="502" y="30"/>
                      <a:pt x="506" y="29"/>
                      <a:pt x="510" y="28"/>
                    </a:cubicBezTo>
                    <a:cubicBezTo>
                      <a:pt x="513" y="27"/>
                      <a:pt x="516" y="26"/>
                      <a:pt x="519" y="25"/>
                    </a:cubicBezTo>
                    <a:cubicBezTo>
                      <a:pt x="524" y="24"/>
                      <a:pt x="528" y="22"/>
                      <a:pt x="532" y="21"/>
                    </a:cubicBezTo>
                    <a:cubicBezTo>
                      <a:pt x="535" y="20"/>
                      <a:pt x="538" y="20"/>
                      <a:pt x="541" y="19"/>
                    </a:cubicBezTo>
                    <a:cubicBezTo>
                      <a:pt x="546" y="18"/>
                      <a:pt x="550" y="17"/>
                      <a:pt x="555" y="16"/>
                    </a:cubicBezTo>
                    <a:cubicBezTo>
                      <a:pt x="558" y="15"/>
                      <a:pt x="560" y="14"/>
                      <a:pt x="563" y="14"/>
                    </a:cubicBezTo>
                    <a:cubicBezTo>
                      <a:pt x="568" y="12"/>
                      <a:pt x="573" y="11"/>
                      <a:pt x="578" y="11"/>
                    </a:cubicBezTo>
                    <a:cubicBezTo>
                      <a:pt x="581" y="10"/>
                      <a:pt x="583" y="10"/>
                      <a:pt x="586" y="9"/>
                    </a:cubicBezTo>
                    <a:cubicBezTo>
                      <a:pt x="593" y="8"/>
                      <a:pt x="601" y="7"/>
                      <a:pt x="608" y="6"/>
                    </a:cubicBezTo>
                    <a:cubicBezTo>
                      <a:pt x="608" y="6"/>
                      <a:pt x="608" y="5"/>
                      <a:pt x="608" y="5"/>
                    </a:cubicBezTo>
                    <a:cubicBezTo>
                      <a:pt x="627" y="3"/>
                      <a:pt x="646" y="1"/>
                      <a:pt x="665" y="0"/>
                    </a:cubicBezTo>
                    <a:cubicBezTo>
                      <a:pt x="667" y="0"/>
                      <a:pt x="668" y="0"/>
                      <a:pt x="669" y="0"/>
                    </a:cubicBezTo>
                    <a:cubicBezTo>
                      <a:pt x="670" y="1"/>
                      <a:pt x="670" y="1"/>
                      <a:pt x="670" y="1"/>
                    </a:cubicBezTo>
                    <a:cubicBezTo>
                      <a:pt x="672" y="1"/>
                      <a:pt x="673" y="1"/>
                      <a:pt x="674" y="1"/>
                    </a:cubicBezTo>
                    <a:cubicBezTo>
                      <a:pt x="674" y="1"/>
                      <a:pt x="674" y="1"/>
                      <a:pt x="674" y="1"/>
                    </a:cubicBezTo>
                    <a:cubicBezTo>
                      <a:pt x="675" y="1"/>
                      <a:pt x="675" y="1"/>
                      <a:pt x="676" y="1"/>
                    </a:cubicBezTo>
                    <a:cubicBezTo>
                      <a:pt x="676" y="2"/>
                      <a:pt x="676" y="2"/>
                      <a:pt x="677" y="2"/>
                    </a:cubicBezTo>
                    <a:cubicBezTo>
                      <a:pt x="677" y="2"/>
                      <a:pt x="678" y="2"/>
                      <a:pt x="679" y="3"/>
                    </a:cubicBezTo>
                    <a:cubicBezTo>
                      <a:pt x="679" y="3"/>
                      <a:pt x="680" y="3"/>
                      <a:pt x="680" y="3"/>
                    </a:cubicBezTo>
                    <a:cubicBezTo>
                      <a:pt x="680" y="3"/>
                      <a:pt x="680" y="3"/>
                      <a:pt x="681" y="3"/>
                    </a:cubicBezTo>
                    <a:lnTo>
                      <a:pt x="730" y="30"/>
                    </a:lnTo>
                    <a:close/>
                    <a:moveTo>
                      <a:pt x="205" y="608"/>
                    </a:moveTo>
                    <a:cubicBezTo>
                      <a:pt x="199" y="602"/>
                      <a:pt x="196" y="598"/>
                      <a:pt x="196" y="598"/>
                    </a:cubicBezTo>
                    <a:cubicBezTo>
                      <a:pt x="194" y="596"/>
                      <a:pt x="192" y="594"/>
                      <a:pt x="190" y="593"/>
                    </a:cubicBezTo>
                    <a:cubicBezTo>
                      <a:pt x="190" y="593"/>
                      <a:pt x="190" y="593"/>
                      <a:pt x="190" y="592"/>
                    </a:cubicBezTo>
                    <a:cubicBezTo>
                      <a:pt x="188" y="591"/>
                      <a:pt x="186" y="590"/>
                      <a:pt x="184" y="588"/>
                    </a:cubicBezTo>
                    <a:cubicBezTo>
                      <a:pt x="184" y="588"/>
                      <a:pt x="183" y="588"/>
                      <a:pt x="183" y="588"/>
                    </a:cubicBezTo>
                    <a:cubicBezTo>
                      <a:pt x="179" y="585"/>
                      <a:pt x="174" y="583"/>
                      <a:pt x="168" y="582"/>
                    </a:cubicBezTo>
                    <a:cubicBezTo>
                      <a:pt x="164" y="581"/>
                      <a:pt x="159" y="580"/>
                      <a:pt x="155" y="580"/>
                    </a:cubicBezTo>
                    <a:cubicBezTo>
                      <a:pt x="155" y="580"/>
                      <a:pt x="155" y="581"/>
                      <a:pt x="155" y="581"/>
                    </a:cubicBezTo>
                    <a:cubicBezTo>
                      <a:pt x="161" y="587"/>
                      <a:pt x="168" y="594"/>
                      <a:pt x="176" y="602"/>
                    </a:cubicBezTo>
                    <a:cubicBezTo>
                      <a:pt x="188" y="613"/>
                      <a:pt x="201" y="623"/>
                      <a:pt x="206" y="627"/>
                    </a:cubicBezTo>
                    <a:cubicBezTo>
                      <a:pt x="256" y="654"/>
                      <a:pt x="256" y="654"/>
                      <a:pt x="256" y="654"/>
                    </a:cubicBezTo>
                    <a:cubicBezTo>
                      <a:pt x="251" y="650"/>
                      <a:pt x="238" y="640"/>
                      <a:pt x="226" y="629"/>
                    </a:cubicBezTo>
                    <a:cubicBezTo>
                      <a:pt x="218" y="621"/>
                      <a:pt x="211" y="614"/>
                      <a:pt x="205" y="608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sp>
        <p:nvSpPr>
          <p:cNvPr id="15" name="lemon14"/>
          <p:cNvSpPr txBox="1"/>
          <p:nvPr/>
        </p:nvSpPr>
        <p:spPr>
          <a:xfrm rot="3469349">
            <a:off x="4116339" y="2463386"/>
            <a:ext cx="1801578" cy="946857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prstTxWarp prst="textArchUp">
              <a:avLst>
                <a:gd name="adj" fmla="val 11819555"/>
              </a:avLst>
            </a:prstTxWarp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增长领域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     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15"/>
          <p:cNvSpPr txBox="1"/>
          <p:nvPr/>
        </p:nvSpPr>
        <p:spPr>
          <a:xfrm rot="21266065">
            <a:off x="3687285" y="3706375"/>
            <a:ext cx="1801578" cy="946857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prstTxWarp prst="textArchDown">
              <a:avLst>
                <a:gd name="adj" fmla="val 523750"/>
              </a:avLst>
            </a:prstTxWarp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下阶段预期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  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16"/>
          <p:cNvSpPr txBox="1"/>
          <p:nvPr/>
        </p:nvSpPr>
        <p:spPr>
          <a:xfrm rot="19636005">
            <a:off x="2922303" y="2153732"/>
            <a:ext cx="1801578" cy="946857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prstTxWarp prst="textArchUp">
              <a:avLst>
                <a:gd name="adj" fmla="val 11819555"/>
              </a:avLst>
            </a:prstTxWarp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增长情况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      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17"/>
          <p:cNvSpPr txBox="1"/>
          <p:nvPr/>
        </p:nvSpPr>
        <p:spPr>
          <a:xfrm rot="4372589">
            <a:off x="2591724" y="2871612"/>
            <a:ext cx="1801578" cy="946857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prstTxWarp prst="textArchDown">
              <a:avLst>
                <a:gd name="adj" fmla="val 654185"/>
              </a:avLst>
            </a:prstTxWarp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利润下降部分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  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18"/>
          <p:cNvSpPr txBox="1"/>
          <p:nvPr/>
        </p:nvSpPr>
        <p:spPr>
          <a:xfrm>
            <a:off x="3032435" y="3065157"/>
            <a:ext cx="2640413" cy="1220457"/>
          </a:xfrm>
          <a:prstGeom prst="rect">
            <a:avLst/>
          </a:prstGeom>
        </p:spPr>
        <p:txBody>
          <a:bodyPr/>
          <a:lstStyle>
            <a:lvl1pPr algn="l" defTabSz="18281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利润情况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b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Profit situation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lemon19"/>
          <p:cNvSpPr/>
          <p:nvPr/>
        </p:nvSpPr>
        <p:spPr>
          <a:xfrm>
            <a:off x="3822198" y="2821876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lemon20"/>
          <p:cNvSpPr/>
          <p:nvPr/>
        </p:nvSpPr>
        <p:spPr>
          <a:xfrm>
            <a:off x="8353036" y="985529"/>
            <a:ext cx="3306920" cy="5394419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21"/>
          <p:cNvSpPr/>
          <p:nvPr/>
        </p:nvSpPr>
        <p:spPr>
          <a:xfrm>
            <a:off x="8484604" y="2385826"/>
            <a:ext cx="3120215" cy="99845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lemon22"/>
          <p:cNvSpPr/>
          <p:nvPr/>
        </p:nvSpPr>
        <p:spPr>
          <a:xfrm>
            <a:off x="8594310" y="2630439"/>
            <a:ext cx="1701633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23"/>
          <p:cNvSpPr/>
          <p:nvPr/>
        </p:nvSpPr>
        <p:spPr>
          <a:xfrm>
            <a:off x="8489717" y="1127474"/>
            <a:ext cx="3085707" cy="1128432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lemon24"/>
          <p:cNvSpPr/>
          <p:nvPr/>
        </p:nvSpPr>
        <p:spPr>
          <a:xfrm>
            <a:off x="8636924" y="1230542"/>
            <a:ext cx="2845597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lemon25"/>
          <p:cNvSpPr/>
          <p:nvPr/>
        </p:nvSpPr>
        <p:spPr>
          <a:xfrm>
            <a:off x="8633902" y="1238064"/>
            <a:ext cx="46452" cy="9273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lemon26"/>
          <p:cNvSpPr txBox="1"/>
          <p:nvPr/>
        </p:nvSpPr>
        <p:spPr>
          <a:xfrm>
            <a:off x="8866383" y="1350968"/>
            <a:ext cx="238994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xxx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电商平台销售数据表现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lemon27"/>
          <p:cNvSpPr txBox="1"/>
          <p:nvPr/>
        </p:nvSpPr>
        <p:spPr>
          <a:xfrm>
            <a:off x="10118227" y="2455452"/>
            <a:ext cx="1711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66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67" name="lemon28"/>
          <p:cNvSpPr/>
          <p:nvPr/>
        </p:nvSpPr>
        <p:spPr>
          <a:xfrm>
            <a:off x="8484603" y="3527255"/>
            <a:ext cx="3090821" cy="2753668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69" name="lemon29"/>
          <p:cNvGrpSpPr/>
          <p:nvPr/>
        </p:nvGrpSpPr>
        <p:grpSpPr>
          <a:xfrm>
            <a:off x="8736952" y="3627245"/>
            <a:ext cx="3274178" cy="2576952"/>
            <a:chOff x="1053215" y="966138"/>
            <a:chExt cx="6991678" cy="5502823"/>
          </a:xfrm>
        </p:grpSpPr>
        <p:sp>
          <p:nvSpPr>
            <p:cNvPr id="70" name="lemon29-1"/>
            <p:cNvSpPr/>
            <p:nvPr/>
          </p:nvSpPr>
          <p:spPr>
            <a:xfrm>
              <a:off x="3254460" y="3271516"/>
              <a:ext cx="944867" cy="944867"/>
            </a:xfrm>
            <a:prstGeom prst="ellipse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2"/>
                </a:gs>
              </a:gsLst>
              <a:lin ang="4200000" scaled="0"/>
            </a:gra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1" name="lemon29-2"/>
            <p:cNvSpPr/>
            <p:nvPr/>
          </p:nvSpPr>
          <p:spPr>
            <a:xfrm rot="16200000" flipH="1">
              <a:off x="2687103" y="4830485"/>
              <a:ext cx="2081021" cy="1195931"/>
            </a:xfrm>
            <a:prstGeom prst="notchedRightArrow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2" name="lemon29-3"/>
            <p:cNvSpPr/>
            <p:nvPr/>
          </p:nvSpPr>
          <p:spPr>
            <a:xfrm>
              <a:off x="3555215" y="4824510"/>
              <a:ext cx="343116" cy="343114"/>
            </a:xfrm>
            <a:prstGeom prst="ellipse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02</a:t>
              </a:r>
            </a:p>
          </p:txBody>
        </p:sp>
        <p:sp>
          <p:nvSpPr>
            <p:cNvPr id="74" name="lemon29-4"/>
            <p:cNvSpPr/>
            <p:nvPr/>
          </p:nvSpPr>
          <p:spPr>
            <a:xfrm rot="5400000" flipH="1" flipV="1">
              <a:off x="2653712" y="1442074"/>
              <a:ext cx="2147804" cy="1195931"/>
            </a:xfrm>
            <a:prstGeom prst="notchedRightArrow">
              <a:avLst/>
            </a:prstGeom>
            <a:solidFill>
              <a:schemeClr val="bg1"/>
            </a:solidFill>
            <a:ln w="254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5" name="lemon29-5"/>
            <p:cNvSpPr/>
            <p:nvPr/>
          </p:nvSpPr>
          <p:spPr>
            <a:xfrm>
              <a:off x="3549195" y="2309093"/>
              <a:ext cx="343116" cy="343114"/>
            </a:xfrm>
            <a:prstGeom prst="ellipse">
              <a:avLst/>
            </a:prstGeom>
            <a:solidFill>
              <a:schemeClr val="accent4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04</a:t>
              </a:r>
            </a:p>
          </p:txBody>
        </p:sp>
        <p:sp>
          <p:nvSpPr>
            <p:cNvPr id="77" name="lemon29-6"/>
            <p:cNvSpPr/>
            <p:nvPr/>
          </p:nvSpPr>
          <p:spPr>
            <a:xfrm>
              <a:off x="4325578" y="3150408"/>
              <a:ext cx="2085652" cy="1195931"/>
            </a:xfrm>
            <a:prstGeom prst="notchedRightArrow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8" name="lemon29-7"/>
            <p:cNvSpPr/>
            <p:nvPr/>
          </p:nvSpPr>
          <p:spPr>
            <a:xfrm>
              <a:off x="4763639" y="3562960"/>
              <a:ext cx="343116" cy="343114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01</a:t>
              </a:r>
            </a:p>
          </p:txBody>
        </p:sp>
        <p:sp>
          <p:nvSpPr>
            <p:cNvPr id="80" name="lemon29-8"/>
            <p:cNvSpPr/>
            <p:nvPr/>
          </p:nvSpPr>
          <p:spPr>
            <a:xfrm flipH="1">
              <a:off x="1053215" y="3150408"/>
              <a:ext cx="2085653" cy="1195931"/>
            </a:xfrm>
            <a:prstGeom prst="notchedRightArrow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1" name="lemon29-9"/>
            <p:cNvSpPr/>
            <p:nvPr/>
          </p:nvSpPr>
          <p:spPr>
            <a:xfrm>
              <a:off x="2393894" y="3562074"/>
              <a:ext cx="343116" cy="343114"/>
            </a:xfrm>
            <a:prstGeom prst="ellipse">
              <a:avLst/>
            </a:prstGeom>
            <a:solidFill>
              <a:schemeClr val="accent3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03</a:t>
              </a:r>
            </a:p>
          </p:txBody>
        </p:sp>
        <p:sp>
          <p:nvSpPr>
            <p:cNvPr id="84" name="lemon29-10"/>
            <p:cNvSpPr txBox="1"/>
            <p:nvPr/>
          </p:nvSpPr>
          <p:spPr>
            <a:xfrm>
              <a:off x="4588196" y="2169711"/>
              <a:ext cx="3456697" cy="59150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运动品牌打造</a:t>
              </a: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7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.</a:t>
              </a:r>
            </a:p>
          </p:txBody>
        </p:sp>
        <p:cxnSp>
          <p:nvCxnSpPr>
            <p:cNvPr id="86" name="lemon29-11"/>
            <p:cNvCxnSpPr/>
            <p:nvPr/>
          </p:nvCxnSpPr>
          <p:spPr>
            <a:xfrm>
              <a:off x="3849175" y="2478789"/>
              <a:ext cx="502443" cy="0"/>
            </a:xfrm>
            <a:prstGeom prst="line">
              <a:avLst/>
            </a:prstGeom>
            <a:ln w="12700">
              <a:solidFill>
                <a:schemeClr val="accent4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lemon29-12"/>
            <p:cNvCxnSpPr/>
            <p:nvPr/>
          </p:nvCxnSpPr>
          <p:spPr>
            <a:xfrm flipH="1">
              <a:off x="4923310" y="3889849"/>
              <a:ext cx="1613" cy="428819"/>
            </a:xfrm>
            <a:prstGeom prst="line">
              <a:avLst/>
            </a:prstGeom>
            <a:ln w="12700">
              <a:solidFill>
                <a:schemeClr val="accent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lemon29-13"/>
            <p:cNvCxnSpPr/>
            <p:nvPr/>
          </p:nvCxnSpPr>
          <p:spPr>
            <a:xfrm flipH="1">
              <a:off x="3052772" y="4996066"/>
              <a:ext cx="502443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lemon29-14"/>
            <p:cNvCxnSpPr/>
            <p:nvPr/>
          </p:nvCxnSpPr>
          <p:spPr>
            <a:xfrm flipH="1" flipV="1">
              <a:off x="2578854" y="3139268"/>
              <a:ext cx="1613" cy="428819"/>
            </a:xfrm>
            <a:prstGeom prst="line">
              <a:avLst/>
            </a:prstGeom>
            <a:ln w="12700">
              <a:solidFill>
                <a:schemeClr val="accent3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lemon30"/>
          <p:cNvSpPr/>
          <p:nvPr/>
        </p:nvSpPr>
        <p:spPr>
          <a:xfrm>
            <a:off x="2533182" y="5895001"/>
            <a:ext cx="1626056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40%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2" name="lemon31"/>
          <p:cNvSpPr/>
          <p:nvPr/>
        </p:nvSpPr>
        <p:spPr>
          <a:xfrm>
            <a:off x="4258813" y="5895001"/>
            <a:ext cx="1626056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lemon32"/>
          <p:cNvSpPr/>
          <p:nvPr/>
        </p:nvSpPr>
        <p:spPr>
          <a:xfrm>
            <a:off x="6348434" y="5895000"/>
            <a:ext cx="1626056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60%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4" name="lemon33"/>
          <p:cNvSpPr txBox="1"/>
          <p:nvPr/>
        </p:nvSpPr>
        <p:spPr>
          <a:xfrm>
            <a:off x="698923" y="4445703"/>
            <a:ext cx="1750304" cy="907603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服饰部分下降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年度，由于原材料成本下降，该部分利润呈现一定的下降趋势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5" name="lemon34"/>
          <p:cNvSpPr txBox="1"/>
          <p:nvPr/>
        </p:nvSpPr>
        <p:spPr>
          <a:xfrm>
            <a:off x="2005512" y="1128402"/>
            <a:ext cx="4923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电商平台销量实现重大突破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lemon35"/>
          <p:cNvSpPr txBox="1"/>
          <p:nvPr/>
        </p:nvSpPr>
        <p:spPr>
          <a:xfrm>
            <a:off x="6124648" y="4496655"/>
            <a:ext cx="1957548" cy="907603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持续优势巩固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年度，在体育、运动、户外、健康、生活等多个板块持续发力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98" name="lemon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0259" y="1589954"/>
            <a:ext cx="606033" cy="606033"/>
          </a:xfrm>
          <a:prstGeom prst="rect">
            <a:avLst/>
          </a:prstGeom>
        </p:spPr>
      </p:pic>
      <p:pic>
        <p:nvPicPr>
          <p:cNvPr id="100" name="lemon3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4634" y="4014092"/>
            <a:ext cx="555806" cy="555806"/>
          </a:xfrm>
          <a:prstGeom prst="rect">
            <a:avLst/>
          </a:prstGeom>
        </p:spPr>
      </p:pic>
      <p:pic>
        <p:nvPicPr>
          <p:cNvPr id="102" name="lemon3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0628" y="3998701"/>
            <a:ext cx="547550" cy="547550"/>
          </a:xfrm>
          <a:prstGeom prst="rect">
            <a:avLst/>
          </a:prstGeom>
        </p:spPr>
      </p:pic>
      <p:pic>
        <p:nvPicPr>
          <p:cNvPr id="104" name="lemon3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75630" y="1595555"/>
            <a:ext cx="614960" cy="614960"/>
          </a:xfrm>
          <a:prstGeom prst="rect">
            <a:avLst/>
          </a:prstGeom>
        </p:spPr>
      </p:pic>
      <p:pic>
        <p:nvPicPr>
          <p:cNvPr id="106" name="lemon40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22454" y="4742210"/>
            <a:ext cx="366337" cy="366337"/>
          </a:xfrm>
          <a:prstGeom prst="rect">
            <a:avLst/>
          </a:prstGeom>
        </p:spPr>
      </p:pic>
      <p:sp>
        <p:nvSpPr>
          <p:cNvPr id="107" name="lemon41"/>
          <p:cNvSpPr txBox="1"/>
          <p:nvPr/>
        </p:nvSpPr>
        <p:spPr>
          <a:xfrm>
            <a:off x="8909041" y="4254547"/>
            <a:ext cx="800833" cy="46705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发挥产品优势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8" name="lemon42"/>
          <p:cNvSpPr txBox="1"/>
          <p:nvPr/>
        </p:nvSpPr>
        <p:spPr>
          <a:xfrm>
            <a:off x="8703012" y="5368564"/>
            <a:ext cx="800833" cy="46705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开展职工培训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lemon43"/>
          <p:cNvSpPr txBox="1"/>
          <p:nvPr/>
        </p:nvSpPr>
        <p:spPr>
          <a:xfrm>
            <a:off x="10332961" y="5375978"/>
            <a:ext cx="800833" cy="46705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优化板块结构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lemon44"/>
          <p:cNvSpPr/>
          <p:nvPr/>
        </p:nvSpPr>
        <p:spPr>
          <a:xfrm>
            <a:off x="7363564" y="3564037"/>
            <a:ext cx="1269744" cy="688769"/>
          </a:xfrm>
          <a:prstGeom prst="wedgeRoundRectCallout">
            <a:avLst>
              <a:gd name="adj1" fmla="val 42632"/>
              <a:gd name="adj2" fmla="val 83925"/>
              <a:gd name="adj3" fmla="val 16667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lemon45"/>
          <p:cNvSpPr txBox="1"/>
          <p:nvPr/>
        </p:nvSpPr>
        <p:spPr>
          <a:xfrm>
            <a:off x="7460403" y="3629716"/>
            <a:ext cx="1142285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实现路径</a:t>
            </a:r>
          </a:p>
        </p:txBody>
      </p:sp>
      <p:sp>
        <p:nvSpPr>
          <p:cNvPr id="2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2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lemon1"/>
          <p:cNvSpPr/>
          <p:nvPr/>
        </p:nvSpPr>
        <p:spPr>
          <a:xfrm>
            <a:off x="496089" y="2345394"/>
            <a:ext cx="1604790" cy="1604790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ysDash"/>
            <a:miter lim="800000"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4" name="lemon2"/>
          <p:cNvSpPr/>
          <p:nvPr/>
        </p:nvSpPr>
        <p:spPr>
          <a:xfrm>
            <a:off x="2467531" y="4954017"/>
            <a:ext cx="1604790" cy="1604790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ysDash"/>
            <a:miter lim="800000"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3" name="lemon3"/>
          <p:cNvSpPr/>
          <p:nvPr/>
        </p:nvSpPr>
        <p:spPr>
          <a:xfrm>
            <a:off x="4444820" y="2346027"/>
            <a:ext cx="1604790" cy="1604790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ysDash"/>
            <a:miter lim="800000"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4"/>
          <p:cNvSpPr/>
          <p:nvPr/>
        </p:nvSpPr>
        <p:spPr>
          <a:xfrm>
            <a:off x="2598700" y="3423467"/>
            <a:ext cx="1353539" cy="1353539"/>
          </a:xfrm>
          <a:prstGeom prst="ellipse">
            <a:avLst/>
          </a:prstGeom>
          <a:solidFill>
            <a:schemeClr val="accent2"/>
          </a:solidFill>
          <a:ln w="12700" cap="flat">
            <a:noFill/>
            <a:prstDash val="sysDash"/>
            <a:miter lim="800000"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5"/>
          <p:cNvSpPr txBox="1"/>
          <p:nvPr/>
        </p:nvSpPr>
        <p:spPr>
          <a:xfrm>
            <a:off x="2664930" y="3732602"/>
            <a:ext cx="1211074" cy="7824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defTabSz="609600">
              <a:lnSpc>
                <a:spcPts val="2300"/>
              </a:lnSpc>
              <a:defRPr sz="2000" b="1">
                <a:latin typeface="Microsoft YaHei UI Bold"/>
                <a:ea typeface="Microsoft YaHei UI Bold"/>
                <a:cs typeface="Microsoft YaHei UI Bold"/>
                <a:sym typeface="Microsoft YaHei U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打造电商品牌扩展品类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6"/>
          <p:cNvSpPr/>
          <p:nvPr/>
        </p:nvSpPr>
        <p:spPr>
          <a:xfrm>
            <a:off x="621715" y="2471020"/>
            <a:ext cx="1353539" cy="1353539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/>
            </a:solidFill>
            <a:prstDash val="sysDash"/>
            <a:miter lim="800000"/>
          </a:ln>
          <a:effectLst>
            <a:outerShdw blurRad="558800" sx="102000" sy="102000" algn="ctr" rotWithShape="0">
              <a:schemeClr val="accent1">
                <a:alpha val="1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7"/>
          <p:cNvSpPr txBox="1"/>
          <p:nvPr/>
        </p:nvSpPr>
        <p:spPr>
          <a:xfrm>
            <a:off x="658680" y="2780155"/>
            <a:ext cx="1282704" cy="3882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defTabSz="609600">
              <a:lnSpc>
                <a:spcPts val="2300"/>
              </a:lnSpc>
              <a:defRPr sz="2000" b="1">
                <a:latin typeface="Microsoft YaHei UI Bold"/>
                <a:ea typeface="Microsoft YaHei UI Bold"/>
                <a:cs typeface="Microsoft YaHei UI Bold"/>
                <a:sym typeface="Microsoft YaHei U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品牌形象打造</a:t>
            </a:r>
          </a:p>
        </p:txBody>
      </p:sp>
      <p:sp>
        <p:nvSpPr>
          <p:cNvPr id="9" name="lemon8"/>
          <p:cNvSpPr txBox="1"/>
          <p:nvPr/>
        </p:nvSpPr>
        <p:spPr>
          <a:xfrm>
            <a:off x="658680" y="3169069"/>
            <a:ext cx="1282704" cy="3282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品牌调性</a:t>
            </a:r>
            <a:r>
              <a:rPr kumimoji="0" lang="en-US" altLang="zh-CN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用户画像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en-US" altLang="zh-CN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品牌领域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lemon9"/>
          <p:cNvSpPr/>
          <p:nvPr/>
        </p:nvSpPr>
        <p:spPr>
          <a:xfrm>
            <a:off x="4570446" y="2471653"/>
            <a:ext cx="1353539" cy="1353539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/>
            </a:solidFill>
            <a:prstDash val="sysDash"/>
            <a:miter lim="800000"/>
          </a:ln>
          <a:effectLst>
            <a:outerShdw blurRad="558800" sx="102000" sy="102000" algn="ctr" rotWithShape="0">
              <a:schemeClr val="accent1">
                <a:alpha val="1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10"/>
          <p:cNvSpPr txBox="1"/>
          <p:nvPr/>
        </p:nvSpPr>
        <p:spPr>
          <a:xfrm>
            <a:off x="4765564" y="2780155"/>
            <a:ext cx="970684" cy="3882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defTabSz="609600">
              <a:lnSpc>
                <a:spcPts val="2300"/>
              </a:lnSpc>
              <a:defRPr sz="2000" b="1">
                <a:latin typeface="Microsoft YaHei UI Bold"/>
                <a:ea typeface="Microsoft YaHei UI Bold"/>
                <a:cs typeface="Microsoft YaHei UI Bold"/>
                <a:sym typeface="Microsoft YaHei U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品牌核心观念</a:t>
            </a:r>
          </a:p>
        </p:txBody>
      </p:sp>
      <p:sp>
        <p:nvSpPr>
          <p:cNvPr id="12" name="lemon11"/>
          <p:cNvSpPr txBox="1"/>
          <p:nvPr/>
        </p:nvSpPr>
        <p:spPr>
          <a:xfrm>
            <a:off x="4609554" y="3169069"/>
            <a:ext cx="1282704" cy="3282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品牌价值观</a:t>
            </a:r>
            <a:r>
              <a:rPr kumimoji="0" lang="en-US" altLang="zh-CN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理念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12"/>
          <p:cNvSpPr/>
          <p:nvPr/>
        </p:nvSpPr>
        <p:spPr>
          <a:xfrm>
            <a:off x="2593157" y="5079643"/>
            <a:ext cx="1353539" cy="1353539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/>
            </a:solidFill>
            <a:prstDash val="sysDash"/>
            <a:miter lim="800000"/>
          </a:ln>
          <a:effectLst>
            <a:outerShdw blurRad="558800" sx="102000" sy="102000" algn="ctr" rotWithShape="0">
              <a:schemeClr val="accent1">
                <a:alpha val="1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13"/>
          <p:cNvSpPr txBox="1"/>
          <p:nvPr/>
        </p:nvSpPr>
        <p:spPr>
          <a:xfrm>
            <a:off x="2790127" y="5250261"/>
            <a:ext cx="970684" cy="52826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defTabSz="609600">
              <a:lnSpc>
                <a:spcPts val="2300"/>
              </a:lnSpc>
              <a:defRPr sz="2000" b="1">
                <a:latin typeface="Microsoft YaHei UI Bold"/>
                <a:ea typeface="Microsoft YaHei UI Bold"/>
                <a:cs typeface="Microsoft YaHei UI Bold"/>
                <a:sym typeface="Microsoft YaHei U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品牌价值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持续提升</a:t>
            </a:r>
          </a:p>
        </p:txBody>
      </p:sp>
      <p:sp>
        <p:nvSpPr>
          <p:cNvPr id="15" name="lemon14"/>
          <p:cNvSpPr txBox="1"/>
          <p:nvPr/>
        </p:nvSpPr>
        <p:spPr>
          <a:xfrm>
            <a:off x="2634117" y="5849561"/>
            <a:ext cx="1282704" cy="3282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商品定位</a:t>
            </a:r>
            <a:r>
              <a:rPr kumimoji="0" lang="en-US" altLang="zh-CN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商品销售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6" name="lemon15"/>
          <p:cNvCxnSpPr>
            <a:stCxn id="7" idx="6"/>
            <a:endCxn id="10" idx="2"/>
          </p:cNvCxnSpPr>
          <p:nvPr/>
        </p:nvCxnSpPr>
        <p:spPr>
          <a:xfrm>
            <a:off x="1975254" y="3147790"/>
            <a:ext cx="2595192" cy="633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lemon16"/>
          <p:cNvCxnSpPr>
            <a:stCxn id="7" idx="4"/>
            <a:endCxn id="13" idx="2"/>
          </p:cNvCxnSpPr>
          <p:nvPr/>
        </p:nvCxnSpPr>
        <p:spPr>
          <a:xfrm>
            <a:off x="1298485" y="3824559"/>
            <a:ext cx="1294672" cy="1931854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lemon17"/>
          <p:cNvCxnSpPr>
            <a:stCxn id="10" idx="4"/>
            <a:endCxn id="13" idx="6"/>
          </p:cNvCxnSpPr>
          <p:nvPr/>
        </p:nvCxnSpPr>
        <p:spPr>
          <a:xfrm flipH="1">
            <a:off x="3946696" y="3825192"/>
            <a:ext cx="1300520" cy="1931221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lemon18"/>
          <p:cNvSpPr txBox="1"/>
          <p:nvPr/>
        </p:nvSpPr>
        <p:spPr>
          <a:xfrm>
            <a:off x="2298997" y="2896015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形象和价值理念高度统一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19"/>
          <p:cNvSpPr txBox="1"/>
          <p:nvPr/>
        </p:nvSpPr>
        <p:spPr>
          <a:xfrm rot="3377168">
            <a:off x="825470" y="4752420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持续优化品牌形象，提升价值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lemon20"/>
          <p:cNvSpPr txBox="1"/>
          <p:nvPr/>
        </p:nvSpPr>
        <p:spPr>
          <a:xfrm rot="18222832" flipH="1">
            <a:off x="3764185" y="4731398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核心观念、品牌价值协同提升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lemon21"/>
          <p:cNvSpPr txBox="1"/>
          <p:nvPr/>
        </p:nvSpPr>
        <p:spPr>
          <a:xfrm>
            <a:off x="873618" y="6047465"/>
            <a:ext cx="1415548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价值 </a:t>
            </a:r>
            <a:r>
              <a:rPr kumimoji="0" lang="zh-CN" altLang="en-US" sz="7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电商品牌价值重点提升</a:t>
            </a:r>
            <a:endParaRPr kumimoji="0" lang="zh-CN" altLang="en-US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lemon22"/>
          <p:cNvSpPr/>
          <p:nvPr/>
        </p:nvSpPr>
        <p:spPr>
          <a:xfrm>
            <a:off x="750875" y="5974827"/>
            <a:ext cx="1584584" cy="301656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23"/>
          <p:cNvSpPr txBox="1"/>
          <p:nvPr/>
        </p:nvSpPr>
        <p:spPr>
          <a:xfrm>
            <a:off x="4340863" y="6047465"/>
            <a:ext cx="1415548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定位 </a:t>
            </a:r>
            <a:r>
              <a:rPr kumimoji="0" lang="zh-CN" altLang="en-US" sz="7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价值直接影响产品定位</a:t>
            </a:r>
            <a:endParaRPr kumimoji="0" lang="zh-CN" altLang="en-US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lemon24"/>
          <p:cNvSpPr/>
          <p:nvPr/>
        </p:nvSpPr>
        <p:spPr>
          <a:xfrm>
            <a:off x="4218121" y="5974827"/>
            <a:ext cx="1584584" cy="301656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9" name="lemon25"/>
          <p:cNvCxnSpPr>
            <a:endCxn id="23" idx="3"/>
          </p:cNvCxnSpPr>
          <p:nvPr/>
        </p:nvCxnSpPr>
        <p:spPr>
          <a:xfrm flipH="1">
            <a:off x="2335459" y="6120551"/>
            <a:ext cx="367017" cy="510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lemon26"/>
          <p:cNvCxnSpPr>
            <a:endCxn id="25" idx="1"/>
          </p:cNvCxnSpPr>
          <p:nvPr/>
        </p:nvCxnSpPr>
        <p:spPr>
          <a:xfrm flipV="1">
            <a:off x="3832329" y="6125655"/>
            <a:ext cx="385792" cy="12042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lemon27"/>
          <p:cNvCxnSpPr/>
          <p:nvPr/>
        </p:nvCxnSpPr>
        <p:spPr>
          <a:xfrm flipH="1" flipV="1">
            <a:off x="1897036" y="3503089"/>
            <a:ext cx="737081" cy="372892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lemon28"/>
          <p:cNvCxnSpPr>
            <a:stCxn id="5" idx="4"/>
            <a:endCxn id="13" idx="0"/>
          </p:cNvCxnSpPr>
          <p:nvPr/>
        </p:nvCxnSpPr>
        <p:spPr>
          <a:xfrm flipH="1">
            <a:off x="3269927" y="4777006"/>
            <a:ext cx="5543" cy="302637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lemon29"/>
          <p:cNvCxnSpPr/>
          <p:nvPr/>
        </p:nvCxnSpPr>
        <p:spPr>
          <a:xfrm flipV="1">
            <a:off x="3916822" y="3503089"/>
            <a:ext cx="765695" cy="32147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" name="lemon30"/>
          <p:cNvSpPr/>
          <p:nvPr/>
        </p:nvSpPr>
        <p:spPr>
          <a:xfrm>
            <a:off x="484482" y="975413"/>
            <a:ext cx="5368627" cy="1128432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31"/>
          <p:cNvSpPr/>
          <p:nvPr/>
        </p:nvSpPr>
        <p:spPr>
          <a:xfrm>
            <a:off x="2956416" y="1080559"/>
            <a:ext cx="2800614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32"/>
          <p:cNvSpPr txBox="1"/>
          <p:nvPr/>
        </p:nvSpPr>
        <p:spPr>
          <a:xfrm>
            <a:off x="2999439" y="1256718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年电商双十一商城消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费人数同比增长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lemon33"/>
          <p:cNvSpPr txBox="1"/>
          <p:nvPr/>
        </p:nvSpPr>
        <p:spPr>
          <a:xfrm>
            <a:off x="4389986" y="1154700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41" name="lemon34"/>
          <p:cNvSpPr txBox="1"/>
          <p:nvPr/>
        </p:nvSpPr>
        <p:spPr>
          <a:xfrm>
            <a:off x="3021583" y="1607033"/>
            <a:ext cx="154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E-commerce in 2023</a:t>
            </a:r>
            <a:r>
              <a:rPr kumimoji="0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The number of consumers in the Double Eleven increased year-on-year</a:t>
            </a:r>
          </a:p>
        </p:txBody>
      </p:sp>
      <p:sp>
        <p:nvSpPr>
          <p:cNvPr id="48" name="lemon35"/>
          <p:cNvSpPr/>
          <p:nvPr/>
        </p:nvSpPr>
        <p:spPr>
          <a:xfrm>
            <a:off x="631690" y="1078481"/>
            <a:ext cx="2213735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36"/>
          <p:cNvSpPr/>
          <p:nvPr/>
        </p:nvSpPr>
        <p:spPr>
          <a:xfrm>
            <a:off x="628667" y="1086003"/>
            <a:ext cx="34995" cy="927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37"/>
          <p:cNvSpPr txBox="1"/>
          <p:nvPr/>
        </p:nvSpPr>
        <p:spPr>
          <a:xfrm>
            <a:off x="849344" y="1168734"/>
            <a:ext cx="14670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平台各项业务数据表现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38"/>
          <p:cNvSpPr txBox="1"/>
          <p:nvPr/>
        </p:nvSpPr>
        <p:spPr>
          <a:xfrm>
            <a:off x="861742" y="1626396"/>
            <a:ext cx="1861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E-commerce in 2023</a:t>
            </a:r>
            <a:r>
              <a:rPr kumimoji="0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The number of consumers in the Double Eleven increased year-on-year</a:t>
            </a:r>
          </a:p>
        </p:txBody>
      </p:sp>
      <p:grpSp>
        <p:nvGrpSpPr>
          <p:cNvPr id="52" name="lemon39"/>
          <p:cNvGrpSpPr/>
          <p:nvPr/>
        </p:nvGrpSpPr>
        <p:grpSpPr>
          <a:xfrm>
            <a:off x="6247323" y="2183922"/>
            <a:ext cx="2771090" cy="3473318"/>
            <a:chOff x="5060577" y="2081346"/>
            <a:chExt cx="2771090" cy="3473318"/>
          </a:xfrm>
        </p:grpSpPr>
        <p:grpSp>
          <p:nvGrpSpPr>
            <p:cNvPr id="53" name="组合 52"/>
            <p:cNvGrpSpPr/>
            <p:nvPr/>
          </p:nvGrpSpPr>
          <p:grpSpPr>
            <a:xfrm>
              <a:off x="5060577" y="2432075"/>
              <a:ext cx="2771090" cy="1517514"/>
              <a:chOff x="1106643" y="2616741"/>
              <a:chExt cx="1753289" cy="1517514"/>
            </a:xfrm>
          </p:grpSpPr>
          <p:sp>
            <p:nvSpPr>
              <p:cNvPr id="58" name="lemon39-1"/>
              <p:cNvSpPr/>
              <p:nvPr/>
            </p:nvSpPr>
            <p:spPr>
              <a:xfrm>
                <a:off x="1106643" y="2616741"/>
                <a:ext cx="1753289" cy="1517514"/>
              </a:xfrm>
              <a:prstGeom prst="roundRect">
                <a:avLst>
                  <a:gd name="adj" fmla="val 0"/>
                </a:avLst>
              </a:prstGeom>
              <a:noFill/>
              <a:ln w="12700" cap="flat">
                <a:solidFill>
                  <a:schemeClr val="accent1"/>
                </a:solidFill>
                <a:prstDash val="solid"/>
                <a:miter/>
              </a:ln>
              <a:effectLst>
                <a:outerShdw blurRad="190500" sx="102000" sy="102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7315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59" name="lemon39-2"/>
              <p:cNvSpPr/>
              <p:nvPr/>
            </p:nvSpPr>
            <p:spPr>
              <a:xfrm>
                <a:off x="1236506" y="3149407"/>
                <a:ext cx="1550346" cy="19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marR="0" lvl="0" indent="0" algn="l" defTabSz="7315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问题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1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｜用户对品牌价值关注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0" name="lemon39-3"/>
              <p:cNvSpPr/>
              <p:nvPr/>
            </p:nvSpPr>
            <p:spPr>
              <a:xfrm>
                <a:off x="1236506" y="3418709"/>
                <a:ext cx="157445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l" defTabSz="7315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品牌已成为用户在电商平台购物的重点关注要素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54" name="lemon39-4"/>
            <p:cNvSpPr/>
            <p:nvPr/>
          </p:nvSpPr>
          <p:spPr>
            <a:xfrm>
              <a:off x="5060577" y="4037150"/>
              <a:ext cx="2771090" cy="1517514"/>
            </a:xfrm>
            <a:prstGeom prst="roundRect">
              <a:avLst>
                <a:gd name="adj" fmla="val 0"/>
              </a:avLst>
            </a:prstGeom>
            <a:noFill/>
            <a:ln w="12700" cap="flat">
              <a:solidFill>
                <a:schemeClr val="accent2"/>
              </a:solidFill>
              <a:prstDash val="solid"/>
              <a:miter/>
            </a:ln>
            <a:effectLst>
              <a:outerShdw blurRad="190500" sx="102000" sy="102000" algn="ctr" rotWithShape="0">
                <a:srgbClr val="000000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5" name="lemon39-5"/>
            <p:cNvSpPr/>
            <p:nvPr/>
          </p:nvSpPr>
          <p:spPr>
            <a:xfrm>
              <a:off x="5265827" y="4441073"/>
              <a:ext cx="2450337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问题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｜商品价格、定位与商品品牌之间存在显著差距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6" name="lemon39-6"/>
            <p:cNvSpPr/>
            <p:nvPr/>
          </p:nvSpPr>
          <p:spPr>
            <a:xfrm>
              <a:off x="5265827" y="4959521"/>
              <a:ext cx="2398633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从数据上看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，部分商品品牌调性与商品调性严重不符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7" name="lemon39-7"/>
            <p:cNvSpPr/>
            <p:nvPr/>
          </p:nvSpPr>
          <p:spPr>
            <a:xfrm>
              <a:off x="5800583" y="2081346"/>
              <a:ext cx="1103009" cy="34945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01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、问题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1" name="lemon40"/>
          <p:cNvGrpSpPr/>
          <p:nvPr/>
        </p:nvGrpSpPr>
        <p:grpSpPr>
          <a:xfrm>
            <a:off x="9098367" y="2183924"/>
            <a:ext cx="2771089" cy="3468830"/>
            <a:chOff x="7913843" y="2081348"/>
            <a:chExt cx="2771089" cy="3468830"/>
          </a:xfrm>
        </p:grpSpPr>
        <p:grpSp>
          <p:nvGrpSpPr>
            <p:cNvPr id="62" name="组合 61"/>
            <p:cNvGrpSpPr/>
            <p:nvPr/>
          </p:nvGrpSpPr>
          <p:grpSpPr>
            <a:xfrm>
              <a:off x="7913843" y="2427589"/>
              <a:ext cx="2771089" cy="3122589"/>
              <a:chOff x="7913843" y="2612255"/>
              <a:chExt cx="2771089" cy="3201780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7913843" y="2612255"/>
                <a:ext cx="2771089" cy="1023778"/>
                <a:chOff x="1291896" y="2879723"/>
                <a:chExt cx="1511908" cy="439883"/>
              </a:xfrm>
            </p:grpSpPr>
            <p:sp>
              <p:nvSpPr>
                <p:cNvPr id="71" name="lemon40-1"/>
                <p:cNvSpPr/>
                <p:nvPr/>
              </p:nvSpPr>
              <p:spPr>
                <a:xfrm>
                  <a:off x="1291896" y="2879723"/>
                  <a:ext cx="1511908" cy="439883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1"/>
                </a:solidFill>
                <a:ln w="12700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pPr marL="0" marR="0" lvl="0" indent="0" algn="l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72" name="lemon40-2"/>
                <p:cNvSpPr/>
                <p:nvPr/>
              </p:nvSpPr>
              <p:spPr>
                <a:xfrm>
                  <a:off x="1499812" y="3053380"/>
                  <a:ext cx="1161901" cy="1898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marR="0" lvl="0" indent="0" algn="ctr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rPr>
                    <a:t>结合用户调研，持续品牌优化、提升</a:t>
                  </a: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7913843" y="3701256"/>
                <a:ext cx="2771089" cy="1023778"/>
                <a:chOff x="1291896" y="2879723"/>
                <a:chExt cx="1511908" cy="439883"/>
              </a:xfrm>
            </p:grpSpPr>
            <p:sp>
              <p:nvSpPr>
                <p:cNvPr id="69" name="lemon40-3"/>
                <p:cNvSpPr/>
                <p:nvPr/>
              </p:nvSpPr>
              <p:spPr>
                <a:xfrm>
                  <a:off x="1291896" y="2879723"/>
                  <a:ext cx="1511908" cy="439883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2"/>
                </a:solidFill>
                <a:ln w="12700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pPr marL="0" marR="0" lvl="0" indent="0" algn="l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70" name="lemon40-4"/>
                <p:cNvSpPr/>
                <p:nvPr/>
              </p:nvSpPr>
              <p:spPr>
                <a:xfrm>
                  <a:off x="1499812" y="3053380"/>
                  <a:ext cx="1161901" cy="1898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marR="0" lvl="0" indent="0" algn="ctr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rPr>
                    <a:t>对于销售产品调性进行调整，符合品牌理念</a:t>
                  </a: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7913843" y="4790257"/>
                <a:ext cx="2771089" cy="1023778"/>
                <a:chOff x="1291896" y="2879723"/>
                <a:chExt cx="1511908" cy="439883"/>
              </a:xfrm>
            </p:grpSpPr>
            <p:sp>
              <p:nvSpPr>
                <p:cNvPr id="67" name="lemon40-5"/>
                <p:cNvSpPr/>
                <p:nvPr/>
              </p:nvSpPr>
              <p:spPr>
                <a:xfrm>
                  <a:off x="1291896" y="2879723"/>
                  <a:ext cx="1511908" cy="439883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1"/>
                </a:solidFill>
                <a:ln w="12700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pPr marL="0" marR="0" lvl="0" indent="0" algn="l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68" name="lemon40-6"/>
                <p:cNvSpPr/>
                <p:nvPr/>
              </p:nvSpPr>
              <p:spPr>
                <a:xfrm>
                  <a:off x="1499812" y="3053380"/>
                  <a:ext cx="1161901" cy="1898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marR="0" lvl="0" indent="0" algn="ctr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rPr>
                    <a:t>推陈出新出新，紧密围绕品牌做好商品开发</a:t>
                  </a: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</p:grpSp>
        </p:grpSp>
        <p:sp>
          <p:nvSpPr>
            <p:cNvPr id="63" name="lemon40-7"/>
            <p:cNvSpPr/>
            <p:nvPr/>
          </p:nvSpPr>
          <p:spPr>
            <a:xfrm>
              <a:off x="8747883" y="2081348"/>
              <a:ext cx="1103009" cy="34945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02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、措施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73" name="lemon41"/>
          <p:cNvSpPr/>
          <p:nvPr/>
        </p:nvSpPr>
        <p:spPr>
          <a:xfrm>
            <a:off x="6247323" y="975413"/>
            <a:ext cx="5368627" cy="1128432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4" name="lemon42"/>
          <p:cNvSpPr/>
          <p:nvPr/>
        </p:nvSpPr>
        <p:spPr>
          <a:xfrm>
            <a:off x="8719257" y="1080559"/>
            <a:ext cx="2800614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lemon43"/>
          <p:cNvSpPr txBox="1"/>
          <p:nvPr/>
        </p:nvSpPr>
        <p:spPr>
          <a:xfrm>
            <a:off x="8762280" y="1256718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年电商双十一商城消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费人数同比增长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lemon44"/>
          <p:cNvSpPr txBox="1"/>
          <p:nvPr/>
        </p:nvSpPr>
        <p:spPr>
          <a:xfrm>
            <a:off x="10152827" y="1154700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77" name="lemon45"/>
          <p:cNvSpPr txBox="1"/>
          <p:nvPr/>
        </p:nvSpPr>
        <p:spPr>
          <a:xfrm>
            <a:off x="8784424" y="1607033"/>
            <a:ext cx="154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E-commerce in 2023</a:t>
            </a:r>
            <a:r>
              <a:rPr kumimoji="0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The number of consumers in the Double Eleven increased year-on-year</a:t>
            </a:r>
          </a:p>
        </p:txBody>
      </p:sp>
      <p:sp>
        <p:nvSpPr>
          <p:cNvPr id="78" name="lemon46"/>
          <p:cNvSpPr/>
          <p:nvPr/>
        </p:nvSpPr>
        <p:spPr>
          <a:xfrm>
            <a:off x="6394531" y="1078481"/>
            <a:ext cx="2213735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9" name="lemon47"/>
          <p:cNvSpPr/>
          <p:nvPr/>
        </p:nvSpPr>
        <p:spPr>
          <a:xfrm>
            <a:off x="6391508" y="1086003"/>
            <a:ext cx="34995" cy="927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0" name="lemon48"/>
          <p:cNvSpPr txBox="1"/>
          <p:nvPr/>
        </p:nvSpPr>
        <p:spPr>
          <a:xfrm>
            <a:off x="6612185" y="1168734"/>
            <a:ext cx="14670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平台各项业务数据表现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lemon49"/>
          <p:cNvSpPr txBox="1"/>
          <p:nvPr/>
        </p:nvSpPr>
        <p:spPr>
          <a:xfrm>
            <a:off x="6624583" y="1626396"/>
            <a:ext cx="1861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E-commerce in 2023</a:t>
            </a:r>
            <a:r>
              <a:rPr kumimoji="0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The number of consumers in the Double Eleven increased year-on-year</a:t>
            </a:r>
          </a:p>
        </p:txBody>
      </p:sp>
      <p:sp>
        <p:nvSpPr>
          <p:cNvPr id="82" name="lemon50"/>
          <p:cNvSpPr/>
          <p:nvPr/>
        </p:nvSpPr>
        <p:spPr>
          <a:xfrm>
            <a:off x="6261995" y="5778522"/>
            <a:ext cx="5607461" cy="655492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lemon51"/>
          <p:cNvSpPr txBox="1"/>
          <p:nvPr/>
        </p:nvSpPr>
        <p:spPr>
          <a:xfrm>
            <a:off x="6372000" y="5913067"/>
            <a:ext cx="555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年度数据，可以看出用户对于产品品牌的关注更加强烈，头部品牌的用户粘性显著增加，其中价格、营销手段、产品定位都对用户的停留起到了很大的影响。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lemon52"/>
          <p:cNvSpPr txBox="1"/>
          <p:nvPr/>
        </p:nvSpPr>
        <p:spPr>
          <a:xfrm>
            <a:off x="6372000" y="2629209"/>
            <a:ext cx="106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PART1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lemon53"/>
          <p:cNvSpPr txBox="1"/>
          <p:nvPr/>
        </p:nvSpPr>
        <p:spPr>
          <a:xfrm>
            <a:off x="6357712" y="4166701"/>
            <a:ext cx="106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PART2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lemon54"/>
          <p:cNvSpPr/>
          <p:nvPr/>
        </p:nvSpPr>
        <p:spPr>
          <a:xfrm flipV="1">
            <a:off x="6387377" y="3872947"/>
            <a:ext cx="2499890" cy="4571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lemon55"/>
          <p:cNvSpPr/>
          <p:nvPr/>
        </p:nvSpPr>
        <p:spPr>
          <a:xfrm flipV="1">
            <a:off x="6387377" y="5516815"/>
            <a:ext cx="2499890" cy="45719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lemon1"/>
          <p:cNvSpPr/>
          <p:nvPr/>
        </p:nvSpPr>
        <p:spPr>
          <a:xfrm>
            <a:off x="7148002" y="1138587"/>
            <a:ext cx="3033772" cy="5175655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2"/>
          <p:cNvSpPr/>
          <p:nvPr/>
        </p:nvSpPr>
        <p:spPr>
          <a:xfrm flipV="1">
            <a:off x="3517816" y="2714383"/>
            <a:ext cx="1710331" cy="1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3"/>
          <p:cNvSpPr/>
          <p:nvPr/>
        </p:nvSpPr>
        <p:spPr>
          <a:xfrm flipV="1">
            <a:off x="3517816" y="3930466"/>
            <a:ext cx="1689401" cy="1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4"/>
          <p:cNvSpPr/>
          <p:nvPr/>
        </p:nvSpPr>
        <p:spPr>
          <a:xfrm>
            <a:off x="3517816" y="5042937"/>
            <a:ext cx="1663722" cy="0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14" name="lemon5"/>
          <p:cNvGrpSpPr/>
          <p:nvPr/>
        </p:nvGrpSpPr>
        <p:grpSpPr>
          <a:xfrm>
            <a:off x="5427377" y="2099429"/>
            <a:ext cx="1451860" cy="3266440"/>
            <a:chOff x="6149961" y="2491129"/>
            <a:chExt cx="1189490" cy="2676152"/>
          </a:xfrm>
        </p:grpSpPr>
        <p:sp>
          <p:nvSpPr>
            <p:cNvPr id="36" name="lemon5-1"/>
            <p:cNvSpPr/>
            <p:nvPr/>
          </p:nvSpPr>
          <p:spPr>
            <a:xfrm>
              <a:off x="6149961" y="2491129"/>
              <a:ext cx="981626" cy="981626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7" name="lemon5-2"/>
            <p:cNvSpPr/>
            <p:nvPr/>
          </p:nvSpPr>
          <p:spPr>
            <a:xfrm>
              <a:off x="6149961" y="4185655"/>
              <a:ext cx="981626" cy="981626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8" name="lemon5-3"/>
            <p:cNvSpPr/>
            <p:nvPr/>
          </p:nvSpPr>
          <p:spPr>
            <a:xfrm>
              <a:off x="6149961" y="3326319"/>
              <a:ext cx="981626" cy="981626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9" name="lemon5-4"/>
            <p:cNvSpPr txBox="1"/>
            <p:nvPr/>
          </p:nvSpPr>
          <p:spPr>
            <a:xfrm>
              <a:off x="6317723" y="3680879"/>
              <a:ext cx="670778" cy="390539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骑行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0" name="lemon5-5"/>
            <p:cNvSpPr txBox="1"/>
            <p:nvPr/>
          </p:nvSpPr>
          <p:spPr>
            <a:xfrm>
              <a:off x="6327284" y="2785708"/>
              <a:ext cx="670780" cy="30027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登山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1" name="lemon5-6"/>
            <p:cNvSpPr txBox="1"/>
            <p:nvPr/>
          </p:nvSpPr>
          <p:spPr>
            <a:xfrm>
              <a:off x="6327284" y="4566596"/>
              <a:ext cx="670780" cy="30027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体育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3" name="lemon5-7"/>
            <p:cNvSpPr/>
            <p:nvPr/>
          </p:nvSpPr>
          <p:spPr>
            <a:xfrm flipH="1">
              <a:off x="6197884" y="2773632"/>
              <a:ext cx="1141567" cy="1141567"/>
            </a:xfrm>
            <a:prstGeom prst="arc">
              <a:avLst>
                <a:gd name="adj1" fmla="val 7783464"/>
                <a:gd name="adj2" fmla="val 13826139"/>
              </a:avLst>
            </a:prstGeom>
            <a:noFill/>
            <a:ln w="12700" cap="flat">
              <a:solidFill>
                <a:schemeClr val="accent1"/>
              </a:solidFill>
              <a:prstDash val="dash"/>
              <a:miter lim="8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lvl="0" indent="0" algn="l" defTabSz="9144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4" name="lemon5-8"/>
            <p:cNvSpPr/>
            <p:nvPr/>
          </p:nvSpPr>
          <p:spPr>
            <a:xfrm flipH="1">
              <a:off x="6197884" y="3737161"/>
              <a:ext cx="1141567" cy="1141567"/>
            </a:xfrm>
            <a:prstGeom prst="arc">
              <a:avLst>
                <a:gd name="adj1" fmla="val 7783464"/>
                <a:gd name="adj2" fmla="val 13826139"/>
              </a:avLst>
            </a:prstGeom>
            <a:noFill/>
            <a:ln w="12700" cap="flat">
              <a:solidFill>
                <a:schemeClr val="accent1"/>
              </a:solidFill>
              <a:prstDash val="dash"/>
              <a:miter lim="8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lvl="0" indent="0" algn="l" defTabSz="9144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cxnSp>
        <p:nvCxnSpPr>
          <p:cNvPr id="85" name="lemon6"/>
          <p:cNvCxnSpPr/>
          <p:nvPr/>
        </p:nvCxnSpPr>
        <p:spPr>
          <a:xfrm>
            <a:off x="3883505" y="5476591"/>
            <a:ext cx="3263442" cy="302720"/>
          </a:xfrm>
          <a:prstGeom prst="line">
            <a:avLst/>
          </a:prstGeom>
          <a:ln w="15875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lemon7"/>
          <p:cNvCxnSpPr/>
          <p:nvPr/>
        </p:nvCxnSpPr>
        <p:spPr>
          <a:xfrm flipV="1">
            <a:off x="3794932" y="1501709"/>
            <a:ext cx="3352015" cy="230459"/>
          </a:xfrm>
          <a:prstGeom prst="line">
            <a:avLst/>
          </a:prstGeom>
          <a:ln w="158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lemon8"/>
          <p:cNvSpPr/>
          <p:nvPr/>
        </p:nvSpPr>
        <p:spPr>
          <a:xfrm>
            <a:off x="7279570" y="2565827"/>
            <a:ext cx="2771089" cy="99845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2" name="lemon9"/>
          <p:cNvSpPr/>
          <p:nvPr/>
        </p:nvSpPr>
        <p:spPr>
          <a:xfrm>
            <a:off x="7456458" y="2876763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lemon10"/>
          <p:cNvSpPr/>
          <p:nvPr/>
        </p:nvSpPr>
        <p:spPr>
          <a:xfrm>
            <a:off x="7279569" y="3627893"/>
            <a:ext cx="2771089" cy="99845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7" name="lemon11"/>
          <p:cNvSpPr/>
          <p:nvPr/>
        </p:nvSpPr>
        <p:spPr>
          <a:xfrm>
            <a:off x="7279569" y="4689960"/>
            <a:ext cx="2771089" cy="99845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lemon12"/>
          <p:cNvSpPr/>
          <p:nvPr/>
        </p:nvSpPr>
        <p:spPr>
          <a:xfrm>
            <a:off x="7284683" y="1267134"/>
            <a:ext cx="2765975" cy="1128432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lemon13"/>
          <p:cNvSpPr/>
          <p:nvPr/>
        </p:nvSpPr>
        <p:spPr>
          <a:xfrm>
            <a:off x="7431891" y="1370202"/>
            <a:ext cx="2516098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lemon14"/>
          <p:cNvSpPr/>
          <p:nvPr/>
        </p:nvSpPr>
        <p:spPr>
          <a:xfrm>
            <a:off x="7428868" y="1377724"/>
            <a:ext cx="34995" cy="9273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lemon15"/>
          <p:cNvSpPr txBox="1"/>
          <p:nvPr/>
        </p:nvSpPr>
        <p:spPr>
          <a:xfrm>
            <a:off x="7649545" y="1460455"/>
            <a:ext cx="1800493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户外运动品类销售数据表现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3" name="lemon16"/>
          <p:cNvSpPr txBox="1"/>
          <p:nvPr/>
        </p:nvSpPr>
        <p:spPr>
          <a:xfrm>
            <a:off x="7661943" y="1918117"/>
            <a:ext cx="2084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Sales data performance of outdoor sports categories</a:t>
            </a:r>
            <a:endParaRPr kumimoji="0" lang="en-GB" altLang="zh-CN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3" name="lemon17"/>
          <p:cNvSpPr txBox="1"/>
          <p:nvPr/>
        </p:nvSpPr>
        <p:spPr>
          <a:xfrm rot="21385802">
            <a:off x="4711865" y="1339213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户外运动需求催生销量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6" name="lemon18"/>
          <p:cNvSpPr txBox="1"/>
          <p:nvPr/>
        </p:nvSpPr>
        <p:spPr>
          <a:xfrm rot="21385802">
            <a:off x="4758143" y="1670642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销量提升对户外运动起到推动作用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7" name="lemon19"/>
          <p:cNvSpPr txBox="1"/>
          <p:nvPr/>
        </p:nvSpPr>
        <p:spPr>
          <a:xfrm rot="299101">
            <a:off x="4931920" y="5391807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户外运动需求催生销量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9" name="lemon20"/>
          <p:cNvSpPr txBox="1"/>
          <p:nvPr/>
        </p:nvSpPr>
        <p:spPr>
          <a:xfrm rot="299101">
            <a:off x="4858596" y="5722012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销量提升对户外运动起到推动作用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3" name="lemon21"/>
          <p:cNvSpPr/>
          <p:nvPr/>
        </p:nvSpPr>
        <p:spPr>
          <a:xfrm>
            <a:off x="10754903" y="2141000"/>
            <a:ext cx="93644" cy="936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4" name="lemon22"/>
          <p:cNvSpPr/>
          <p:nvPr/>
        </p:nvSpPr>
        <p:spPr>
          <a:xfrm>
            <a:off x="10766315" y="3608890"/>
            <a:ext cx="93644" cy="936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5" name="lemon23"/>
          <p:cNvSpPr/>
          <p:nvPr/>
        </p:nvSpPr>
        <p:spPr>
          <a:xfrm>
            <a:off x="10897027" y="2007086"/>
            <a:ext cx="894056" cy="471732"/>
          </a:xfrm>
          <a:prstGeom prst="roundRect">
            <a:avLst>
              <a:gd name="adj" fmla="val 865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3810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7" name="lemon24"/>
          <p:cNvSpPr txBox="1"/>
          <p:nvPr/>
        </p:nvSpPr>
        <p:spPr>
          <a:xfrm>
            <a:off x="10848547" y="2103110"/>
            <a:ext cx="1037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公路车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41" name="lemon25"/>
          <p:cNvCxnSpPr/>
          <p:nvPr/>
        </p:nvCxnSpPr>
        <p:spPr>
          <a:xfrm flipH="1">
            <a:off x="10444743" y="2187822"/>
            <a:ext cx="340" cy="2817816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lemon26"/>
          <p:cNvCxnSpPr/>
          <p:nvPr/>
        </p:nvCxnSpPr>
        <p:spPr>
          <a:xfrm flipH="1">
            <a:off x="10445083" y="2187822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lemon27"/>
          <p:cNvCxnSpPr/>
          <p:nvPr/>
        </p:nvCxnSpPr>
        <p:spPr>
          <a:xfrm flipH="1">
            <a:off x="10148146" y="3656470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lemon28"/>
          <p:cNvCxnSpPr/>
          <p:nvPr/>
        </p:nvCxnSpPr>
        <p:spPr>
          <a:xfrm flipH="1">
            <a:off x="10445083" y="2898917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lemon29"/>
          <p:cNvCxnSpPr/>
          <p:nvPr/>
        </p:nvCxnSpPr>
        <p:spPr>
          <a:xfrm flipH="1">
            <a:off x="10456959" y="3655376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lemon30"/>
          <p:cNvCxnSpPr/>
          <p:nvPr/>
        </p:nvCxnSpPr>
        <p:spPr>
          <a:xfrm flipH="1">
            <a:off x="10445083" y="4321796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lemon31"/>
          <p:cNvCxnSpPr/>
          <p:nvPr/>
        </p:nvCxnSpPr>
        <p:spPr>
          <a:xfrm flipH="1">
            <a:off x="10466957" y="5005638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lemon32"/>
          <p:cNvSpPr/>
          <p:nvPr/>
        </p:nvSpPr>
        <p:spPr>
          <a:xfrm>
            <a:off x="10754903" y="2851366"/>
            <a:ext cx="93644" cy="936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8" name="lemon33"/>
          <p:cNvSpPr txBox="1"/>
          <p:nvPr/>
        </p:nvSpPr>
        <p:spPr>
          <a:xfrm>
            <a:off x="524576" y="959823"/>
            <a:ext cx="4591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年电商商城户外运动流量结构（截止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月）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9" name="lemon34"/>
          <p:cNvSpPr txBox="1"/>
          <p:nvPr/>
        </p:nvSpPr>
        <p:spPr>
          <a:xfrm>
            <a:off x="1166692" y="5967054"/>
            <a:ext cx="2941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年户外运动品类正在迅速崛起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0" name="lemon35"/>
          <p:cNvSpPr txBox="1"/>
          <p:nvPr/>
        </p:nvSpPr>
        <p:spPr>
          <a:xfrm>
            <a:off x="8780927" y="2671941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68" name="lemon36"/>
          <p:cNvSpPr/>
          <p:nvPr/>
        </p:nvSpPr>
        <p:spPr>
          <a:xfrm>
            <a:off x="7462944" y="3952876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露营装备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（帐篷等）提升显著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9" name="lemon37"/>
          <p:cNvSpPr txBox="1"/>
          <p:nvPr/>
        </p:nvSpPr>
        <p:spPr>
          <a:xfrm>
            <a:off x="8787413" y="3748054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70" name="lemon38"/>
          <p:cNvSpPr/>
          <p:nvPr/>
        </p:nvSpPr>
        <p:spPr>
          <a:xfrm>
            <a:off x="7456458" y="4981853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运动装备等增量相对较缓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1" name="lemon39"/>
          <p:cNvSpPr txBox="1"/>
          <p:nvPr/>
        </p:nvSpPr>
        <p:spPr>
          <a:xfrm>
            <a:off x="8780927" y="4777031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72" name="lemon40"/>
          <p:cNvSpPr/>
          <p:nvPr/>
        </p:nvSpPr>
        <p:spPr>
          <a:xfrm>
            <a:off x="7295297" y="5767697"/>
            <a:ext cx="2765975" cy="433516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3" name="lemon41"/>
          <p:cNvSpPr/>
          <p:nvPr/>
        </p:nvSpPr>
        <p:spPr>
          <a:xfrm rot="10800000">
            <a:off x="10456959" y="914727"/>
            <a:ext cx="1263522" cy="687573"/>
          </a:xfrm>
          <a:prstGeom prst="wedgeRoundRectCallout">
            <a:avLst>
              <a:gd name="adj1" fmla="val -6606"/>
              <a:gd name="adj2" fmla="val -104682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4" name="lemon42"/>
          <p:cNvSpPr txBox="1"/>
          <p:nvPr/>
        </p:nvSpPr>
        <p:spPr>
          <a:xfrm>
            <a:off x="10609887" y="1027462"/>
            <a:ext cx="1094176" cy="48250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 algn="l">
              <a:defRPr sz="2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细分高销量领域产品</a:t>
            </a:r>
          </a:p>
        </p:txBody>
      </p:sp>
      <p:sp>
        <p:nvSpPr>
          <p:cNvPr id="175" name="lemon43"/>
          <p:cNvSpPr/>
          <p:nvPr/>
        </p:nvSpPr>
        <p:spPr>
          <a:xfrm>
            <a:off x="10775833" y="4273196"/>
            <a:ext cx="93644" cy="936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7" name="lemon44"/>
          <p:cNvSpPr/>
          <p:nvPr/>
        </p:nvSpPr>
        <p:spPr>
          <a:xfrm>
            <a:off x="10775833" y="4963466"/>
            <a:ext cx="93644" cy="936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0" name="lemon45"/>
          <p:cNvSpPr/>
          <p:nvPr/>
        </p:nvSpPr>
        <p:spPr>
          <a:xfrm>
            <a:off x="10899009" y="2662136"/>
            <a:ext cx="894056" cy="471732"/>
          </a:xfrm>
          <a:prstGeom prst="roundRect">
            <a:avLst>
              <a:gd name="adj" fmla="val 865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3810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1" name="lemon46"/>
          <p:cNvSpPr txBox="1"/>
          <p:nvPr/>
        </p:nvSpPr>
        <p:spPr>
          <a:xfrm>
            <a:off x="10850529" y="2758160"/>
            <a:ext cx="1037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山地车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2" name="lemon47"/>
          <p:cNvSpPr/>
          <p:nvPr/>
        </p:nvSpPr>
        <p:spPr>
          <a:xfrm>
            <a:off x="10905396" y="3438521"/>
            <a:ext cx="894056" cy="471732"/>
          </a:xfrm>
          <a:prstGeom prst="roundRect">
            <a:avLst>
              <a:gd name="adj" fmla="val 865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3810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3" name="lemon48"/>
          <p:cNvSpPr txBox="1"/>
          <p:nvPr/>
        </p:nvSpPr>
        <p:spPr>
          <a:xfrm>
            <a:off x="10856916" y="3534545"/>
            <a:ext cx="1037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登山鞋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4" name="lemon49"/>
          <p:cNvSpPr/>
          <p:nvPr/>
        </p:nvSpPr>
        <p:spPr>
          <a:xfrm>
            <a:off x="10919939" y="4132497"/>
            <a:ext cx="894056" cy="471732"/>
          </a:xfrm>
          <a:prstGeom prst="roundRect">
            <a:avLst>
              <a:gd name="adj" fmla="val 865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3810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5" name="lemon50"/>
          <p:cNvSpPr txBox="1"/>
          <p:nvPr/>
        </p:nvSpPr>
        <p:spPr>
          <a:xfrm>
            <a:off x="10871459" y="4228521"/>
            <a:ext cx="1037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冲锋衣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6" name="lemon51"/>
          <p:cNvSpPr/>
          <p:nvPr/>
        </p:nvSpPr>
        <p:spPr>
          <a:xfrm>
            <a:off x="10919423" y="4811244"/>
            <a:ext cx="894056" cy="471732"/>
          </a:xfrm>
          <a:prstGeom prst="roundRect">
            <a:avLst>
              <a:gd name="adj" fmla="val 865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3810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7" name="lemon52"/>
          <p:cNvSpPr txBox="1"/>
          <p:nvPr/>
        </p:nvSpPr>
        <p:spPr>
          <a:xfrm>
            <a:off x="10870943" y="4907268"/>
            <a:ext cx="1037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运动鞋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2" name="lemon53"/>
          <p:cNvSpPr txBox="1"/>
          <p:nvPr/>
        </p:nvSpPr>
        <p:spPr>
          <a:xfrm>
            <a:off x="7703519" y="5791314"/>
            <a:ext cx="2043116" cy="39338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总体呈现显著上升趋势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4" name="lemon54"/>
          <p:cNvSpPr/>
          <p:nvPr/>
        </p:nvSpPr>
        <p:spPr>
          <a:xfrm>
            <a:off x="10617369" y="5396921"/>
            <a:ext cx="787742" cy="935397"/>
          </a:xfrm>
          <a:custGeom>
            <a:avLst/>
            <a:gdLst>
              <a:gd name="connsiteX0" fmla="*/ 1238946 w 2371843"/>
              <a:gd name="connsiteY0" fmla="*/ 23893 h 3288083"/>
              <a:gd name="connsiteX1" fmla="*/ 2354533 w 2371843"/>
              <a:gd name="connsiteY1" fmla="*/ 1302255 h 3288083"/>
              <a:gd name="connsiteX2" fmla="*/ 2348001 w 2371843"/>
              <a:gd name="connsiteY2" fmla="*/ 1400861 h 3288083"/>
              <a:gd name="connsiteX3" fmla="*/ 2301921 w 2371843"/>
              <a:gd name="connsiteY3" fmla="*/ 1418170 h 3288083"/>
              <a:gd name="connsiteX4" fmla="*/ 1753581 w 2371843"/>
              <a:gd name="connsiteY4" fmla="*/ 1418170 h 3288083"/>
              <a:gd name="connsiteX5" fmla="*/ 1684525 w 2371843"/>
              <a:gd name="connsiteY5" fmla="*/ 1478185 h 3288083"/>
              <a:gd name="connsiteX6" fmla="*/ 219546 w 2371843"/>
              <a:gd name="connsiteY6" fmla="*/ 3286810 h 3288083"/>
              <a:gd name="connsiteX7" fmla="*/ 137689 w 2371843"/>
              <a:gd name="connsiteY7" fmla="*/ 3231419 h 3288083"/>
              <a:gd name="connsiteX8" fmla="*/ 162821 w 2371843"/>
              <a:gd name="connsiteY8" fmla="*/ 3163484 h 3288083"/>
              <a:gd name="connsiteX9" fmla="*/ 701293 w 2371843"/>
              <a:gd name="connsiteY9" fmla="*/ 2155592 h 3288083"/>
              <a:gd name="connsiteX10" fmla="*/ 742400 w 2371843"/>
              <a:gd name="connsiteY10" fmla="*/ 1488871 h 3288083"/>
              <a:gd name="connsiteX11" fmla="*/ 672521 w 2371843"/>
              <a:gd name="connsiteY11" fmla="*/ 1417350 h 3288083"/>
              <a:gd name="connsiteX12" fmla="*/ 69924 w 2371843"/>
              <a:gd name="connsiteY12" fmla="*/ 1417350 h 3288083"/>
              <a:gd name="connsiteX13" fmla="*/ 0 w 2371843"/>
              <a:gd name="connsiteY13" fmla="*/ 1347516 h 3288083"/>
              <a:gd name="connsiteX14" fmla="*/ 17308 w 2371843"/>
              <a:gd name="connsiteY14" fmla="*/ 1301432 h 3288083"/>
              <a:gd name="connsiteX15" fmla="*/ 1133718 w 2371843"/>
              <a:gd name="connsiteY15" fmla="*/ 23893 h 3288083"/>
              <a:gd name="connsiteX16" fmla="*/ 1232318 w 2371843"/>
              <a:gd name="connsiteY16" fmla="*/ 17265 h 3288083"/>
              <a:gd name="connsiteX17" fmla="*/ 1238946 w 2371843"/>
              <a:gd name="connsiteY17" fmla="*/ 23893 h 3288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371843" h="3288083">
                <a:moveTo>
                  <a:pt x="1238946" y="23893"/>
                </a:moveTo>
                <a:lnTo>
                  <a:pt x="2354533" y="1302255"/>
                </a:lnTo>
                <a:cubicBezTo>
                  <a:pt x="2379960" y="1331287"/>
                  <a:pt x="2377033" y="1375437"/>
                  <a:pt x="2348001" y="1400861"/>
                </a:cubicBezTo>
                <a:cubicBezTo>
                  <a:pt x="2335249" y="1412029"/>
                  <a:pt x="2318872" y="1418182"/>
                  <a:pt x="2301921" y="1418170"/>
                </a:cubicBezTo>
                <a:lnTo>
                  <a:pt x="1753581" y="1418170"/>
                </a:lnTo>
                <a:cubicBezTo>
                  <a:pt x="1718711" y="1417871"/>
                  <a:pt x="1689087" y="1443613"/>
                  <a:pt x="1684525" y="1478185"/>
                </a:cubicBezTo>
                <a:cubicBezTo>
                  <a:pt x="1643418" y="1775783"/>
                  <a:pt x="1395145" y="3091963"/>
                  <a:pt x="219546" y="3286810"/>
                </a:cubicBezTo>
                <a:cubicBezTo>
                  <a:pt x="181652" y="3294104"/>
                  <a:pt x="145005" y="3269332"/>
                  <a:pt x="137689" y="3231419"/>
                </a:cubicBezTo>
                <a:cubicBezTo>
                  <a:pt x="132754" y="3205869"/>
                  <a:pt x="142441" y="3179683"/>
                  <a:pt x="162821" y="3163484"/>
                </a:cubicBezTo>
                <a:cubicBezTo>
                  <a:pt x="364236" y="3005643"/>
                  <a:pt x="627305" y="2699822"/>
                  <a:pt x="701293" y="2155592"/>
                </a:cubicBezTo>
                <a:cubicBezTo>
                  <a:pt x="729699" y="1934504"/>
                  <a:pt x="743431" y="1711774"/>
                  <a:pt x="742400" y="1488871"/>
                </a:cubicBezTo>
                <a:cubicBezTo>
                  <a:pt x="742409" y="1450004"/>
                  <a:pt x="711379" y="1418243"/>
                  <a:pt x="672521" y="1417350"/>
                </a:cubicBezTo>
                <a:lnTo>
                  <a:pt x="69924" y="1417350"/>
                </a:lnTo>
                <a:cubicBezTo>
                  <a:pt x="31330" y="1417373"/>
                  <a:pt x="26" y="1386107"/>
                  <a:pt x="0" y="1347516"/>
                </a:cubicBezTo>
                <a:cubicBezTo>
                  <a:pt x="-10" y="1330565"/>
                  <a:pt x="6140" y="1314185"/>
                  <a:pt x="17308" y="1301432"/>
                </a:cubicBezTo>
                <a:lnTo>
                  <a:pt x="1133718" y="23893"/>
                </a:lnTo>
                <a:cubicBezTo>
                  <a:pt x="1159116" y="-5165"/>
                  <a:pt x="1203259" y="-8132"/>
                  <a:pt x="1232318" y="17265"/>
                </a:cubicBezTo>
                <a:cubicBezTo>
                  <a:pt x="1234673" y="19324"/>
                  <a:pt x="1236886" y="21538"/>
                  <a:pt x="1238946" y="23893"/>
                </a:cubicBezTo>
                <a:close/>
              </a:path>
            </a:pathLst>
          </a:custGeom>
          <a:solidFill>
            <a:schemeClr val="accent2"/>
          </a:solidFill>
          <a:ln w="32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5" name="lemon55"/>
          <p:cNvSpPr/>
          <p:nvPr/>
        </p:nvSpPr>
        <p:spPr>
          <a:xfrm>
            <a:off x="11205950" y="5604311"/>
            <a:ext cx="522542" cy="663556"/>
          </a:xfrm>
          <a:custGeom>
            <a:avLst/>
            <a:gdLst>
              <a:gd name="connsiteX0" fmla="*/ 1238946 w 2371843"/>
              <a:gd name="connsiteY0" fmla="*/ 23893 h 3288083"/>
              <a:gd name="connsiteX1" fmla="*/ 2354533 w 2371843"/>
              <a:gd name="connsiteY1" fmla="*/ 1302255 h 3288083"/>
              <a:gd name="connsiteX2" fmla="*/ 2348001 w 2371843"/>
              <a:gd name="connsiteY2" fmla="*/ 1400861 h 3288083"/>
              <a:gd name="connsiteX3" fmla="*/ 2301921 w 2371843"/>
              <a:gd name="connsiteY3" fmla="*/ 1418170 h 3288083"/>
              <a:gd name="connsiteX4" fmla="*/ 1753581 w 2371843"/>
              <a:gd name="connsiteY4" fmla="*/ 1418170 h 3288083"/>
              <a:gd name="connsiteX5" fmla="*/ 1684525 w 2371843"/>
              <a:gd name="connsiteY5" fmla="*/ 1478185 h 3288083"/>
              <a:gd name="connsiteX6" fmla="*/ 219546 w 2371843"/>
              <a:gd name="connsiteY6" fmla="*/ 3286810 h 3288083"/>
              <a:gd name="connsiteX7" fmla="*/ 137689 w 2371843"/>
              <a:gd name="connsiteY7" fmla="*/ 3231419 h 3288083"/>
              <a:gd name="connsiteX8" fmla="*/ 162821 w 2371843"/>
              <a:gd name="connsiteY8" fmla="*/ 3163484 h 3288083"/>
              <a:gd name="connsiteX9" fmla="*/ 701293 w 2371843"/>
              <a:gd name="connsiteY9" fmla="*/ 2155592 h 3288083"/>
              <a:gd name="connsiteX10" fmla="*/ 742400 w 2371843"/>
              <a:gd name="connsiteY10" fmla="*/ 1488871 h 3288083"/>
              <a:gd name="connsiteX11" fmla="*/ 672521 w 2371843"/>
              <a:gd name="connsiteY11" fmla="*/ 1417350 h 3288083"/>
              <a:gd name="connsiteX12" fmla="*/ 69924 w 2371843"/>
              <a:gd name="connsiteY12" fmla="*/ 1417350 h 3288083"/>
              <a:gd name="connsiteX13" fmla="*/ 0 w 2371843"/>
              <a:gd name="connsiteY13" fmla="*/ 1347516 h 3288083"/>
              <a:gd name="connsiteX14" fmla="*/ 17308 w 2371843"/>
              <a:gd name="connsiteY14" fmla="*/ 1301432 h 3288083"/>
              <a:gd name="connsiteX15" fmla="*/ 1133718 w 2371843"/>
              <a:gd name="connsiteY15" fmla="*/ 23893 h 3288083"/>
              <a:gd name="connsiteX16" fmla="*/ 1232318 w 2371843"/>
              <a:gd name="connsiteY16" fmla="*/ 17265 h 3288083"/>
              <a:gd name="connsiteX17" fmla="*/ 1238946 w 2371843"/>
              <a:gd name="connsiteY17" fmla="*/ 23893 h 3288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371843" h="3288083">
                <a:moveTo>
                  <a:pt x="1238946" y="23893"/>
                </a:moveTo>
                <a:lnTo>
                  <a:pt x="2354533" y="1302255"/>
                </a:lnTo>
                <a:cubicBezTo>
                  <a:pt x="2379960" y="1331287"/>
                  <a:pt x="2377033" y="1375437"/>
                  <a:pt x="2348001" y="1400861"/>
                </a:cubicBezTo>
                <a:cubicBezTo>
                  <a:pt x="2335249" y="1412029"/>
                  <a:pt x="2318872" y="1418182"/>
                  <a:pt x="2301921" y="1418170"/>
                </a:cubicBezTo>
                <a:lnTo>
                  <a:pt x="1753581" y="1418170"/>
                </a:lnTo>
                <a:cubicBezTo>
                  <a:pt x="1718711" y="1417871"/>
                  <a:pt x="1689087" y="1443613"/>
                  <a:pt x="1684525" y="1478185"/>
                </a:cubicBezTo>
                <a:cubicBezTo>
                  <a:pt x="1643418" y="1775783"/>
                  <a:pt x="1395145" y="3091963"/>
                  <a:pt x="219546" y="3286810"/>
                </a:cubicBezTo>
                <a:cubicBezTo>
                  <a:pt x="181652" y="3294104"/>
                  <a:pt x="145005" y="3269332"/>
                  <a:pt x="137689" y="3231419"/>
                </a:cubicBezTo>
                <a:cubicBezTo>
                  <a:pt x="132754" y="3205869"/>
                  <a:pt x="142441" y="3179683"/>
                  <a:pt x="162821" y="3163484"/>
                </a:cubicBezTo>
                <a:cubicBezTo>
                  <a:pt x="364236" y="3005643"/>
                  <a:pt x="627305" y="2699822"/>
                  <a:pt x="701293" y="2155592"/>
                </a:cubicBezTo>
                <a:cubicBezTo>
                  <a:pt x="729699" y="1934504"/>
                  <a:pt x="743431" y="1711774"/>
                  <a:pt x="742400" y="1488871"/>
                </a:cubicBezTo>
                <a:cubicBezTo>
                  <a:pt x="742409" y="1450004"/>
                  <a:pt x="711379" y="1418243"/>
                  <a:pt x="672521" y="1417350"/>
                </a:cubicBezTo>
                <a:lnTo>
                  <a:pt x="69924" y="1417350"/>
                </a:lnTo>
                <a:cubicBezTo>
                  <a:pt x="31330" y="1417373"/>
                  <a:pt x="26" y="1386107"/>
                  <a:pt x="0" y="1347516"/>
                </a:cubicBezTo>
                <a:cubicBezTo>
                  <a:pt x="-10" y="1330565"/>
                  <a:pt x="6140" y="1314185"/>
                  <a:pt x="17308" y="1301432"/>
                </a:cubicBezTo>
                <a:lnTo>
                  <a:pt x="1133718" y="23893"/>
                </a:lnTo>
                <a:cubicBezTo>
                  <a:pt x="1159116" y="-5165"/>
                  <a:pt x="1203259" y="-8132"/>
                  <a:pt x="1232318" y="17265"/>
                </a:cubicBezTo>
                <a:cubicBezTo>
                  <a:pt x="1234673" y="19324"/>
                  <a:pt x="1236886" y="21538"/>
                  <a:pt x="1238946" y="23893"/>
                </a:cubicBezTo>
                <a:close/>
              </a:path>
            </a:pathLst>
          </a:custGeom>
          <a:solidFill>
            <a:schemeClr val="accent1"/>
          </a:solidFill>
          <a:ln w="32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10" name="lemon56"/>
          <p:cNvGrpSpPr/>
          <p:nvPr/>
        </p:nvGrpSpPr>
        <p:grpSpPr>
          <a:xfrm>
            <a:off x="259941" y="1314756"/>
            <a:ext cx="4588606" cy="4592457"/>
            <a:chOff x="411469" y="1401096"/>
            <a:chExt cx="4437077" cy="4440801"/>
          </a:xfrm>
        </p:grpSpPr>
        <p:sp>
          <p:nvSpPr>
            <p:cNvPr id="4" name="lemon56-1"/>
            <p:cNvSpPr/>
            <p:nvPr/>
          </p:nvSpPr>
          <p:spPr>
            <a:xfrm rot="5400000">
              <a:off x="411469" y="1404820"/>
              <a:ext cx="4437077" cy="443707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2700" cap="flat">
              <a:solidFill>
                <a:schemeClr val="accent1">
                  <a:alpha val="50000"/>
                </a:schemeClr>
              </a:solidFill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" name="lemon56-2"/>
            <p:cNvSpPr/>
            <p:nvPr/>
          </p:nvSpPr>
          <p:spPr>
            <a:xfrm rot="5400000">
              <a:off x="955957" y="1410905"/>
              <a:ext cx="3349774" cy="3349774"/>
            </a:xfrm>
            <a:prstGeom prst="ellipse">
              <a:avLst/>
            </a:prstGeom>
            <a:solidFill>
              <a:schemeClr val="accent2">
                <a:alpha val="12560"/>
              </a:schemeClr>
            </a:solidFill>
            <a:ln w="12700" cap="flat">
              <a:solidFill>
                <a:schemeClr val="accent2"/>
              </a:solidFill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" name="lemon56-3"/>
            <p:cNvSpPr txBox="1"/>
            <p:nvPr/>
          </p:nvSpPr>
          <p:spPr>
            <a:xfrm>
              <a:off x="1972351" y="3754945"/>
              <a:ext cx="1334252" cy="30138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480FB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运动服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480FB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运动鞋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" name="lemon56-4"/>
            <p:cNvSpPr txBox="1"/>
            <p:nvPr/>
          </p:nvSpPr>
          <p:spPr>
            <a:xfrm>
              <a:off x="1971047" y="4984269"/>
              <a:ext cx="1334252" cy="30138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480FB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瑜伽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480FB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球迷用品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" name="lemon56-5"/>
            <p:cNvSpPr/>
            <p:nvPr/>
          </p:nvSpPr>
          <p:spPr>
            <a:xfrm>
              <a:off x="3364239" y="3858898"/>
              <a:ext cx="143136" cy="143136"/>
            </a:xfrm>
            <a:prstGeom prst="rect">
              <a:avLst/>
            </a:prstGeom>
            <a:ln w="12700">
              <a:solidFill>
                <a:schemeClr val="accent2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6" name="lemon56-6"/>
            <p:cNvSpPr/>
            <p:nvPr/>
          </p:nvSpPr>
          <p:spPr>
            <a:xfrm>
              <a:off x="3364239" y="4971369"/>
              <a:ext cx="143136" cy="143136"/>
            </a:xfrm>
            <a:prstGeom prst="rect">
              <a:avLst/>
            </a:prstGeom>
            <a:ln w="12700">
              <a:solidFill>
                <a:schemeClr val="accent2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4" name="lemon56-7"/>
            <p:cNvSpPr/>
            <p:nvPr/>
          </p:nvSpPr>
          <p:spPr>
            <a:xfrm rot="5400000">
              <a:off x="1609267" y="1407949"/>
              <a:ext cx="2041480" cy="2041480"/>
            </a:xfrm>
            <a:prstGeom prst="ellipse">
              <a:avLst/>
            </a:prstGeom>
            <a:solidFill>
              <a:schemeClr val="accent2">
                <a:lumMod val="75000"/>
                <a:alpha val="80000"/>
              </a:schemeClr>
            </a:solidFill>
            <a:ln w="12700" cap="flat">
              <a:solidFill>
                <a:schemeClr val="accent1">
                  <a:alpha val="50000"/>
                </a:schemeClr>
              </a:solidFill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" name="lemon56-8"/>
            <p:cNvSpPr/>
            <p:nvPr/>
          </p:nvSpPr>
          <p:spPr>
            <a:xfrm>
              <a:off x="1962883" y="1401096"/>
              <a:ext cx="1334252" cy="133425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" name="lemon56-9"/>
            <p:cNvSpPr txBox="1"/>
            <p:nvPr/>
          </p:nvSpPr>
          <p:spPr>
            <a:xfrm>
              <a:off x="1962883" y="1664005"/>
              <a:ext cx="1334252" cy="855546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自行车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骑行装备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零配件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" name="lemon56-10"/>
            <p:cNvSpPr txBox="1"/>
            <p:nvPr/>
          </p:nvSpPr>
          <p:spPr>
            <a:xfrm>
              <a:off x="1976861" y="2798791"/>
              <a:ext cx="1334252" cy="30138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户外登山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野营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" name="lemon56-11"/>
            <p:cNvSpPr/>
            <p:nvPr/>
          </p:nvSpPr>
          <p:spPr>
            <a:xfrm>
              <a:off x="3364239" y="2642816"/>
              <a:ext cx="143136" cy="143136"/>
            </a:xfrm>
            <a:prstGeom prst="rect">
              <a:avLst/>
            </a:prstGeom>
            <a:ln w="12700">
              <a:solidFill>
                <a:schemeClr val="bg1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6" name="lemon56-12"/>
            <p:cNvSpPr txBox="1"/>
            <p:nvPr/>
          </p:nvSpPr>
          <p:spPr>
            <a:xfrm>
              <a:off x="3194898" y="3394731"/>
              <a:ext cx="560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登山鞋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7" name="lemon56-13"/>
            <p:cNvSpPr/>
            <p:nvPr/>
          </p:nvSpPr>
          <p:spPr>
            <a:xfrm>
              <a:off x="3426549" y="3334536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8" name="lemon56-14"/>
            <p:cNvSpPr txBox="1"/>
            <p:nvPr/>
          </p:nvSpPr>
          <p:spPr>
            <a:xfrm>
              <a:off x="1263445" y="3378058"/>
              <a:ext cx="560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运动鞋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9" name="lemon56-15"/>
            <p:cNvSpPr/>
            <p:nvPr/>
          </p:nvSpPr>
          <p:spPr>
            <a:xfrm>
              <a:off x="1495096" y="3317863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0" name="lemon56-16"/>
            <p:cNvSpPr txBox="1"/>
            <p:nvPr/>
          </p:nvSpPr>
          <p:spPr>
            <a:xfrm>
              <a:off x="1706415" y="3733360"/>
              <a:ext cx="560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骑行服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1" name="lemon56-17"/>
            <p:cNvSpPr/>
            <p:nvPr/>
          </p:nvSpPr>
          <p:spPr>
            <a:xfrm>
              <a:off x="1938066" y="3673165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2" name="lemon56-18"/>
            <p:cNvSpPr txBox="1"/>
            <p:nvPr/>
          </p:nvSpPr>
          <p:spPr>
            <a:xfrm>
              <a:off x="851324" y="4529847"/>
              <a:ext cx="69543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羽毛球拍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3" name="lemon56-19"/>
            <p:cNvSpPr/>
            <p:nvPr/>
          </p:nvSpPr>
          <p:spPr>
            <a:xfrm>
              <a:off x="1164256" y="4469652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4" name="lemon56-20"/>
            <p:cNvSpPr txBox="1"/>
            <p:nvPr/>
          </p:nvSpPr>
          <p:spPr>
            <a:xfrm>
              <a:off x="3626233" y="4637223"/>
              <a:ext cx="560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网球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5" name="lemon56-21"/>
            <p:cNvSpPr/>
            <p:nvPr/>
          </p:nvSpPr>
          <p:spPr>
            <a:xfrm>
              <a:off x="3857884" y="4577028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6" name="lemon56-22"/>
            <p:cNvSpPr txBox="1"/>
            <p:nvPr/>
          </p:nvSpPr>
          <p:spPr>
            <a:xfrm>
              <a:off x="1546759" y="5262988"/>
              <a:ext cx="560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足球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7" name="lemon56-23"/>
            <p:cNvSpPr/>
            <p:nvPr/>
          </p:nvSpPr>
          <p:spPr>
            <a:xfrm>
              <a:off x="1778410" y="5202793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08" name="lemon57"/>
          <p:cNvSpPr/>
          <p:nvPr/>
        </p:nvSpPr>
        <p:spPr>
          <a:xfrm>
            <a:off x="421642" y="1362617"/>
            <a:ext cx="75034" cy="131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9" name="lemon58"/>
          <p:cNvSpPr txBox="1"/>
          <p:nvPr/>
        </p:nvSpPr>
        <p:spPr>
          <a:xfrm>
            <a:off x="461086" y="1284144"/>
            <a:ext cx="1601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000">
                <a:latin typeface="+mn-ea"/>
                <a:cs typeface="OPPOSans B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数据来源：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商业协会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1" name="lemon59"/>
          <p:cNvSpPr/>
          <p:nvPr/>
        </p:nvSpPr>
        <p:spPr>
          <a:xfrm rot="18993478" flipV="1">
            <a:off x="754760" y="5039540"/>
            <a:ext cx="534217" cy="920767"/>
          </a:xfrm>
          <a:custGeom>
            <a:avLst/>
            <a:gdLst>
              <a:gd name="connsiteX0" fmla="*/ 0 w 187287"/>
              <a:gd name="connsiteY0" fmla="*/ 0 h 334179"/>
              <a:gd name="connsiteX1" fmla="*/ 7345 w 187287"/>
              <a:gd name="connsiteY1" fmla="*/ 124858 h 334179"/>
              <a:gd name="connsiteX2" fmla="*/ 22034 w 187287"/>
              <a:gd name="connsiteY2" fmla="*/ 150564 h 334179"/>
              <a:gd name="connsiteX3" fmla="*/ 36723 w 187287"/>
              <a:gd name="connsiteY3" fmla="*/ 183615 h 334179"/>
              <a:gd name="connsiteX4" fmla="*/ 66101 w 187287"/>
              <a:gd name="connsiteY4" fmla="*/ 231355 h 334179"/>
              <a:gd name="connsiteX5" fmla="*/ 84463 w 187287"/>
              <a:gd name="connsiteY5" fmla="*/ 257061 h 334179"/>
              <a:gd name="connsiteX6" fmla="*/ 128530 w 187287"/>
              <a:gd name="connsiteY6" fmla="*/ 293783 h 334179"/>
              <a:gd name="connsiteX7" fmla="*/ 165253 w 187287"/>
              <a:gd name="connsiteY7" fmla="*/ 323162 h 334179"/>
              <a:gd name="connsiteX8" fmla="*/ 176270 w 187287"/>
              <a:gd name="connsiteY8" fmla="*/ 326834 h 334179"/>
              <a:gd name="connsiteX9" fmla="*/ 187287 w 187287"/>
              <a:gd name="connsiteY9" fmla="*/ 334179 h 33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287" h="334179">
                <a:moveTo>
                  <a:pt x="0" y="0"/>
                </a:moveTo>
                <a:cubicBezTo>
                  <a:pt x="2448" y="41619"/>
                  <a:pt x="1308" y="83606"/>
                  <a:pt x="7345" y="124858"/>
                </a:cubicBezTo>
                <a:cubicBezTo>
                  <a:pt x="8774" y="134623"/>
                  <a:pt x="17621" y="141737"/>
                  <a:pt x="22034" y="150564"/>
                </a:cubicBezTo>
                <a:cubicBezTo>
                  <a:pt x="27426" y="161347"/>
                  <a:pt x="31590" y="172706"/>
                  <a:pt x="36723" y="183615"/>
                </a:cubicBezTo>
                <a:cubicBezTo>
                  <a:pt x="55207" y="222895"/>
                  <a:pt x="44365" y="202374"/>
                  <a:pt x="66101" y="231355"/>
                </a:cubicBezTo>
                <a:cubicBezTo>
                  <a:pt x="72419" y="239779"/>
                  <a:pt x="77017" y="249615"/>
                  <a:pt x="84463" y="257061"/>
                </a:cubicBezTo>
                <a:cubicBezTo>
                  <a:pt x="97983" y="270581"/>
                  <a:pt x="115010" y="280262"/>
                  <a:pt x="128530" y="293783"/>
                </a:cubicBezTo>
                <a:cubicBezTo>
                  <a:pt x="138559" y="303813"/>
                  <a:pt x="151354" y="318529"/>
                  <a:pt x="165253" y="323162"/>
                </a:cubicBezTo>
                <a:lnTo>
                  <a:pt x="176270" y="326834"/>
                </a:lnTo>
                <a:lnTo>
                  <a:pt x="187287" y="334179"/>
                </a:lnTo>
              </a:path>
            </a:pathLst>
          </a:custGeom>
          <a:noFill/>
          <a:ln w="25400">
            <a:solidFill>
              <a:schemeClr val="accent1"/>
            </a:solidFill>
            <a:prstDash val="sysDot"/>
            <a:headEnd type="stealth" w="lg" len="lg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lemon1"/>
          <p:cNvSpPr/>
          <p:nvPr/>
        </p:nvSpPr>
        <p:spPr>
          <a:xfrm>
            <a:off x="586441" y="1143637"/>
            <a:ext cx="11176076" cy="1888889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lemon2"/>
          <p:cNvSpPr/>
          <p:nvPr/>
        </p:nvSpPr>
        <p:spPr>
          <a:xfrm>
            <a:off x="5128281" y="3201656"/>
            <a:ext cx="6634236" cy="3147353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3"/>
          <p:cNvSpPr/>
          <p:nvPr/>
        </p:nvSpPr>
        <p:spPr>
          <a:xfrm>
            <a:off x="609600" y="3173043"/>
            <a:ext cx="4191771" cy="3175966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6" name="lemon4"/>
          <p:cNvGrpSpPr/>
          <p:nvPr/>
        </p:nvGrpSpPr>
        <p:grpSpPr>
          <a:xfrm>
            <a:off x="721724" y="3297401"/>
            <a:ext cx="3976400" cy="2882478"/>
            <a:chOff x="721724" y="1376957"/>
            <a:chExt cx="3976400" cy="2882478"/>
          </a:xfrm>
        </p:grpSpPr>
        <p:graphicFrame>
          <p:nvGraphicFramePr>
            <p:cNvPr id="2" name="lemon4-1"/>
            <p:cNvGraphicFramePr/>
            <p:nvPr/>
          </p:nvGraphicFramePr>
          <p:xfrm>
            <a:off x="721724" y="1376957"/>
            <a:ext cx="3976400" cy="288247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3" name="lemon4-2"/>
            <p:cNvCxnSpPr/>
            <p:nvPr/>
          </p:nvCxnSpPr>
          <p:spPr>
            <a:xfrm>
              <a:off x="891540" y="3882899"/>
              <a:ext cx="3806584" cy="0"/>
            </a:xfrm>
            <a:prstGeom prst="straightConnector1">
              <a:avLst/>
            </a:prstGeom>
            <a:ln w="158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lemon4-3"/>
            <p:cNvCxnSpPr/>
            <p:nvPr/>
          </p:nvCxnSpPr>
          <p:spPr>
            <a:xfrm flipV="1">
              <a:off x="1344875" y="1612663"/>
              <a:ext cx="0" cy="2513065"/>
            </a:xfrm>
            <a:prstGeom prst="straightConnector1">
              <a:avLst/>
            </a:prstGeom>
            <a:ln w="158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lemon5"/>
          <p:cNvGraphicFramePr/>
          <p:nvPr/>
        </p:nvGraphicFramePr>
        <p:xfrm>
          <a:off x="5617030" y="3152250"/>
          <a:ext cx="5780816" cy="3196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lemon6"/>
          <p:cNvSpPr/>
          <p:nvPr/>
        </p:nvSpPr>
        <p:spPr>
          <a:xfrm>
            <a:off x="536777" y="817471"/>
            <a:ext cx="11444620" cy="23148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292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5" name="lemon7"/>
          <p:cNvGrpSpPr/>
          <p:nvPr/>
        </p:nvGrpSpPr>
        <p:grpSpPr>
          <a:xfrm>
            <a:off x="3515096" y="1586185"/>
            <a:ext cx="8247421" cy="1285435"/>
            <a:chOff x="3190648" y="2351905"/>
            <a:chExt cx="7506381" cy="3467814"/>
          </a:xfrm>
        </p:grpSpPr>
        <p:grpSp>
          <p:nvGrpSpPr>
            <p:cNvPr id="37" name="Group 20"/>
            <p:cNvGrpSpPr/>
            <p:nvPr/>
          </p:nvGrpSpPr>
          <p:grpSpPr>
            <a:xfrm>
              <a:off x="4107543" y="2505884"/>
              <a:ext cx="6589486" cy="2616732"/>
              <a:chOff x="4107543" y="2601134"/>
              <a:chExt cx="6589486" cy="2616732"/>
            </a:xfrm>
          </p:grpSpPr>
          <p:sp>
            <p:nvSpPr>
              <p:cNvPr id="79" name="lemon7-1"/>
              <p:cNvSpPr/>
              <p:nvPr/>
            </p:nvSpPr>
            <p:spPr>
              <a:xfrm rot="5400000">
                <a:off x="6093920" y="614757"/>
                <a:ext cx="2616732" cy="6589486"/>
              </a:xfrm>
              <a:custGeom>
                <a:avLst/>
                <a:gdLst>
                  <a:gd name="connsiteX0" fmla="*/ 1850208 w 3700416"/>
                  <a:gd name="connsiteY0" fmla="*/ 0 h 4277629"/>
                  <a:gd name="connsiteX1" fmla="*/ 3700415 w 3700416"/>
                  <a:gd name="connsiteY1" fmla="*/ 4004092 h 4277629"/>
                  <a:gd name="connsiteX2" fmla="*/ 3695755 w 3700416"/>
                  <a:gd name="connsiteY2" fmla="*/ 4004092 h 4277629"/>
                  <a:gd name="connsiteX3" fmla="*/ 3700416 w 3700416"/>
                  <a:gd name="connsiteY3" fmla="*/ 4017089 h 4277629"/>
                  <a:gd name="connsiteX4" fmla="*/ 1850208 w 3700416"/>
                  <a:gd name="connsiteY4" fmla="*/ 4277629 h 4277629"/>
                  <a:gd name="connsiteX5" fmla="*/ 0 w 3700416"/>
                  <a:gd name="connsiteY5" fmla="*/ 4017089 h 4277629"/>
                  <a:gd name="connsiteX6" fmla="*/ 4661 w 3700416"/>
                  <a:gd name="connsiteY6" fmla="*/ 4004092 h 4277629"/>
                  <a:gd name="connsiteX7" fmla="*/ 0 w 3700416"/>
                  <a:gd name="connsiteY7" fmla="*/ 4004092 h 427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00416" h="4277629">
                    <a:moveTo>
                      <a:pt x="1850208" y="0"/>
                    </a:moveTo>
                    <a:lnTo>
                      <a:pt x="3700415" y="4004092"/>
                    </a:lnTo>
                    <a:lnTo>
                      <a:pt x="3695755" y="4004092"/>
                    </a:lnTo>
                    <a:lnTo>
                      <a:pt x="3700416" y="4017089"/>
                    </a:lnTo>
                    <a:cubicBezTo>
                      <a:pt x="3700416" y="4160981"/>
                      <a:pt x="2872050" y="4277629"/>
                      <a:pt x="1850208" y="4277629"/>
                    </a:cubicBezTo>
                    <a:cubicBezTo>
                      <a:pt x="828366" y="4277629"/>
                      <a:pt x="0" y="4160981"/>
                      <a:pt x="0" y="4017089"/>
                    </a:cubicBezTo>
                    <a:lnTo>
                      <a:pt x="4661" y="4004092"/>
                    </a:lnTo>
                    <a:lnTo>
                      <a:pt x="0" y="4004092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2"/>
                  </a:gs>
                  <a:gs pos="0">
                    <a:schemeClr val="accent2">
                      <a:lumMod val="20000"/>
                      <a:lumOff val="80000"/>
                      <a:alpha val="26000"/>
                    </a:schemeClr>
                  </a:gs>
                </a:gsLst>
                <a:lin ang="1620000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0" name="lemon7-2"/>
              <p:cNvSpPr/>
              <p:nvPr/>
            </p:nvSpPr>
            <p:spPr>
              <a:xfrm rot="5400000">
                <a:off x="3200528" y="3508152"/>
                <a:ext cx="2616731" cy="802698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000" b="0" i="0" u="none" strike="noStrike" kern="0" cap="none" spc="0" normalizeH="0" baseline="0" noProof="0" dirty="0">
                  <a:ln>
                    <a:noFill/>
                  </a:ln>
                  <a:noFill/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1" name="lemon7-3"/>
              <p:cNvSpPr/>
              <p:nvPr/>
            </p:nvSpPr>
            <p:spPr>
              <a:xfrm rot="5400000">
                <a:off x="6263930" y="3672763"/>
                <a:ext cx="1543490" cy="4734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000" b="0" i="0" u="none" strike="noStrike" kern="0" cap="none" spc="0" normalizeH="0" baseline="0" noProof="0" dirty="0">
                  <a:ln>
                    <a:noFill/>
                  </a:ln>
                  <a:noFill/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2" name="lemon7-4"/>
              <p:cNvSpPr/>
              <p:nvPr/>
            </p:nvSpPr>
            <p:spPr>
              <a:xfrm rot="5400000" flipV="1">
                <a:off x="8871825" y="3813944"/>
                <a:ext cx="623020" cy="19111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000" b="0" i="0" u="none" strike="noStrike" kern="0" cap="none" spc="0" normalizeH="0" baseline="0" noProof="0" dirty="0">
                  <a:ln>
                    <a:noFill/>
                  </a:ln>
                  <a:noFill/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72" name="lemon7-5"/>
            <p:cNvSpPr txBox="1"/>
            <p:nvPr/>
          </p:nvSpPr>
          <p:spPr>
            <a:xfrm>
              <a:off x="5964460" y="5096135"/>
              <a:ext cx="2117402" cy="7235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销量增长</a:t>
              </a:r>
              <a:endParaRPr kumimoji="0" lang="en-ID" sz="10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3" name="lemon7-6"/>
            <p:cNvSpPr txBox="1"/>
            <p:nvPr/>
          </p:nvSpPr>
          <p:spPr>
            <a:xfrm>
              <a:off x="8110259" y="4615389"/>
              <a:ext cx="2117402" cy="7235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销量较少</a:t>
              </a:r>
              <a:endParaRPr kumimoji="0" lang="en-ID" sz="10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cxnSp>
          <p:nvCxnSpPr>
            <p:cNvPr id="74" name="lemon7-7"/>
            <p:cNvCxnSpPr/>
            <p:nvPr/>
          </p:nvCxnSpPr>
          <p:spPr>
            <a:xfrm>
              <a:off x="7023158" y="4043890"/>
              <a:ext cx="0" cy="1052244"/>
            </a:xfrm>
            <a:prstGeom prst="line">
              <a:avLst/>
            </a:prstGeom>
            <a:ln w="635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lemon7-8"/>
            <p:cNvCxnSpPr/>
            <p:nvPr/>
          </p:nvCxnSpPr>
          <p:spPr>
            <a:xfrm>
              <a:off x="9168958" y="3831111"/>
              <a:ext cx="0" cy="679290"/>
            </a:xfrm>
            <a:prstGeom prst="line">
              <a:avLst/>
            </a:prstGeom>
            <a:ln w="635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lemon7-9"/>
            <p:cNvSpPr txBox="1"/>
            <p:nvPr/>
          </p:nvSpPr>
          <p:spPr>
            <a:xfrm>
              <a:off x="6286514" y="2351905"/>
              <a:ext cx="1443679" cy="664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>
                <a:lnSpc>
                  <a:spcPct val="110000"/>
                </a:lnSpc>
                <a:defRPr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ilroy ExtraBold" panose="00000900000000000000" pitchFamily="50" charset="0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2022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7" name="lemon7-10"/>
            <p:cNvSpPr txBox="1"/>
            <p:nvPr/>
          </p:nvSpPr>
          <p:spPr>
            <a:xfrm>
              <a:off x="8452163" y="2852507"/>
              <a:ext cx="1443679" cy="664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>
                <a:lnSpc>
                  <a:spcPct val="110000"/>
                </a:lnSpc>
                <a:defRPr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ilroy ExtraBold" panose="00000900000000000000" pitchFamily="50" charset="0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2021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cxnSp>
          <p:nvCxnSpPr>
            <p:cNvPr id="78" name="lemon7-11"/>
            <p:cNvCxnSpPr/>
            <p:nvPr/>
          </p:nvCxnSpPr>
          <p:spPr>
            <a:xfrm>
              <a:off x="3190648" y="4058512"/>
              <a:ext cx="1208995" cy="0"/>
            </a:xfrm>
            <a:prstGeom prst="line">
              <a:avLst/>
            </a:prstGeom>
            <a:ln w="635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lemon8"/>
          <p:cNvSpPr/>
          <p:nvPr/>
        </p:nvSpPr>
        <p:spPr>
          <a:xfrm>
            <a:off x="748494" y="1257115"/>
            <a:ext cx="3213008" cy="45314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lemon9"/>
          <p:cNvSpPr/>
          <p:nvPr/>
        </p:nvSpPr>
        <p:spPr>
          <a:xfrm>
            <a:off x="759808" y="1850782"/>
            <a:ext cx="3201693" cy="1070084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lemon10"/>
          <p:cNvSpPr/>
          <p:nvPr/>
        </p:nvSpPr>
        <p:spPr bwMode="auto">
          <a:xfrm flipH="1">
            <a:off x="3015224" y="1070978"/>
            <a:ext cx="1234461" cy="1585119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lemon11"/>
          <p:cNvSpPr>
            <a:spLocks noChangeArrowheads="1"/>
          </p:cNvSpPr>
          <p:nvPr/>
        </p:nvSpPr>
        <p:spPr bwMode="auto">
          <a:xfrm>
            <a:off x="3194404" y="1390495"/>
            <a:ext cx="936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  <a:endParaRPr kumimoji="0" lang="ru-RU" altLang="ru-RU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lemon12"/>
          <p:cNvSpPr>
            <a:spLocks noChangeArrowheads="1"/>
          </p:cNvSpPr>
          <p:nvPr/>
        </p:nvSpPr>
        <p:spPr bwMode="auto">
          <a:xfrm>
            <a:off x="3182025" y="1789810"/>
            <a:ext cx="9361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累计销量</a:t>
            </a: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lemon13"/>
          <p:cNvSpPr txBox="1"/>
          <p:nvPr/>
        </p:nvSpPr>
        <p:spPr>
          <a:xfrm>
            <a:off x="4150164" y="1335621"/>
            <a:ext cx="1586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>
              <a:lnSpc>
                <a:spcPct val="110000"/>
              </a:lnSpc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Gilroy ExtraBold" panose="00000900000000000000" pitchFamily="50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</a:p>
        </p:txBody>
      </p:sp>
      <p:sp>
        <p:nvSpPr>
          <p:cNvPr id="92" name="lemon14"/>
          <p:cNvSpPr txBox="1"/>
          <p:nvPr/>
        </p:nvSpPr>
        <p:spPr>
          <a:xfrm>
            <a:off x="4579372" y="1900526"/>
            <a:ext cx="989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98%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lemon15"/>
          <p:cNvSpPr txBox="1"/>
          <p:nvPr/>
        </p:nvSpPr>
        <p:spPr>
          <a:xfrm>
            <a:off x="7422783" y="1969309"/>
            <a:ext cx="78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80%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4" name="lemon16"/>
          <p:cNvSpPr txBox="1"/>
          <p:nvPr/>
        </p:nvSpPr>
        <p:spPr>
          <a:xfrm>
            <a:off x="891540" y="1982311"/>
            <a:ext cx="2981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各品类品类销售数据表现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5" name="lemon17"/>
          <p:cNvSpPr txBox="1"/>
          <p:nvPr/>
        </p:nvSpPr>
        <p:spPr>
          <a:xfrm>
            <a:off x="891774" y="2534248"/>
            <a:ext cx="373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Sales data performance of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endParaRPr kumimoji="0" lang="en-GB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lemon18"/>
          <p:cNvSpPr txBox="1"/>
          <p:nvPr/>
        </p:nvSpPr>
        <p:spPr>
          <a:xfrm>
            <a:off x="885986" y="1291544"/>
            <a:ext cx="2981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迎来高速增长期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7" name="lemon19"/>
          <p:cNvSpPr/>
          <p:nvPr/>
        </p:nvSpPr>
        <p:spPr>
          <a:xfrm>
            <a:off x="5778358" y="1586185"/>
            <a:ext cx="1269744" cy="688769"/>
          </a:xfrm>
          <a:prstGeom prst="wedgeRoundRectCallout">
            <a:avLst>
              <a:gd name="adj1" fmla="val -70050"/>
              <a:gd name="adj2" fmla="val 18327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lemon20"/>
          <p:cNvSpPr txBox="1"/>
          <p:nvPr/>
        </p:nvSpPr>
        <p:spPr>
          <a:xfrm>
            <a:off x="5875197" y="1651864"/>
            <a:ext cx="1142285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高速增长</a:t>
            </a:r>
          </a:p>
        </p:txBody>
      </p:sp>
      <p:sp>
        <p:nvSpPr>
          <p:cNvPr id="102" name="lemon21"/>
          <p:cNvSpPr/>
          <p:nvPr/>
        </p:nvSpPr>
        <p:spPr>
          <a:xfrm>
            <a:off x="8315008" y="1569923"/>
            <a:ext cx="1239124" cy="489339"/>
          </a:xfrm>
          <a:prstGeom prst="wedgeRoundRectCallout">
            <a:avLst>
              <a:gd name="adj1" fmla="val 85205"/>
              <a:gd name="adj2" fmla="val 69290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3" name="lemon22"/>
          <p:cNvSpPr txBox="1"/>
          <p:nvPr/>
        </p:nvSpPr>
        <p:spPr>
          <a:xfrm>
            <a:off x="8411847" y="1521172"/>
            <a:ext cx="1142285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低速增长</a:t>
            </a:r>
          </a:p>
        </p:txBody>
      </p:sp>
      <p:sp>
        <p:nvSpPr>
          <p:cNvPr id="4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5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mon1"/>
          <p:cNvSpPr/>
          <p:nvPr/>
        </p:nvSpPr>
        <p:spPr>
          <a:xfrm>
            <a:off x="6750156" y="1179163"/>
            <a:ext cx="5044890" cy="5132132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0" name="lemon2"/>
          <p:cNvGraphicFramePr/>
          <p:nvPr/>
        </p:nvGraphicFramePr>
        <p:xfrm>
          <a:off x="6750156" y="1921507"/>
          <a:ext cx="4942407" cy="4171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emon3"/>
          <p:cNvSpPr/>
          <p:nvPr/>
        </p:nvSpPr>
        <p:spPr>
          <a:xfrm rot="1053906" flipV="1">
            <a:off x="6986114" y="2497347"/>
            <a:ext cx="4546541" cy="3659773"/>
          </a:xfrm>
          <a:custGeom>
            <a:avLst/>
            <a:gdLst>
              <a:gd name="connsiteX0" fmla="*/ 2897404 w 2914154"/>
              <a:gd name="connsiteY0" fmla="*/ 2345336 h 2345771"/>
              <a:gd name="connsiteX1" fmla="*/ 2850655 w 2914154"/>
              <a:gd name="connsiteY1" fmla="*/ 1161934 h 2345771"/>
              <a:gd name="connsiteX2" fmla="*/ 2786414 w 2914154"/>
              <a:gd name="connsiteY2" fmla="*/ 1292475 h 2345771"/>
              <a:gd name="connsiteX3" fmla="*/ 2753043 w 2914154"/>
              <a:gd name="connsiteY3" fmla="*/ 1356570 h 2345771"/>
              <a:gd name="connsiteX4" fmla="*/ 2718056 w 2914154"/>
              <a:gd name="connsiteY4" fmla="*/ 1420077 h 2345771"/>
              <a:gd name="connsiteX5" fmla="*/ 2405373 w 2914154"/>
              <a:gd name="connsiteY5" fmla="*/ 1043299 h 2345771"/>
              <a:gd name="connsiteX6" fmla="*/ 2031388 w 2914154"/>
              <a:gd name="connsiteY6" fmla="*/ 691219 h 2345771"/>
              <a:gd name="connsiteX7" fmla="*/ 1155965 w 2914154"/>
              <a:gd name="connsiteY7" fmla="*/ 174932 h 2345771"/>
              <a:gd name="connsiteX8" fmla="*/ 776100 w 2914154"/>
              <a:gd name="connsiteY8" fmla="*/ 60708 h 2345771"/>
              <a:gd name="connsiteX9" fmla="*/ 387562 w 2914154"/>
              <a:gd name="connsiteY9" fmla="*/ 4551 h 2345771"/>
              <a:gd name="connsiteX10" fmla="*/ -241 w 2914154"/>
              <a:gd name="connsiteY10" fmla="*/ 16165 h 2345771"/>
              <a:gd name="connsiteX11" fmla="*/ 361836 w 2914154"/>
              <a:gd name="connsiteY11" fmla="*/ 66735 h 2345771"/>
              <a:gd name="connsiteX12" fmla="*/ 1826020 w 2914154"/>
              <a:gd name="connsiteY12" fmla="*/ 1011105 h 2345771"/>
              <a:gd name="connsiteX13" fmla="*/ 2209560 w 2914154"/>
              <a:gd name="connsiteY13" fmla="*/ 1588840 h 2345771"/>
              <a:gd name="connsiteX14" fmla="*/ 2244548 w 2914154"/>
              <a:gd name="connsiteY14" fmla="*/ 1641028 h 2345771"/>
              <a:gd name="connsiteX15" fmla="*/ 2261747 w 2914154"/>
              <a:gd name="connsiteY15" fmla="*/ 1667342 h 2345771"/>
              <a:gd name="connsiteX16" fmla="*/ 2278065 w 2914154"/>
              <a:gd name="connsiteY16" fmla="*/ 1694391 h 2345771"/>
              <a:gd name="connsiteX17" fmla="*/ 2208531 w 2914154"/>
              <a:gd name="connsiteY17" fmla="*/ 1701006 h 2345771"/>
              <a:gd name="connsiteX18" fmla="*/ 2138556 w 2914154"/>
              <a:gd name="connsiteY18" fmla="*/ 1709239 h 2345771"/>
              <a:gd name="connsiteX19" fmla="*/ 1999929 w 2914154"/>
              <a:gd name="connsiteY19" fmla="*/ 1728496 h 2345771"/>
              <a:gd name="connsiteX20" fmla="*/ 2897404 w 2914154"/>
              <a:gd name="connsiteY20" fmla="*/ 2345336 h 234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4154" h="2345771">
                <a:moveTo>
                  <a:pt x="2897404" y="2345336"/>
                </a:moveTo>
                <a:cubicBezTo>
                  <a:pt x="2929995" y="1950433"/>
                  <a:pt x="2914295" y="1553030"/>
                  <a:pt x="2850655" y="1161934"/>
                </a:cubicBezTo>
                <a:cubicBezTo>
                  <a:pt x="2829633" y="1206036"/>
                  <a:pt x="2808171" y="1249403"/>
                  <a:pt x="2786414" y="1292475"/>
                </a:cubicBezTo>
                <a:cubicBezTo>
                  <a:pt x="2775388" y="1313939"/>
                  <a:pt x="2764657" y="1335108"/>
                  <a:pt x="2753043" y="1356570"/>
                </a:cubicBezTo>
                <a:lnTo>
                  <a:pt x="2718056" y="1420077"/>
                </a:lnTo>
                <a:cubicBezTo>
                  <a:pt x="2737754" y="1383913"/>
                  <a:pt x="2441977" y="1081962"/>
                  <a:pt x="2405373" y="1043299"/>
                </a:cubicBezTo>
                <a:cubicBezTo>
                  <a:pt x="2288767" y="917668"/>
                  <a:pt x="2163827" y="800048"/>
                  <a:pt x="2031388" y="691219"/>
                </a:cubicBezTo>
                <a:cubicBezTo>
                  <a:pt x="1771040" y="477618"/>
                  <a:pt x="1474087" y="289450"/>
                  <a:pt x="1155965" y="174932"/>
                </a:cubicBezTo>
                <a:cubicBezTo>
                  <a:pt x="1032318" y="127610"/>
                  <a:pt x="905348" y="89433"/>
                  <a:pt x="776100" y="60708"/>
                </a:cubicBezTo>
                <a:cubicBezTo>
                  <a:pt x="648175" y="32277"/>
                  <a:pt x="518295" y="13504"/>
                  <a:pt x="387562" y="4551"/>
                </a:cubicBezTo>
                <a:cubicBezTo>
                  <a:pt x="258240" y="-4842"/>
                  <a:pt x="128287" y="-962"/>
                  <a:pt x="-241" y="16165"/>
                </a:cubicBezTo>
                <a:cubicBezTo>
                  <a:pt x="121848" y="20737"/>
                  <a:pt x="243158" y="37686"/>
                  <a:pt x="361836" y="66735"/>
                </a:cubicBezTo>
                <a:cubicBezTo>
                  <a:pt x="943246" y="201834"/>
                  <a:pt x="1449684" y="553180"/>
                  <a:pt x="1826020" y="1011105"/>
                </a:cubicBezTo>
                <a:cubicBezTo>
                  <a:pt x="1972189" y="1190879"/>
                  <a:pt x="2100628" y="1384355"/>
                  <a:pt x="2209560" y="1588840"/>
                </a:cubicBezTo>
                <a:lnTo>
                  <a:pt x="2244548" y="1641028"/>
                </a:lnTo>
                <a:cubicBezTo>
                  <a:pt x="2250281" y="1649848"/>
                  <a:pt x="2256308" y="1658375"/>
                  <a:pt x="2261747" y="1667342"/>
                </a:cubicBezTo>
                <a:lnTo>
                  <a:pt x="2278065" y="1694391"/>
                </a:lnTo>
                <a:lnTo>
                  <a:pt x="2208531" y="1701006"/>
                </a:lnTo>
                <a:cubicBezTo>
                  <a:pt x="2185451" y="1703359"/>
                  <a:pt x="2161783" y="1706445"/>
                  <a:pt x="2138556" y="1709239"/>
                </a:cubicBezTo>
                <a:cubicBezTo>
                  <a:pt x="2091999" y="1715119"/>
                  <a:pt x="2045795" y="1721544"/>
                  <a:pt x="1999929" y="1728496"/>
                </a:cubicBezTo>
                <a:cubicBezTo>
                  <a:pt x="2307908" y="1882707"/>
                  <a:pt x="2611623" y="2095425"/>
                  <a:pt x="2897404" y="234533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45000">
                    <a:srgbClr val="00329D"/>
                  </a:gs>
                  <a:gs pos="0">
                    <a:srgbClr val="4480FB"/>
                  </a:gs>
                </a:gsLst>
                <a:lin ang="0" scaled="1"/>
              </a:gra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4"/>
          <p:cNvSpPr/>
          <p:nvPr/>
        </p:nvSpPr>
        <p:spPr>
          <a:xfrm>
            <a:off x="6422154" y="1466720"/>
            <a:ext cx="3461491" cy="1512578"/>
          </a:xfrm>
          <a:prstGeom prst="wedgeRoundRectCallout">
            <a:avLst>
              <a:gd name="adj1" fmla="val -8156"/>
              <a:gd name="adj2" fmla="val 94710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lemon5"/>
          <p:cNvSpPr txBox="1"/>
          <p:nvPr/>
        </p:nvSpPr>
        <p:spPr>
          <a:xfrm>
            <a:off x="6590466" y="1576145"/>
            <a:ext cx="2219283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-15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600" b="0" i="0" u="none" strike="noStrike" kern="1200" cap="none" spc="-15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年销量情况</a:t>
            </a:r>
            <a:endParaRPr kumimoji="0" lang="en-US" sz="1600" b="0" i="0" u="none" strike="noStrike" kern="1200" cap="none" spc="-15" normalizeH="0" baseline="0" noProof="0" dirty="0">
              <a:ln>
                <a:noFill/>
              </a:ln>
              <a:solidFill>
                <a:srgbClr val="1A2D4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6"/>
          <p:cNvSpPr txBox="1"/>
          <p:nvPr/>
        </p:nvSpPr>
        <p:spPr>
          <a:xfrm>
            <a:off x="6544207" y="2085305"/>
            <a:ext cx="3230427" cy="762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4" name="lemon7"/>
          <p:cNvCxnSpPr/>
          <p:nvPr/>
        </p:nvCxnSpPr>
        <p:spPr>
          <a:xfrm>
            <a:off x="6590466" y="1986552"/>
            <a:ext cx="30641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emon8"/>
          <p:cNvSpPr/>
          <p:nvPr/>
        </p:nvSpPr>
        <p:spPr>
          <a:xfrm>
            <a:off x="510638" y="1135640"/>
            <a:ext cx="5725905" cy="5175655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9"/>
          <p:cNvSpPr/>
          <p:nvPr/>
        </p:nvSpPr>
        <p:spPr>
          <a:xfrm>
            <a:off x="635401" y="2562880"/>
            <a:ext cx="5433947" cy="99845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10"/>
          <p:cNvSpPr/>
          <p:nvPr/>
        </p:nvSpPr>
        <p:spPr>
          <a:xfrm>
            <a:off x="635400" y="3624946"/>
            <a:ext cx="2771089" cy="99845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11"/>
          <p:cNvSpPr/>
          <p:nvPr/>
        </p:nvSpPr>
        <p:spPr>
          <a:xfrm>
            <a:off x="635400" y="4687013"/>
            <a:ext cx="2771089" cy="998456"/>
          </a:xfrm>
          <a:prstGeom prst="roundRect">
            <a:avLst>
              <a:gd name="adj" fmla="val 0"/>
            </a:avLst>
          </a:prstGeom>
          <a:noFill/>
          <a:ln w="28575" cap="flat">
            <a:solidFill>
              <a:schemeClr val="accent1"/>
            </a:solidFill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12"/>
          <p:cNvSpPr/>
          <p:nvPr/>
        </p:nvSpPr>
        <p:spPr>
          <a:xfrm>
            <a:off x="640514" y="1264187"/>
            <a:ext cx="5428834" cy="1128432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13"/>
          <p:cNvSpPr/>
          <p:nvPr/>
        </p:nvSpPr>
        <p:spPr>
          <a:xfrm>
            <a:off x="787721" y="1367255"/>
            <a:ext cx="5138695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14"/>
          <p:cNvSpPr/>
          <p:nvPr/>
        </p:nvSpPr>
        <p:spPr>
          <a:xfrm>
            <a:off x="784699" y="1374777"/>
            <a:ext cx="34995" cy="9273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15"/>
          <p:cNvSpPr txBox="1"/>
          <p:nvPr/>
        </p:nvSpPr>
        <p:spPr>
          <a:xfrm>
            <a:off x="922249" y="1457508"/>
            <a:ext cx="2981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各品类品类销售数据表现（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-12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月数据）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16"/>
          <p:cNvSpPr txBox="1"/>
          <p:nvPr/>
        </p:nvSpPr>
        <p:spPr>
          <a:xfrm>
            <a:off x="922483" y="2009445"/>
            <a:ext cx="373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Sales data performance of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years</a:t>
            </a:r>
            <a:endParaRPr kumimoji="0" lang="en-GB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lemon17"/>
          <p:cNvSpPr/>
          <p:nvPr/>
        </p:nvSpPr>
        <p:spPr>
          <a:xfrm>
            <a:off x="818775" y="3949929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生活用品领域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18"/>
          <p:cNvSpPr txBox="1"/>
          <p:nvPr/>
        </p:nvSpPr>
        <p:spPr>
          <a:xfrm>
            <a:off x="2143244" y="3745107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25" name="lemon19"/>
          <p:cNvSpPr/>
          <p:nvPr/>
        </p:nvSpPr>
        <p:spPr>
          <a:xfrm>
            <a:off x="812289" y="4978906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日常出行领域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20"/>
          <p:cNvSpPr txBox="1"/>
          <p:nvPr/>
        </p:nvSpPr>
        <p:spPr>
          <a:xfrm>
            <a:off x="2136758" y="4774084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27" name="lemon21"/>
          <p:cNvSpPr/>
          <p:nvPr/>
        </p:nvSpPr>
        <p:spPr>
          <a:xfrm>
            <a:off x="651128" y="5764750"/>
            <a:ext cx="5418220" cy="433516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lemon22"/>
          <p:cNvSpPr txBox="1"/>
          <p:nvPr/>
        </p:nvSpPr>
        <p:spPr>
          <a:xfrm>
            <a:off x="2352032" y="5812048"/>
            <a:ext cx="2043116" cy="39338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总体呈现显著上升趋势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lemon23"/>
          <p:cNvSpPr/>
          <p:nvPr/>
        </p:nvSpPr>
        <p:spPr>
          <a:xfrm>
            <a:off x="3528091" y="3624946"/>
            <a:ext cx="2541258" cy="99845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lemon24"/>
          <p:cNvSpPr/>
          <p:nvPr/>
        </p:nvSpPr>
        <p:spPr>
          <a:xfrm>
            <a:off x="3533479" y="4700794"/>
            <a:ext cx="2535869" cy="998456"/>
          </a:xfrm>
          <a:prstGeom prst="roundRect">
            <a:avLst>
              <a:gd name="adj" fmla="val 0"/>
            </a:avLst>
          </a:prstGeom>
          <a:noFill/>
          <a:ln w="28575" cap="flat">
            <a:solidFill>
              <a:schemeClr val="accent1"/>
            </a:solidFill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25"/>
          <p:cNvSpPr/>
          <p:nvPr/>
        </p:nvSpPr>
        <p:spPr>
          <a:xfrm>
            <a:off x="3711465" y="3949929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娱乐设施领域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lemon26"/>
          <p:cNvSpPr txBox="1"/>
          <p:nvPr/>
        </p:nvSpPr>
        <p:spPr>
          <a:xfrm>
            <a:off x="4844064" y="3745107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44" name="lemon27"/>
          <p:cNvSpPr/>
          <p:nvPr/>
        </p:nvSpPr>
        <p:spPr>
          <a:xfrm>
            <a:off x="3711465" y="4989451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服饰、美食领域增长率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lemon28"/>
          <p:cNvSpPr txBox="1"/>
          <p:nvPr/>
        </p:nvSpPr>
        <p:spPr>
          <a:xfrm>
            <a:off x="4859999" y="4780926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30" name="lemon29"/>
          <p:cNvSpPr txBox="1"/>
          <p:nvPr/>
        </p:nvSpPr>
        <p:spPr>
          <a:xfrm>
            <a:off x="846058" y="2796233"/>
            <a:ext cx="5028359" cy="53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lemon30"/>
          <p:cNvSpPr/>
          <p:nvPr/>
        </p:nvSpPr>
        <p:spPr bwMode="auto">
          <a:xfrm flipH="1">
            <a:off x="3965988" y="853070"/>
            <a:ext cx="1234461" cy="1585119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31"/>
          <p:cNvSpPr>
            <a:spLocks noChangeArrowheads="1"/>
          </p:cNvSpPr>
          <p:nvPr/>
        </p:nvSpPr>
        <p:spPr bwMode="auto">
          <a:xfrm>
            <a:off x="4145168" y="1172587"/>
            <a:ext cx="936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  <a:endParaRPr kumimoji="0" lang="ru-RU" altLang="ru-RU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32"/>
          <p:cNvSpPr>
            <a:spLocks noChangeArrowheads="1"/>
          </p:cNvSpPr>
          <p:nvPr/>
        </p:nvSpPr>
        <p:spPr bwMode="auto">
          <a:xfrm>
            <a:off x="4132789" y="1571902"/>
            <a:ext cx="9361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累计销量</a:t>
            </a: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6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lemon1"/>
          <p:cNvSpPr/>
          <p:nvPr/>
        </p:nvSpPr>
        <p:spPr>
          <a:xfrm>
            <a:off x="648869" y="954346"/>
            <a:ext cx="11104290" cy="954342"/>
          </a:xfrm>
          <a:prstGeom prst="roundRect">
            <a:avLst>
              <a:gd name="adj" fmla="val 630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8" name="lemon2"/>
          <p:cNvGrpSpPr/>
          <p:nvPr/>
        </p:nvGrpSpPr>
        <p:grpSpPr>
          <a:xfrm>
            <a:off x="648868" y="2020211"/>
            <a:ext cx="6745845" cy="4451529"/>
            <a:chOff x="648868" y="2053757"/>
            <a:chExt cx="6845625" cy="4517373"/>
          </a:xfrm>
        </p:grpSpPr>
        <p:sp>
          <p:nvSpPr>
            <p:cNvPr id="96" name="lemon2-1"/>
            <p:cNvSpPr/>
            <p:nvPr/>
          </p:nvSpPr>
          <p:spPr>
            <a:xfrm>
              <a:off x="648868" y="2053757"/>
              <a:ext cx="6845625" cy="4439962"/>
            </a:xfrm>
            <a:prstGeom prst="roundRect">
              <a:avLst>
                <a:gd name="adj" fmla="val 1445"/>
              </a:avLst>
            </a:prstGeom>
            <a:solidFill>
              <a:schemeClr val="accent1">
                <a:lumMod val="20000"/>
                <a:lumOff val="80000"/>
                <a:alpha val="15079"/>
              </a:schemeClr>
            </a:solidFill>
            <a:ln w="12700">
              <a:solidFill>
                <a:schemeClr val="accent1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749061" y="2256205"/>
              <a:ext cx="6329858" cy="4314925"/>
              <a:chOff x="1090470" y="1708429"/>
              <a:chExt cx="6329858" cy="4314925"/>
            </a:xfrm>
          </p:grpSpPr>
          <p:sp>
            <p:nvSpPr>
              <p:cNvPr id="4" name="lemon2-2"/>
              <p:cNvSpPr>
                <a:spLocks noChangeShapeType="1"/>
              </p:cNvSpPr>
              <p:nvPr/>
            </p:nvSpPr>
            <p:spPr bwMode="auto">
              <a:xfrm>
                <a:off x="1541367" y="4735480"/>
                <a:ext cx="5878270" cy="0"/>
              </a:xfrm>
              <a:prstGeom prst="line">
                <a:avLst/>
              </a:prstGeom>
              <a:noFill/>
              <a:ln w="0">
                <a:solidFill>
                  <a:schemeClr val="tx2">
                    <a:alpha val="60000"/>
                  </a:scheme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5" name="lemon2-3"/>
              <p:cNvSpPr>
                <a:spLocks noChangeShapeType="1"/>
              </p:cNvSpPr>
              <p:nvPr/>
            </p:nvSpPr>
            <p:spPr bwMode="auto">
              <a:xfrm>
                <a:off x="1542058" y="4161152"/>
                <a:ext cx="5878270" cy="689"/>
              </a:xfrm>
              <a:prstGeom prst="line">
                <a:avLst/>
              </a:prstGeom>
              <a:noFill/>
              <a:ln w="0">
                <a:solidFill>
                  <a:schemeClr val="tx2">
                    <a:alpha val="60000"/>
                  </a:scheme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" name="lemon2-4"/>
              <p:cNvSpPr>
                <a:spLocks noChangeShapeType="1"/>
              </p:cNvSpPr>
              <p:nvPr/>
            </p:nvSpPr>
            <p:spPr bwMode="auto">
              <a:xfrm>
                <a:off x="1542058" y="3555107"/>
                <a:ext cx="5878270" cy="0"/>
              </a:xfrm>
              <a:prstGeom prst="line">
                <a:avLst/>
              </a:prstGeom>
              <a:noFill/>
              <a:ln w="0">
                <a:solidFill>
                  <a:schemeClr val="tx2">
                    <a:alpha val="60000"/>
                  </a:scheme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" name="lemon2-5"/>
              <p:cNvSpPr>
                <a:spLocks noChangeShapeType="1"/>
              </p:cNvSpPr>
              <p:nvPr/>
            </p:nvSpPr>
            <p:spPr bwMode="auto">
              <a:xfrm>
                <a:off x="1542058" y="2937341"/>
                <a:ext cx="5878270" cy="0"/>
              </a:xfrm>
              <a:prstGeom prst="line">
                <a:avLst/>
              </a:prstGeom>
              <a:noFill/>
              <a:ln w="0">
                <a:solidFill>
                  <a:schemeClr val="tx2">
                    <a:alpha val="60000"/>
                  </a:scheme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" name="lemon2-6"/>
              <p:cNvSpPr>
                <a:spLocks noChangeShapeType="1"/>
              </p:cNvSpPr>
              <p:nvPr/>
            </p:nvSpPr>
            <p:spPr bwMode="auto">
              <a:xfrm>
                <a:off x="1542058" y="2311555"/>
                <a:ext cx="5878270" cy="0"/>
              </a:xfrm>
              <a:prstGeom prst="line">
                <a:avLst/>
              </a:prstGeom>
              <a:noFill/>
              <a:ln w="0">
                <a:solidFill>
                  <a:schemeClr val="tx2">
                    <a:alpha val="60000"/>
                  </a:scheme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0" name="lemon2-7"/>
              <p:cNvSpPr/>
              <p:nvPr/>
            </p:nvSpPr>
            <p:spPr bwMode="auto">
              <a:xfrm>
                <a:off x="5517196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1" name="lemon2-8"/>
              <p:cNvSpPr>
                <a:spLocks noChangeArrowheads="1"/>
              </p:cNvSpPr>
              <p:nvPr/>
            </p:nvSpPr>
            <p:spPr bwMode="auto">
              <a:xfrm rot="7200000">
                <a:off x="5537637" y="1962328"/>
                <a:ext cx="518134" cy="517359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lumMod val="40000"/>
                      <a:lumOff val="60000"/>
                    </a:srgbClr>
                  </a:gs>
                  <a:gs pos="46000">
                    <a:srgbClr val="FFFFFF">
                      <a:lumMod val="95000"/>
                      <a:lumOff val="5000"/>
                    </a:srgbClr>
                  </a:gs>
                  <a:gs pos="100000">
                    <a:srgbClr val="242424">
                      <a:lumMod val="10000"/>
                      <a:lumOff val="90000"/>
                    </a:srgb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  <a:effectLst>
                <a:outerShdw blurRad="190500" dist="101600" dir="2700000" algn="tl" rotWithShape="0">
                  <a:srgbClr val="242424">
                    <a:lumMod val="90000"/>
                    <a:lumOff val="10000"/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2" name="lemon2-9"/>
              <p:cNvSpPr/>
              <p:nvPr/>
            </p:nvSpPr>
            <p:spPr bwMode="auto">
              <a:xfrm>
                <a:off x="1201085" y="4618356"/>
                <a:ext cx="221234" cy="23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</a:t>
                </a:r>
              </a:p>
            </p:txBody>
          </p:sp>
          <p:sp>
            <p:nvSpPr>
              <p:cNvPr id="13" name="lemon2-10"/>
              <p:cNvSpPr/>
              <p:nvPr/>
            </p:nvSpPr>
            <p:spPr bwMode="auto">
              <a:xfrm>
                <a:off x="1201083" y="3942931"/>
                <a:ext cx="221234" cy="23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40</a:t>
                </a:r>
              </a:p>
            </p:txBody>
          </p:sp>
          <p:sp>
            <p:nvSpPr>
              <p:cNvPr id="14" name="lemon2-11"/>
              <p:cNvSpPr/>
              <p:nvPr/>
            </p:nvSpPr>
            <p:spPr bwMode="auto">
              <a:xfrm>
                <a:off x="1201084" y="3267506"/>
                <a:ext cx="221234" cy="23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60</a:t>
                </a:r>
              </a:p>
            </p:txBody>
          </p:sp>
          <p:sp>
            <p:nvSpPr>
              <p:cNvPr id="15" name="lemon2-12"/>
              <p:cNvSpPr/>
              <p:nvPr/>
            </p:nvSpPr>
            <p:spPr bwMode="auto">
              <a:xfrm>
                <a:off x="1201085" y="2592081"/>
                <a:ext cx="221234" cy="23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80</a:t>
                </a:r>
              </a:p>
            </p:txBody>
          </p:sp>
          <p:sp>
            <p:nvSpPr>
              <p:cNvPr id="16" name="lemon2-13"/>
              <p:cNvSpPr/>
              <p:nvPr/>
            </p:nvSpPr>
            <p:spPr bwMode="auto">
              <a:xfrm>
                <a:off x="1090470" y="1919714"/>
                <a:ext cx="331850" cy="23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100</a:t>
                </a:r>
              </a:p>
            </p:txBody>
          </p:sp>
          <p:sp>
            <p:nvSpPr>
              <p:cNvPr id="17" name="lemon2-14"/>
              <p:cNvSpPr/>
              <p:nvPr/>
            </p:nvSpPr>
            <p:spPr bwMode="auto">
              <a:xfrm>
                <a:off x="1982513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8" name="lemon2-15"/>
              <p:cNvSpPr/>
              <p:nvPr/>
            </p:nvSpPr>
            <p:spPr bwMode="auto">
              <a:xfrm>
                <a:off x="2853777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9" name="lemon2-16"/>
              <p:cNvSpPr/>
              <p:nvPr/>
            </p:nvSpPr>
            <p:spPr bwMode="auto">
              <a:xfrm>
                <a:off x="3747097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0" name="lemon2-17"/>
              <p:cNvSpPr/>
              <p:nvPr/>
            </p:nvSpPr>
            <p:spPr bwMode="auto">
              <a:xfrm>
                <a:off x="4629390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1" name="lemon2-18"/>
              <p:cNvSpPr/>
              <p:nvPr/>
            </p:nvSpPr>
            <p:spPr bwMode="auto">
              <a:xfrm>
                <a:off x="6410516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2" name="lemon2-19"/>
              <p:cNvSpPr/>
              <p:nvPr/>
            </p:nvSpPr>
            <p:spPr bwMode="auto">
              <a:xfrm>
                <a:off x="2030250" y="3604192"/>
                <a:ext cx="452175" cy="452292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3" name="lemon2-20"/>
              <p:cNvSpPr/>
              <p:nvPr/>
            </p:nvSpPr>
            <p:spPr bwMode="auto">
              <a:xfrm>
                <a:off x="2236173" y="3951684"/>
                <a:ext cx="49629" cy="96525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4" name="lemon2-21"/>
              <p:cNvSpPr/>
              <p:nvPr/>
            </p:nvSpPr>
            <p:spPr bwMode="auto">
              <a:xfrm>
                <a:off x="2203087" y="4983132"/>
                <a:ext cx="121315" cy="121347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5" name="lemon2-22"/>
              <p:cNvSpPr/>
              <p:nvPr/>
            </p:nvSpPr>
            <p:spPr bwMode="auto">
              <a:xfrm>
                <a:off x="2887735" y="2881576"/>
                <a:ext cx="452175" cy="452292"/>
              </a:xfrm>
              <a:prstGeom prst="ellipse">
                <a:avLst/>
              </a:prstGeom>
              <a:solidFill>
                <a:srgbClr val="242424">
                  <a:lumMod val="90000"/>
                  <a:lumOff val="10000"/>
                </a:srgb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6" name="lemon2-23"/>
              <p:cNvSpPr/>
              <p:nvPr/>
            </p:nvSpPr>
            <p:spPr bwMode="auto">
              <a:xfrm>
                <a:off x="3101922" y="3297285"/>
                <a:ext cx="49629" cy="1619659"/>
              </a:xfrm>
              <a:prstGeom prst="roundRect">
                <a:avLst>
                  <a:gd name="adj" fmla="val 50000"/>
                </a:avLst>
              </a:prstGeom>
              <a:solidFill>
                <a:srgbClr val="242424">
                  <a:lumMod val="90000"/>
                  <a:lumOff val="10000"/>
                </a:srgb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7" name="lemon2-24"/>
              <p:cNvSpPr/>
              <p:nvPr/>
            </p:nvSpPr>
            <p:spPr bwMode="auto">
              <a:xfrm>
                <a:off x="3068836" y="4983132"/>
                <a:ext cx="121315" cy="121347"/>
              </a:xfrm>
              <a:prstGeom prst="ellipse">
                <a:avLst/>
              </a:prstGeom>
              <a:solidFill>
                <a:srgbClr val="242424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8" name="lemon2-25"/>
              <p:cNvSpPr/>
              <p:nvPr/>
            </p:nvSpPr>
            <p:spPr bwMode="auto">
              <a:xfrm>
                <a:off x="3802241" y="3663797"/>
                <a:ext cx="452175" cy="452292"/>
              </a:xfrm>
              <a:prstGeom prst="ellipse">
                <a:avLst/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9" name="lemon2-26"/>
              <p:cNvSpPr/>
              <p:nvPr/>
            </p:nvSpPr>
            <p:spPr bwMode="auto">
              <a:xfrm>
                <a:off x="4006271" y="3783618"/>
                <a:ext cx="45719" cy="1138841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0" name="lemon2-27"/>
              <p:cNvSpPr/>
              <p:nvPr/>
            </p:nvSpPr>
            <p:spPr bwMode="auto">
              <a:xfrm>
                <a:off x="3973185" y="4983132"/>
                <a:ext cx="121315" cy="121347"/>
              </a:xfrm>
              <a:prstGeom prst="ellipse">
                <a:avLst/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1" name="lemon2-28"/>
              <p:cNvSpPr/>
              <p:nvPr/>
            </p:nvSpPr>
            <p:spPr bwMode="auto">
              <a:xfrm>
                <a:off x="4673504" y="2616386"/>
                <a:ext cx="452175" cy="452292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25400">
                <a:solidFill>
                  <a:srgbClr val="256BF7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2" name="lemon2-29"/>
              <p:cNvSpPr/>
              <p:nvPr/>
            </p:nvSpPr>
            <p:spPr bwMode="auto">
              <a:xfrm>
                <a:off x="4881444" y="2979599"/>
                <a:ext cx="45719" cy="1937345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</a:schemeClr>
              </a:solidFill>
              <a:ln w="25400">
                <a:solidFill>
                  <a:srgbClr val="256BF7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3" name="lemon2-30"/>
              <p:cNvSpPr/>
              <p:nvPr/>
            </p:nvSpPr>
            <p:spPr bwMode="auto">
              <a:xfrm>
                <a:off x="4844448" y="4983132"/>
                <a:ext cx="121315" cy="12134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25400">
                <a:solidFill>
                  <a:srgbClr val="256BF7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4" name="lemon2-31"/>
              <p:cNvSpPr/>
              <p:nvPr/>
            </p:nvSpPr>
            <p:spPr bwMode="auto">
              <a:xfrm>
                <a:off x="5572340" y="1996545"/>
                <a:ext cx="452175" cy="452292"/>
              </a:xfrm>
              <a:prstGeom prst="ellipse">
                <a:avLst/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5" name="lemon2-32"/>
              <p:cNvSpPr/>
              <p:nvPr/>
            </p:nvSpPr>
            <p:spPr bwMode="auto">
              <a:xfrm>
                <a:off x="5776369" y="2384795"/>
                <a:ext cx="45719" cy="253215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6" name="lemon2-33"/>
              <p:cNvSpPr/>
              <p:nvPr/>
            </p:nvSpPr>
            <p:spPr bwMode="auto">
              <a:xfrm>
                <a:off x="5743283" y="4983132"/>
                <a:ext cx="121315" cy="121347"/>
              </a:xfrm>
              <a:prstGeom prst="ellipse">
                <a:avLst/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7" name="lemon2-34"/>
              <p:cNvSpPr/>
              <p:nvPr/>
            </p:nvSpPr>
            <p:spPr bwMode="auto">
              <a:xfrm>
                <a:off x="6454632" y="2991942"/>
                <a:ext cx="452175" cy="45229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8" name="lemon2-35"/>
              <p:cNvSpPr/>
              <p:nvPr/>
            </p:nvSpPr>
            <p:spPr bwMode="auto">
              <a:xfrm>
                <a:off x="6658661" y="3113289"/>
                <a:ext cx="49629" cy="1803655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9" name="lemon2-36"/>
              <p:cNvSpPr/>
              <p:nvPr/>
            </p:nvSpPr>
            <p:spPr bwMode="auto">
              <a:xfrm>
                <a:off x="6625576" y="4983132"/>
                <a:ext cx="121315" cy="12134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0" name="lemon2-37"/>
              <p:cNvSpPr/>
              <p:nvPr/>
            </p:nvSpPr>
            <p:spPr bwMode="auto">
              <a:xfrm>
                <a:off x="2110482" y="3732859"/>
                <a:ext cx="289555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47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1" name="lemon2-38"/>
              <p:cNvSpPr/>
              <p:nvPr/>
            </p:nvSpPr>
            <p:spPr bwMode="auto">
              <a:xfrm>
                <a:off x="2970097" y="3007115"/>
                <a:ext cx="289555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7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2" name="lemon2-39"/>
              <p:cNvSpPr/>
              <p:nvPr/>
            </p:nvSpPr>
            <p:spPr bwMode="auto">
              <a:xfrm>
                <a:off x="3883848" y="3801539"/>
                <a:ext cx="289555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40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3" name="lemon2-40"/>
              <p:cNvSpPr/>
              <p:nvPr/>
            </p:nvSpPr>
            <p:spPr bwMode="auto">
              <a:xfrm>
                <a:off x="4754813" y="2737802"/>
                <a:ext cx="289555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79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4" name="lemon2-41"/>
              <p:cNvSpPr/>
              <p:nvPr/>
            </p:nvSpPr>
            <p:spPr bwMode="auto">
              <a:xfrm>
                <a:off x="5608006" y="2132574"/>
                <a:ext cx="377398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100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5" name="lemon2-42"/>
              <p:cNvSpPr/>
              <p:nvPr/>
            </p:nvSpPr>
            <p:spPr bwMode="auto">
              <a:xfrm>
                <a:off x="6547965" y="3124389"/>
                <a:ext cx="289555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65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6" name="lemon2-43"/>
              <p:cNvSpPr/>
              <p:nvPr/>
            </p:nvSpPr>
            <p:spPr bwMode="auto">
              <a:xfrm>
                <a:off x="1883151" y="5403271"/>
                <a:ext cx="752961" cy="542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2018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sp>
            <p:nvSpPr>
              <p:cNvPr id="47" name="lemon2-44"/>
              <p:cNvSpPr/>
              <p:nvPr/>
            </p:nvSpPr>
            <p:spPr bwMode="auto">
              <a:xfrm>
                <a:off x="2725385" y="5403271"/>
                <a:ext cx="803912" cy="6200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2019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sp>
            <p:nvSpPr>
              <p:cNvPr id="48" name="lemon2-45"/>
              <p:cNvSpPr/>
              <p:nvPr/>
            </p:nvSpPr>
            <p:spPr bwMode="auto">
              <a:xfrm>
                <a:off x="3633895" y="5403271"/>
                <a:ext cx="803912" cy="6200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2020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sp>
            <p:nvSpPr>
              <p:cNvPr id="49" name="lemon2-46"/>
              <p:cNvSpPr/>
              <p:nvPr/>
            </p:nvSpPr>
            <p:spPr bwMode="auto">
              <a:xfrm>
                <a:off x="4512025" y="5403271"/>
                <a:ext cx="803912" cy="6200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2021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sp>
            <p:nvSpPr>
              <p:cNvPr id="50" name="lemon2-47"/>
              <p:cNvSpPr/>
              <p:nvPr/>
            </p:nvSpPr>
            <p:spPr bwMode="auto">
              <a:xfrm>
                <a:off x="5413670" y="5403271"/>
                <a:ext cx="803912" cy="6200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2022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sp>
            <p:nvSpPr>
              <p:cNvPr id="51" name="lemon2-48"/>
              <p:cNvSpPr/>
              <p:nvPr/>
            </p:nvSpPr>
            <p:spPr bwMode="auto">
              <a:xfrm>
                <a:off x="6293153" y="5403271"/>
                <a:ext cx="803912" cy="6200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2023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cxnSp>
            <p:nvCxnSpPr>
              <p:cNvPr id="65" name="lemon2-49"/>
              <p:cNvCxnSpPr/>
              <p:nvPr/>
            </p:nvCxnSpPr>
            <p:spPr>
              <a:xfrm flipV="1">
                <a:off x="1554296" y="1708429"/>
                <a:ext cx="0" cy="3547373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lemon2-50"/>
              <p:cNvCxnSpPr/>
              <p:nvPr/>
            </p:nvCxnSpPr>
            <p:spPr>
              <a:xfrm>
                <a:off x="1554295" y="5255802"/>
                <a:ext cx="5865342" cy="0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2" name="lemon3"/>
          <p:cNvSpPr/>
          <p:nvPr/>
        </p:nvSpPr>
        <p:spPr>
          <a:xfrm>
            <a:off x="782212" y="1054087"/>
            <a:ext cx="10804280" cy="754954"/>
          </a:xfrm>
          <a:prstGeom prst="roundRect">
            <a:avLst>
              <a:gd name="adj" fmla="val 10869"/>
            </a:avLst>
          </a:prstGeom>
          <a:solidFill>
            <a:schemeClr val="accent1"/>
          </a:solidFill>
          <a:ln w="9525"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lemon4"/>
          <p:cNvSpPr txBox="1"/>
          <p:nvPr/>
        </p:nvSpPr>
        <p:spPr>
          <a:xfrm>
            <a:off x="3004444" y="1188468"/>
            <a:ext cx="8341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年度数据，可以看出用户对于产品品牌的关注更加强烈，头部品牌的用户粘性显著增加，其中价格、营销手段、产品定位都对用户的停留起到了很大的影响。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4" name="lemon5"/>
          <p:cNvSpPr/>
          <p:nvPr/>
        </p:nvSpPr>
        <p:spPr>
          <a:xfrm>
            <a:off x="747395" y="1054100"/>
            <a:ext cx="2177415" cy="7575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5" name="lemon6"/>
          <p:cNvSpPr txBox="1"/>
          <p:nvPr/>
        </p:nvSpPr>
        <p:spPr>
          <a:xfrm>
            <a:off x="1092333" y="1188467"/>
            <a:ext cx="150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市场反馈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lemon7"/>
          <p:cNvSpPr/>
          <p:nvPr/>
        </p:nvSpPr>
        <p:spPr>
          <a:xfrm>
            <a:off x="7726184" y="2033432"/>
            <a:ext cx="4026974" cy="4362025"/>
          </a:xfrm>
          <a:prstGeom prst="roundRect">
            <a:avLst>
              <a:gd name="adj" fmla="val 1352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lemon8"/>
          <p:cNvSpPr/>
          <p:nvPr/>
        </p:nvSpPr>
        <p:spPr>
          <a:xfrm>
            <a:off x="7927732" y="3516652"/>
            <a:ext cx="3678293" cy="99845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1" name="lemon9"/>
          <p:cNvSpPr/>
          <p:nvPr/>
        </p:nvSpPr>
        <p:spPr>
          <a:xfrm>
            <a:off x="7969132" y="3827482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2" name="lemon10"/>
          <p:cNvSpPr/>
          <p:nvPr/>
        </p:nvSpPr>
        <p:spPr>
          <a:xfrm>
            <a:off x="7927731" y="4578718"/>
            <a:ext cx="3678293" cy="99845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lemon11"/>
          <p:cNvSpPr/>
          <p:nvPr/>
        </p:nvSpPr>
        <p:spPr>
          <a:xfrm>
            <a:off x="7932845" y="2161979"/>
            <a:ext cx="3671505" cy="1128432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lemon12"/>
          <p:cNvSpPr/>
          <p:nvPr/>
        </p:nvSpPr>
        <p:spPr>
          <a:xfrm>
            <a:off x="8010072" y="2265047"/>
            <a:ext cx="3485242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6" name="lemon13"/>
          <p:cNvSpPr/>
          <p:nvPr/>
        </p:nvSpPr>
        <p:spPr>
          <a:xfrm>
            <a:off x="8007050" y="2272569"/>
            <a:ext cx="46452" cy="9273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7" name="lemon14"/>
          <p:cNvSpPr txBox="1"/>
          <p:nvPr/>
        </p:nvSpPr>
        <p:spPr>
          <a:xfrm>
            <a:off x="8227727" y="2355300"/>
            <a:ext cx="2389942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户外运动品类销售数据表现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8" name="lemon15"/>
          <p:cNvSpPr txBox="1"/>
          <p:nvPr/>
        </p:nvSpPr>
        <p:spPr>
          <a:xfrm>
            <a:off x="8240125" y="2812962"/>
            <a:ext cx="27671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Sales data performance of outdoor sports categories</a:t>
            </a:r>
            <a:endParaRPr kumimoji="0" lang="en-GB" altLang="zh-CN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lemon16"/>
          <p:cNvSpPr txBox="1"/>
          <p:nvPr/>
        </p:nvSpPr>
        <p:spPr>
          <a:xfrm>
            <a:off x="9368440" y="3622766"/>
            <a:ext cx="1711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10" name="lemon17"/>
          <p:cNvSpPr/>
          <p:nvPr/>
        </p:nvSpPr>
        <p:spPr>
          <a:xfrm>
            <a:off x="8041126" y="4903701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露营装备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（帐篷等）提升显著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lemon18"/>
          <p:cNvSpPr txBox="1"/>
          <p:nvPr/>
        </p:nvSpPr>
        <p:spPr>
          <a:xfrm>
            <a:off x="9365594" y="4698879"/>
            <a:ext cx="1711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14" name="lemon19"/>
          <p:cNvSpPr/>
          <p:nvPr/>
        </p:nvSpPr>
        <p:spPr>
          <a:xfrm>
            <a:off x="7916940" y="5725590"/>
            <a:ext cx="3671505" cy="433516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5" name="lemon20"/>
          <p:cNvSpPr txBox="1"/>
          <p:nvPr/>
        </p:nvSpPr>
        <p:spPr>
          <a:xfrm>
            <a:off x="8265972" y="5749129"/>
            <a:ext cx="2711995" cy="39338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总体呈现显著上升趋势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lemon21"/>
          <p:cNvSpPr/>
          <p:nvPr/>
        </p:nvSpPr>
        <p:spPr>
          <a:xfrm>
            <a:off x="10752609" y="3645267"/>
            <a:ext cx="634928" cy="806271"/>
          </a:xfrm>
          <a:custGeom>
            <a:avLst/>
            <a:gdLst>
              <a:gd name="connsiteX0" fmla="*/ 1238946 w 2371843"/>
              <a:gd name="connsiteY0" fmla="*/ 23893 h 3288083"/>
              <a:gd name="connsiteX1" fmla="*/ 2354533 w 2371843"/>
              <a:gd name="connsiteY1" fmla="*/ 1302255 h 3288083"/>
              <a:gd name="connsiteX2" fmla="*/ 2348001 w 2371843"/>
              <a:gd name="connsiteY2" fmla="*/ 1400861 h 3288083"/>
              <a:gd name="connsiteX3" fmla="*/ 2301921 w 2371843"/>
              <a:gd name="connsiteY3" fmla="*/ 1418170 h 3288083"/>
              <a:gd name="connsiteX4" fmla="*/ 1753581 w 2371843"/>
              <a:gd name="connsiteY4" fmla="*/ 1418170 h 3288083"/>
              <a:gd name="connsiteX5" fmla="*/ 1684525 w 2371843"/>
              <a:gd name="connsiteY5" fmla="*/ 1478185 h 3288083"/>
              <a:gd name="connsiteX6" fmla="*/ 219546 w 2371843"/>
              <a:gd name="connsiteY6" fmla="*/ 3286810 h 3288083"/>
              <a:gd name="connsiteX7" fmla="*/ 137689 w 2371843"/>
              <a:gd name="connsiteY7" fmla="*/ 3231419 h 3288083"/>
              <a:gd name="connsiteX8" fmla="*/ 162821 w 2371843"/>
              <a:gd name="connsiteY8" fmla="*/ 3163484 h 3288083"/>
              <a:gd name="connsiteX9" fmla="*/ 701293 w 2371843"/>
              <a:gd name="connsiteY9" fmla="*/ 2155592 h 3288083"/>
              <a:gd name="connsiteX10" fmla="*/ 742400 w 2371843"/>
              <a:gd name="connsiteY10" fmla="*/ 1488871 h 3288083"/>
              <a:gd name="connsiteX11" fmla="*/ 672521 w 2371843"/>
              <a:gd name="connsiteY11" fmla="*/ 1417350 h 3288083"/>
              <a:gd name="connsiteX12" fmla="*/ 69924 w 2371843"/>
              <a:gd name="connsiteY12" fmla="*/ 1417350 h 3288083"/>
              <a:gd name="connsiteX13" fmla="*/ 0 w 2371843"/>
              <a:gd name="connsiteY13" fmla="*/ 1347516 h 3288083"/>
              <a:gd name="connsiteX14" fmla="*/ 17308 w 2371843"/>
              <a:gd name="connsiteY14" fmla="*/ 1301432 h 3288083"/>
              <a:gd name="connsiteX15" fmla="*/ 1133718 w 2371843"/>
              <a:gd name="connsiteY15" fmla="*/ 23893 h 3288083"/>
              <a:gd name="connsiteX16" fmla="*/ 1232318 w 2371843"/>
              <a:gd name="connsiteY16" fmla="*/ 17265 h 3288083"/>
              <a:gd name="connsiteX17" fmla="*/ 1238946 w 2371843"/>
              <a:gd name="connsiteY17" fmla="*/ 23893 h 3288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371843" h="3288083">
                <a:moveTo>
                  <a:pt x="1238946" y="23893"/>
                </a:moveTo>
                <a:lnTo>
                  <a:pt x="2354533" y="1302255"/>
                </a:lnTo>
                <a:cubicBezTo>
                  <a:pt x="2379960" y="1331287"/>
                  <a:pt x="2377033" y="1375437"/>
                  <a:pt x="2348001" y="1400861"/>
                </a:cubicBezTo>
                <a:cubicBezTo>
                  <a:pt x="2335249" y="1412029"/>
                  <a:pt x="2318872" y="1418182"/>
                  <a:pt x="2301921" y="1418170"/>
                </a:cubicBezTo>
                <a:lnTo>
                  <a:pt x="1753581" y="1418170"/>
                </a:lnTo>
                <a:cubicBezTo>
                  <a:pt x="1718711" y="1417871"/>
                  <a:pt x="1689087" y="1443613"/>
                  <a:pt x="1684525" y="1478185"/>
                </a:cubicBezTo>
                <a:cubicBezTo>
                  <a:pt x="1643418" y="1775783"/>
                  <a:pt x="1395145" y="3091963"/>
                  <a:pt x="219546" y="3286810"/>
                </a:cubicBezTo>
                <a:cubicBezTo>
                  <a:pt x="181652" y="3294104"/>
                  <a:pt x="145005" y="3269332"/>
                  <a:pt x="137689" y="3231419"/>
                </a:cubicBezTo>
                <a:cubicBezTo>
                  <a:pt x="132754" y="3205869"/>
                  <a:pt x="142441" y="3179683"/>
                  <a:pt x="162821" y="3163484"/>
                </a:cubicBezTo>
                <a:cubicBezTo>
                  <a:pt x="364236" y="3005643"/>
                  <a:pt x="627305" y="2699822"/>
                  <a:pt x="701293" y="2155592"/>
                </a:cubicBezTo>
                <a:cubicBezTo>
                  <a:pt x="729699" y="1934504"/>
                  <a:pt x="743431" y="1711774"/>
                  <a:pt x="742400" y="1488871"/>
                </a:cubicBezTo>
                <a:cubicBezTo>
                  <a:pt x="742409" y="1450004"/>
                  <a:pt x="711379" y="1418243"/>
                  <a:pt x="672521" y="1417350"/>
                </a:cubicBezTo>
                <a:lnTo>
                  <a:pt x="69924" y="1417350"/>
                </a:lnTo>
                <a:cubicBezTo>
                  <a:pt x="31330" y="1417373"/>
                  <a:pt x="26" y="1386107"/>
                  <a:pt x="0" y="1347516"/>
                </a:cubicBezTo>
                <a:cubicBezTo>
                  <a:pt x="-10" y="1330565"/>
                  <a:pt x="6140" y="1314185"/>
                  <a:pt x="17308" y="1301432"/>
                </a:cubicBezTo>
                <a:lnTo>
                  <a:pt x="1133718" y="23893"/>
                </a:lnTo>
                <a:cubicBezTo>
                  <a:pt x="1159116" y="-5165"/>
                  <a:pt x="1203259" y="-8132"/>
                  <a:pt x="1232318" y="17265"/>
                </a:cubicBezTo>
                <a:cubicBezTo>
                  <a:pt x="1234673" y="19324"/>
                  <a:pt x="1236886" y="21538"/>
                  <a:pt x="1238946" y="23893"/>
                </a:cubicBezTo>
                <a:close/>
              </a:path>
            </a:pathLst>
          </a:custGeom>
          <a:gradFill flip="none" rotWithShape="1">
            <a:gsLst>
              <a:gs pos="5000">
                <a:schemeClr val="bg1"/>
              </a:gs>
              <a:gs pos="90000">
                <a:schemeClr val="bg1">
                  <a:alpha val="0"/>
                </a:schemeClr>
              </a:gs>
            </a:gsLst>
            <a:lin ang="5400000" scaled="1"/>
            <a:tileRect/>
          </a:gradFill>
          <a:ln w="32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22"/>
          <p:cNvSpPr/>
          <p:nvPr/>
        </p:nvSpPr>
        <p:spPr>
          <a:xfrm>
            <a:off x="10773358" y="4725583"/>
            <a:ext cx="634928" cy="806271"/>
          </a:xfrm>
          <a:custGeom>
            <a:avLst/>
            <a:gdLst>
              <a:gd name="connsiteX0" fmla="*/ 1238946 w 2371843"/>
              <a:gd name="connsiteY0" fmla="*/ 23893 h 3288083"/>
              <a:gd name="connsiteX1" fmla="*/ 2354533 w 2371843"/>
              <a:gd name="connsiteY1" fmla="*/ 1302255 h 3288083"/>
              <a:gd name="connsiteX2" fmla="*/ 2348001 w 2371843"/>
              <a:gd name="connsiteY2" fmla="*/ 1400861 h 3288083"/>
              <a:gd name="connsiteX3" fmla="*/ 2301921 w 2371843"/>
              <a:gd name="connsiteY3" fmla="*/ 1418170 h 3288083"/>
              <a:gd name="connsiteX4" fmla="*/ 1753581 w 2371843"/>
              <a:gd name="connsiteY4" fmla="*/ 1418170 h 3288083"/>
              <a:gd name="connsiteX5" fmla="*/ 1684525 w 2371843"/>
              <a:gd name="connsiteY5" fmla="*/ 1478185 h 3288083"/>
              <a:gd name="connsiteX6" fmla="*/ 219546 w 2371843"/>
              <a:gd name="connsiteY6" fmla="*/ 3286810 h 3288083"/>
              <a:gd name="connsiteX7" fmla="*/ 137689 w 2371843"/>
              <a:gd name="connsiteY7" fmla="*/ 3231419 h 3288083"/>
              <a:gd name="connsiteX8" fmla="*/ 162821 w 2371843"/>
              <a:gd name="connsiteY8" fmla="*/ 3163484 h 3288083"/>
              <a:gd name="connsiteX9" fmla="*/ 701293 w 2371843"/>
              <a:gd name="connsiteY9" fmla="*/ 2155592 h 3288083"/>
              <a:gd name="connsiteX10" fmla="*/ 742400 w 2371843"/>
              <a:gd name="connsiteY10" fmla="*/ 1488871 h 3288083"/>
              <a:gd name="connsiteX11" fmla="*/ 672521 w 2371843"/>
              <a:gd name="connsiteY11" fmla="*/ 1417350 h 3288083"/>
              <a:gd name="connsiteX12" fmla="*/ 69924 w 2371843"/>
              <a:gd name="connsiteY12" fmla="*/ 1417350 h 3288083"/>
              <a:gd name="connsiteX13" fmla="*/ 0 w 2371843"/>
              <a:gd name="connsiteY13" fmla="*/ 1347516 h 3288083"/>
              <a:gd name="connsiteX14" fmla="*/ 17308 w 2371843"/>
              <a:gd name="connsiteY14" fmla="*/ 1301432 h 3288083"/>
              <a:gd name="connsiteX15" fmla="*/ 1133718 w 2371843"/>
              <a:gd name="connsiteY15" fmla="*/ 23893 h 3288083"/>
              <a:gd name="connsiteX16" fmla="*/ 1232318 w 2371843"/>
              <a:gd name="connsiteY16" fmla="*/ 17265 h 3288083"/>
              <a:gd name="connsiteX17" fmla="*/ 1238946 w 2371843"/>
              <a:gd name="connsiteY17" fmla="*/ 23893 h 3288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371843" h="3288083">
                <a:moveTo>
                  <a:pt x="1238946" y="23893"/>
                </a:moveTo>
                <a:lnTo>
                  <a:pt x="2354533" y="1302255"/>
                </a:lnTo>
                <a:cubicBezTo>
                  <a:pt x="2379960" y="1331287"/>
                  <a:pt x="2377033" y="1375437"/>
                  <a:pt x="2348001" y="1400861"/>
                </a:cubicBezTo>
                <a:cubicBezTo>
                  <a:pt x="2335249" y="1412029"/>
                  <a:pt x="2318872" y="1418182"/>
                  <a:pt x="2301921" y="1418170"/>
                </a:cubicBezTo>
                <a:lnTo>
                  <a:pt x="1753581" y="1418170"/>
                </a:lnTo>
                <a:cubicBezTo>
                  <a:pt x="1718711" y="1417871"/>
                  <a:pt x="1689087" y="1443613"/>
                  <a:pt x="1684525" y="1478185"/>
                </a:cubicBezTo>
                <a:cubicBezTo>
                  <a:pt x="1643418" y="1775783"/>
                  <a:pt x="1395145" y="3091963"/>
                  <a:pt x="219546" y="3286810"/>
                </a:cubicBezTo>
                <a:cubicBezTo>
                  <a:pt x="181652" y="3294104"/>
                  <a:pt x="145005" y="3269332"/>
                  <a:pt x="137689" y="3231419"/>
                </a:cubicBezTo>
                <a:cubicBezTo>
                  <a:pt x="132754" y="3205869"/>
                  <a:pt x="142441" y="3179683"/>
                  <a:pt x="162821" y="3163484"/>
                </a:cubicBezTo>
                <a:cubicBezTo>
                  <a:pt x="364236" y="3005643"/>
                  <a:pt x="627305" y="2699822"/>
                  <a:pt x="701293" y="2155592"/>
                </a:cubicBezTo>
                <a:cubicBezTo>
                  <a:pt x="729699" y="1934504"/>
                  <a:pt x="743431" y="1711774"/>
                  <a:pt x="742400" y="1488871"/>
                </a:cubicBezTo>
                <a:cubicBezTo>
                  <a:pt x="742409" y="1450004"/>
                  <a:pt x="711379" y="1418243"/>
                  <a:pt x="672521" y="1417350"/>
                </a:cubicBezTo>
                <a:lnTo>
                  <a:pt x="69924" y="1417350"/>
                </a:lnTo>
                <a:cubicBezTo>
                  <a:pt x="31330" y="1417373"/>
                  <a:pt x="26" y="1386107"/>
                  <a:pt x="0" y="1347516"/>
                </a:cubicBezTo>
                <a:cubicBezTo>
                  <a:pt x="-10" y="1330565"/>
                  <a:pt x="6140" y="1314185"/>
                  <a:pt x="17308" y="1301432"/>
                </a:cubicBezTo>
                <a:lnTo>
                  <a:pt x="1133718" y="23893"/>
                </a:lnTo>
                <a:cubicBezTo>
                  <a:pt x="1159116" y="-5165"/>
                  <a:pt x="1203259" y="-8132"/>
                  <a:pt x="1232318" y="17265"/>
                </a:cubicBezTo>
                <a:cubicBezTo>
                  <a:pt x="1234673" y="19324"/>
                  <a:pt x="1236886" y="21538"/>
                  <a:pt x="1238946" y="23893"/>
                </a:cubicBezTo>
                <a:close/>
              </a:path>
            </a:pathLst>
          </a:custGeom>
          <a:gradFill flip="none" rotWithShape="1">
            <a:gsLst>
              <a:gs pos="5000">
                <a:schemeClr val="bg1"/>
              </a:gs>
              <a:gs pos="90000">
                <a:schemeClr val="bg1">
                  <a:alpha val="0"/>
                </a:schemeClr>
              </a:gs>
            </a:gsLst>
            <a:lin ang="5400000" scaled="1"/>
            <a:tileRect/>
          </a:gradFill>
          <a:ln w="32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52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lemon1"/>
          <p:cNvGrpSpPr/>
          <p:nvPr/>
        </p:nvGrpSpPr>
        <p:grpSpPr>
          <a:xfrm>
            <a:off x="680591" y="987979"/>
            <a:ext cx="11046158" cy="3767534"/>
            <a:chOff x="832991" y="1088760"/>
            <a:chExt cx="11046158" cy="3767534"/>
          </a:xfrm>
        </p:grpSpPr>
        <p:graphicFrame>
          <p:nvGraphicFramePr>
            <p:cNvPr id="6" name="lemon1-1"/>
            <p:cNvGraphicFramePr/>
            <p:nvPr/>
          </p:nvGraphicFramePr>
          <p:xfrm>
            <a:off x="839788" y="1346400"/>
            <a:ext cx="10196512" cy="32981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7" name="lemon1-2"/>
            <p:cNvSpPr txBox="1"/>
            <p:nvPr/>
          </p:nvSpPr>
          <p:spPr>
            <a:xfrm>
              <a:off x="1128922" y="4594684"/>
              <a:ext cx="533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8" name="lemon1-3"/>
            <p:cNvSpPr txBox="1"/>
            <p:nvPr/>
          </p:nvSpPr>
          <p:spPr>
            <a:xfrm>
              <a:off x="1924531" y="4602378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9" name="lemon1-4"/>
            <p:cNvSpPr txBox="1"/>
            <p:nvPr/>
          </p:nvSpPr>
          <p:spPr>
            <a:xfrm>
              <a:off x="2720140" y="4602378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3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10" name="lemon1-5"/>
            <p:cNvSpPr txBox="1"/>
            <p:nvPr/>
          </p:nvSpPr>
          <p:spPr>
            <a:xfrm>
              <a:off x="3515749" y="4594684"/>
              <a:ext cx="533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4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11" name="lemon1-6"/>
            <p:cNvSpPr txBox="1"/>
            <p:nvPr/>
          </p:nvSpPr>
          <p:spPr>
            <a:xfrm>
              <a:off x="4311358" y="4602378"/>
              <a:ext cx="601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5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12" name="lemon1-7"/>
            <p:cNvSpPr txBox="1"/>
            <p:nvPr/>
          </p:nvSpPr>
          <p:spPr>
            <a:xfrm>
              <a:off x="5175367" y="4602378"/>
              <a:ext cx="601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6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13" name="lemon1-8"/>
            <p:cNvSpPr txBox="1"/>
            <p:nvPr/>
          </p:nvSpPr>
          <p:spPr>
            <a:xfrm>
              <a:off x="6039376" y="4594684"/>
              <a:ext cx="6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7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cxnSp>
          <p:nvCxnSpPr>
            <p:cNvPr id="14" name="lemon1-9"/>
            <p:cNvCxnSpPr/>
            <p:nvPr/>
          </p:nvCxnSpPr>
          <p:spPr>
            <a:xfrm>
              <a:off x="1289050" y="4499612"/>
              <a:ext cx="10028238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lemon1-10"/>
            <p:cNvCxnSpPr/>
            <p:nvPr/>
          </p:nvCxnSpPr>
          <p:spPr>
            <a:xfrm>
              <a:off x="2189656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lemon1-11"/>
            <p:cNvCxnSpPr/>
            <p:nvPr/>
          </p:nvCxnSpPr>
          <p:spPr>
            <a:xfrm>
              <a:off x="3032298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emon1-12"/>
            <p:cNvCxnSpPr/>
            <p:nvPr/>
          </p:nvCxnSpPr>
          <p:spPr>
            <a:xfrm>
              <a:off x="5560224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lemon1-13"/>
            <p:cNvCxnSpPr/>
            <p:nvPr/>
          </p:nvCxnSpPr>
          <p:spPr>
            <a:xfrm>
              <a:off x="6402866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lemon1-14"/>
            <p:cNvCxnSpPr/>
            <p:nvPr/>
          </p:nvCxnSpPr>
          <p:spPr>
            <a:xfrm>
              <a:off x="8088150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lemon1-15"/>
            <p:cNvCxnSpPr/>
            <p:nvPr/>
          </p:nvCxnSpPr>
          <p:spPr>
            <a:xfrm>
              <a:off x="8930792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lemon1-16"/>
            <p:cNvCxnSpPr/>
            <p:nvPr/>
          </p:nvCxnSpPr>
          <p:spPr>
            <a:xfrm>
              <a:off x="9773434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lemon1-17"/>
            <p:cNvCxnSpPr/>
            <p:nvPr/>
          </p:nvCxnSpPr>
          <p:spPr>
            <a:xfrm>
              <a:off x="1291431" y="1346400"/>
              <a:ext cx="0" cy="315321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mon1-18"/>
            <p:cNvSpPr txBox="1"/>
            <p:nvPr/>
          </p:nvSpPr>
          <p:spPr>
            <a:xfrm>
              <a:off x="832991" y="1088760"/>
              <a:ext cx="8293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数量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件</a:t>
              </a:r>
            </a:p>
          </p:txBody>
        </p:sp>
        <p:sp>
          <p:nvSpPr>
            <p:cNvPr id="24" name="lemon1-19"/>
            <p:cNvSpPr txBox="1"/>
            <p:nvPr/>
          </p:nvSpPr>
          <p:spPr>
            <a:xfrm>
              <a:off x="11049818" y="4521398"/>
              <a:ext cx="8293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月份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cxnSp>
          <p:nvCxnSpPr>
            <p:cNvPr id="3" name="lemon1-20"/>
            <p:cNvCxnSpPr/>
            <p:nvPr/>
          </p:nvCxnSpPr>
          <p:spPr>
            <a:xfrm>
              <a:off x="3874940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lemon1-21"/>
            <p:cNvCxnSpPr/>
            <p:nvPr/>
          </p:nvCxnSpPr>
          <p:spPr>
            <a:xfrm>
              <a:off x="4717582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lemon1-22"/>
            <p:cNvCxnSpPr/>
            <p:nvPr/>
          </p:nvCxnSpPr>
          <p:spPr>
            <a:xfrm>
              <a:off x="7245508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lemon1-23"/>
            <p:cNvCxnSpPr/>
            <p:nvPr/>
          </p:nvCxnSpPr>
          <p:spPr>
            <a:xfrm>
              <a:off x="10616076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emon1-24"/>
            <p:cNvSpPr txBox="1"/>
            <p:nvPr/>
          </p:nvSpPr>
          <p:spPr>
            <a:xfrm>
              <a:off x="6903385" y="4602378"/>
              <a:ext cx="601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8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46" name="lemon1-25"/>
            <p:cNvSpPr txBox="1"/>
            <p:nvPr/>
          </p:nvSpPr>
          <p:spPr>
            <a:xfrm>
              <a:off x="7767394" y="4602378"/>
              <a:ext cx="601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9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47" name="lemon1-26"/>
            <p:cNvSpPr txBox="1"/>
            <p:nvPr/>
          </p:nvSpPr>
          <p:spPr>
            <a:xfrm>
              <a:off x="8631403" y="4594684"/>
              <a:ext cx="6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10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48" name="lemon1-27"/>
            <p:cNvSpPr txBox="1"/>
            <p:nvPr/>
          </p:nvSpPr>
          <p:spPr>
            <a:xfrm>
              <a:off x="9495412" y="4602378"/>
              <a:ext cx="601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11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49" name="lemon1-28"/>
            <p:cNvSpPr txBox="1"/>
            <p:nvPr/>
          </p:nvSpPr>
          <p:spPr>
            <a:xfrm>
              <a:off x="10359421" y="4594684"/>
              <a:ext cx="6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12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</p:grpSp>
      <p:sp>
        <p:nvSpPr>
          <p:cNvPr id="25" name="lemon2"/>
          <p:cNvSpPr txBox="1"/>
          <p:nvPr/>
        </p:nvSpPr>
        <p:spPr>
          <a:xfrm>
            <a:off x="3319113" y="901486"/>
            <a:ext cx="4606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2022-2023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年度销量情况对比</a:t>
            </a:r>
          </a:p>
        </p:txBody>
      </p:sp>
      <p:grpSp>
        <p:nvGrpSpPr>
          <p:cNvPr id="26" name="lemon3"/>
          <p:cNvGrpSpPr/>
          <p:nvPr/>
        </p:nvGrpSpPr>
        <p:grpSpPr>
          <a:xfrm>
            <a:off x="8359407" y="1103908"/>
            <a:ext cx="1841581" cy="314112"/>
            <a:chOff x="8018563" y="1480390"/>
            <a:chExt cx="1263468" cy="141920"/>
          </a:xfrm>
        </p:grpSpPr>
        <p:sp>
          <p:nvSpPr>
            <p:cNvPr id="27" name="lemon3-1"/>
            <p:cNvSpPr txBox="1"/>
            <p:nvPr/>
          </p:nvSpPr>
          <p:spPr>
            <a:xfrm>
              <a:off x="8018563" y="1507587"/>
              <a:ext cx="1263468" cy="114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2022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同期销量情况</a:t>
              </a:r>
            </a:p>
          </p:txBody>
        </p:sp>
        <p:cxnSp>
          <p:nvCxnSpPr>
            <p:cNvPr id="28" name="lemon3-2"/>
            <p:cNvCxnSpPr/>
            <p:nvPr/>
          </p:nvCxnSpPr>
          <p:spPr>
            <a:xfrm>
              <a:off x="8095423" y="1480390"/>
              <a:ext cx="280987" cy="0"/>
            </a:xfrm>
            <a:prstGeom prst="line">
              <a:avLst/>
            </a:prstGeom>
            <a:ln w="381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lemon4"/>
          <p:cNvGrpSpPr/>
          <p:nvPr/>
        </p:nvGrpSpPr>
        <p:grpSpPr>
          <a:xfrm>
            <a:off x="9966428" y="1103913"/>
            <a:ext cx="1979004" cy="325263"/>
            <a:chOff x="7999808" y="1480390"/>
            <a:chExt cx="1357751" cy="146958"/>
          </a:xfrm>
        </p:grpSpPr>
        <p:sp>
          <p:nvSpPr>
            <p:cNvPr id="30" name="lemon4-1"/>
            <p:cNvSpPr txBox="1"/>
            <p:nvPr/>
          </p:nvSpPr>
          <p:spPr>
            <a:xfrm>
              <a:off x="7999808" y="1512625"/>
              <a:ext cx="1357751" cy="114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2023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同期销量情况</a:t>
              </a:r>
            </a:p>
          </p:txBody>
        </p:sp>
        <p:cxnSp>
          <p:nvCxnSpPr>
            <p:cNvPr id="31" name="lemon4-2"/>
            <p:cNvCxnSpPr/>
            <p:nvPr/>
          </p:nvCxnSpPr>
          <p:spPr>
            <a:xfrm>
              <a:off x="8095423" y="1480390"/>
              <a:ext cx="280987" cy="0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lemon5"/>
          <p:cNvSpPr/>
          <p:nvPr/>
        </p:nvSpPr>
        <p:spPr>
          <a:xfrm>
            <a:off x="5496406" y="1829418"/>
            <a:ext cx="101323" cy="101323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  <a:effectLst>
            <a:outerShdw blurRad="50800" dist="38100" dir="5400000" algn="t" rotWithShape="0">
              <a:schemeClr val="accent4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lemon6"/>
          <p:cNvSpPr/>
          <p:nvPr/>
        </p:nvSpPr>
        <p:spPr>
          <a:xfrm>
            <a:off x="5496406" y="2644591"/>
            <a:ext cx="101323" cy="101323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7"/>
          <p:cNvSpPr txBox="1"/>
          <p:nvPr/>
        </p:nvSpPr>
        <p:spPr>
          <a:xfrm>
            <a:off x="5722049" y="1919292"/>
            <a:ext cx="12475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3000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8"/>
          <p:cNvSpPr txBox="1"/>
          <p:nvPr/>
        </p:nvSpPr>
        <p:spPr>
          <a:xfrm>
            <a:off x="4544351" y="3187023"/>
            <a:ext cx="8993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2000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9"/>
          <p:cNvSpPr/>
          <p:nvPr/>
        </p:nvSpPr>
        <p:spPr bwMode="auto">
          <a:xfrm flipH="1">
            <a:off x="3027409" y="1651744"/>
            <a:ext cx="1234461" cy="1585119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10"/>
          <p:cNvSpPr>
            <a:spLocks noChangeArrowheads="1"/>
          </p:cNvSpPr>
          <p:nvPr/>
        </p:nvSpPr>
        <p:spPr bwMode="auto">
          <a:xfrm>
            <a:off x="3177405" y="1971261"/>
            <a:ext cx="936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66%</a:t>
            </a:r>
            <a:endParaRPr kumimoji="0" lang="ru-RU" altLang="ru-RU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11"/>
          <p:cNvSpPr>
            <a:spLocks noChangeArrowheads="1"/>
          </p:cNvSpPr>
          <p:nvPr/>
        </p:nvSpPr>
        <p:spPr bwMode="auto">
          <a:xfrm>
            <a:off x="3165026" y="2434076"/>
            <a:ext cx="9361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高峰期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</a:t>
            </a: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lemon12"/>
          <p:cNvSpPr/>
          <p:nvPr/>
        </p:nvSpPr>
        <p:spPr bwMode="auto">
          <a:xfrm flipH="1">
            <a:off x="6522286" y="1467078"/>
            <a:ext cx="1234461" cy="1585119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lemon13"/>
          <p:cNvSpPr>
            <a:spLocks noChangeArrowheads="1"/>
          </p:cNvSpPr>
          <p:nvPr/>
        </p:nvSpPr>
        <p:spPr bwMode="auto">
          <a:xfrm>
            <a:off x="6672282" y="1786595"/>
            <a:ext cx="936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98%</a:t>
            </a:r>
            <a:endParaRPr kumimoji="0" lang="ru-RU" altLang="ru-RU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lemon14"/>
          <p:cNvSpPr>
            <a:spLocks noChangeArrowheads="1"/>
          </p:cNvSpPr>
          <p:nvPr/>
        </p:nvSpPr>
        <p:spPr bwMode="auto">
          <a:xfrm>
            <a:off x="6659903" y="2249410"/>
            <a:ext cx="9361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高峰期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15"/>
          <p:cNvSpPr/>
          <p:nvPr/>
        </p:nvSpPr>
        <p:spPr>
          <a:xfrm>
            <a:off x="1022165" y="5244171"/>
            <a:ext cx="3239705" cy="1147301"/>
          </a:xfrm>
          <a:prstGeom prst="roundRect">
            <a:avLst>
              <a:gd name="adj" fmla="val 10396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lemon16"/>
          <p:cNvSpPr/>
          <p:nvPr/>
        </p:nvSpPr>
        <p:spPr>
          <a:xfrm flipH="1">
            <a:off x="1274693" y="5020788"/>
            <a:ext cx="1347885" cy="400111"/>
          </a:xfrm>
          <a:prstGeom prst="round2DiagRect">
            <a:avLst>
              <a:gd name="adj1" fmla="val 31793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8" name="lemon17"/>
          <p:cNvSpPr txBox="1"/>
          <p:nvPr/>
        </p:nvSpPr>
        <p:spPr>
          <a:xfrm>
            <a:off x="1218376" y="5484799"/>
            <a:ext cx="3013514" cy="797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18"/>
          <p:cNvSpPr/>
          <p:nvPr/>
        </p:nvSpPr>
        <p:spPr>
          <a:xfrm>
            <a:off x="4564127" y="5242848"/>
            <a:ext cx="3239705" cy="1147301"/>
          </a:xfrm>
          <a:prstGeom prst="roundRect">
            <a:avLst>
              <a:gd name="adj" fmla="val 8158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lemon19"/>
          <p:cNvSpPr/>
          <p:nvPr/>
        </p:nvSpPr>
        <p:spPr>
          <a:xfrm flipH="1">
            <a:off x="4816655" y="5019465"/>
            <a:ext cx="1347885" cy="400111"/>
          </a:xfrm>
          <a:prstGeom prst="round2DiagRect">
            <a:avLst>
              <a:gd name="adj1" fmla="val 31793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lemon20"/>
          <p:cNvSpPr txBox="1"/>
          <p:nvPr/>
        </p:nvSpPr>
        <p:spPr>
          <a:xfrm>
            <a:off x="4760338" y="5483476"/>
            <a:ext cx="3013514" cy="797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lemon21"/>
          <p:cNvSpPr/>
          <p:nvPr/>
        </p:nvSpPr>
        <p:spPr>
          <a:xfrm>
            <a:off x="8054611" y="5236382"/>
            <a:ext cx="3239705" cy="1147301"/>
          </a:xfrm>
          <a:prstGeom prst="roundRect">
            <a:avLst>
              <a:gd name="adj" fmla="val 7472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lemon22"/>
          <p:cNvSpPr/>
          <p:nvPr/>
        </p:nvSpPr>
        <p:spPr>
          <a:xfrm flipH="1">
            <a:off x="8307139" y="5012999"/>
            <a:ext cx="1347885" cy="400111"/>
          </a:xfrm>
          <a:prstGeom prst="round2DiagRect">
            <a:avLst>
              <a:gd name="adj1" fmla="val 31793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lemon23"/>
          <p:cNvSpPr txBox="1"/>
          <p:nvPr/>
        </p:nvSpPr>
        <p:spPr>
          <a:xfrm>
            <a:off x="8250822" y="5477010"/>
            <a:ext cx="3013514" cy="797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lemon24"/>
          <p:cNvSpPr/>
          <p:nvPr/>
        </p:nvSpPr>
        <p:spPr>
          <a:xfrm rot="10800000">
            <a:off x="9197378" y="2394793"/>
            <a:ext cx="1973446" cy="1197125"/>
          </a:xfrm>
          <a:prstGeom prst="wedgeRoundRectCallout">
            <a:avLst>
              <a:gd name="adj1" fmla="val 100382"/>
              <a:gd name="adj2" fmla="val 53856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lemon25"/>
          <p:cNvSpPr txBox="1"/>
          <p:nvPr/>
        </p:nvSpPr>
        <p:spPr>
          <a:xfrm>
            <a:off x="9452858" y="2659930"/>
            <a:ext cx="1780884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 algn="l">
              <a:defRPr sz="2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详细情况说明</a:t>
            </a: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4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lemon1"/>
          <p:cNvGrpSpPr/>
          <p:nvPr/>
        </p:nvGrpSpPr>
        <p:grpSpPr>
          <a:xfrm>
            <a:off x="643208" y="2185809"/>
            <a:ext cx="6349707" cy="4539916"/>
            <a:chOff x="731836" y="1922197"/>
            <a:chExt cx="6349707" cy="4539916"/>
          </a:xfrm>
        </p:grpSpPr>
        <p:sp>
          <p:nvSpPr>
            <p:cNvPr id="5" name="lemon1-1"/>
            <p:cNvSpPr/>
            <p:nvPr/>
          </p:nvSpPr>
          <p:spPr>
            <a:xfrm>
              <a:off x="731836" y="1922197"/>
              <a:ext cx="6349707" cy="4539916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" name="lemon1-2"/>
            <p:cNvSpPr/>
            <p:nvPr/>
          </p:nvSpPr>
          <p:spPr>
            <a:xfrm>
              <a:off x="862395" y="2516152"/>
              <a:ext cx="6088589" cy="383459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1724">
                  <a:srgbClr val="A4EFFD">
                    <a:lumMod val="8000"/>
                    <a:lumOff val="92000"/>
                  </a:srgbClr>
                </a:gs>
                <a:gs pos="100000">
                  <a:srgbClr val="A4EFFD">
                    <a:lumMod val="4000"/>
                    <a:lumOff val="96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7" name="lemon2"/>
          <p:cNvSpPr/>
          <p:nvPr/>
        </p:nvSpPr>
        <p:spPr>
          <a:xfrm>
            <a:off x="7192049" y="2185809"/>
            <a:ext cx="4495110" cy="453991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3"/>
          <p:cNvSpPr/>
          <p:nvPr/>
        </p:nvSpPr>
        <p:spPr>
          <a:xfrm>
            <a:off x="7329149" y="2772789"/>
            <a:ext cx="4220911" cy="3851873"/>
          </a:xfrm>
          <a:prstGeom prst="roundRect">
            <a:avLst>
              <a:gd name="adj" fmla="val 0"/>
            </a:avLst>
          </a:prstGeom>
          <a:gradFill flip="none" rotWithShape="1">
            <a:gsLst>
              <a:gs pos="1724">
                <a:srgbClr val="A4EFFD">
                  <a:lumMod val="8000"/>
                  <a:lumOff val="92000"/>
                </a:srgbClr>
              </a:gs>
              <a:gs pos="100000">
                <a:srgbClr val="A4EFFD">
                  <a:lumMod val="4000"/>
                  <a:lumOff val="96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45" name="lemon4"/>
          <p:cNvCxnSpPr/>
          <p:nvPr/>
        </p:nvCxnSpPr>
        <p:spPr>
          <a:xfrm>
            <a:off x="7521653" y="2362922"/>
            <a:ext cx="0" cy="29782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lemon5"/>
          <p:cNvSpPr txBox="1"/>
          <p:nvPr/>
        </p:nvSpPr>
        <p:spPr>
          <a:xfrm>
            <a:off x="7606079" y="2332679"/>
            <a:ext cx="3299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降本增效的表现</a:t>
            </a:r>
          </a:p>
        </p:txBody>
      </p:sp>
      <p:sp>
        <p:nvSpPr>
          <p:cNvPr id="47" name="lemon6"/>
          <p:cNvSpPr txBox="1"/>
          <p:nvPr/>
        </p:nvSpPr>
        <p:spPr>
          <a:xfrm>
            <a:off x="9712385" y="3139730"/>
            <a:ext cx="2479615" cy="37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4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REDUCE COSTS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4000"/>
                </a:prst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48" name="lemon7"/>
          <p:cNvCxnSpPr/>
          <p:nvPr/>
        </p:nvCxnSpPr>
        <p:spPr>
          <a:xfrm>
            <a:off x="940668" y="2374352"/>
            <a:ext cx="0" cy="29782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lemon8"/>
          <p:cNvSpPr txBox="1"/>
          <p:nvPr/>
        </p:nvSpPr>
        <p:spPr>
          <a:xfrm>
            <a:off x="978455" y="2332679"/>
            <a:ext cx="3823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年公司经营情况</a:t>
            </a:r>
          </a:p>
        </p:txBody>
      </p:sp>
      <p:sp>
        <p:nvSpPr>
          <p:cNvPr id="50" name="lemon9"/>
          <p:cNvSpPr txBox="1"/>
          <p:nvPr/>
        </p:nvSpPr>
        <p:spPr>
          <a:xfrm>
            <a:off x="3300742" y="2331424"/>
            <a:ext cx="4220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4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Business situation in 2023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4000"/>
                </a:prst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10"/>
          <p:cNvSpPr txBox="1"/>
          <p:nvPr/>
        </p:nvSpPr>
        <p:spPr>
          <a:xfrm>
            <a:off x="1014238" y="2994050"/>
            <a:ext cx="5750389" cy="49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据</a:t>
            </a:r>
            <a:r>
              <a:rPr kumimoji="0" lang="en-US" altLang="zh-CN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XXX</a:t>
            </a: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</a:t>
            </a:r>
            <a:r>
              <a:rPr kumimoji="0" lang="en-US" altLang="zh-CN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年度年报数据显示，202</a:t>
            </a:r>
            <a:r>
              <a:rPr kumimoji="0" lang="en-US" altLang="zh-CN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年截至1</a:t>
            </a:r>
            <a:r>
              <a:rPr kumimoji="0" lang="en-US" altLang="zh-CN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月，公司整体营收达</a:t>
            </a:r>
            <a:r>
              <a:rPr kumimoji="0" lang="en-US" altLang="zh-CN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200</a:t>
            </a: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万元，各个板块收入占比如下：</a:t>
            </a:r>
            <a:endParaRPr kumimoji="0" lang="en-US" altLang="zh-CN" sz="1200" b="0" i="0" u="none" strike="noStrike" kern="1200" cap="none" spc="1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52" name="lemon11"/>
          <p:cNvGraphicFramePr/>
          <p:nvPr/>
        </p:nvGraphicFramePr>
        <p:xfrm>
          <a:off x="313044" y="3475346"/>
          <a:ext cx="4674879" cy="1962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6" name="lemon12"/>
          <p:cNvCxnSpPr/>
          <p:nvPr/>
        </p:nvCxnSpPr>
        <p:spPr>
          <a:xfrm>
            <a:off x="1127654" y="5435034"/>
            <a:ext cx="52133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lemon13"/>
          <p:cNvSpPr txBox="1"/>
          <p:nvPr/>
        </p:nvSpPr>
        <p:spPr>
          <a:xfrm>
            <a:off x="1042452" y="5590016"/>
            <a:ext cx="4087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深刻挖掘竞争优势，多方面实现突破：</a:t>
            </a:r>
          </a:p>
        </p:txBody>
      </p:sp>
      <p:sp>
        <p:nvSpPr>
          <p:cNvPr id="71" name="lemon14"/>
          <p:cNvSpPr/>
          <p:nvPr/>
        </p:nvSpPr>
        <p:spPr>
          <a:xfrm>
            <a:off x="1174603" y="6008363"/>
            <a:ext cx="1613652" cy="2946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lemon15"/>
          <p:cNvSpPr txBox="1"/>
          <p:nvPr/>
        </p:nvSpPr>
        <p:spPr>
          <a:xfrm>
            <a:off x="1067662" y="6026026"/>
            <a:ext cx="18267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直播板块收入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grpSp>
        <p:nvGrpSpPr>
          <p:cNvPr id="98" name="lemon16"/>
          <p:cNvGrpSpPr/>
          <p:nvPr/>
        </p:nvGrpSpPr>
        <p:grpSpPr>
          <a:xfrm>
            <a:off x="8033169" y="3463711"/>
            <a:ext cx="2946733" cy="2873802"/>
            <a:chOff x="3189211" y="977199"/>
            <a:chExt cx="5632647" cy="5493239"/>
          </a:xfrm>
        </p:grpSpPr>
        <p:sp>
          <p:nvSpPr>
            <p:cNvPr id="88" name="lemon16-1"/>
            <p:cNvSpPr>
              <a:spLocks noChangeAspect="1" noChangeArrowheads="1" noTextEdit="1"/>
            </p:cNvSpPr>
            <p:nvPr/>
          </p:nvSpPr>
          <p:spPr bwMode="auto">
            <a:xfrm>
              <a:off x="3192177" y="977199"/>
              <a:ext cx="5629681" cy="5493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cs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9" name="lemon16-2"/>
            <p:cNvSpPr/>
            <p:nvPr/>
          </p:nvSpPr>
          <p:spPr bwMode="auto">
            <a:xfrm>
              <a:off x="4141333" y="977199"/>
              <a:ext cx="3725436" cy="1925006"/>
            </a:xfrm>
            <a:custGeom>
              <a:avLst/>
              <a:gdLst>
                <a:gd name="T0" fmla="*/ 702 w 1403"/>
                <a:gd name="T1" fmla="*/ 725 h 725"/>
                <a:gd name="T2" fmla="*/ 1061 w 1403"/>
                <a:gd name="T3" fmla="*/ 631 h 725"/>
                <a:gd name="T4" fmla="*/ 1403 w 1403"/>
                <a:gd name="T5" fmla="*/ 715 h 725"/>
                <a:gd name="T6" fmla="*/ 1403 w 1403"/>
                <a:gd name="T7" fmla="*/ 702 h 725"/>
                <a:gd name="T8" fmla="*/ 702 w 1403"/>
                <a:gd name="T9" fmla="*/ 0 h 725"/>
                <a:gd name="T10" fmla="*/ 0 w 1403"/>
                <a:gd name="T11" fmla="*/ 702 h 725"/>
                <a:gd name="T12" fmla="*/ 0 w 1403"/>
                <a:gd name="T13" fmla="*/ 715 h 725"/>
                <a:gd name="T14" fmla="*/ 342 w 1403"/>
                <a:gd name="T15" fmla="*/ 631 h 725"/>
                <a:gd name="T16" fmla="*/ 702 w 1403"/>
                <a:gd name="T17" fmla="*/ 725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03" h="725">
                  <a:moveTo>
                    <a:pt x="702" y="725"/>
                  </a:moveTo>
                  <a:cubicBezTo>
                    <a:pt x="808" y="665"/>
                    <a:pt x="931" y="631"/>
                    <a:pt x="1061" y="631"/>
                  </a:cubicBezTo>
                  <a:cubicBezTo>
                    <a:pt x="1185" y="631"/>
                    <a:pt x="1301" y="661"/>
                    <a:pt x="1403" y="715"/>
                  </a:cubicBezTo>
                  <a:cubicBezTo>
                    <a:pt x="1403" y="711"/>
                    <a:pt x="1403" y="706"/>
                    <a:pt x="1403" y="702"/>
                  </a:cubicBezTo>
                  <a:cubicBezTo>
                    <a:pt x="1403" y="315"/>
                    <a:pt x="1089" y="0"/>
                    <a:pt x="702" y="0"/>
                  </a:cubicBezTo>
                  <a:cubicBezTo>
                    <a:pt x="315" y="0"/>
                    <a:pt x="0" y="315"/>
                    <a:pt x="0" y="702"/>
                  </a:cubicBezTo>
                  <a:cubicBezTo>
                    <a:pt x="0" y="706"/>
                    <a:pt x="0" y="711"/>
                    <a:pt x="0" y="715"/>
                  </a:cubicBezTo>
                  <a:cubicBezTo>
                    <a:pt x="103" y="661"/>
                    <a:pt x="219" y="631"/>
                    <a:pt x="342" y="631"/>
                  </a:cubicBezTo>
                  <a:cubicBezTo>
                    <a:pt x="473" y="631"/>
                    <a:pt x="595" y="665"/>
                    <a:pt x="702" y="725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0" name="lemon16-3"/>
            <p:cNvSpPr/>
            <p:nvPr/>
          </p:nvSpPr>
          <p:spPr bwMode="auto">
            <a:xfrm>
              <a:off x="6096000" y="3029749"/>
              <a:ext cx="2725857" cy="3437724"/>
            </a:xfrm>
            <a:custGeom>
              <a:avLst/>
              <a:gdLst>
                <a:gd name="T0" fmla="*/ 342 w 1027"/>
                <a:gd name="T1" fmla="*/ 562 h 1296"/>
                <a:gd name="T2" fmla="*/ 343 w 1027"/>
                <a:gd name="T3" fmla="*/ 594 h 1296"/>
                <a:gd name="T4" fmla="*/ 0 w 1027"/>
                <a:gd name="T5" fmla="*/ 1216 h 1296"/>
                <a:gd name="T6" fmla="*/ 325 w 1027"/>
                <a:gd name="T7" fmla="*/ 1296 h 1296"/>
                <a:gd name="T8" fmla="*/ 1027 w 1027"/>
                <a:gd name="T9" fmla="*/ 594 h 1296"/>
                <a:gd name="T10" fmla="*/ 698 w 1027"/>
                <a:gd name="T11" fmla="*/ 0 h 1296"/>
                <a:gd name="T12" fmla="*/ 342 w 1027"/>
                <a:gd name="T13" fmla="*/ 562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7" h="1296">
                  <a:moveTo>
                    <a:pt x="342" y="562"/>
                  </a:moveTo>
                  <a:cubicBezTo>
                    <a:pt x="342" y="572"/>
                    <a:pt x="343" y="583"/>
                    <a:pt x="343" y="594"/>
                  </a:cubicBezTo>
                  <a:cubicBezTo>
                    <a:pt x="343" y="855"/>
                    <a:pt x="206" y="1085"/>
                    <a:pt x="0" y="1216"/>
                  </a:cubicBezTo>
                  <a:cubicBezTo>
                    <a:pt x="97" y="1267"/>
                    <a:pt x="208" y="1296"/>
                    <a:pt x="325" y="1296"/>
                  </a:cubicBezTo>
                  <a:cubicBezTo>
                    <a:pt x="712" y="1296"/>
                    <a:pt x="1027" y="981"/>
                    <a:pt x="1027" y="594"/>
                  </a:cubicBezTo>
                  <a:cubicBezTo>
                    <a:pt x="1027" y="344"/>
                    <a:pt x="896" y="124"/>
                    <a:pt x="698" y="0"/>
                  </a:cubicBezTo>
                  <a:cubicBezTo>
                    <a:pt x="676" y="239"/>
                    <a:pt x="538" y="445"/>
                    <a:pt x="342" y="56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txBody>
            <a:bodyPr vert="horz" wrap="square" lIns="365760" tIns="548640" rIns="0" bIns="457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3" name="lemon16-4"/>
            <p:cNvSpPr/>
            <p:nvPr/>
          </p:nvSpPr>
          <p:spPr bwMode="auto">
            <a:xfrm>
              <a:off x="4147264" y="2742036"/>
              <a:ext cx="1764837" cy="1675853"/>
            </a:xfrm>
            <a:custGeom>
              <a:avLst/>
              <a:gdLst>
                <a:gd name="T0" fmla="*/ 327 w 665"/>
                <a:gd name="T1" fmla="*/ 631 h 631"/>
                <a:gd name="T2" fmla="*/ 665 w 665"/>
                <a:gd name="T3" fmla="*/ 80 h 631"/>
                <a:gd name="T4" fmla="*/ 340 w 665"/>
                <a:gd name="T5" fmla="*/ 0 h 631"/>
                <a:gd name="T6" fmla="*/ 0 w 665"/>
                <a:gd name="T7" fmla="*/ 89 h 631"/>
                <a:gd name="T8" fmla="*/ 327 w 665"/>
                <a:gd name="T9" fmla="*/ 631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5" h="631">
                  <a:moveTo>
                    <a:pt x="327" y="631"/>
                  </a:moveTo>
                  <a:cubicBezTo>
                    <a:pt x="349" y="399"/>
                    <a:pt x="479" y="199"/>
                    <a:pt x="665" y="80"/>
                  </a:cubicBezTo>
                  <a:cubicBezTo>
                    <a:pt x="568" y="29"/>
                    <a:pt x="458" y="0"/>
                    <a:pt x="340" y="0"/>
                  </a:cubicBezTo>
                  <a:cubicBezTo>
                    <a:pt x="217" y="0"/>
                    <a:pt x="101" y="32"/>
                    <a:pt x="0" y="89"/>
                  </a:cubicBezTo>
                  <a:cubicBezTo>
                    <a:pt x="17" y="317"/>
                    <a:pt x="143" y="515"/>
                    <a:pt x="327" y="631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4200000" scaled="0"/>
              </a:gradFill>
            </a:ln>
          </p:spPr>
          <p:txBody>
            <a:bodyPr vert="horz" wrap="square" lIns="274320" tIns="0" rIns="0" bIns="2743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4" name="lemon16-5"/>
            <p:cNvSpPr/>
            <p:nvPr/>
          </p:nvSpPr>
          <p:spPr bwMode="auto">
            <a:xfrm>
              <a:off x="5099387" y="4569161"/>
              <a:ext cx="1815260" cy="1634328"/>
            </a:xfrm>
            <a:custGeom>
              <a:avLst/>
              <a:gdLst>
                <a:gd name="T0" fmla="*/ 684 w 684"/>
                <a:gd name="T1" fmla="*/ 13 h 615"/>
                <a:gd name="T2" fmla="*/ 684 w 684"/>
                <a:gd name="T3" fmla="*/ 0 h 615"/>
                <a:gd name="T4" fmla="*/ 342 w 684"/>
                <a:gd name="T5" fmla="*/ 84 h 615"/>
                <a:gd name="T6" fmla="*/ 0 w 684"/>
                <a:gd name="T7" fmla="*/ 0 h 615"/>
                <a:gd name="T8" fmla="*/ 0 w 684"/>
                <a:gd name="T9" fmla="*/ 13 h 615"/>
                <a:gd name="T10" fmla="*/ 342 w 684"/>
                <a:gd name="T11" fmla="*/ 615 h 615"/>
                <a:gd name="T12" fmla="*/ 684 w 684"/>
                <a:gd name="T13" fmla="*/ 13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4" h="615">
                  <a:moveTo>
                    <a:pt x="684" y="13"/>
                  </a:moveTo>
                  <a:cubicBezTo>
                    <a:pt x="684" y="9"/>
                    <a:pt x="684" y="4"/>
                    <a:pt x="684" y="0"/>
                  </a:cubicBezTo>
                  <a:cubicBezTo>
                    <a:pt x="582" y="54"/>
                    <a:pt x="465" y="84"/>
                    <a:pt x="342" y="84"/>
                  </a:cubicBezTo>
                  <a:cubicBezTo>
                    <a:pt x="218" y="84"/>
                    <a:pt x="102" y="54"/>
                    <a:pt x="0" y="0"/>
                  </a:cubicBezTo>
                  <a:cubicBezTo>
                    <a:pt x="0" y="4"/>
                    <a:pt x="0" y="9"/>
                    <a:pt x="0" y="13"/>
                  </a:cubicBezTo>
                  <a:cubicBezTo>
                    <a:pt x="0" y="269"/>
                    <a:pt x="137" y="493"/>
                    <a:pt x="342" y="615"/>
                  </a:cubicBezTo>
                  <a:cubicBezTo>
                    <a:pt x="547" y="493"/>
                    <a:pt x="684" y="269"/>
                    <a:pt x="684" y="13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4200000" scaled="0"/>
              </a:gradFill>
            </a:ln>
          </p:spPr>
          <p:txBody>
            <a:bodyPr vert="horz" wrap="square" lIns="274320" tIns="0" rIns="0" bIns="2743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5" name="lemon16-6"/>
            <p:cNvSpPr txBox="1"/>
            <p:nvPr/>
          </p:nvSpPr>
          <p:spPr>
            <a:xfrm>
              <a:off x="5099387" y="1432407"/>
              <a:ext cx="1903256" cy="77510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质量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7" name="lemon16-7"/>
            <p:cNvSpPr txBox="1"/>
            <p:nvPr/>
          </p:nvSpPr>
          <p:spPr>
            <a:xfrm>
              <a:off x="7188256" y="4554576"/>
              <a:ext cx="1305128" cy="34281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1" name="lemon16-8"/>
            <p:cNvSpPr/>
            <p:nvPr/>
          </p:nvSpPr>
          <p:spPr bwMode="auto">
            <a:xfrm>
              <a:off x="6096000" y="2742036"/>
              <a:ext cx="1767803" cy="1675853"/>
            </a:xfrm>
            <a:custGeom>
              <a:avLst/>
              <a:gdLst>
                <a:gd name="T0" fmla="*/ 0 w 666"/>
                <a:gd name="T1" fmla="*/ 80 h 631"/>
                <a:gd name="T2" fmla="*/ 339 w 666"/>
                <a:gd name="T3" fmla="*/ 631 h 631"/>
                <a:gd name="T4" fmla="*/ 666 w 666"/>
                <a:gd name="T5" fmla="*/ 89 h 631"/>
                <a:gd name="T6" fmla="*/ 325 w 666"/>
                <a:gd name="T7" fmla="*/ 0 h 631"/>
                <a:gd name="T8" fmla="*/ 0 w 666"/>
                <a:gd name="T9" fmla="*/ 80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" h="631">
                  <a:moveTo>
                    <a:pt x="0" y="80"/>
                  </a:moveTo>
                  <a:cubicBezTo>
                    <a:pt x="187" y="199"/>
                    <a:pt x="317" y="399"/>
                    <a:pt x="339" y="631"/>
                  </a:cubicBezTo>
                  <a:cubicBezTo>
                    <a:pt x="522" y="515"/>
                    <a:pt x="649" y="317"/>
                    <a:pt x="666" y="89"/>
                  </a:cubicBezTo>
                  <a:cubicBezTo>
                    <a:pt x="565" y="32"/>
                    <a:pt x="449" y="0"/>
                    <a:pt x="325" y="0"/>
                  </a:cubicBezTo>
                  <a:cubicBezTo>
                    <a:pt x="208" y="0"/>
                    <a:pt x="97" y="29"/>
                    <a:pt x="0" y="8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4200000" scaled="0"/>
              </a:gradFill>
            </a:ln>
          </p:spPr>
          <p:txBody>
            <a:bodyPr vert="horz" wrap="square" lIns="274320" tIns="0" rIns="0" bIns="2743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2" name="lemon16-9"/>
            <p:cNvSpPr/>
            <p:nvPr/>
          </p:nvSpPr>
          <p:spPr bwMode="auto">
            <a:xfrm>
              <a:off x="3189211" y="3029749"/>
              <a:ext cx="2722891" cy="3437724"/>
            </a:xfrm>
            <a:custGeom>
              <a:avLst/>
              <a:gdLst>
                <a:gd name="T0" fmla="*/ 684 w 1026"/>
                <a:gd name="T1" fmla="*/ 594 h 1296"/>
                <a:gd name="T2" fmla="*/ 685 w 1026"/>
                <a:gd name="T3" fmla="*/ 562 h 1296"/>
                <a:gd name="T4" fmla="*/ 328 w 1026"/>
                <a:gd name="T5" fmla="*/ 0 h 1296"/>
                <a:gd name="T6" fmla="*/ 0 w 1026"/>
                <a:gd name="T7" fmla="*/ 594 h 1296"/>
                <a:gd name="T8" fmla="*/ 701 w 1026"/>
                <a:gd name="T9" fmla="*/ 1296 h 1296"/>
                <a:gd name="T10" fmla="*/ 1026 w 1026"/>
                <a:gd name="T11" fmla="*/ 1216 h 1296"/>
                <a:gd name="T12" fmla="*/ 684 w 1026"/>
                <a:gd name="T13" fmla="*/ 594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6" h="1296">
                  <a:moveTo>
                    <a:pt x="684" y="594"/>
                  </a:moveTo>
                  <a:cubicBezTo>
                    <a:pt x="684" y="583"/>
                    <a:pt x="684" y="572"/>
                    <a:pt x="685" y="562"/>
                  </a:cubicBezTo>
                  <a:cubicBezTo>
                    <a:pt x="489" y="445"/>
                    <a:pt x="351" y="239"/>
                    <a:pt x="328" y="0"/>
                  </a:cubicBezTo>
                  <a:cubicBezTo>
                    <a:pt x="131" y="124"/>
                    <a:pt x="0" y="344"/>
                    <a:pt x="0" y="594"/>
                  </a:cubicBezTo>
                  <a:cubicBezTo>
                    <a:pt x="0" y="981"/>
                    <a:pt x="315" y="1296"/>
                    <a:pt x="701" y="1296"/>
                  </a:cubicBezTo>
                  <a:cubicBezTo>
                    <a:pt x="819" y="1296"/>
                    <a:pt x="929" y="1267"/>
                    <a:pt x="1026" y="1216"/>
                  </a:cubicBezTo>
                  <a:cubicBezTo>
                    <a:pt x="821" y="1085"/>
                    <a:pt x="684" y="855"/>
                    <a:pt x="684" y="594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txBody>
            <a:bodyPr vert="horz" wrap="square" lIns="91440" tIns="548640" rIns="365760" bIns="457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99" name="lemon17"/>
          <p:cNvSpPr txBox="1"/>
          <p:nvPr/>
        </p:nvSpPr>
        <p:spPr>
          <a:xfrm>
            <a:off x="8000323" y="5342855"/>
            <a:ext cx="995693" cy="40549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效益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lemon18"/>
          <p:cNvSpPr txBox="1"/>
          <p:nvPr/>
        </p:nvSpPr>
        <p:spPr>
          <a:xfrm>
            <a:off x="10020675" y="5364860"/>
            <a:ext cx="995693" cy="40889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成本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lemon19"/>
          <p:cNvSpPr/>
          <p:nvPr/>
        </p:nvSpPr>
        <p:spPr>
          <a:xfrm>
            <a:off x="690585" y="850306"/>
            <a:ext cx="10996574" cy="1128432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lemon20"/>
          <p:cNvSpPr/>
          <p:nvPr/>
        </p:nvSpPr>
        <p:spPr>
          <a:xfrm>
            <a:off x="3162519" y="955452"/>
            <a:ext cx="2583929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lemon21"/>
          <p:cNvSpPr/>
          <p:nvPr/>
        </p:nvSpPr>
        <p:spPr>
          <a:xfrm>
            <a:off x="5823402" y="955452"/>
            <a:ext cx="2756326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lemon22"/>
          <p:cNvSpPr/>
          <p:nvPr/>
        </p:nvSpPr>
        <p:spPr>
          <a:xfrm>
            <a:off x="8664142" y="955452"/>
            <a:ext cx="2911675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3" name="lemon23"/>
          <p:cNvSpPr txBox="1"/>
          <p:nvPr/>
        </p:nvSpPr>
        <p:spPr>
          <a:xfrm>
            <a:off x="3205542" y="1131611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年电商双十一商城消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费人数同比增长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4" name="lemon24"/>
          <p:cNvSpPr txBox="1"/>
          <p:nvPr/>
        </p:nvSpPr>
        <p:spPr>
          <a:xfrm>
            <a:off x="4596089" y="1029593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15" name="lemon25"/>
          <p:cNvSpPr txBox="1"/>
          <p:nvPr/>
        </p:nvSpPr>
        <p:spPr>
          <a:xfrm>
            <a:off x="3227686" y="1481926"/>
            <a:ext cx="1545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E-commerce in 2023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The number of consumers in the Double Eleven increased year-on-year</a:t>
            </a:r>
          </a:p>
        </p:txBody>
      </p:sp>
      <p:sp>
        <p:nvSpPr>
          <p:cNvPr id="116" name="lemon26"/>
          <p:cNvSpPr txBox="1"/>
          <p:nvPr/>
        </p:nvSpPr>
        <p:spPr>
          <a:xfrm>
            <a:off x="5888931" y="113078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电商平台累计开通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橱窗用户数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7" name="lemon27"/>
          <p:cNvSpPr txBox="1"/>
          <p:nvPr/>
        </p:nvSpPr>
        <p:spPr>
          <a:xfrm>
            <a:off x="6951065" y="1028769"/>
            <a:ext cx="1672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万人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lemon28"/>
          <p:cNvSpPr txBox="1"/>
          <p:nvPr/>
        </p:nvSpPr>
        <p:spPr>
          <a:xfrm>
            <a:off x="5883916" y="1481102"/>
            <a:ext cx="1545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Accumulated platform activation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Number of showcase users</a:t>
            </a:r>
          </a:p>
        </p:txBody>
      </p:sp>
      <p:sp>
        <p:nvSpPr>
          <p:cNvPr id="119" name="lemon29"/>
          <p:cNvSpPr txBox="1"/>
          <p:nvPr/>
        </p:nvSpPr>
        <p:spPr>
          <a:xfrm>
            <a:off x="8689647" y="1142664"/>
            <a:ext cx="1260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近一年电商平台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搜索</a:t>
            </a:r>
            <a:r>
              <a:rPr kumimoji="0" lang="en-GB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GMV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同比涨幅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0" name="lemon30"/>
          <p:cNvSpPr txBox="1"/>
          <p:nvPr/>
        </p:nvSpPr>
        <p:spPr>
          <a:xfrm>
            <a:off x="9965924" y="1040349"/>
            <a:ext cx="1672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+80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21" name="lemon31"/>
          <p:cNvSpPr txBox="1"/>
          <p:nvPr/>
        </p:nvSpPr>
        <p:spPr>
          <a:xfrm>
            <a:off x="8684632" y="1492979"/>
            <a:ext cx="1545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Accumulated platform activation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Number of showcase users</a:t>
            </a:r>
          </a:p>
        </p:txBody>
      </p:sp>
      <p:sp>
        <p:nvSpPr>
          <p:cNvPr id="122" name="lemon32"/>
          <p:cNvSpPr/>
          <p:nvPr/>
        </p:nvSpPr>
        <p:spPr>
          <a:xfrm>
            <a:off x="837793" y="953374"/>
            <a:ext cx="2213735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3" name="lemon33"/>
          <p:cNvSpPr/>
          <p:nvPr/>
        </p:nvSpPr>
        <p:spPr>
          <a:xfrm>
            <a:off x="834770" y="960896"/>
            <a:ext cx="34995" cy="927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4" name="lemon34"/>
          <p:cNvSpPr txBox="1"/>
          <p:nvPr/>
        </p:nvSpPr>
        <p:spPr>
          <a:xfrm>
            <a:off x="1050338" y="1113418"/>
            <a:ext cx="1771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平台各项业务数据表现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7" name="lemon35"/>
          <p:cNvSpPr txBox="1"/>
          <p:nvPr/>
        </p:nvSpPr>
        <p:spPr>
          <a:xfrm>
            <a:off x="5649513" y="3611654"/>
            <a:ext cx="1289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grpSp>
        <p:nvGrpSpPr>
          <p:cNvPr id="149" name="lemon36"/>
          <p:cNvGrpSpPr/>
          <p:nvPr/>
        </p:nvGrpSpPr>
        <p:grpSpPr>
          <a:xfrm>
            <a:off x="4286449" y="3619165"/>
            <a:ext cx="1788445" cy="1685650"/>
            <a:chOff x="4403513" y="3765555"/>
            <a:chExt cx="1788445" cy="1685650"/>
          </a:xfrm>
        </p:grpSpPr>
        <p:sp>
          <p:nvSpPr>
            <p:cNvPr id="144" name="lemon36-1"/>
            <p:cNvSpPr/>
            <p:nvPr/>
          </p:nvSpPr>
          <p:spPr>
            <a:xfrm>
              <a:off x="6119688" y="3765555"/>
              <a:ext cx="72270" cy="7227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48" name="组合 147"/>
            <p:cNvGrpSpPr/>
            <p:nvPr/>
          </p:nvGrpSpPr>
          <p:grpSpPr>
            <a:xfrm>
              <a:off x="4403513" y="3811573"/>
              <a:ext cx="1716175" cy="1639632"/>
              <a:chOff x="4855258" y="3794571"/>
              <a:chExt cx="1716175" cy="1639632"/>
            </a:xfrm>
          </p:grpSpPr>
          <p:cxnSp>
            <p:nvCxnSpPr>
              <p:cNvPr id="136" name="lemon36-2"/>
              <p:cNvCxnSpPr/>
              <p:nvPr/>
            </p:nvCxnSpPr>
            <p:spPr>
              <a:xfrm flipH="1">
                <a:off x="5662288" y="3794571"/>
                <a:ext cx="909145" cy="730825"/>
              </a:xfrm>
              <a:prstGeom prst="bentConnector3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lemon36-3"/>
              <p:cNvSpPr/>
              <p:nvPr/>
            </p:nvSpPr>
            <p:spPr>
              <a:xfrm>
                <a:off x="5048228" y="4033957"/>
                <a:ext cx="1222248" cy="124936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29" name="lemon36-4"/>
              <p:cNvSpPr txBox="1"/>
              <p:nvPr/>
            </p:nvSpPr>
            <p:spPr>
              <a:xfrm>
                <a:off x="5335921" y="4309625"/>
                <a:ext cx="742285" cy="692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12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总体增长</a:t>
                </a:r>
                <a:endParaRPr kumimoji="0" lang="en-US" altLang="zh-CN" sz="1800" b="0" i="0" u="none" strike="noStrike" kern="1200" cap="none" spc="12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27" name="lemon36-5"/>
              <p:cNvSpPr/>
              <p:nvPr/>
            </p:nvSpPr>
            <p:spPr>
              <a:xfrm>
                <a:off x="4946578" y="3924209"/>
                <a:ext cx="1454667" cy="1454667"/>
              </a:xfrm>
              <a:prstGeom prst="blockArc">
                <a:avLst>
                  <a:gd name="adj1" fmla="val 13833335"/>
                  <a:gd name="adj2" fmla="val 13714430"/>
                  <a:gd name="adj3" fmla="val 7172"/>
                </a:avLst>
              </a:prstGeom>
              <a:solidFill>
                <a:schemeClr val="accent1"/>
              </a:solidFill>
              <a:ln w="9525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28" name="lemon36-6"/>
              <p:cNvSpPr/>
              <p:nvPr/>
            </p:nvSpPr>
            <p:spPr>
              <a:xfrm rot="6359422">
                <a:off x="4855258" y="3830375"/>
                <a:ext cx="1603828" cy="1603828"/>
              </a:xfrm>
              <a:prstGeom prst="blockArc">
                <a:avLst>
                  <a:gd name="adj1" fmla="val 7056464"/>
                  <a:gd name="adj2" fmla="val 16211600"/>
                  <a:gd name="adj3" fmla="val 15425"/>
                </a:avLst>
              </a:prstGeom>
              <a:solidFill>
                <a:schemeClr val="accent2"/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sp>
        <p:nvSpPr>
          <p:cNvPr id="150" name="lemon37"/>
          <p:cNvSpPr/>
          <p:nvPr/>
        </p:nvSpPr>
        <p:spPr>
          <a:xfrm flipH="1">
            <a:off x="10435246" y="4155331"/>
            <a:ext cx="470657" cy="408895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1" name="lemon38"/>
          <p:cNvSpPr/>
          <p:nvPr/>
        </p:nvSpPr>
        <p:spPr>
          <a:xfrm>
            <a:off x="2945757" y="6011087"/>
            <a:ext cx="1613652" cy="2946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2" name="lemon39"/>
          <p:cNvSpPr txBox="1"/>
          <p:nvPr/>
        </p:nvSpPr>
        <p:spPr>
          <a:xfrm>
            <a:off x="2838816" y="6028750"/>
            <a:ext cx="18267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成本节约可达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153" name="lemon40"/>
          <p:cNvSpPr/>
          <p:nvPr/>
        </p:nvSpPr>
        <p:spPr>
          <a:xfrm>
            <a:off x="4757319" y="6011375"/>
            <a:ext cx="1613652" cy="2946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4" name="lemon41"/>
          <p:cNvSpPr txBox="1"/>
          <p:nvPr/>
        </p:nvSpPr>
        <p:spPr>
          <a:xfrm>
            <a:off x="4650378" y="6029038"/>
            <a:ext cx="18267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员工薪酬提升达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5" name="lemon42"/>
          <p:cNvSpPr txBox="1"/>
          <p:nvPr/>
        </p:nvSpPr>
        <p:spPr>
          <a:xfrm>
            <a:off x="7455098" y="2990437"/>
            <a:ext cx="3963136" cy="289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从三方面出发，做好降本工作：</a:t>
            </a:r>
            <a:endParaRPr kumimoji="0" lang="en-US" altLang="zh-CN" sz="1200" b="0" i="0" u="none" strike="noStrike" kern="1200" cap="none" spc="1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6" name="lemon43"/>
          <p:cNvSpPr txBox="1"/>
          <p:nvPr/>
        </p:nvSpPr>
        <p:spPr>
          <a:xfrm>
            <a:off x="10624024" y="3750343"/>
            <a:ext cx="1289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21</a:t>
            </a:r>
            <a:r>
              <a:rPr kumimoji="1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57" name="lemon44"/>
          <p:cNvSpPr/>
          <p:nvPr/>
        </p:nvSpPr>
        <p:spPr>
          <a:xfrm rot="236513">
            <a:off x="7964341" y="4359778"/>
            <a:ext cx="470657" cy="408895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8" name="lemon45"/>
          <p:cNvSpPr txBox="1"/>
          <p:nvPr/>
        </p:nvSpPr>
        <p:spPr>
          <a:xfrm>
            <a:off x="7264807" y="3807160"/>
            <a:ext cx="1289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56</a:t>
            </a:r>
            <a:r>
              <a:rPr kumimoji="1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59" name="lemon46"/>
          <p:cNvSpPr txBox="1"/>
          <p:nvPr/>
        </p:nvSpPr>
        <p:spPr>
          <a:xfrm>
            <a:off x="8670579" y="4531454"/>
            <a:ext cx="48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0" name="lemon47"/>
          <p:cNvSpPr txBox="1"/>
          <p:nvPr/>
        </p:nvSpPr>
        <p:spPr>
          <a:xfrm>
            <a:off x="9901316" y="4517776"/>
            <a:ext cx="48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1" name="lemon48"/>
          <p:cNvSpPr txBox="1"/>
          <p:nvPr/>
        </p:nvSpPr>
        <p:spPr>
          <a:xfrm>
            <a:off x="9276085" y="5572853"/>
            <a:ext cx="48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03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lemon49"/>
          <p:cNvSpPr txBox="1"/>
          <p:nvPr/>
        </p:nvSpPr>
        <p:spPr>
          <a:xfrm>
            <a:off x="9380539" y="2334785"/>
            <a:ext cx="1902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4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Reduce costs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4000"/>
                </a:prst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9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lemon1"/>
          <p:cNvSpPr/>
          <p:nvPr/>
        </p:nvSpPr>
        <p:spPr>
          <a:xfrm>
            <a:off x="6919341" y="1017731"/>
            <a:ext cx="4936676" cy="5242976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87" name="lemon2"/>
          <p:cNvGrpSpPr/>
          <p:nvPr/>
        </p:nvGrpSpPr>
        <p:grpSpPr>
          <a:xfrm>
            <a:off x="335984" y="1075048"/>
            <a:ext cx="6667254" cy="3103659"/>
            <a:chOff x="335984" y="1075048"/>
            <a:chExt cx="6667254" cy="3103659"/>
          </a:xfrm>
        </p:grpSpPr>
        <p:grpSp>
          <p:nvGrpSpPr>
            <p:cNvPr id="78" name="组合 77"/>
            <p:cNvGrpSpPr/>
            <p:nvPr/>
          </p:nvGrpSpPr>
          <p:grpSpPr>
            <a:xfrm>
              <a:off x="335984" y="1502229"/>
              <a:ext cx="6667254" cy="2676478"/>
              <a:chOff x="335984" y="1502229"/>
              <a:chExt cx="6667254" cy="2676478"/>
            </a:xfrm>
          </p:grpSpPr>
          <p:grpSp>
            <p:nvGrpSpPr>
              <p:cNvPr id="65" name="组合 64"/>
              <p:cNvGrpSpPr/>
              <p:nvPr/>
            </p:nvGrpSpPr>
            <p:grpSpPr>
              <a:xfrm>
                <a:off x="589712" y="1502229"/>
                <a:ext cx="6160830" cy="2393630"/>
                <a:chOff x="5219743" y="976242"/>
                <a:chExt cx="6160830" cy="2393630"/>
              </a:xfrm>
            </p:grpSpPr>
            <p:sp>
              <p:nvSpPr>
                <p:cNvPr id="48" name="lemon2-1"/>
                <p:cNvSpPr/>
                <p:nvPr/>
              </p:nvSpPr>
              <p:spPr>
                <a:xfrm>
                  <a:off x="5232100" y="1126367"/>
                  <a:ext cx="96831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9" name="lemon2-2"/>
                <p:cNvSpPr/>
                <p:nvPr/>
              </p:nvSpPr>
              <p:spPr>
                <a:xfrm>
                  <a:off x="5577576" y="1126367"/>
                  <a:ext cx="81762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0" name="lemon2-3"/>
                <p:cNvSpPr/>
                <p:nvPr/>
              </p:nvSpPr>
              <p:spPr>
                <a:xfrm>
                  <a:off x="5896230" y="1126367"/>
                  <a:ext cx="81762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1" name="lemon2-4"/>
                <p:cNvSpPr/>
                <p:nvPr/>
              </p:nvSpPr>
              <p:spPr>
                <a:xfrm>
                  <a:off x="6094812" y="1126367"/>
                  <a:ext cx="81762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2" name="lemon2-5"/>
                <p:cNvSpPr/>
                <p:nvPr/>
              </p:nvSpPr>
              <p:spPr>
                <a:xfrm>
                  <a:off x="6935827" y="1126367"/>
                  <a:ext cx="71196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3" name="lemon2-6"/>
                <p:cNvSpPr/>
                <p:nvPr/>
              </p:nvSpPr>
              <p:spPr>
                <a:xfrm>
                  <a:off x="7249357" y="1126367"/>
                  <a:ext cx="71196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4" name="lemon2-7"/>
                <p:cNvSpPr/>
                <p:nvPr/>
              </p:nvSpPr>
              <p:spPr>
                <a:xfrm>
                  <a:off x="7734266" y="1126367"/>
                  <a:ext cx="45719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5" name="lemon2-8"/>
                <p:cNvSpPr/>
                <p:nvPr/>
              </p:nvSpPr>
              <p:spPr>
                <a:xfrm>
                  <a:off x="7849720" y="1126367"/>
                  <a:ext cx="113291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6" name="lemon2-9"/>
                <p:cNvSpPr/>
                <p:nvPr/>
              </p:nvSpPr>
              <p:spPr>
                <a:xfrm>
                  <a:off x="8572094" y="1126367"/>
                  <a:ext cx="96744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7" name="lemon2-10"/>
                <p:cNvSpPr/>
                <p:nvPr/>
              </p:nvSpPr>
              <p:spPr>
                <a:xfrm>
                  <a:off x="9535356" y="1126367"/>
                  <a:ext cx="93739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8" name="lemon2-11"/>
                <p:cNvSpPr/>
                <p:nvPr/>
              </p:nvSpPr>
              <p:spPr>
                <a:xfrm>
                  <a:off x="10125636" y="1126367"/>
                  <a:ext cx="191159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9" name="lemon2-12"/>
                <p:cNvSpPr/>
                <p:nvPr/>
              </p:nvSpPr>
              <p:spPr>
                <a:xfrm>
                  <a:off x="11042578" y="1126367"/>
                  <a:ext cx="45719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37" name="lemon2-13"/>
                <p:cNvSpPr/>
                <p:nvPr/>
              </p:nvSpPr>
              <p:spPr>
                <a:xfrm>
                  <a:off x="5233182" y="1301262"/>
                  <a:ext cx="334994" cy="2068609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38" name="lemon2-14"/>
                <p:cNvSpPr/>
                <p:nvPr/>
              </p:nvSpPr>
              <p:spPr>
                <a:xfrm>
                  <a:off x="5582028" y="2295982"/>
                  <a:ext cx="301339" cy="107389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39" name="lemon2-15"/>
                <p:cNvSpPr/>
                <p:nvPr/>
              </p:nvSpPr>
              <p:spPr>
                <a:xfrm>
                  <a:off x="5897636" y="2622877"/>
                  <a:ext cx="198364" cy="746994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0" name="lemon2-16"/>
                <p:cNvSpPr/>
                <p:nvPr/>
              </p:nvSpPr>
              <p:spPr>
                <a:xfrm>
                  <a:off x="6096830" y="1593273"/>
                  <a:ext cx="829952" cy="1776597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1" name="lemon2-17"/>
                <p:cNvSpPr/>
                <p:nvPr/>
              </p:nvSpPr>
              <p:spPr>
                <a:xfrm>
                  <a:off x="6936377" y="1960881"/>
                  <a:ext cx="287384" cy="140899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2" name="lemon2-18"/>
                <p:cNvSpPr/>
                <p:nvPr/>
              </p:nvSpPr>
              <p:spPr>
                <a:xfrm>
                  <a:off x="7232807" y="2295981"/>
                  <a:ext cx="484076" cy="1073889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3" name="lemon2-19"/>
                <p:cNvSpPr/>
                <p:nvPr/>
              </p:nvSpPr>
              <p:spPr>
                <a:xfrm>
                  <a:off x="7711913" y="2856595"/>
                  <a:ext cx="129578" cy="51327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4" name="lemon2-20"/>
                <p:cNvSpPr/>
                <p:nvPr/>
              </p:nvSpPr>
              <p:spPr>
                <a:xfrm>
                  <a:off x="7856152" y="2114190"/>
                  <a:ext cx="700039" cy="125568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5" name="lemon2-21"/>
                <p:cNvSpPr/>
                <p:nvPr/>
              </p:nvSpPr>
              <p:spPr>
                <a:xfrm>
                  <a:off x="8578270" y="2179782"/>
                  <a:ext cx="964504" cy="11900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6" name="lemon2-22"/>
                <p:cNvSpPr/>
                <p:nvPr/>
              </p:nvSpPr>
              <p:spPr>
                <a:xfrm>
                  <a:off x="9557435" y="2376786"/>
                  <a:ext cx="552548" cy="993084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7" name="lemon2-23"/>
                <p:cNvSpPr/>
                <p:nvPr/>
              </p:nvSpPr>
              <p:spPr>
                <a:xfrm>
                  <a:off x="10124644" y="2745549"/>
                  <a:ext cx="960121" cy="624321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cxnSp>
              <p:nvCxnSpPr>
                <p:cNvPr id="60" name="lemon2-24"/>
                <p:cNvCxnSpPr/>
                <p:nvPr/>
              </p:nvCxnSpPr>
              <p:spPr>
                <a:xfrm>
                  <a:off x="5219743" y="3369870"/>
                  <a:ext cx="6160830" cy="0"/>
                </a:xfrm>
                <a:prstGeom prst="straightConnector1">
                  <a:avLst/>
                </a:prstGeom>
                <a:ln w="15875">
                  <a:solidFill>
                    <a:schemeClr val="accent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lemon2-25"/>
                <p:cNvCxnSpPr/>
                <p:nvPr/>
              </p:nvCxnSpPr>
              <p:spPr>
                <a:xfrm flipV="1">
                  <a:off x="5237883" y="976242"/>
                  <a:ext cx="6731" cy="2393628"/>
                </a:xfrm>
                <a:prstGeom prst="straightConnector1">
                  <a:avLst/>
                </a:prstGeom>
                <a:ln w="15875">
                  <a:solidFill>
                    <a:schemeClr val="accent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lemon2-26"/>
              <p:cNvSpPr txBox="1"/>
              <p:nvPr/>
            </p:nvSpPr>
            <p:spPr>
              <a:xfrm>
                <a:off x="564989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2010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8" name="lemon2-27"/>
              <p:cNvSpPr txBox="1"/>
              <p:nvPr/>
            </p:nvSpPr>
            <p:spPr>
              <a:xfrm>
                <a:off x="1506350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2013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9" name="lemon2-28"/>
              <p:cNvSpPr txBox="1"/>
              <p:nvPr/>
            </p:nvSpPr>
            <p:spPr>
              <a:xfrm>
                <a:off x="2374707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2015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0" name="lemon2-29"/>
              <p:cNvSpPr txBox="1"/>
              <p:nvPr/>
            </p:nvSpPr>
            <p:spPr>
              <a:xfrm>
                <a:off x="3316068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2017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1" name="lemon2-30"/>
              <p:cNvSpPr txBox="1"/>
              <p:nvPr/>
            </p:nvSpPr>
            <p:spPr>
              <a:xfrm>
                <a:off x="4218292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2019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2" name="lemon2-31"/>
              <p:cNvSpPr txBox="1"/>
              <p:nvPr/>
            </p:nvSpPr>
            <p:spPr>
              <a:xfrm>
                <a:off x="5159653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2021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3" name="lemon2-32"/>
              <p:cNvSpPr txBox="1"/>
              <p:nvPr/>
            </p:nvSpPr>
            <p:spPr>
              <a:xfrm>
                <a:off x="6042756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2023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4" name="lemon2-33"/>
              <p:cNvSpPr txBox="1"/>
              <p:nvPr/>
            </p:nvSpPr>
            <p:spPr>
              <a:xfrm>
                <a:off x="335984" y="3742202"/>
                <a:ext cx="2079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0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5" name="lemon2-34"/>
              <p:cNvSpPr txBox="1"/>
              <p:nvPr/>
            </p:nvSpPr>
            <p:spPr>
              <a:xfrm>
                <a:off x="335984" y="3006407"/>
                <a:ext cx="2079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6" name="lemon2-35"/>
              <p:cNvSpPr txBox="1"/>
              <p:nvPr/>
            </p:nvSpPr>
            <p:spPr>
              <a:xfrm>
                <a:off x="335984" y="2301434"/>
                <a:ext cx="2079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4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7" name="lemon2-36"/>
              <p:cNvSpPr txBox="1"/>
              <p:nvPr/>
            </p:nvSpPr>
            <p:spPr>
              <a:xfrm>
                <a:off x="335984" y="1565639"/>
                <a:ext cx="2079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6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79" name="lemon2-37"/>
            <p:cNvSpPr txBox="1"/>
            <p:nvPr/>
          </p:nvSpPr>
          <p:spPr>
            <a:xfrm>
              <a:off x="492199" y="1075048"/>
              <a:ext cx="3728533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麦肯锡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图表：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年电商行业增量示意图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0" name="lemon2-38"/>
            <p:cNvSpPr/>
            <p:nvPr/>
          </p:nvSpPr>
          <p:spPr>
            <a:xfrm>
              <a:off x="4123656" y="1151907"/>
              <a:ext cx="265401" cy="13787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1" name="lemon2-39"/>
            <p:cNvSpPr/>
            <p:nvPr/>
          </p:nvSpPr>
          <p:spPr>
            <a:xfrm>
              <a:off x="5034689" y="1149461"/>
              <a:ext cx="265401" cy="1378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2" name="lemon2-40"/>
            <p:cNvSpPr txBox="1"/>
            <p:nvPr/>
          </p:nvSpPr>
          <p:spPr>
            <a:xfrm>
              <a:off x="4353432" y="1093457"/>
              <a:ext cx="66983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35-50%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4" name="lemon2-41"/>
            <p:cNvSpPr txBox="1"/>
            <p:nvPr/>
          </p:nvSpPr>
          <p:spPr>
            <a:xfrm>
              <a:off x="5252589" y="1093457"/>
              <a:ext cx="7901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15-20%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5" name="lemon2-42"/>
            <p:cNvSpPr/>
            <p:nvPr/>
          </p:nvSpPr>
          <p:spPr>
            <a:xfrm>
              <a:off x="5921569" y="1156487"/>
              <a:ext cx="265401" cy="13787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6" name="lemon2-43"/>
            <p:cNvSpPr txBox="1"/>
            <p:nvPr/>
          </p:nvSpPr>
          <p:spPr>
            <a:xfrm>
              <a:off x="6155118" y="1093457"/>
              <a:ext cx="7901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&lt;10%</a:t>
              </a:r>
            </a:p>
          </p:txBody>
        </p:sp>
      </p:grpSp>
      <p:sp>
        <p:nvSpPr>
          <p:cNvPr id="128" name="lemon3"/>
          <p:cNvSpPr/>
          <p:nvPr/>
        </p:nvSpPr>
        <p:spPr>
          <a:xfrm>
            <a:off x="7067502" y="1124300"/>
            <a:ext cx="4706645" cy="73501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9" name="lemon4"/>
          <p:cNvSpPr txBox="1"/>
          <p:nvPr/>
        </p:nvSpPr>
        <p:spPr>
          <a:xfrm>
            <a:off x="6826212" y="1287331"/>
            <a:ext cx="522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电商平台销量实现重大突破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0" name="lemon5"/>
          <p:cNvSpPr/>
          <p:nvPr/>
        </p:nvSpPr>
        <p:spPr>
          <a:xfrm>
            <a:off x="7067501" y="1972116"/>
            <a:ext cx="1446212" cy="142716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1" name="lemon6"/>
          <p:cNvSpPr txBox="1">
            <a:spLocks noChangeArrowheads="1"/>
          </p:cNvSpPr>
          <p:nvPr/>
        </p:nvSpPr>
        <p:spPr bwMode="auto">
          <a:xfrm>
            <a:off x="7069724" y="2930627"/>
            <a:ext cx="13382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销量增长</a:t>
            </a:r>
            <a:endParaRPr kumimoji="0" lang="en-ID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2" name="lemon7"/>
          <p:cNvSpPr/>
          <p:nvPr/>
        </p:nvSpPr>
        <p:spPr>
          <a:xfrm>
            <a:off x="8693101" y="1972116"/>
            <a:ext cx="1446212" cy="142716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3" name="lemon8"/>
          <p:cNvSpPr txBox="1">
            <a:spLocks noChangeArrowheads="1"/>
          </p:cNvSpPr>
          <p:nvPr/>
        </p:nvSpPr>
        <p:spPr bwMode="auto">
          <a:xfrm>
            <a:off x="8765254" y="2915112"/>
            <a:ext cx="13398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营收增长</a:t>
            </a:r>
            <a:endParaRPr kumimoji="0" lang="en-ID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9" name="lemon9"/>
          <p:cNvSpPr/>
          <p:nvPr/>
        </p:nvSpPr>
        <p:spPr>
          <a:xfrm>
            <a:off x="10320581" y="1980830"/>
            <a:ext cx="1446212" cy="142716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0" name="lemon10"/>
          <p:cNvSpPr txBox="1">
            <a:spLocks noChangeArrowheads="1"/>
          </p:cNvSpPr>
          <p:nvPr/>
        </p:nvSpPr>
        <p:spPr bwMode="auto">
          <a:xfrm>
            <a:off x="10402533" y="2925622"/>
            <a:ext cx="13398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利润增长</a:t>
            </a:r>
            <a:endParaRPr kumimoji="0" lang="en-ID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1" name="lemon11"/>
          <p:cNvSpPr txBox="1"/>
          <p:nvPr/>
        </p:nvSpPr>
        <p:spPr>
          <a:xfrm>
            <a:off x="7257535" y="2239878"/>
            <a:ext cx="1150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68%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2" name="lemon12"/>
          <p:cNvSpPr txBox="1"/>
          <p:nvPr/>
        </p:nvSpPr>
        <p:spPr>
          <a:xfrm>
            <a:off x="8913465" y="2235797"/>
            <a:ext cx="1150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58%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3" name="lemon13"/>
          <p:cNvSpPr txBox="1"/>
          <p:nvPr/>
        </p:nvSpPr>
        <p:spPr>
          <a:xfrm>
            <a:off x="10566522" y="2235796"/>
            <a:ext cx="1150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88%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4" name="lemon14"/>
          <p:cNvSpPr/>
          <p:nvPr/>
        </p:nvSpPr>
        <p:spPr bwMode="auto">
          <a:xfrm rot="3287205">
            <a:off x="2425393" y="700255"/>
            <a:ext cx="3192893" cy="2865855"/>
          </a:xfrm>
          <a:custGeom>
            <a:avLst/>
            <a:gdLst>
              <a:gd name="T0" fmla="*/ 2515 w 2802"/>
              <a:gd name="T1" fmla="*/ 351 h 2515"/>
              <a:gd name="T2" fmla="*/ 2802 w 2802"/>
              <a:gd name="T3" fmla="*/ 0 h 2515"/>
              <a:gd name="T4" fmla="*/ 2649 w 2802"/>
              <a:gd name="T5" fmla="*/ 49 h 2515"/>
              <a:gd name="T6" fmla="*/ 2649 w 2802"/>
              <a:gd name="T7" fmla="*/ 46 h 2515"/>
              <a:gd name="T8" fmla="*/ 2646 w 2802"/>
              <a:gd name="T9" fmla="*/ 49 h 2515"/>
              <a:gd name="T10" fmla="*/ 2469 w 2802"/>
              <a:gd name="T11" fmla="*/ 103 h 2515"/>
              <a:gd name="T12" fmla="*/ 2528 w 2802"/>
              <a:gd name="T13" fmla="*/ 136 h 2515"/>
              <a:gd name="T14" fmla="*/ 1073 w 2802"/>
              <a:gd name="T15" fmla="*/ 1220 h 2515"/>
              <a:gd name="T16" fmla="*/ 1073 w 2802"/>
              <a:gd name="T17" fmla="*/ 1541 h 2515"/>
              <a:gd name="T18" fmla="*/ 0 w 2802"/>
              <a:gd name="T19" fmla="*/ 2515 h 2515"/>
              <a:gd name="T20" fmla="*/ 1183 w 2802"/>
              <a:gd name="T21" fmla="*/ 1595 h 2515"/>
              <a:gd name="T22" fmla="*/ 1183 w 2802"/>
              <a:gd name="T23" fmla="*/ 1274 h 2515"/>
              <a:gd name="T24" fmla="*/ 2549 w 2802"/>
              <a:gd name="T25" fmla="*/ 256 h 2515"/>
              <a:gd name="T26" fmla="*/ 2549 w 2802"/>
              <a:gd name="T27" fmla="*/ 259 h 2515"/>
              <a:gd name="T28" fmla="*/ 2515 w 2802"/>
              <a:gd name="T29" fmla="*/ 351 h 2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802" h="2515">
                <a:moveTo>
                  <a:pt x="2515" y="351"/>
                </a:moveTo>
                <a:lnTo>
                  <a:pt x="2802" y="0"/>
                </a:lnTo>
                <a:lnTo>
                  <a:pt x="2649" y="49"/>
                </a:lnTo>
                <a:lnTo>
                  <a:pt x="2649" y="46"/>
                </a:lnTo>
                <a:lnTo>
                  <a:pt x="2646" y="49"/>
                </a:lnTo>
                <a:lnTo>
                  <a:pt x="2469" y="103"/>
                </a:lnTo>
                <a:lnTo>
                  <a:pt x="2528" y="136"/>
                </a:lnTo>
                <a:lnTo>
                  <a:pt x="1073" y="1220"/>
                </a:lnTo>
                <a:lnTo>
                  <a:pt x="1073" y="1541"/>
                </a:lnTo>
                <a:lnTo>
                  <a:pt x="0" y="2515"/>
                </a:lnTo>
                <a:lnTo>
                  <a:pt x="1183" y="1595"/>
                </a:lnTo>
                <a:lnTo>
                  <a:pt x="1183" y="1274"/>
                </a:lnTo>
                <a:lnTo>
                  <a:pt x="2549" y="256"/>
                </a:lnTo>
                <a:lnTo>
                  <a:pt x="2549" y="259"/>
                </a:lnTo>
                <a:lnTo>
                  <a:pt x="2515" y="351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0" name="lemon15"/>
          <p:cNvSpPr/>
          <p:nvPr/>
        </p:nvSpPr>
        <p:spPr>
          <a:xfrm>
            <a:off x="1341064" y="4764886"/>
            <a:ext cx="4249675" cy="1501824"/>
          </a:xfrm>
          <a:prstGeom prst="roundRect">
            <a:avLst>
              <a:gd name="adj" fmla="val 50000"/>
            </a:avLst>
          </a:prstGeom>
          <a:pattFill prst="pct50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1" name="lemon16"/>
          <p:cNvSpPr/>
          <p:nvPr/>
        </p:nvSpPr>
        <p:spPr>
          <a:xfrm>
            <a:off x="3236752" y="5208479"/>
            <a:ext cx="543067" cy="5430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82" name="lemon17"/>
          <p:cNvCxnSpPr>
            <a:stCxn id="180" idx="0"/>
          </p:cNvCxnSpPr>
          <p:nvPr/>
        </p:nvCxnSpPr>
        <p:spPr>
          <a:xfrm>
            <a:off x="3465902" y="4764886"/>
            <a:ext cx="0" cy="1501824"/>
          </a:xfrm>
          <a:prstGeom prst="line">
            <a:avLst/>
          </a:prstGeom>
          <a:ln>
            <a:solidFill>
              <a:schemeClr val="bg1">
                <a:lumMod val="50000"/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lemon18"/>
          <p:cNvSpPr txBox="1"/>
          <p:nvPr/>
        </p:nvSpPr>
        <p:spPr>
          <a:xfrm>
            <a:off x="3162895" y="4731098"/>
            <a:ext cx="694878" cy="104874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5" name="lemon19"/>
          <p:cNvSpPr/>
          <p:nvPr/>
        </p:nvSpPr>
        <p:spPr>
          <a:xfrm>
            <a:off x="5702144" y="5236989"/>
            <a:ext cx="511532" cy="511532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6" name="lemon20"/>
          <p:cNvSpPr/>
          <p:nvPr/>
        </p:nvSpPr>
        <p:spPr>
          <a:xfrm rot="10800000">
            <a:off x="5837023" y="5386204"/>
            <a:ext cx="246313" cy="2097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3" y="0"/>
                </a:moveTo>
                <a:cubicBezTo>
                  <a:pt x="499" y="0"/>
                  <a:pt x="0" y="584"/>
                  <a:pt x="0" y="1283"/>
                </a:cubicBezTo>
                <a:cubicBezTo>
                  <a:pt x="0" y="1537"/>
                  <a:pt x="86" y="1788"/>
                  <a:pt x="205" y="1978"/>
                </a:cubicBezTo>
                <a:lnTo>
                  <a:pt x="5189" y="10800"/>
                </a:lnTo>
                <a:lnTo>
                  <a:pt x="205" y="19649"/>
                </a:lnTo>
                <a:cubicBezTo>
                  <a:pt x="86" y="19839"/>
                  <a:pt x="0" y="20089"/>
                  <a:pt x="0" y="20344"/>
                </a:cubicBezTo>
                <a:cubicBezTo>
                  <a:pt x="0" y="21042"/>
                  <a:pt x="499" y="21600"/>
                  <a:pt x="1093" y="21600"/>
                </a:cubicBezTo>
                <a:lnTo>
                  <a:pt x="4325" y="21600"/>
                </a:lnTo>
                <a:cubicBezTo>
                  <a:pt x="4702" y="21600"/>
                  <a:pt x="5041" y="21382"/>
                  <a:pt x="5235" y="21039"/>
                </a:cubicBezTo>
                <a:lnTo>
                  <a:pt x="10629" y="11495"/>
                </a:lnTo>
                <a:cubicBezTo>
                  <a:pt x="10748" y="11304"/>
                  <a:pt x="10811" y="11054"/>
                  <a:pt x="10811" y="10800"/>
                </a:cubicBezTo>
                <a:cubicBezTo>
                  <a:pt x="10811" y="10546"/>
                  <a:pt x="10748" y="10296"/>
                  <a:pt x="10629" y="10105"/>
                </a:cubicBezTo>
                <a:lnTo>
                  <a:pt x="5235" y="588"/>
                </a:lnTo>
                <a:cubicBezTo>
                  <a:pt x="5041" y="245"/>
                  <a:pt x="4702" y="0"/>
                  <a:pt x="4325" y="0"/>
                </a:cubicBezTo>
                <a:lnTo>
                  <a:pt x="1093" y="0"/>
                </a:lnTo>
                <a:close/>
                <a:moveTo>
                  <a:pt x="11881" y="0"/>
                </a:moveTo>
                <a:cubicBezTo>
                  <a:pt x="11287" y="0"/>
                  <a:pt x="10811" y="584"/>
                  <a:pt x="10811" y="1283"/>
                </a:cubicBezTo>
                <a:cubicBezTo>
                  <a:pt x="10811" y="1537"/>
                  <a:pt x="10875" y="1788"/>
                  <a:pt x="10993" y="1978"/>
                </a:cubicBezTo>
                <a:lnTo>
                  <a:pt x="15978" y="10800"/>
                </a:lnTo>
                <a:lnTo>
                  <a:pt x="10993" y="19649"/>
                </a:lnTo>
                <a:cubicBezTo>
                  <a:pt x="10875" y="19839"/>
                  <a:pt x="10811" y="20089"/>
                  <a:pt x="10811" y="20344"/>
                </a:cubicBezTo>
                <a:cubicBezTo>
                  <a:pt x="10811" y="21042"/>
                  <a:pt x="11287" y="21600"/>
                  <a:pt x="11881" y="21600"/>
                </a:cubicBezTo>
                <a:lnTo>
                  <a:pt x="15113" y="21600"/>
                </a:lnTo>
                <a:cubicBezTo>
                  <a:pt x="15491" y="21600"/>
                  <a:pt x="15829" y="21382"/>
                  <a:pt x="16024" y="21039"/>
                </a:cubicBezTo>
                <a:lnTo>
                  <a:pt x="21418" y="11495"/>
                </a:lnTo>
                <a:cubicBezTo>
                  <a:pt x="21537" y="11304"/>
                  <a:pt x="21600" y="11054"/>
                  <a:pt x="21600" y="10800"/>
                </a:cubicBezTo>
                <a:cubicBezTo>
                  <a:pt x="21600" y="10546"/>
                  <a:pt x="21537" y="10296"/>
                  <a:pt x="21418" y="10105"/>
                </a:cubicBezTo>
                <a:lnTo>
                  <a:pt x="16024" y="588"/>
                </a:lnTo>
                <a:cubicBezTo>
                  <a:pt x="15829" y="245"/>
                  <a:pt x="15491" y="0"/>
                  <a:pt x="15113" y="0"/>
                </a:cubicBezTo>
                <a:lnTo>
                  <a:pt x="11881" y="0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0" name="lemon21"/>
          <p:cNvSpPr/>
          <p:nvPr/>
        </p:nvSpPr>
        <p:spPr>
          <a:xfrm>
            <a:off x="1480935" y="4859903"/>
            <a:ext cx="1305506" cy="1305506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1" name="lemon22"/>
          <p:cNvSpPr/>
          <p:nvPr/>
        </p:nvSpPr>
        <p:spPr>
          <a:xfrm>
            <a:off x="4130452" y="4846692"/>
            <a:ext cx="1305506" cy="13055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2" name="lemon23"/>
          <p:cNvSpPr/>
          <p:nvPr/>
        </p:nvSpPr>
        <p:spPr>
          <a:xfrm>
            <a:off x="1885126" y="5232957"/>
            <a:ext cx="468674" cy="55399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 defTabSz="1155700">
              <a:lnSpc>
                <a:spcPct val="80000"/>
              </a:lnSpc>
              <a:buClrTx/>
              <a:buFontTx/>
              <a:defRPr sz="3000" b="1">
                <a:solidFill>
                  <a:srgbClr val="4CA59D"/>
                </a:solidFill>
                <a:latin typeface="Jost-Bold"/>
                <a:ea typeface="Jost-Bold"/>
                <a:cs typeface="Jost-Bold"/>
                <a:sym typeface="Jost-Bold"/>
              </a:defRPr>
            </a:lvl1pPr>
          </a:lstStyle>
          <a:p>
            <a:pPr marL="0" marR="0" lvl="0" indent="0" algn="ctr" defTabSz="1155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成本管控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5" name="lemon24"/>
          <p:cNvSpPr/>
          <p:nvPr/>
        </p:nvSpPr>
        <p:spPr>
          <a:xfrm flipH="1">
            <a:off x="612859" y="5236989"/>
            <a:ext cx="511532" cy="511532"/>
          </a:xfrm>
          <a:prstGeom prst="ellipse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6" name="lemon25"/>
          <p:cNvSpPr/>
          <p:nvPr/>
        </p:nvSpPr>
        <p:spPr>
          <a:xfrm rot="10800000" flipH="1">
            <a:off x="747738" y="5386204"/>
            <a:ext cx="246313" cy="2097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3" y="0"/>
                </a:moveTo>
                <a:cubicBezTo>
                  <a:pt x="499" y="0"/>
                  <a:pt x="0" y="584"/>
                  <a:pt x="0" y="1283"/>
                </a:cubicBezTo>
                <a:cubicBezTo>
                  <a:pt x="0" y="1537"/>
                  <a:pt x="86" y="1788"/>
                  <a:pt x="205" y="1978"/>
                </a:cubicBezTo>
                <a:lnTo>
                  <a:pt x="5189" y="10800"/>
                </a:lnTo>
                <a:lnTo>
                  <a:pt x="205" y="19649"/>
                </a:lnTo>
                <a:cubicBezTo>
                  <a:pt x="86" y="19839"/>
                  <a:pt x="0" y="20089"/>
                  <a:pt x="0" y="20344"/>
                </a:cubicBezTo>
                <a:cubicBezTo>
                  <a:pt x="0" y="21042"/>
                  <a:pt x="499" y="21600"/>
                  <a:pt x="1093" y="21600"/>
                </a:cubicBezTo>
                <a:lnTo>
                  <a:pt x="4325" y="21600"/>
                </a:lnTo>
                <a:cubicBezTo>
                  <a:pt x="4702" y="21600"/>
                  <a:pt x="5041" y="21382"/>
                  <a:pt x="5235" y="21039"/>
                </a:cubicBezTo>
                <a:lnTo>
                  <a:pt x="10629" y="11495"/>
                </a:lnTo>
                <a:cubicBezTo>
                  <a:pt x="10748" y="11304"/>
                  <a:pt x="10811" y="11054"/>
                  <a:pt x="10811" y="10800"/>
                </a:cubicBezTo>
                <a:cubicBezTo>
                  <a:pt x="10811" y="10546"/>
                  <a:pt x="10748" y="10296"/>
                  <a:pt x="10629" y="10105"/>
                </a:cubicBezTo>
                <a:lnTo>
                  <a:pt x="5235" y="588"/>
                </a:lnTo>
                <a:cubicBezTo>
                  <a:pt x="5041" y="245"/>
                  <a:pt x="4702" y="0"/>
                  <a:pt x="4325" y="0"/>
                </a:cubicBezTo>
                <a:lnTo>
                  <a:pt x="1093" y="0"/>
                </a:lnTo>
                <a:close/>
                <a:moveTo>
                  <a:pt x="11881" y="0"/>
                </a:moveTo>
                <a:cubicBezTo>
                  <a:pt x="11287" y="0"/>
                  <a:pt x="10811" y="584"/>
                  <a:pt x="10811" y="1283"/>
                </a:cubicBezTo>
                <a:cubicBezTo>
                  <a:pt x="10811" y="1537"/>
                  <a:pt x="10875" y="1788"/>
                  <a:pt x="10993" y="1978"/>
                </a:cubicBezTo>
                <a:lnTo>
                  <a:pt x="15978" y="10800"/>
                </a:lnTo>
                <a:lnTo>
                  <a:pt x="10993" y="19649"/>
                </a:lnTo>
                <a:cubicBezTo>
                  <a:pt x="10875" y="19839"/>
                  <a:pt x="10811" y="20089"/>
                  <a:pt x="10811" y="20344"/>
                </a:cubicBezTo>
                <a:cubicBezTo>
                  <a:pt x="10811" y="21042"/>
                  <a:pt x="11287" y="21600"/>
                  <a:pt x="11881" y="21600"/>
                </a:cubicBezTo>
                <a:lnTo>
                  <a:pt x="15113" y="21600"/>
                </a:lnTo>
                <a:cubicBezTo>
                  <a:pt x="15491" y="21600"/>
                  <a:pt x="15829" y="21382"/>
                  <a:pt x="16024" y="21039"/>
                </a:cubicBezTo>
                <a:lnTo>
                  <a:pt x="21418" y="11495"/>
                </a:lnTo>
                <a:cubicBezTo>
                  <a:pt x="21537" y="11304"/>
                  <a:pt x="21600" y="11054"/>
                  <a:pt x="21600" y="10800"/>
                </a:cubicBezTo>
                <a:cubicBezTo>
                  <a:pt x="21600" y="10546"/>
                  <a:pt x="21537" y="10296"/>
                  <a:pt x="21418" y="10105"/>
                </a:cubicBezTo>
                <a:lnTo>
                  <a:pt x="16024" y="588"/>
                </a:lnTo>
                <a:cubicBezTo>
                  <a:pt x="15829" y="245"/>
                  <a:pt x="15491" y="0"/>
                  <a:pt x="15113" y="0"/>
                </a:cubicBezTo>
                <a:lnTo>
                  <a:pt x="11881" y="0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7" name="lemon26"/>
          <p:cNvSpPr/>
          <p:nvPr/>
        </p:nvSpPr>
        <p:spPr>
          <a:xfrm>
            <a:off x="4600823" y="5228160"/>
            <a:ext cx="468674" cy="55399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 defTabSz="1155700">
              <a:lnSpc>
                <a:spcPct val="80000"/>
              </a:lnSpc>
              <a:buClrTx/>
              <a:buFontTx/>
              <a:defRPr sz="3000" b="1">
                <a:solidFill>
                  <a:srgbClr val="4CA59D"/>
                </a:solidFill>
                <a:latin typeface="Jost-Bold"/>
                <a:ea typeface="Jost-Bold"/>
                <a:cs typeface="Jost-Bold"/>
                <a:sym typeface="Jost-Bold"/>
              </a:defRPr>
            </a:lvl1pPr>
          </a:lstStyle>
          <a:p>
            <a:pPr marL="0" marR="0" lvl="0" indent="0" algn="ctr" defTabSz="1155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资源整合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8" name="lemon27"/>
          <p:cNvSpPr/>
          <p:nvPr/>
        </p:nvSpPr>
        <p:spPr>
          <a:xfrm rot="10800000">
            <a:off x="5251692" y="4329667"/>
            <a:ext cx="1263522" cy="687573"/>
          </a:xfrm>
          <a:prstGeom prst="wedgeRoundRectCallout">
            <a:avLst>
              <a:gd name="adj1" fmla="val 46825"/>
              <a:gd name="adj2" fmla="val -92253"/>
              <a:gd name="adj3" fmla="val 16667"/>
            </a:avLst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9" name="lemon28"/>
          <p:cNvSpPr txBox="1"/>
          <p:nvPr/>
        </p:nvSpPr>
        <p:spPr>
          <a:xfrm>
            <a:off x="5363980" y="4564085"/>
            <a:ext cx="1094176" cy="282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 algn="l">
              <a:defRPr sz="2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核心优势</a:t>
            </a:r>
          </a:p>
        </p:txBody>
      </p:sp>
      <p:sp>
        <p:nvSpPr>
          <p:cNvPr id="200" name="lemon29"/>
          <p:cNvSpPr/>
          <p:nvPr/>
        </p:nvSpPr>
        <p:spPr>
          <a:xfrm rot="15533351" flipH="1" flipV="1">
            <a:off x="3877041" y="2256240"/>
            <a:ext cx="190517" cy="701474"/>
          </a:xfrm>
          <a:custGeom>
            <a:avLst/>
            <a:gdLst>
              <a:gd name="connsiteX0" fmla="*/ 0 w 187287"/>
              <a:gd name="connsiteY0" fmla="*/ 0 h 334179"/>
              <a:gd name="connsiteX1" fmla="*/ 7345 w 187287"/>
              <a:gd name="connsiteY1" fmla="*/ 124858 h 334179"/>
              <a:gd name="connsiteX2" fmla="*/ 22034 w 187287"/>
              <a:gd name="connsiteY2" fmla="*/ 150564 h 334179"/>
              <a:gd name="connsiteX3" fmla="*/ 36723 w 187287"/>
              <a:gd name="connsiteY3" fmla="*/ 183615 h 334179"/>
              <a:gd name="connsiteX4" fmla="*/ 66101 w 187287"/>
              <a:gd name="connsiteY4" fmla="*/ 231355 h 334179"/>
              <a:gd name="connsiteX5" fmla="*/ 84463 w 187287"/>
              <a:gd name="connsiteY5" fmla="*/ 257061 h 334179"/>
              <a:gd name="connsiteX6" fmla="*/ 128530 w 187287"/>
              <a:gd name="connsiteY6" fmla="*/ 293783 h 334179"/>
              <a:gd name="connsiteX7" fmla="*/ 165253 w 187287"/>
              <a:gd name="connsiteY7" fmla="*/ 323162 h 334179"/>
              <a:gd name="connsiteX8" fmla="*/ 176270 w 187287"/>
              <a:gd name="connsiteY8" fmla="*/ 326834 h 334179"/>
              <a:gd name="connsiteX9" fmla="*/ 187287 w 187287"/>
              <a:gd name="connsiteY9" fmla="*/ 334179 h 33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287" h="334179">
                <a:moveTo>
                  <a:pt x="0" y="0"/>
                </a:moveTo>
                <a:cubicBezTo>
                  <a:pt x="2448" y="41619"/>
                  <a:pt x="1308" y="83606"/>
                  <a:pt x="7345" y="124858"/>
                </a:cubicBezTo>
                <a:cubicBezTo>
                  <a:pt x="8774" y="134623"/>
                  <a:pt x="17621" y="141737"/>
                  <a:pt x="22034" y="150564"/>
                </a:cubicBezTo>
                <a:cubicBezTo>
                  <a:pt x="27426" y="161347"/>
                  <a:pt x="31590" y="172706"/>
                  <a:pt x="36723" y="183615"/>
                </a:cubicBezTo>
                <a:cubicBezTo>
                  <a:pt x="55207" y="222895"/>
                  <a:pt x="44365" y="202374"/>
                  <a:pt x="66101" y="231355"/>
                </a:cubicBezTo>
                <a:cubicBezTo>
                  <a:pt x="72419" y="239779"/>
                  <a:pt x="77017" y="249615"/>
                  <a:pt x="84463" y="257061"/>
                </a:cubicBezTo>
                <a:cubicBezTo>
                  <a:pt x="97983" y="270581"/>
                  <a:pt x="115010" y="280262"/>
                  <a:pt x="128530" y="293783"/>
                </a:cubicBezTo>
                <a:cubicBezTo>
                  <a:pt x="138559" y="303813"/>
                  <a:pt x="151354" y="318529"/>
                  <a:pt x="165253" y="323162"/>
                </a:cubicBezTo>
                <a:lnTo>
                  <a:pt x="176270" y="326834"/>
                </a:lnTo>
                <a:lnTo>
                  <a:pt x="187287" y="334179"/>
                </a:lnTo>
              </a:path>
            </a:pathLst>
          </a:custGeom>
          <a:noFill/>
          <a:ln w="15875">
            <a:solidFill>
              <a:schemeClr val="tx1">
                <a:alpha val="50000"/>
              </a:schemeClr>
            </a:solidFill>
            <a:prstDash val="sysDot"/>
            <a:headEnd type="stealth" w="lg" len="lg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1" name="lemon30"/>
          <p:cNvSpPr txBox="1"/>
          <p:nvPr/>
        </p:nvSpPr>
        <p:spPr>
          <a:xfrm>
            <a:off x="4256356" y="2325818"/>
            <a:ext cx="1212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增速放缓</a:t>
            </a:r>
          </a:p>
        </p:txBody>
      </p:sp>
      <p:grpSp>
        <p:nvGrpSpPr>
          <p:cNvPr id="202" name="lemon31"/>
          <p:cNvGrpSpPr/>
          <p:nvPr/>
        </p:nvGrpSpPr>
        <p:grpSpPr>
          <a:xfrm>
            <a:off x="8517081" y="3671673"/>
            <a:ext cx="2743458" cy="2764181"/>
            <a:chOff x="3627267" y="556869"/>
            <a:chExt cx="6912106" cy="6307274"/>
          </a:xfrm>
          <a:gradFill>
            <a:gsLst>
              <a:gs pos="43000">
                <a:srgbClr val="5E7FC7">
                  <a:alpha val="13229"/>
                </a:srgbClr>
              </a:gs>
              <a:gs pos="0">
                <a:schemeClr val="accent1">
                  <a:alpha val="5000"/>
                </a:schemeClr>
              </a:gs>
              <a:gs pos="100000">
                <a:schemeClr val="accent2">
                  <a:lumMod val="20000"/>
                  <a:lumOff val="80000"/>
                  <a:alpha val="0"/>
                </a:schemeClr>
              </a:gs>
            </a:gsLst>
            <a:lin ang="0" scaled="0"/>
          </a:gradFill>
        </p:grpSpPr>
        <p:sp>
          <p:nvSpPr>
            <p:cNvPr id="203" name="lemon31-1"/>
            <p:cNvSpPr/>
            <p:nvPr/>
          </p:nvSpPr>
          <p:spPr>
            <a:xfrm>
              <a:off x="3627267" y="556869"/>
              <a:ext cx="6788259" cy="6307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9" y="0"/>
                  </a:moveTo>
                  <a:lnTo>
                    <a:pt x="0" y="10737"/>
                  </a:lnTo>
                  <a:lnTo>
                    <a:pt x="21600" y="21600"/>
                  </a:lnTo>
                  <a:lnTo>
                    <a:pt x="21489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4" name="lemon31-2"/>
            <p:cNvSpPr/>
            <p:nvPr/>
          </p:nvSpPr>
          <p:spPr>
            <a:xfrm flipH="1">
              <a:off x="3676531" y="3687615"/>
              <a:ext cx="6862842" cy="0"/>
            </a:xfrm>
            <a:prstGeom prst="line">
              <a:avLst/>
            </a:prstGeom>
            <a:grpFill/>
            <a:ln w="25400" cap="flat">
              <a:solidFill>
                <a:srgbClr val="C5C3BF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05" name="lemon32"/>
          <p:cNvSpPr/>
          <p:nvPr/>
        </p:nvSpPr>
        <p:spPr>
          <a:xfrm>
            <a:off x="9569593" y="3825124"/>
            <a:ext cx="316061" cy="2230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9" extrusionOk="0">
                <a:moveTo>
                  <a:pt x="13" y="21588"/>
                </a:moveTo>
                <a:lnTo>
                  <a:pt x="9790" y="21588"/>
                </a:lnTo>
                <a:cubicBezTo>
                  <a:pt x="11407" y="21600"/>
                  <a:pt x="12989" y="21530"/>
                  <a:pt x="14123" y="21397"/>
                </a:cubicBezTo>
                <a:cubicBezTo>
                  <a:pt x="15046" y="21289"/>
                  <a:pt x="15601" y="21146"/>
                  <a:pt x="15687" y="20995"/>
                </a:cubicBezTo>
                <a:lnTo>
                  <a:pt x="15687" y="11471"/>
                </a:lnTo>
                <a:cubicBezTo>
                  <a:pt x="15796" y="11297"/>
                  <a:pt x="16391" y="11131"/>
                  <a:pt x="17382" y="10999"/>
                </a:cubicBezTo>
                <a:cubicBezTo>
                  <a:pt x="18467" y="10854"/>
                  <a:pt x="19960" y="10758"/>
                  <a:pt x="21600" y="10727"/>
                </a:cubicBezTo>
                <a:cubicBezTo>
                  <a:pt x="20179" y="10723"/>
                  <a:pt x="18813" y="10662"/>
                  <a:pt x="17740" y="10554"/>
                </a:cubicBezTo>
                <a:cubicBezTo>
                  <a:pt x="16383" y="10419"/>
                  <a:pt x="15606" y="10222"/>
                  <a:pt x="15613" y="10015"/>
                </a:cubicBezTo>
                <a:lnTo>
                  <a:pt x="15613" y="643"/>
                </a:lnTo>
                <a:cubicBezTo>
                  <a:pt x="15656" y="477"/>
                  <a:pt x="15122" y="315"/>
                  <a:pt x="14129" y="195"/>
                </a:cubicBezTo>
                <a:cubicBezTo>
                  <a:pt x="13138" y="74"/>
                  <a:pt x="11771" y="4"/>
                  <a:pt x="10330" y="0"/>
                </a:cubicBezTo>
                <a:lnTo>
                  <a:pt x="0" y="0"/>
                </a:lnTo>
              </a:path>
            </a:pathLst>
          </a:custGeom>
          <a:ln w="25400">
            <a:solidFill>
              <a:schemeClr val="accent1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45" name="lemon33"/>
          <p:cNvGrpSpPr/>
          <p:nvPr/>
        </p:nvGrpSpPr>
        <p:grpSpPr>
          <a:xfrm>
            <a:off x="7270435" y="3825124"/>
            <a:ext cx="2273317" cy="2230730"/>
            <a:chOff x="676658" y="1287919"/>
            <a:chExt cx="4695890" cy="4607918"/>
          </a:xfrm>
        </p:grpSpPr>
        <p:sp>
          <p:nvSpPr>
            <p:cNvPr id="146" name="lemon33-1"/>
            <p:cNvSpPr/>
            <p:nvPr/>
          </p:nvSpPr>
          <p:spPr bwMode="auto">
            <a:xfrm>
              <a:off x="2880896" y="1353772"/>
              <a:ext cx="1810352" cy="1281170"/>
            </a:xfrm>
            <a:custGeom>
              <a:avLst/>
              <a:gdLst>
                <a:gd name="T0" fmla="*/ 0 w 1718"/>
                <a:gd name="T1" fmla="*/ 92 h 1218"/>
                <a:gd name="T2" fmla="*/ 1718 w 1718"/>
                <a:gd name="T3" fmla="*/ 671 h 1218"/>
                <a:gd name="T4" fmla="*/ 1162 w 1718"/>
                <a:gd name="T5" fmla="*/ 1218 h 1218"/>
                <a:gd name="T6" fmla="*/ 245 w 1718"/>
                <a:gd name="T7" fmla="*/ 852 h 1218"/>
                <a:gd name="T8" fmla="*/ 0 w 1718"/>
                <a:gd name="T9" fmla="*/ 92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8" h="1218">
                  <a:moveTo>
                    <a:pt x="0" y="92"/>
                  </a:moveTo>
                  <a:cubicBezTo>
                    <a:pt x="635" y="0"/>
                    <a:pt x="1269" y="213"/>
                    <a:pt x="1718" y="671"/>
                  </a:cubicBezTo>
                  <a:cubicBezTo>
                    <a:pt x="1162" y="1218"/>
                    <a:pt x="1162" y="1218"/>
                    <a:pt x="1162" y="1218"/>
                  </a:cubicBezTo>
                  <a:cubicBezTo>
                    <a:pt x="920" y="971"/>
                    <a:pt x="590" y="843"/>
                    <a:pt x="245" y="852"/>
                  </a:cubicBezTo>
                  <a:cubicBezTo>
                    <a:pt x="292" y="574"/>
                    <a:pt x="202" y="291"/>
                    <a:pt x="0" y="9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7" name="lemon33-2"/>
            <p:cNvSpPr/>
            <p:nvPr/>
          </p:nvSpPr>
          <p:spPr bwMode="auto">
            <a:xfrm>
              <a:off x="4180794" y="2126974"/>
              <a:ext cx="1191754" cy="1474666"/>
            </a:xfrm>
            <a:custGeom>
              <a:avLst/>
              <a:gdLst>
                <a:gd name="T0" fmla="*/ 556 w 1130"/>
                <a:gd name="T1" fmla="*/ 0 h 1403"/>
                <a:gd name="T2" fmla="*/ 1130 w 1130"/>
                <a:gd name="T3" fmla="*/ 1403 h 1403"/>
                <a:gd name="T4" fmla="*/ 348 w 1130"/>
                <a:gd name="T5" fmla="*/ 1403 h 1403"/>
                <a:gd name="T6" fmla="*/ 0 w 1130"/>
                <a:gd name="T7" fmla="*/ 547 h 1403"/>
                <a:gd name="T8" fmla="*/ 556 w 1130"/>
                <a:gd name="T9" fmla="*/ 0 h 1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0" h="1403">
                  <a:moveTo>
                    <a:pt x="556" y="0"/>
                  </a:moveTo>
                  <a:cubicBezTo>
                    <a:pt x="924" y="375"/>
                    <a:pt x="1130" y="878"/>
                    <a:pt x="1130" y="1403"/>
                  </a:cubicBezTo>
                  <a:cubicBezTo>
                    <a:pt x="348" y="1403"/>
                    <a:pt x="348" y="1403"/>
                    <a:pt x="348" y="1403"/>
                  </a:cubicBezTo>
                  <a:cubicBezTo>
                    <a:pt x="348" y="1084"/>
                    <a:pt x="224" y="775"/>
                    <a:pt x="0" y="547"/>
                  </a:cubicBezTo>
                  <a:cubicBezTo>
                    <a:pt x="556" y="0"/>
                    <a:pt x="556" y="0"/>
                    <a:pt x="556" y="0"/>
                  </a:cubicBezTo>
                  <a:close/>
                </a:path>
              </a:pathLst>
            </a:custGeom>
            <a:solidFill>
              <a:schemeClr val="accent2"/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8" name="lemon33-3"/>
            <p:cNvSpPr/>
            <p:nvPr/>
          </p:nvSpPr>
          <p:spPr bwMode="auto">
            <a:xfrm>
              <a:off x="4174687" y="3724424"/>
              <a:ext cx="1197618" cy="1484928"/>
            </a:xfrm>
            <a:custGeom>
              <a:avLst/>
              <a:gdLst>
                <a:gd name="T0" fmla="*/ 1136 w 1136"/>
                <a:gd name="T1" fmla="*/ 0 h 1412"/>
                <a:gd name="T2" fmla="*/ 553 w 1136"/>
                <a:gd name="T3" fmla="*/ 1412 h 1412"/>
                <a:gd name="T4" fmla="*/ 0 w 1136"/>
                <a:gd name="T5" fmla="*/ 862 h 1412"/>
                <a:gd name="T6" fmla="*/ 354 w 1136"/>
                <a:gd name="T7" fmla="*/ 0 h 1412"/>
                <a:gd name="T8" fmla="*/ 1136 w 1136"/>
                <a:gd name="T9" fmla="*/ 0 h 1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6" h="1412">
                  <a:moveTo>
                    <a:pt x="1136" y="0"/>
                  </a:moveTo>
                  <a:cubicBezTo>
                    <a:pt x="1136" y="527"/>
                    <a:pt x="924" y="1038"/>
                    <a:pt x="553" y="1412"/>
                  </a:cubicBezTo>
                  <a:cubicBezTo>
                    <a:pt x="0" y="862"/>
                    <a:pt x="0" y="862"/>
                    <a:pt x="0" y="862"/>
                  </a:cubicBezTo>
                  <a:cubicBezTo>
                    <a:pt x="229" y="632"/>
                    <a:pt x="354" y="325"/>
                    <a:pt x="354" y="0"/>
                  </a:cubicBezTo>
                  <a:cubicBezTo>
                    <a:pt x="1136" y="0"/>
                    <a:pt x="1136" y="0"/>
                    <a:pt x="1136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9" name="lemon33-4"/>
            <p:cNvSpPr/>
            <p:nvPr/>
          </p:nvSpPr>
          <p:spPr bwMode="auto">
            <a:xfrm>
              <a:off x="3195028" y="4695289"/>
              <a:ext cx="1499588" cy="1200548"/>
            </a:xfrm>
            <a:custGeom>
              <a:avLst/>
              <a:gdLst>
                <a:gd name="T0" fmla="*/ 1422 w 1422"/>
                <a:gd name="T1" fmla="*/ 550 h 1142"/>
                <a:gd name="T2" fmla="*/ 1 w 1422"/>
                <a:gd name="T3" fmla="*/ 1142 h 1142"/>
                <a:gd name="T4" fmla="*/ 0 w 1422"/>
                <a:gd name="T5" fmla="*/ 360 h 1142"/>
                <a:gd name="T6" fmla="*/ 869 w 1422"/>
                <a:gd name="T7" fmla="*/ 0 h 1142"/>
                <a:gd name="T8" fmla="*/ 1422 w 1422"/>
                <a:gd name="T9" fmla="*/ 550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2" h="1142">
                  <a:moveTo>
                    <a:pt x="1422" y="550"/>
                  </a:moveTo>
                  <a:cubicBezTo>
                    <a:pt x="1046" y="928"/>
                    <a:pt x="534" y="1142"/>
                    <a:pt x="1" y="1142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327" y="360"/>
                    <a:pt x="638" y="232"/>
                    <a:pt x="869" y="0"/>
                  </a:cubicBezTo>
                  <a:cubicBezTo>
                    <a:pt x="1422" y="550"/>
                    <a:pt x="1422" y="550"/>
                    <a:pt x="1422" y="55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0" name="lemon33-5"/>
            <p:cNvSpPr/>
            <p:nvPr/>
          </p:nvSpPr>
          <p:spPr bwMode="auto">
            <a:xfrm>
              <a:off x="1574129" y="4695289"/>
              <a:ext cx="1498122" cy="1200548"/>
            </a:xfrm>
            <a:custGeom>
              <a:avLst/>
              <a:gdLst>
                <a:gd name="T0" fmla="*/ 1421 w 1421"/>
                <a:gd name="T1" fmla="*/ 1142 h 1142"/>
                <a:gd name="T2" fmla="*/ 0 w 1421"/>
                <a:gd name="T3" fmla="*/ 550 h 1142"/>
                <a:gd name="T4" fmla="*/ 553 w 1421"/>
                <a:gd name="T5" fmla="*/ 0 h 1142"/>
                <a:gd name="T6" fmla="*/ 1421 w 1421"/>
                <a:gd name="T7" fmla="*/ 360 h 1142"/>
                <a:gd name="T8" fmla="*/ 1421 w 1421"/>
                <a:gd name="T9" fmla="*/ 1142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1" h="1142">
                  <a:moveTo>
                    <a:pt x="1421" y="1142"/>
                  </a:moveTo>
                  <a:cubicBezTo>
                    <a:pt x="888" y="1142"/>
                    <a:pt x="376" y="928"/>
                    <a:pt x="0" y="550"/>
                  </a:cubicBezTo>
                  <a:cubicBezTo>
                    <a:pt x="553" y="0"/>
                    <a:pt x="553" y="0"/>
                    <a:pt x="553" y="0"/>
                  </a:cubicBezTo>
                  <a:cubicBezTo>
                    <a:pt x="783" y="232"/>
                    <a:pt x="1095" y="360"/>
                    <a:pt x="1421" y="360"/>
                  </a:cubicBezTo>
                  <a:cubicBezTo>
                    <a:pt x="1421" y="1142"/>
                    <a:pt x="1421" y="1142"/>
                    <a:pt x="1421" y="114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1" name="lemon33-6"/>
            <p:cNvSpPr/>
            <p:nvPr/>
          </p:nvSpPr>
          <p:spPr bwMode="auto">
            <a:xfrm>
              <a:off x="676658" y="2961082"/>
              <a:ext cx="1408702" cy="2217862"/>
            </a:xfrm>
            <a:custGeom>
              <a:avLst/>
              <a:gdLst>
                <a:gd name="T0" fmla="*/ 201 w 1337"/>
                <a:gd name="T1" fmla="*/ 644 h 2109"/>
                <a:gd name="T2" fmla="*/ 0 w 1337"/>
                <a:gd name="T3" fmla="*/ 745 h 2109"/>
                <a:gd name="T4" fmla="*/ 0 w 1337"/>
                <a:gd name="T5" fmla="*/ 297 h 2109"/>
                <a:gd name="T6" fmla="*/ 596 w 1337"/>
                <a:gd name="T7" fmla="*/ 0 h 2109"/>
                <a:gd name="T8" fmla="*/ 1191 w 1337"/>
                <a:gd name="T9" fmla="*/ 297 h 2109"/>
                <a:gd name="T10" fmla="*/ 1190 w 1337"/>
                <a:gd name="T11" fmla="*/ 745 h 2109"/>
                <a:gd name="T12" fmla="*/ 984 w 1337"/>
                <a:gd name="T13" fmla="*/ 641 h 2109"/>
                <a:gd name="T14" fmla="*/ 1337 w 1337"/>
                <a:gd name="T15" fmla="*/ 1559 h 2109"/>
                <a:gd name="T16" fmla="*/ 784 w 1337"/>
                <a:gd name="T17" fmla="*/ 2109 h 2109"/>
                <a:gd name="T18" fmla="*/ 201 w 1337"/>
                <a:gd name="T19" fmla="*/ 644 h 2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7" h="2109">
                  <a:moveTo>
                    <a:pt x="201" y="644"/>
                  </a:moveTo>
                  <a:cubicBezTo>
                    <a:pt x="0" y="745"/>
                    <a:pt x="0" y="745"/>
                    <a:pt x="0" y="745"/>
                  </a:cubicBezTo>
                  <a:cubicBezTo>
                    <a:pt x="0" y="297"/>
                    <a:pt x="0" y="297"/>
                    <a:pt x="0" y="297"/>
                  </a:cubicBezTo>
                  <a:cubicBezTo>
                    <a:pt x="596" y="0"/>
                    <a:pt x="596" y="0"/>
                    <a:pt x="596" y="0"/>
                  </a:cubicBezTo>
                  <a:cubicBezTo>
                    <a:pt x="1191" y="297"/>
                    <a:pt x="1191" y="297"/>
                    <a:pt x="1191" y="297"/>
                  </a:cubicBezTo>
                  <a:cubicBezTo>
                    <a:pt x="1190" y="745"/>
                    <a:pt x="1190" y="745"/>
                    <a:pt x="1190" y="745"/>
                  </a:cubicBezTo>
                  <a:cubicBezTo>
                    <a:pt x="984" y="641"/>
                    <a:pt x="984" y="641"/>
                    <a:pt x="984" y="641"/>
                  </a:cubicBezTo>
                  <a:cubicBezTo>
                    <a:pt x="969" y="987"/>
                    <a:pt x="1093" y="1314"/>
                    <a:pt x="1337" y="1559"/>
                  </a:cubicBezTo>
                  <a:cubicBezTo>
                    <a:pt x="784" y="2109"/>
                    <a:pt x="784" y="2109"/>
                    <a:pt x="784" y="2109"/>
                  </a:cubicBezTo>
                  <a:cubicBezTo>
                    <a:pt x="401" y="1724"/>
                    <a:pt x="186" y="1188"/>
                    <a:pt x="201" y="644"/>
                  </a:cubicBezTo>
                  <a:close/>
                </a:path>
              </a:pathLst>
            </a:custGeom>
            <a:solidFill>
              <a:schemeClr val="accent2"/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2" name="lemon33-7"/>
            <p:cNvSpPr>
              <a:spLocks noChangeArrowheads="1"/>
            </p:cNvSpPr>
            <p:nvPr/>
          </p:nvSpPr>
          <p:spPr bwMode="auto">
            <a:xfrm>
              <a:off x="1292902" y="1287919"/>
              <a:ext cx="1639888" cy="16367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3" name="lemon33-8"/>
            <p:cNvSpPr/>
            <p:nvPr/>
          </p:nvSpPr>
          <p:spPr bwMode="auto">
            <a:xfrm>
              <a:off x="1464352" y="1459369"/>
              <a:ext cx="1350963" cy="1293813"/>
            </a:xfrm>
            <a:custGeom>
              <a:avLst/>
              <a:gdLst>
                <a:gd name="T0" fmla="*/ 568 w 1183"/>
                <a:gd name="T1" fmla="*/ 1136 h 1136"/>
                <a:gd name="T2" fmla="*/ 0 w 1183"/>
                <a:gd name="T3" fmla="*/ 568 h 1136"/>
                <a:gd name="T4" fmla="*/ 568 w 1183"/>
                <a:gd name="T5" fmla="*/ 0 h 1136"/>
                <a:gd name="T6" fmla="*/ 1136 w 1183"/>
                <a:gd name="T7" fmla="*/ 553 h 1136"/>
                <a:gd name="T8" fmla="*/ 1183 w 1183"/>
                <a:gd name="T9" fmla="*/ 505 h 1136"/>
                <a:gd name="T10" fmla="*/ 1183 w 1183"/>
                <a:gd name="T11" fmla="*/ 568 h 1136"/>
                <a:gd name="T12" fmla="*/ 1121 w 1183"/>
                <a:gd name="T13" fmla="*/ 631 h 1136"/>
                <a:gd name="T14" fmla="*/ 1058 w 1183"/>
                <a:gd name="T15" fmla="*/ 568 h 1136"/>
                <a:gd name="T16" fmla="*/ 1058 w 1183"/>
                <a:gd name="T17" fmla="*/ 505 h 1136"/>
                <a:gd name="T18" fmla="*/ 1105 w 1183"/>
                <a:gd name="T19" fmla="*/ 552 h 1136"/>
                <a:gd name="T20" fmla="*/ 568 w 1183"/>
                <a:gd name="T21" fmla="*/ 31 h 1136"/>
                <a:gd name="T22" fmla="*/ 31 w 1183"/>
                <a:gd name="T23" fmla="*/ 568 h 1136"/>
                <a:gd name="T24" fmla="*/ 568 w 1183"/>
                <a:gd name="T25" fmla="*/ 1105 h 1136"/>
                <a:gd name="T26" fmla="*/ 568 w 1183"/>
                <a:gd name="T27" fmla="*/ 1136 h 1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83" h="1136">
                  <a:moveTo>
                    <a:pt x="568" y="1136"/>
                  </a:moveTo>
                  <a:cubicBezTo>
                    <a:pt x="254" y="1136"/>
                    <a:pt x="0" y="882"/>
                    <a:pt x="0" y="568"/>
                  </a:cubicBezTo>
                  <a:cubicBezTo>
                    <a:pt x="0" y="254"/>
                    <a:pt x="254" y="0"/>
                    <a:pt x="568" y="0"/>
                  </a:cubicBezTo>
                  <a:cubicBezTo>
                    <a:pt x="876" y="0"/>
                    <a:pt x="1127" y="245"/>
                    <a:pt x="1136" y="553"/>
                  </a:cubicBezTo>
                  <a:cubicBezTo>
                    <a:pt x="1183" y="505"/>
                    <a:pt x="1183" y="505"/>
                    <a:pt x="1183" y="505"/>
                  </a:cubicBezTo>
                  <a:cubicBezTo>
                    <a:pt x="1183" y="568"/>
                    <a:pt x="1183" y="568"/>
                    <a:pt x="1183" y="568"/>
                  </a:cubicBezTo>
                  <a:cubicBezTo>
                    <a:pt x="1121" y="631"/>
                    <a:pt x="1121" y="631"/>
                    <a:pt x="1121" y="631"/>
                  </a:cubicBezTo>
                  <a:cubicBezTo>
                    <a:pt x="1058" y="568"/>
                    <a:pt x="1058" y="568"/>
                    <a:pt x="1058" y="568"/>
                  </a:cubicBezTo>
                  <a:cubicBezTo>
                    <a:pt x="1058" y="505"/>
                    <a:pt x="1058" y="505"/>
                    <a:pt x="1058" y="505"/>
                  </a:cubicBezTo>
                  <a:cubicBezTo>
                    <a:pt x="1105" y="552"/>
                    <a:pt x="1105" y="552"/>
                    <a:pt x="1105" y="552"/>
                  </a:cubicBezTo>
                  <a:cubicBezTo>
                    <a:pt x="1096" y="263"/>
                    <a:pt x="859" y="31"/>
                    <a:pt x="568" y="31"/>
                  </a:cubicBezTo>
                  <a:cubicBezTo>
                    <a:pt x="272" y="31"/>
                    <a:pt x="31" y="271"/>
                    <a:pt x="31" y="568"/>
                  </a:cubicBezTo>
                  <a:cubicBezTo>
                    <a:pt x="31" y="864"/>
                    <a:pt x="272" y="1105"/>
                    <a:pt x="568" y="1105"/>
                  </a:cubicBezTo>
                  <a:cubicBezTo>
                    <a:pt x="568" y="1136"/>
                    <a:pt x="568" y="1136"/>
                    <a:pt x="568" y="11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4" name="lemon33-9"/>
            <p:cNvSpPr/>
            <p:nvPr/>
          </p:nvSpPr>
          <p:spPr bwMode="auto">
            <a:xfrm>
              <a:off x="1996165" y="1738768"/>
              <a:ext cx="230188" cy="274638"/>
            </a:xfrm>
            <a:custGeom>
              <a:avLst/>
              <a:gdLst>
                <a:gd name="T0" fmla="*/ 191 w 201"/>
                <a:gd name="T1" fmla="*/ 108 h 240"/>
                <a:gd name="T2" fmla="*/ 186 w 201"/>
                <a:gd name="T3" fmla="*/ 108 h 240"/>
                <a:gd name="T4" fmla="*/ 187 w 201"/>
                <a:gd name="T5" fmla="*/ 84 h 240"/>
                <a:gd name="T6" fmla="*/ 101 w 201"/>
                <a:gd name="T7" fmla="*/ 0 h 240"/>
                <a:gd name="T8" fmla="*/ 14 w 201"/>
                <a:gd name="T9" fmla="*/ 84 h 240"/>
                <a:gd name="T10" fmla="*/ 15 w 201"/>
                <a:gd name="T11" fmla="*/ 108 h 240"/>
                <a:gd name="T12" fmla="*/ 11 w 201"/>
                <a:gd name="T13" fmla="*/ 108 h 240"/>
                <a:gd name="T14" fmla="*/ 5 w 201"/>
                <a:gd name="T15" fmla="*/ 136 h 240"/>
                <a:gd name="T16" fmla="*/ 23 w 201"/>
                <a:gd name="T17" fmla="*/ 156 h 240"/>
                <a:gd name="T18" fmla="*/ 100 w 201"/>
                <a:gd name="T19" fmla="*/ 238 h 240"/>
                <a:gd name="T20" fmla="*/ 101 w 201"/>
                <a:gd name="T21" fmla="*/ 238 h 240"/>
                <a:gd name="T22" fmla="*/ 101 w 201"/>
                <a:gd name="T23" fmla="*/ 238 h 240"/>
                <a:gd name="T24" fmla="*/ 178 w 201"/>
                <a:gd name="T25" fmla="*/ 156 h 240"/>
                <a:gd name="T26" fmla="*/ 197 w 201"/>
                <a:gd name="T27" fmla="*/ 136 h 240"/>
                <a:gd name="T28" fmla="*/ 191 w 201"/>
                <a:gd name="T29" fmla="*/ 10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1" h="240">
                  <a:moveTo>
                    <a:pt x="191" y="108"/>
                  </a:moveTo>
                  <a:cubicBezTo>
                    <a:pt x="189" y="108"/>
                    <a:pt x="188" y="108"/>
                    <a:pt x="186" y="108"/>
                  </a:cubicBezTo>
                  <a:cubicBezTo>
                    <a:pt x="187" y="103"/>
                    <a:pt x="187" y="88"/>
                    <a:pt x="187" y="84"/>
                  </a:cubicBezTo>
                  <a:cubicBezTo>
                    <a:pt x="189" y="34"/>
                    <a:pt x="149" y="0"/>
                    <a:pt x="101" y="0"/>
                  </a:cubicBezTo>
                  <a:cubicBezTo>
                    <a:pt x="53" y="0"/>
                    <a:pt x="13" y="34"/>
                    <a:pt x="14" y="84"/>
                  </a:cubicBezTo>
                  <a:cubicBezTo>
                    <a:pt x="14" y="88"/>
                    <a:pt x="14" y="103"/>
                    <a:pt x="15" y="108"/>
                  </a:cubicBezTo>
                  <a:cubicBezTo>
                    <a:pt x="13" y="108"/>
                    <a:pt x="12" y="108"/>
                    <a:pt x="11" y="108"/>
                  </a:cubicBezTo>
                  <a:cubicBezTo>
                    <a:pt x="3" y="111"/>
                    <a:pt x="0" y="124"/>
                    <a:pt x="5" y="136"/>
                  </a:cubicBezTo>
                  <a:cubicBezTo>
                    <a:pt x="8" y="148"/>
                    <a:pt x="16" y="155"/>
                    <a:pt x="23" y="156"/>
                  </a:cubicBezTo>
                  <a:cubicBezTo>
                    <a:pt x="31" y="240"/>
                    <a:pt x="100" y="238"/>
                    <a:pt x="100" y="238"/>
                  </a:cubicBezTo>
                  <a:cubicBezTo>
                    <a:pt x="101" y="238"/>
                    <a:pt x="101" y="238"/>
                    <a:pt x="101" y="238"/>
                  </a:cubicBezTo>
                  <a:cubicBezTo>
                    <a:pt x="101" y="238"/>
                    <a:pt x="101" y="238"/>
                    <a:pt x="101" y="238"/>
                  </a:cubicBezTo>
                  <a:cubicBezTo>
                    <a:pt x="101" y="238"/>
                    <a:pt x="171" y="240"/>
                    <a:pt x="178" y="156"/>
                  </a:cubicBezTo>
                  <a:cubicBezTo>
                    <a:pt x="185" y="155"/>
                    <a:pt x="193" y="148"/>
                    <a:pt x="197" y="136"/>
                  </a:cubicBezTo>
                  <a:cubicBezTo>
                    <a:pt x="201" y="124"/>
                    <a:pt x="198" y="111"/>
                    <a:pt x="191" y="10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5" name="lemon33-10"/>
            <p:cNvSpPr>
              <a:spLocks noEditPoints="1"/>
            </p:cNvSpPr>
            <p:nvPr/>
          </p:nvSpPr>
          <p:spPr bwMode="auto">
            <a:xfrm>
              <a:off x="1885040" y="2013406"/>
              <a:ext cx="506413" cy="374650"/>
            </a:xfrm>
            <a:custGeom>
              <a:avLst/>
              <a:gdLst>
                <a:gd name="T0" fmla="*/ 401 w 443"/>
                <a:gd name="T1" fmla="*/ 287 h 329"/>
                <a:gd name="T2" fmla="*/ 323 w 443"/>
                <a:gd name="T3" fmla="*/ 319 h 329"/>
                <a:gd name="T4" fmla="*/ 245 w 443"/>
                <a:gd name="T5" fmla="*/ 287 h 329"/>
                <a:gd name="T6" fmla="*/ 213 w 443"/>
                <a:gd name="T7" fmla="*/ 209 h 329"/>
                <a:gd name="T8" fmla="*/ 245 w 443"/>
                <a:gd name="T9" fmla="*/ 131 h 329"/>
                <a:gd name="T10" fmla="*/ 323 w 443"/>
                <a:gd name="T11" fmla="*/ 99 h 329"/>
                <a:gd name="T12" fmla="*/ 401 w 443"/>
                <a:gd name="T13" fmla="*/ 131 h 329"/>
                <a:gd name="T14" fmla="*/ 433 w 443"/>
                <a:gd name="T15" fmla="*/ 209 h 329"/>
                <a:gd name="T16" fmla="*/ 401 w 443"/>
                <a:gd name="T17" fmla="*/ 287 h 329"/>
                <a:gd name="T18" fmla="*/ 395 w 443"/>
                <a:gd name="T19" fmla="*/ 114 h 329"/>
                <a:gd name="T20" fmla="*/ 283 w 443"/>
                <a:gd name="T21" fmla="*/ 0 h 329"/>
                <a:gd name="T22" fmla="*/ 244 w 443"/>
                <a:gd name="T23" fmla="*/ 39 h 329"/>
                <a:gd name="T24" fmla="*/ 227 w 443"/>
                <a:gd name="T25" fmla="*/ 39 h 329"/>
                <a:gd name="T26" fmla="*/ 197 w 443"/>
                <a:gd name="T27" fmla="*/ 9 h 329"/>
                <a:gd name="T28" fmla="*/ 197 w 443"/>
                <a:gd name="T29" fmla="*/ 9 h 329"/>
                <a:gd name="T30" fmla="*/ 197 w 443"/>
                <a:gd name="T31" fmla="*/ 9 h 329"/>
                <a:gd name="T32" fmla="*/ 167 w 443"/>
                <a:gd name="T33" fmla="*/ 39 h 329"/>
                <a:gd name="T34" fmla="*/ 150 w 443"/>
                <a:gd name="T35" fmla="*/ 39 h 329"/>
                <a:gd name="T36" fmla="*/ 112 w 443"/>
                <a:gd name="T37" fmla="*/ 0 h 329"/>
                <a:gd name="T38" fmla="*/ 0 w 443"/>
                <a:gd name="T39" fmla="*/ 119 h 329"/>
                <a:gd name="T40" fmla="*/ 0 w 443"/>
                <a:gd name="T41" fmla="*/ 268 h 329"/>
                <a:gd name="T42" fmla="*/ 67 w 443"/>
                <a:gd name="T43" fmla="*/ 303 h 329"/>
                <a:gd name="T44" fmla="*/ 67 w 443"/>
                <a:gd name="T45" fmla="*/ 150 h 329"/>
                <a:gd name="T46" fmla="*/ 77 w 443"/>
                <a:gd name="T47" fmla="*/ 110 h 329"/>
                <a:gd name="T48" fmla="*/ 77 w 443"/>
                <a:gd name="T49" fmla="*/ 306 h 329"/>
                <a:gd name="T50" fmla="*/ 198 w 443"/>
                <a:gd name="T51" fmla="*/ 327 h 329"/>
                <a:gd name="T52" fmla="*/ 275 w 443"/>
                <a:gd name="T53" fmla="*/ 319 h 329"/>
                <a:gd name="T54" fmla="*/ 275 w 443"/>
                <a:gd name="T55" fmla="*/ 319 h 329"/>
                <a:gd name="T56" fmla="*/ 323 w 443"/>
                <a:gd name="T57" fmla="*/ 329 h 329"/>
                <a:gd name="T58" fmla="*/ 443 w 443"/>
                <a:gd name="T59" fmla="*/ 209 h 329"/>
                <a:gd name="T60" fmla="*/ 395 w 443"/>
                <a:gd name="T61" fmla="*/ 114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3" h="329">
                  <a:moveTo>
                    <a:pt x="401" y="287"/>
                  </a:moveTo>
                  <a:cubicBezTo>
                    <a:pt x="380" y="307"/>
                    <a:pt x="352" y="319"/>
                    <a:pt x="323" y="319"/>
                  </a:cubicBezTo>
                  <a:cubicBezTo>
                    <a:pt x="294" y="319"/>
                    <a:pt x="266" y="307"/>
                    <a:pt x="245" y="287"/>
                  </a:cubicBezTo>
                  <a:cubicBezTo>
                    <a:pt x="225" y="266"/>
                    <a:pt x="213" y="238"/>
                    <a:pt x="213" y="209"/>
                  </a:cubicBezTo>
                  <a:cubicBezTo>
                    <a:pt x="213" y="180"/>
                    <a:pt x="225" y="152"/>
                    <a:pt x="245" y="131"/>
                  </a:cubicBezTo>
                  <a:cubicBezTo>
                    <a:pt x="266" y="111"/>
                    <a:pt x="294" y="99"/>
                    <a:pt x="323" y="99"/>
                  </a:cubicBezTo>
                  <a:cubicBezTo>
                    <a:pt x="352" y="99"/>
                    <a:pt x="380" y="111"/>
                    <a:pt x="401" y="131"/>
                  </a:cubicBezTo>
                  <a:cubicBezTo>
                    <a:pt x="421" y="152"/>
                    <a:pt x="433" y="180"/>
                    <a:pt x="433" y="209"/>
                  </a:cubicBezTo>
                  <a:cubicBezTo>
                    <a:pt x="433" y="238"/>
                    <a:pt x="421" y="266"/>
                    <a:pt x="401" y="287"/>
                  </a:cubicBezTo>
                  <a:close/>
                  <a:moveTo>
                    <a:pt x="395" y="114"/>
                  </a:moveTo>
                  <a:cubicBezTo>
                    <a:pt x="392" y="53"/>
                    <a:pt x="343" y="3"/>
                    <a:pt x="283" y="0"/>
                  </a:cubicBezTo>
                  <a:cubicBezTo>
                    <a:pt x="244" y="39"/>
                    <a:pt x="244" y="39"/>
                    <a:pt x="244" y="39"/>
                  </a:cubicBezTo>
                  <a:cubicBezTo>
                    <a:pt x="239" y="44"/>
                    <a:pt x="232" y="44"/>
                    <a:pt x="227" y="39"/>
                  </a:cubicBezTo>
                  <a:cubicBezTo>
                    <a:pt x="197" y="9"/>
                    <a:pt x="197" y="9"/>
                    <a:pt x="197" y="9"/>
                  </a:cubicBezTo>
                  <a:cubicBezTo>
                    <a:pt x="197" y="9"/>
                    <a:pt x="197" y="9"/>
                    <a:pt x="197" y="9"/>
                  </a:cubicBezTo>
                  <a:cubicBezTo>
                    <a:pt x="197" y="9"/>
                    <a:pt x="197" y="9"/>
                    <a:pt x="197" y="9"/>
                  </a:cubicBezTo>
                  <a:cubicBezTo>
                    <a:pt x="167" y="39"/>
                    <a:pt x="167" y="39"/>
                    <a:pt x="167" y="39"/>
                  </a:cubicBezTo>
                  <a:cubicBezTo>
                    <a:pt x="163" y="44"/>
                    <a:pt x="155" y="44"/>
                    <a:pt x="150" y="39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50" y="4"/>
                    <a:pt x="0" y="56"/>
                    <a:pt x="0" y="119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21" y="282"/>
                    <a:pt x="43" y="294"/>
                    <a:pt x="67" y="303"/>
                  </a:cubicBezTo>
                  <a:cubicBezTo>
                    <a:pt x="67" y="150"/>
                    <a:pt x="67" y="150"/>
                    <a:pt x="67" y="150"/>
                  </a:cubicBezTo>
                  <a:cubicBezTo>
                    <a:pt x="67" y="133"/>
                    <a:pt x="70" y="120"/>
                    <a:pt x="77" y="110"/>
                  </a:cubicBezTo>
                  <a:cubicBezTo>
                    <a:pt x="77" y="110"/>
                    <a:pt x="77" y="192"/>
                    <a:pt x="77" y="306"/>
                  </a:cubicBezTo>
                  <a:cubicBezTo>
                    <a:pt x="114" y="320"/>
                    <a:pt x="155" y="327"/>
                    <a:pt x="198" y="327"/>
                  </a:cubicBezTo>
                  <a:cubicBezTo>
                    <a:pt x="224" y="327"/>
                    <a:pt x="250" y="324"/>
                    <a:pt x="275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90" y="325"/>
                    <a:pt x="306" y="329"/>
                    <a:pt x="323" y="329"/>
                  </a:cubicBezTo>
                  <a:cubicBezTo>
                    <a:pt x="389" y="329"/>
                    <a:pt x="443" y="275"/>
                    <a:pt x="443" y="209"/>
                  </a:cubicBezTo>
                  <a:cubicBezTo>
                    <a:pt x="443" y="170"/>
                    <a:pt x="424" y="136"/>
                    <a:pt x="395" y="1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6" name="lemon33-11"/>
            <p:cNvSpPr/>
            <p:nvPr/>
          </p:nvSpPr>
          <p:spPr bwMode="auto">
            <a:xfrm>
              <a:off x="2208890" y="2165806"/>
              <a:ext cx="90488" cy="171450"/>
            </a:xfrm>
            <a:custGeom>
              <a:avLst/>
              <a:gdLst>
                <a:gd name="T0" fmla="*/ 74 w 80"/>
                <a:gd name="T1" fmla="*/ 82 h 150"/>
                <a:gd name="T2" fmla="*/ 50 w 80"/>
                <a:gd name="T3" fmla="*/ 66 h 150"/>
                <a:gd name="T4" fmla="*/ 48 w 80"/>
                <a:gd name="T5" fmla="*/ 65 h 150"/>
                <a:gd name="T6" fmla="*/ 34 w 80"/>
                <a:gd name="T7" fmla="*/ 57 h 150"/>
                <a:gd name="T8" fmla="*/ 29 w 80"/>
                <a:gd name="T9" fmla="*/ 53 h 150"/>
                <a:gd name="T10" fmla="*/ 28 w 80"/>
                <a:gd name="T11" fmla="*/ 52 h 150"/>
                <a:gd name="T12" fmla="*/ 27 w 80"/>
                <a:gd name="T13" fmla="*/ 46 h 150"/>
                <a:gd name="T14" fmla="*/ 29 w 80"/>
                <a:gd name="T15" fmla="*/ 39 h 150"/>
                <a:gd name="T16" fmla="*/ 31 w 80"/>
                <a:gd name="T17" fmla="*/ 37 h 150"/>
                <a:gd name="T18" fmla="*/ 42 w 80"/>
                <a:gd name="T19" fmla="*/ 34 h 150"/>
                <a:gd name="T20" fmla="*/ 48 w 80"/>
                <a:gd name="T21" fmla="*/ 34 h 150"/>
                <a:gd name="T22" fmla="*/ 55 w 80"/>
                <a:gd name="T23" fmla="*/ 35 h 150"/>
                <a:gd name="T24" fmla="*/ 71 w 80"/>
                <a:gd name="T25" fmla="*/ 41 h 150"/>
                <a:gd name="T26" fmla="*/ 79 w 80"/>
                <a:gd name="T27" fmla="*/ 21 h 150"/>
                <a:gd name="T28" fmla="*/ 61 w 80"/>
                <a:gd name="T29" fmla="*/ 14 h 150"/>
                <a:gd name="T30" fmla="*/ 48 w 80"/>
                <a:gd name="T31" fmla="*/ 12 h 150"/>
                <a:gd name="T32" fmla="*/ 48 w 80"/>
                <a:gd name="T33" fmla="*/ 0 h 150"/>
                <a:gd name="T34" fmla="*/ 29 w 80"/>
                <a:gd name="T35" fmla="*/ 0 h 150"/>
                <a:gd name="T36" fmla="*/ 29 w 80"/>
                <a:gd name="T37" fmla="*/ 13 h 150"/>
                <a:gd name="T38" fmla="*/ 12 w 80"/>
                <a:gd name="T39" fmla="*/ 21 h 150"/>
                <a:gd name="T40" fmla="*/ 1 w 80"/>
                <a:gd name="T41" fmla="*/ 47 h 150"/>
                <a:gd name="T42" fmla="*/ 5 w 80"/>
                <a:gd name="T43" fmla="*/ 62 h 150"/>
                <a:gd name="T44" fmla="*/ 14 w 80"/>
                <a:gd name="T45" fmla="*/ 73 h 150"/>
                <a:gd name="T46" fmla="*/ 29 w 80"/>
                <a:gd name="T47" fmla="*/ 83 h 150"/>
                <a:gd name="T48" fmla="*/ 31 w 80"/>
                <a:gd name="T49" fmla="*/ 84 h 150"/>
                <a:gd name="T50" fmla="*/ 47 w 80"/>
                <a:gd name="T51" fmla="*/ 92 h 150"/>
                <a:gd name="T52" fmla="*/ 48 w 80"/>
                <a:gd name="T53" fmla="*/ 93 h 150"/>
                <a:gd name="T54" fmla="*/ 52 w 80"/>
                <a:gd name="T55" fmla="*/ 97 h 150"/>
                <a:gd name="T56" fmla="*/ 55 w 80"/>
                <a:gd name="T57" fmla="*/ 104 h 150"/>
                <a:gd name="T58" fmla="*/ 50 w 80"/>
                <a:gd name="T59" fmla="*/ 113 h 150"/>
                <a:gd name="T60" fmla="*/ 48 w 80"/>
                <a:gd name="T61" fmla="*/ 115 h 150"/>
                <a:gd name="T62" fmla="*/ 37 w 80"/>
                <a:gd name="T63" fmla="*/ 117 h 150"/>
                <a:gd name="T64" fmla="*/ 29 w 80"/>
                <a:gd name="T65" fmla="*/ 116 h 150"/>
                <a:gd name="T66" fmla="*/ 21 w 80"/>
                <a:gd name="T67" fmla="*/ 114 h 150"/>
                <a:gd name="T68" fmla="*/ 0 w 80"/>
                <a:gd name="T69" fmla="*/ 107 h 150"/>
                <a:gd name="T70" fmla="*/ 0 w 80"/>
                <a:gd name="T71" fmla="*/ 131 h 150"/>
                <a:gd name="T72" fmla="*/ 29 w 80"/>
                <a:gd name="T73" fmla="*/ 138 h 150"/>
                <a:gd name="T74" fmla="*/ 29 w 80"/>
                <a:gd name="T75" fmla="*/ 150 h 150"/>
                <a:gd name="T76" fmla="*/ 48 w 80"/>
                <a:gd name="T77" fmla="*/ 150 h 150"/>
                <a:gd name="T78" fmla="*/ 48 w 80"/>
                <a:gd name="T79" fmla="*/ 137 h 150"/>
                <a:gd name="T80" fmla="*/ 68 w 80"/>
                <a:gd name="T81" fmla="*/ 129 h 150"/>
                <a:gd name="T82" fmla="*/ 80 w 80"/>
                <a:gd name="T83" fmla="*/ 102 h 150"/>
                <a:gd name="T84" fmla="*/ 74 w 80"/>
                <a:gd name="T85" fmla="*/ 8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0" h="150">
                  <a:moveTo>
                    <a:pt x="74" y="82"/>
                  </a:moveTo>
                  <a:cubicBezTo>
                    <a:pt x="69" y="77"/>
                    <a:pt x="62" y="71"/>
                    <a:pt x="50" y="66"/>
                  </a:cubicBezTo>
                  <a:cubicBezTo>
                    <a:pt x="49" y="65"/>
                    <a:pt x="49" y="65"/>
                    <a:pt x="48" y="65"/>
                  </a:cubicBezTo>
                  <a:cubicBezTo>
                    <a:pt x="41" y="61"/>
                    <a:pt x="36" y="59"/>
                    <a:pt x="34" y="57"/>
                  </a:cubicBezTo>
                  <a:cubicBezTo>
                    <a:pt x="32" y="56"/>
                    <a:pt x="30" y="55"/>
                    <a:pt x="29" y="53"/>
                  </a:cubicBezTo>
                  <a:cubicBezTo>
                    <a:pt x="29" y="53"/>
                    <a:pt x="29" y="52"/>
                    <a:pt x="28" y="52"/>
                  </a:cubicBezTo>
                  <a:cubicBezTo>
                    <a:pt x="27" y="50"/>
                    <a:pt x="27" y="48"/>
                    <a:pt x="27" y="46"/>
                  </a:cubicBezTo>
                  <a:cubicBezTo>
                    <a:pt x="27" y="43"/>
                    <a:pt x="28" y="41"/>
                    <a:pt x="29" y="39"/>
                  </a:cubicBezTo>
                  <a:cubicBezTo>
                    <a:pt x="30" y="38"/>
                    <a:pt x="30" y="38"/>
                    <a:pt x="31" y="37"/>
                  </a:cubicBezTo>
                  <a:cubicBezTo>
                    <a:pt x="33" y="35"/>
                    <a:pt x="37" y="34"/>
                    <a:pt x="42" y="34"/>
                  </a:cubicBezTo>
                  <a:cubicBezTo>
                    <a:pt x="44" y="34"/>
                    <a:pt x="46" y="34"/>
                    <a:pt x="48" y="34"/>
                  </a:cubicBezTo>
                  <a:cubicBezTo>
                    <a:pt x="50" y="34"/>
                    <a:pt x="53" y="35"/>
                    <a:pt x="55" y="35"/>
                  </a:cubicBezTo>
                  <a:cubicBezTo>
                    <a:pt x="59" y="36"/>
                    <a:pt x="65" y="38"/>
                    <a:pt x="71" y="4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3" y="18"/>
                    <a:pt x="67" y="16"/>
                    <a:pt x="61" y="14"/>
                  </a:cubicBezTo>
                  <a:cubicBezTo>
                    <a:pt x="57" y="13"/>
                    <a:pt x="53" y="12"/>
                    <a:pt x="48" y="12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3" y="15"/>
                    <a:pt x="17" y="17"/>
                    <a:pt x="12" y="21"/>
                  </a:cubicBezTo>
                  <a:cubicBezTo>
                    <a:pt x="5" y="27"/>
                    <a:pt x="1" y="36"/>
                    <a:pt x="1" y="47"/>
                  </a:cubicBezTo>
                  <a:cubicBezTo>
                    <a:pt x="1" y="53"/>
                    <a:pt x="3" y="58"/>
                    <a:pt x="5" y="62"/>
                  </a:cubicBezTo>
                  <a:cubicBezTo>
                    <a:pt x="7" y="66"/>
                    <a:pt x="10" y="70"/>
                    <a:pt x="14" y="73"/>
                  </a:cubicBezTo>
                  <a:cubicBezTo>
                    <a:pt x="17" y="76"/>
                    <a:pt x="22" y="80"/>
                    <a:pt x="29" y="83"/>
                  </a:cubicBezTo>
                  <a:cubicBezTo>
                    <a:pt x="30" y="83"/>
                    <a:pt x="30" y="83"/>
                    <a:pt x="31" y="84"/>
                  </a:cubicBezTo>
                  <a:cubicBezTo>
                    <a:pt x="39" y="87"/>
                    <a:pt x="44" y="90"/>
                    <a:pt x="47" y="92"/>
                  </a:cubicBezTo>
                  <a:cubicBezTo>
                    <a:pt x="47" y="92"/>
                    <a:pt x="48" y="93"/>
                    <a:pt x="48" y="93"/>
                  </a:cubicBezTo>
                  <a:cubicBezTo>
                    <a:pt x="50" y="94"/>
                    <a:pt x="51" y="96"/>
                    <a:pt x="52" y="97"/>
                  </a:cubicBezTo>
                  <a:cubicBezTo>
                    <a:pt x="54" y="99"/>
                    <a:pt x="55" y="101"/>
                    <a:pt x="55" y="104"/>
                  </a:cubicBezTo>
                  <a:cubicBezTo>
                    <a:pt x="55" y="108"/>
                    <a:pt x="53" y="111"/>
                    <a:pt x="50" y="113"/>
                  </a:cubicBezTo>
                  <a:cubicBezTo>
                    <a:pt x="49" y="114"/>
                    <a:pt x="49" y="114"/>
                    <a:pt x="48" y="115"/>
                  </a:cubicBezTo>
                  <a:cubicBezTo>
                    <a:pt x="45" y="116"/>
                    <a:pt x="41" y="117"/>
                    <a:pt x="37" y="117"/>
                  </a:cubicBezTo>
                  <a:cubicBezTo>
                    <a:pt x="34" y="117"/>
                    <a:pt x="32" y="117"/>
                    <a:pt x="29" y="116"/>
                  </a:cubicBezTo>
                  <a:cubicBezTo>
                    <a:pt x="27" y="116"/>
                    <a:pt x="24" y="115"/>
                    <a:pt x="21" y="114"/>
                  </a:cubicBezTo>
                  <a:cubicBezTo>
                    <a:pt x="15" y="113"/>
                    <a:pt x="8" y="110"/>
                    <a:pt x="0" y="107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9" y="135"/>
                    <a:pt x="18" y="138"/>
                    <a:pt x="29" y="138"/>
                  </a:cubicBezTo>
                  <a:cubicBezTo>
                    <a:pt x="29" y="150"/>
                    <a:pt x="29" y="150"/>
                    <a:pt x="29" y="150"/>
                  </a:cubicBezTo>
                  <a:cubicBezTo>
                    <a:pt x="48" y="150"/>
                    <a:pt x="48" y="150"/>
                    <a:pt x="48" y="150"/>
                  </a:cubicBezTo>
                  <a:cubicBezTo>
                    <a:pt x="48" y="137"/>
                    <a:pt x="48" y="137"/>
                    <a:pt x="48" y="137"/>
                  </a:cubicBezTo>
                  <a:cubicBezTo>
                    <a:pt x="56" y="136"/>
                    <a:pt x="63" y="133"/>
                    <a:pt x="68" y="129"/>
                  </a:cubicBezTo>
                  <a:cubicBezTo>
                    <a:pt x="76" y="122"/>
                    <a:pt x="80" y="114"/>
                    <a:pt x="80" y="102"/>
                  </a:cubicBezTo>
                  <a:cubicBezTo>
                    <a:pt x="80" y="94"/>
                    <a:pt x="78" y="88"/>
                    <a:pt x="74" y="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7" name="lemon33-12"/>
            <p:cNvSpPr txBox="1"/>
            <p:nvPr/>
          </p:nvSpPr>
          <p:spPr>
            <a:xfrm>
              <a:off x="2318232" y="3264544"/>
              <a:ext cx="1739125" cy="90953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329D">
                      <a:alpha val="7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增长点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06" name="lemon34"/>
          <p:cNvSpPr txBox="1"/>
          <p:nvPr/>
        </p:nvSpPr>
        <p:spPr>
          <a:xfrm rot="1691129">
            <a:off x="8545017" y="4017852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服饰</a:t>
            </a:r>
          </a:p>
        </p:txBody>
      </p:sp>
      <p:sp>
        <p:nvSpPr>
          <p:cNvPr id="207" name="lemon35"/>
          <p:cNvSpPr txBox="1"/>
          <p:nvPr/>
        </p:nvSpPr>
        <p:spPr>
          <a:xfrm rot="3767250">
            <a:off x="8999196" y="4499729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生活</a:t>
            </a:r>
          </a:p>
        </p:txBody>
      </p:sp>
      <p:sp>
        <p:nvSpPr>
          <p:cNvPr id="208" name="lemon36"/>
          <p:cNvSpPr txBox="1"/>
          <p:nvPr/>
        </p:nvSpPr>
        <p:spPr>
          <a:xfrm rot="6778945">
            <a:off x="8970761" y="5210199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娱乐</a:t>
            </a:r>
          </a:p>
        </p:txBody>
      </p:sp>
      <p:sp>
        <p:nvSpPr>
          <p:cNvPr id="209" name="lemon37"/>
          <p:cNvSpPr txBox="1"/>
          <p:nvPr/>
        </p:nvSpPr>
        <p:spPr>
          <a:xfrm rot="20012993">
            <a:off x="8536945" y="5632724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美食</a:t>
            </a:r>
          </a:p>
        </p:txBody>
      </p:sp>
      <p:sp>
        <p:nvSpPr>
          <p:cNvPr id="210" name="lemon38"/>
          <p:cNvSpPr txBox="1"/>
          <p:nvPr/>
        </p:nvSpPr>
        <p:spPr>
          <a:xfrm rot="1678219">
            <a:off x="7846619" y="5664872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学习</a:t>
            </a:r>
          </a:p>
        </p:txBody>
      </p:sp>
      <p:sp>
        <p:nvSpPr>
          <p:cNvPr id="211" name="lemon39"/>
          <p:cNvSpPr txBox="1"/>
          <p:nvPr/>
        </p:nvSpPr>
        <p:spPr>
          <a:xfrm rot="4039336">
            <a:off x="7332552" y="5131495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出行</a:t>
            </a:r>
          </a:p>
        </p:txBody>
      </p:sp>
      <p:sp>
        <p:nvSpPr>
          <p:cNvPr id="212" name="lemon40"/>
          <p:cNvSpPr txBox="1"/>
          <p:nvPr/>
        </p:nvSpPr>
        <p:spPr>
          <a:xfrm>
            <a:off x="492199" y="4338729"/>
            <a:ext cx="3728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电商平台两大优势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3" name="lemon41"/>
          <p:cNvSpPr txBox="1"/>
          <p:nvPr/>
        </p:nvSpPr>
        <p:spPr>
          <a:xfrm>
            <a:off x="10013136" y="4096857"/>
            <a:ext cx="1713511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</a:p>
        </p:txBody>
      </p:sp>
      <p:cxnSp>
        <p:nvCxnSpPr>
          <p:cNvPr id="214" name="lemon42"/>
          <p:cNvCxnSpPr/>
          <p:nvPr/>
        </p:nvCxnSpPr>
        <p:spPr>
          <a:xfrm>
            <a:off x="10102412" y="4003812"/>
            <a:ext cx="156706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lemon43"/>
          <p:cNvSpPr/>
          <p:nvPr/>
        </p:nvSpPr>
        <p:spPr>
          <a:xfrm rot="15533351" flipH="1" flipV="1">
            <a:off x="8773605" y="3677515"/>
            <a:ext cx="154817" cy="348434"/>
          </a:xfrm>
          <a:custGeom>
            <a:avLst/>
            <a:gdLst>
              <a:gd name="connsiteX0" fmla="*/ 0 w 187287"/>
              <a:gd name="connsiteY0" fmla="*/ 0 h 334179"/>
              <a:gd name="connsiteX1" fmla="*/ 7345 w 187287"/>
              <a:gd name="connsiteY1" fmla="*/ 124858 h 334179"/>
              <a:gd name="connsiteX2" fmla="*/ 22034 w 187287"/>
              <a:gd name="connsiteY2" fmla="*/ 150564 h 334179"/>
              <a:gd name="connsiteX3" fmla="*/ 36723 w 187287"/>
              <a:gd name="connsiteY3" fmla="*/ 183615 h 334179"/>
              <a:gd name="connsiteX4" fmla="*/ 66101 w 187287"/>
              <a:gd name="connsiteY4" fmla="*/ 231355 h 334179"/>
              <a:gd name="connsiteX5" fmla="*/ 84463 w 187287"/>
              <a:gd name="connsiteY5" fmla="*/ 257061 h 334179"/>
              <a:gd name="connsiteX6" fmla="*/ 128530 w 187287"/>
              <a:gd name="connsiteY6" fmla="*/ 293783 h 334179"/>
              <a:gd name="connsiteX7" fmla="*/ 165253 w 187287"/>
              <a:gd name="connsiteY7" fmla="*/ 323162 h 334179"/>
              <a:gd name="connsiteX8" fmla="*/ 176270 w 187287"/>
              <a:gd name="connsiteY8" fmla="*/ 326834 h 334179"/>
              <a:gd name="connsiteX9" fmla="*/ 187287 w 187287"/>
              <a:gd name="connsiteY9" fmla="*/ 334179 h 33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287" h="334179">
                <a:moveTo>
                  <a:pt x="0" y="0"/>
                </a:moveTo>
                <a:cubicBezTo>
                  <a:pt x="2448" y="41619"/>
                  <a:pt x="1308" y="83606"/>
                  <a:pt x="7345" y="124858"/>
                </a:cubicBezTo>
                <a:cubicBezTo>
                  <a:pt x="8774" y="134623"/>
                  <a:pt x="17621" y="141737"/>
                  <a:pt x="22034" y="150564"/>
                </a:cubicBezTo>
                <a:cubicBezTo>
                  <a:pt x="27426" y="161347"/>
                  <a:pt x="31590" y="172706"/>
                  <a:pt x="36723" y="183615"/>
                </a:cubicBezTo>
                <a:cubicBezTo>
                  <a:pt x="55207" y="222895"/>
                  <a:pt x="44365" y="202374"/>
                  <a:pt x="66101" y="231355"/>
                </a:cubicBezTo>
                <a:cubicBezTo>
                  <a:pt x="72419" y="239779"/>
                  <a:pt x="77017" y="249615"/>
                  <a:pt x="84463" y="257061"/>
                </a:cubicBezTo>
                <a:cubicBezTo>
                  <a:pt x="97983" y="270581"/>
                  <a:pt x="115010" y="280262"/>
                  <a:pt x="128530" y="293783"/>
                </a:cubicBezTo>
                <a:cubicBezTo>
                  <a:pt x="138559" y="303813"/>
                  <a:pt x="151354" y="318529"/>
                  <a:pt x="165253" y="323162"/>
                </a:cubicBezTo>
                <a:lnTo>
                  <a:pt x="176270" y="326834"/>
                </a:lnTo>
                <a:lnTo>
                  <a:pt x="187287" y="334179"/>
                </a:lnTo>
              </a:path>
            </a:pathLst>
          </a:custGeom>
          <a:noFill/>
          <a:ln w="15875">
            <a:solidFill>
              <a:schemeClr val="tx1">
                <a:alpha val="50000"/>
              </a:schemeClr>
            </a:solidFill>
            <a:prstDash val="sysDot"/>
            <a:headEnd type="stealth" w="lg" len="lg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7" name="lemon44"/>
          <p:cNvSpPr txBox="1"/>
          <p:nvPr/>
        </p:nvSpPr>
        <p:spPr>
          <a:xfrm>
            <a:off x="8963858" y="3512426"/>
            <a:ext cx="1212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mon1"/>
          <p:cNvSpPr txBox="1"/>
          <p:nvPr/>
        </p:nvSpPr>
        <p:spPr>
          <a:xfrm>
            <a:off x="450668" y="969036"/>
            <a:ext cx="61003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年电商轻健康卖点、增长点</a:t>
            </a:r>
          </a:p>
        </p:txBody>
      </p:sp>
      <p:sp>
        <p:nvSpPr>
          <p:cNvPr id="12" name="lemon2"/>
          <p:cNvSpPr/>
          <p:nvPr/>
        </p:nvSpPr>
        <p:spPr>
          <a:xfrm>
            <a:off x="5686120" y="1242048"/>
            <a:ext cx="2917803" cy="4429324"/>
          </a:xfrm>
          <a:custGeom>
            <a:avLst/>
            <a:gdLst>
              <a:gd name="connsiteX0" fmla="*/ 2893643 w 2917803"/>
              <a:gd name="connsiteY0" fmla="*/ 5962 h 4429324"/>
              <a:gd name="connsiteX1" fmla="*/ 2917804 w 2917803"/>
              <a:gd name="connsiteY1" fmla="*/ 13187 h 4429324"/>
              <a:gd name="connsiteX2" fmla="*/ 2917804 w 2917803"/>
              <a:gd name="connsiteY2" fmla="*/ 4429325 h 4429324"/>
              <a:gd name="connsiteX3" fmla="*/ 13185 w 2917803"/>
              <a:gd name="connsiteY3" fmla="*/ 4429325 h 4429324"/>
              <a:gd name="connsiteX4" fmla="*/ 2182 w 2917803"/>
              <a:gd name="connsiteY4" fmla="*/ 4408935 h 4429324"/>
              <a:gd name="connsiteX5" fmla="*/ 2893643 w 2917803"/>
              <a:gd name="connsiteY5" fmla="*/ 5962 h 442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17803" h="4429324">
                <a:moveTo>
                  <a:pt x="2893643" y="5962"/>
                </a:moveTo>
                <a:cubicBezTo>
                  <a:pt x="2900817" y="-4964"/>
                  <a:pt x="2917804" y="116"/>
                  <a:pt x="2917804" y="13187"/>
                </a:cubicBezTo>
                <a:lnTo>
                  <a:pt x="2917804" y="4429325"/>
                </a:lnTo>
                <a:lnTo>
                  <a:pt x="13185" y="4429325"/>
                </a:lnTo>
                <a:cubicBezTo>
                  <a:pt x="2713" y="4429325"/>
                  <a:pt x="-3566" y="4417689"/>
                  <a:pt x="2182" y="4408935"/>
                </a:cubicBezTo>
                <a:lnTo>
                  <a:pt x="2893643" y="5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58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3"/>
          <p:cNvSpPr/>
          <p:nvPr/>
        </p:nvSpPr>
        <p:spPr>
          <a:xfrm>
            <a:off x="6455810" y="3369967"/>
            <a:ext cx="2147903" cy="1112286"/>
          </a:xfrm>
          <a:custGeom>
            <a:avLst/>
            <a:gdLst>
              <a:gd name="connsiteX0" fmla="*/ 0 w 2147903"/>
              <a:gd name="connsiteY0" fmla="*/ 1112286 h 1112286"/>
              <a:gd name="connsiteX1" fmla="*/ 730449 w 2147903"/>
              <a:gd name="connsiteY1" fmla="*/ 0 h 1112286"/>
              <a:gd name="connsiteX2" fmla="*/ 2147903 w 2147903"/>
              <a:gd name="connsiteY2" fmla="*/ 0 h 1112286"/>
              <a:gd name="connsiteX3" fmla="*/ 2147903 w 2147903"/>
              <a:gd name="connsiteY3" fmla="*/ 1112286 h 1112286"/>
              <a:gd name="connsiteX4" fmla="*/ 0 w 2147903"/>
              <a:gd name="connsiteY4" fmla="*/ 1112286 h 111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7903" h="1112286">
                <a:moveTo>
                  <a:pt x="0" y="1112286"/>
                </a:moveTo>
                <a:lnTo>
                  <a:pt x="730449" y="0"/>
                </a:lnTo>
                <a:lnTo>
                  <a:pt x="2147903" y="0"/>
                </a:lnTo>
                <a:lnTo>
                  <a:pt x="2147903" y="1112286"/>
                </a:lnTo>
                <a:lnTo>
                  <a:pt x="0" y="1112286"/>
                </a:lnTo>
                <a:close/>
              </a:path>
            </a:pathLst>
          </a:custGeom>
          <a:solidFill>
            <a:schemeClr val="accent2"/>
          </a:solidFill>
          <a:ln>
            <a:noFill/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4"/>
          <p:cNvSpPr/>
          <p:nvPr/>
        </p:nvSpPr>
        <p:spPr>
          <a:xfrm>
            <a:off x="8853813" y="1242048"/>
            <a:ext cx="2917804" cy="4429324"/>
          </a:xfrm>
          <a:custGeom>
            <a:avLst/>
            <a:gdLst>
              <a:gd name="connsiteX0" fmla="*/ 24168 w 2917804"/>
              <a:gd name="connsiteY0" fmla="*/ 5962 h 4429324"/>
              <a:gd name="connsiteX1" fmla="*/ 0 w 2917804"/>
              <a:gd name="connsiteY1" fmla="*/ 13187 h 4429324"/>
              <a:gd name="connsiteX2" fmla="*/ 0 w 2917804"/>
              <a:gd name="connsiteY2" fmla="*/ 4429325 h 4429324"/>
              <a:gd name="connsiteX3" fmla="*/ 2904620 w 2917804"/>
              <a:gd name="connsiteY3" fmla="*/ 4429325 h 4429324"/>
              <a:gd name="connsiteX4" fmla="*/ 2915624 w 2917804"/>
              <a:gd name="connsiteY4" fmla="*/ 4408935 h 4429324"/>
              <a:gd name="connsiteX5" fmla="*/ 24168 w 2917804"/>
              <a:gd name="connsiteY5" fmla="*/ 5962 h 442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17804" h="4429324">
                <a:moveTo>
                  <a:pt x="24168" y="5962"/>
                </a:moveTo>
                <a:cubicBezTo>
                  <a:pt x="16993" y="-4964"/>
                  <a:pt x="0" y="116"/>
                  <a:pt x="0" y="13187"/>
                </a:cubicBezTo>
                <a:lnTo>
                  <a:pt x="0" y="4429325"/>
                </a:lnTo>
                <a:lnTo>
                  <a:pt x="2904620" y="4429325"/>
                </a:lnTo>
                <a:cubicBezTo>
                  <a:pt x="2915091" y="4429325"/>
                  <a:pt x="2921370" y="4417689"/>
                  <a:pt x="2915624" y="4408935"/>
                </a:cubicBezTo>
                <a:lnTo>
                  <a:pt x="24168" y="596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58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5"/>
          <p:cNvSpPr/>
          <p:nvPr/>
        </p:nvSpPr>
        <p:spPr>
          <a:xfrm>
            <a:off x="8854024" y="3369967"/>
            <a:ext cx="2147903" cy="1112286"/>
          </a:xfrm>
          <a:custGeom>
            <a:avLst/>
            <a:gdLst>
              <a:gd name="connsiteX0" fmla="*/ 2147903 w 2147903"/>
              <a:gd name="connsiteY0" fmla="*/ 1112286 h 1112286"/>
              <a:gd name="connsiteX1" fmla="*/ 1417461 w 2147903"/>
              <a:gd name="connsiteY1" fmla="*/ 0 h 1112286"/>
              <a:gd name="connsiteX2" fmla="*/ 0 w 2147903"/>
              <a:gd name="connsiteY2" fmla="*/ 0 h 1112286"/>
              <a:gd name="connsiteX3" fmla="*/ 0 w 2147903"/>
              <a:gd name="connsiteY3" fmla="*/ 1112286 h 1112286"/>
              <a:gd name="connsiteX4" fmla="*/ 2147903 w 2147903"/>
              <a:gd name="connsiteY4" fmla="*/ 1112286 h 111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7903" h="1112286">
                <a:moveTo>
                  <a:pt x="2147903" y="1112286"/>
                </a:moveTo>
                <a:lnTo>
                  <a:pt x="1417461" y="0"/>
                </a:lnTo>
                <a:lnTo>
                  <a:pt x="0" y="0"/>
                </a:lnTo>
                <a:lnTo>
                  <a:pt x="0" y="1112286"/>
                </a:lnTo>
                <a:lnTo>
                  <a:pt x="2147903" y="11122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6"/>
          <p:cNvSpPr/>
          <p:nvPr/>
        </p:nvSpPr>
        <p:spPr>
          <a:xfrm>
            <a:off x="5335962" y="4551359"/>
            <a:ext cx="766753" cy="1171520"/>
          </a:xfrm>
          <a:custGeom>
            <a:avLst/>
            <a:gdLst>
              <a:gd name="connsiteX0" fmla="*/ 0 w 766753"/>
              <a:gd name="connsiteY0" fmla="*/ 1171520 h 1171520"/>
              <a:gd name="connsiteX1" fmla="*/ 766753 w 766753"/>
              <a:gd name="connsiteY1" fmla="*/ 0 h 117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6753" h="1171520">
                <a:moveTo>
                  <a:pt x="0" y="1171520"/>
                </a:moveTo>
                <a:lnTo>
                  <a:pt x="766753" y="0"/>
                </a:lnTo>
              </a:path>
            </a:pathLst>
          </a:custGeom>
          <a:noFill/>
          <a:ln w="12700" cap="flat">
            <a:solidFill>
              <a:schemeClr val="accent2"/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7"/>
          <p:cNvSpPr/>
          <p:nvPr/>
        </p:nvSpPr>
        <p:spPr>
          <a:xfrm>
            <a:off x="6059422" y="4479857"/>
            <a:ext cx="88666" cy="99868"/>
          </a:xfrm>
          <a:custGeom>
            <a:avLst/>
            <a:gdLst>
              <a:gd name="connsiteX0" fmla="*/ 88667 w 88666"/>
              <a:gd name="connsiteY0" fmla="*/ 0 h 99868"/>
              <a:gd name="connsiteX1" fmla="*/ 78749 w 88666"/>
              <a:gd name="connsiteY1" fmla="*/ 99869 h 99868"/>
              <a:gd name="connsiteX2" fmla="*/ 0 w 88666"/>
              <a:gd name="connsiteY2" fmla="*/ 47019 h 99868"/>
              <a:gd name="connsiteX3" fmla="*/ 88667 w 88666"/>
              <a:gd name="connsiteY3" fmla="*/ 0 h 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666" h="99868">
                <a:moveTo>
                  <a:pt x="88667" y="0"/>
                </a:moveTo>
                <a:lnTo>
                  <a:pt x="78749" y="99869"/>
                </a:lnTo>
                <a:lnTo>
                  <a:pt x="0" y="47019"/>
                </a:lnTo>
                <a:lnTo>
                  <a:pt x="88667" y="0"/>
                </a:lnTo>
                <a:close/>
              </a:path>
            </a:pathLst>
          </a:custGeom>
          <a:solidFill>
            <a:schemeClr val="accent2"/>
          </a:solidFill>
          <a:ln w="658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8"/>
          <p:cNvSpPr/>
          <p:nvPr/>
        </p:nvSpPr>
        <p:spPr>
          <a:xfrm>
            <a:off x="11396288" y="4551359"/>
            <a:ext cx="766740" cy="1171520"/>
          </a:xfrm>
          <a:custGeom>
            <a:avLst/>
            <a:gdLst>
              <a:gd name="connsiteX0" fmla="*/ 766741 w 766740"/>
              <a:gd name="connsiteY0" fmla="*/ 1171520 h 1171520"/>
              <a:gd name="connsiteX1" fmla="*/ 0 w 766740"/>
              <a:gd name="connsiteY1" fmla="*/ 0 h 117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6740" h="1171520">
                <a:moveTo>
                  <a:pt x="766741" y="1171520"/>
                </a:moveTo>
                <a:lnTo>
                  <a:pt x="0" y="0"/>
                </a:lnTo>
              </a:path>
            </a:pathLst>
          </a:custGeom>
          <a:noFill/>
          <a:ln w="6582" cap="flat">
            <a:solidFill>
              <a:schemeClr val="accent1"/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9"/>
          <p:cNvSpPr/>
          <p:nvPr/>
        </p:nvSpPr>
        <p:spPr>
          <a:xfrm>
            <a:off x="11350915" y="4479857"/>
            <a:ext cx="88666" cy="99868"/>
          </a:xfrm>
          <a:custGeom>
            <a:avLst/>
            <a:gdLst>
              <a:gd name="connsiteX0" fmla="*/ 0 w 88666"/>
              <a:gd name="connsiteY0" fmla="*/ 0 h 99868"/>
              <a:gd name="connsiteX1" fmla="*/ 9918 w 88666"/>
              <a:gd name="connsiteY1" fmla="*/ 99869 h 99868"/>
              <a:gd name="connsiteX2" fmla="*/ 88667 w 88666"/>
              <a:gd name="connsiteY2" fmla="*/ 47019 h 99868"/>
              <a:gd name="connsiteX3" fmla="*/ 0 w 88666"/>
              <a:gd name="connsiteY3" fmla="*/ 0 h 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666" h="99868">
                <a:moveTo>
                  <a:pt x="0" y="0"/>
                </a:moveTo>
                <a:lnTo>
                  <a:pt x="9918" y="99869"/>
                </a:lnTo>
                <a:lnTo>
                  <a:pt x="88667" y="470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58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10"/>
          <p:cNvSpPr/>
          <p:nvPr/>
        </p:nvSpPr>
        <p:spPr>
          <a:xfrm>
            <a:off x="7293980" y="1622559"/>
            <a:ext cx="766753" cy="1171520"/>
          </a:xfrm>
          <a:custGeom>
            <a:avLst/>
            <a:gdLst>
              <a:gd name="connsiteX0" fmla="*/ 0 w 766753"/>
              <a:gd name="connsiteY0" fmla="*/ 1171520 h 1171520"/>
              <a:gd name="connsiteX1" fmla="*/ 766753 w 766753"/>
              <a:gd name="connsiteY1" fmla="*/ 0 h 117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6753" h="1171520">
                <a:moveTo>
                  <a:pt x="0" y="1171520"/>
                </a:moveTo>
                <a:lnTo>
                  <a:pt x="766753" y="0"/>
                </a:lnTo>
              </a:path>
            </a:pathLst>
          </a:custGeom>
          <a:noFill/>
          <a:ln w="12700" cap="flat">
            <a:solidFill>
              <a:schemeClr val="accent2"/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lemon11"/>
          <p:cNvSpPr/>
          <p:nvPr/>
        </p:nvSpPr>
        <p:spPr>
          <a:xfrm>
            <a:off x="8017440" y="1551059"/>
            <a:ext cx="88667" cy="99868"/>
          </a:xfrm>
          <a:custGeom>
            <a:avLst/>
            <a:gdLst>
              <a:gd name="connsiteX0" fmla="*/ 88667 w 88667"/>
              <a:gd name="connsiteY0" fmla="*/ 0 h 99868"/>
              <a:gd name="connsiteX1" fmla="*/ 78749 w 88667"/>
              <a:gd name="connsiteY1" fmla="*/ 99868 h 99868"/>
              <a:gd name="connsiteX2" fmla="*/ 0 w 88667"/>
              <a:gd name="connsiteY2" fmla="*/ 47017 h 99868"/>
              <a:gd name="connsiteX3" fmla="*/ 88667 w 88667"/>
              <a:gd name="connsiteY3" fmla="*/ 0 h 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667" h="99868">
                <a:moveTo>
                  <a:pt x="88667" y="0"/>
                </a:moveTo>
                <a:lnTo>
                  <a:pt x="78749" y="99868"/>
                </a:lnTo>
                <a:lnTo>
                  <a:pt x="0" y="47017"/>
                </a:lnTo>
                <a:lnTo>
                  <a:pt x="88667" y="0"/>
                </a:lnTo>
                <a:close/>
              </a:path>
            </a:pathLst>
          </a:custGeom>
          <a:solidFill>
            <a:schemeClr val="accent2"/>
          </a:solidFill>
          <a:ln w="658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lemon12"/>
          <p:cNvSpPr/>
          <p:nvPr/>
        </p:nvSpPr>
        <p:spPr>
          <a:xfrm>
            <a:off x="9438270" y="1622559"/>
            <a:ext cx="766753" cy="1171520"/>
          </a:xfrm>
          <a:custGeom>
            <a:avLst/>
            <a:gdLst>
              <a:gd name="connsiteX0" fmla="*/ 766753 w 766753"/>
              <a:gd name="connsiteY0" fmla="*/ 1171520 h 1171520"/>
              <a:gd name="connsiteX1" fmla="*/ 0 w 766753"/>
              <a:gd name="connsiteY1" fmla="*/ 0 h 117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6753" h="1171520">
                <a:moveTo>
                  <a:pt x="766753" y="1171520"/>
                </a:moveTo>
                <a:lnTo>
                  <a:pt x="0" y="0"/>
                </a:lnTo>
              </a:path>
            </a:pathLst>
          </a:custGeom>
          <a:noFill/>
          <a:ln w="12700" cap="flat">
            <a:solidFill>
              <a:schemeClr val="accent1"/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lemon13"/>
          <p:cNvSpPr/>
          <p:nvPr/>
        </p:nvSpPr>
        <p:spPr>
          <a:xfrm>
            <a:off x="9392897" y="1551059"/>
            <a:ext cx="88666" cy="99868"/>
          </a:xfrm>
          <a:custGeom>
            <a:avLst/>
            <a:gdLst>
              <a:gd name="connsiteX0" fmla="*/ 0 w 88666"/>
              <a:gd name="connsiteY0" fmla="*/ 0 h 99868"/>
              <a:gd name="connsiteX1" fmla="*/ 9918 w 88666"/>
              <a:gd name="connsiteY1" fmla="*/ 99868 h 99868"/>
              <a:gd name="connsiteX2" fmla="*/ 88667 w 88666"/>
              <a:gd name="connsiteY2" fmla="*/ 47017 h 99868"/>
              <a:gd name="connsiteX3" fmla="*/ 0 w 88666"/>
              <a:gd name="connsiteY3" fmla="*/ 0 h 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666" h="99868">
                <a:moveTo>
                  <a:pt x="0" y="0"/>
                </a:moveTo>
                <a:lnTo>
                  <a:pt x="9918" y="99868"/>
                </a:lnTo>
                <a:lnTo>
                  <a:pt x="88667" y="4701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58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14"/>
          <p:cNvSpPr/>
          <p:nvPr/>
        </p:nvSpPr>
        <p:spPr>
          <a:xfrm>
            <a:off x="5643899" y="6051958"/>
            <a:ext cx="6568410" cy="6581"/>
          </a:xfrm>
          <a:custGeom>
            <a:avLst/>
            <a:gdLst>
              <a:gd name="connsiteX0" fmla="*/ 0 w 6568410"/>
              <a:gd name="connsiteY0" fmla="*/ 0 h 6581"/>
              <a:gd name="connsiteX1" fmla="*/ 2619467 w 6568410"/>
              <a:gd name="connsiteY1" fmla="*/ 0 h 6581"/>
              <a:gd name="connsiteX2" fmla="*/ 3570504 w 6568410"/>
              <a:gd name="connsiteY2" fmla="*/ 0 h 6581"/>
              <a:gd name="connsiteX3" fmla="*/ 6568411 w 6568410"/>
              <a:gd name="connsiteY3" fmla="*/ 0 h 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68410" h="6581">
                <a:moveTo>
                  <a:pt x="0" y="0"/>
                </a:moveTo>
                <a:lnTo>
                  <a:pt x="2619467" y="0"/>
                </a:lnTo>
                <a:moveTo>
                  <a:pt x="3570504" y="0"/>
                </a:moveTo>
                <a:lnTo>
                  <a:pt x="6568411" y="0"/>
                </a:lnTo>
              </a:path>
            </a:pathLst>
          </a:custGeom>
          <a:noFill/>
          <a:ln w="6582" cap="flat">
            <a:solidFill>
              <a:srgbClr val="314848"/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lemon15"/>
          <p:cNvSpPr txBox="1"/>
          <p:nvPr/>
        </p:nvSpPr>
        <p:spPr>
          <a:xfrm rot="18226757">
            <a:off x="5792475" y="3456657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用户需求情况报告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16"/>
          <p:cNvSpPr txBox="1"/>
          <p:nvPr/>
        </p:nvSpPr>
        <p:spPr>
          <a:xfrm rot="18226757">
            <a:off x="6076351" y="32874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lemon17"/>
          <p:cNvSpPr txBox="1"/>
          <p:nvPr/>
        </p:nvSpPr>
        <p:spPr>
          <a:xfrm rot="3373243" flipH="1">
            <a:off x="9862050" y="3458089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商品特点满足需求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lemon18"/>
          <p:cNvSpPr txBox="1"/>
          <p:nvPr/>
        </p:nvSpPr>
        <p:spPr>
          <a:xfrm rot="3373243" flipH="1">
            <a:off x="10809271" y="328886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lemon19"/>
          <p:cNvSpPr txBox="1"/>
          <p:nvPr/>
        </p:nvSpPr>
        <p:spPr>
          <a:xfrm>
            <a:off x="7108551" y="2682215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需求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lemon20"/>
          <p:cNvSpPr txBox="1"/>
          <p:nvPr/>
        </p:nvSpPr>
        <p:spPr>
          <a:xfrm>
            <a:off x="7108551" y="2985712"/>
            <a:ext cx="147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健康商品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lemon21"/>
          <p:cNvSpPr txBox="1"/>
          <p:nvPr/>
        </p:nvSpPr>
        <p:spPr>
          <a:xfrm>
            <a:off x="8954214" y="2682215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价值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lemon22"/>
          <p:cNvSpPr txBox="1"/>
          <p:nvPr/>
        </p:nvSpPr>
        <p:spPr>
          <a:xfrm>
            <a:off x="8954214" y="2985712"/>
            <a:ext cx="147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alpha val="75000"/>
                  </a:scheme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商品挖掘</a:t>
            </a:r>
          </a:p>
        </p:txBody>
      </p:sp>
      <p:sp>
        <p:nvSpPr>
          <p:cNvPr id="33" name="lemon23"/>
          <p:cNvSpPr txBox="1"/>
          <p:nvPr/>
        </p:nvSpPr>
        <p:spPr>
          <a:xfrm>
            <a:off x="6923586" y="3746201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用户群体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24"/>
          <p:cNvSpPr txBox="1"/>
          <p:nvPr/>
        </p:nvSpPr>
        <p:spPr>
          <a:xfrm>
            <a:off x="6923586" y="4049698"/>
            <a:ext cx="147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亲少年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中年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老年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25"/>
          <p:cNvSpPr txBox="1"/>
          <p:nvPr/>
        </p:nvSpPr>
        <p:spPr>
          <a:xfrm>
            <a:off x="9052931" y="3746201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商品质量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26"/>
          <p:cNvSpPr txBox="1"/>
          <p:nvPr/>
        </p:nvSpPr>
        <p:spPr>
          <a:xfrm>
            <a:off x="8917615" y="4049698"/>
            <a:ext cx="1644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健康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信息透明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价格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lemon27"/>
          <p:cNvSpPr txBox="1"/>
          <p:nvPr/>
        </p:nvSpPr>
        <p:spPr>
          <a:xfrm>
            <a:off x="6692268" y="4798766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群体需求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28"/>
          <p:cNvSpPr txBox="1"/>
          <p:nvPr/>
        </p:nvSpPr>
        <p:spPr>
          <a:xfrm>
            <a:off x="6692268" y="5102263"/>
            <a:ext cx="147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安全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健康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29"/>
          <p:cNvSpPr txBox="1"/>
          <p:nvPr/>
        </p:nvSpPr>
        <p:spPr>
          <a:xfrm>
            <a:off x="9387802" y="4798766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商品认证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lemon30"/>
          <p:cNvSpPr txBox="1"/>
          <p:nvPr/>
        </p:nvSpPr>
        <p:spPr>
          <a:xfrm>
            <a:off x="9387802" y="5102263"/>
            <a:ext cx="1963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标准认证，安全检测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lemon31"/>
          <p:cNvSpPr txBox="1"/>
          <p:nvPr/>
        </p:nvSpPr>
        <p:spPr>
          <a:xfrm flipH="1">
            <a:off x="7807690" y="5882767"/>
            <a:ext cx="1904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把握用户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商品关系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lemon32"/>
          <p:cNvSpPr/>
          <p:nvPr/>
        </p:nvSpPr>
        <p:spPr>
          <a:xfrm>
            <a:off x="4373085" y="1145630"/>
            <a:ext cx="2290891" cy="1148701"/>
          </a:xfrm>
          <a:prstGeom prst="wedgeRoundRectCallout">
            <a:avLst>
              <a:gd name="adj1" fmla="val -51370"/>
              <a:gd name="adj2" fmla="val 95195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lemon33"/>
          <p:cNvSpPr txBox="1"/>
          <p:nvPr/>
        </p:nvSpPr>
        <p:spPr>
          <a:xfrm>
            <a:off x="4443659" y="1315794"/>
            <a:ext cx="2258144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越来越多的人主动加入到健康养生队列中，并热衷拥抱老祖宗流传下来的“食疗滋补”文化。</a:t>
            </a:r>
          </a:p>
        </p:txBody>
      </p:sp>
      <p:sp>
        <p:nvSpPr>
          <p:cNvPr id="92" name="lemon34"/>
          <p:cNvSpPr/>
          <p:nvPr/>
        </p:nvSpPr>
        <p:spPr>
          <a:xfrm>
            <a:off x="1397308" y="2721340"/>
            <a:ext cx="2904918" cy="2904917"/>
          </a:xfrm>
          <a:prstGeom prst="ellipse">
            <a:avLst/>
          </a:prstGeom>
          <a:blipFill dpi="0" rotWithShape="1">
            <a:blip r:embed="rId3">
              <a:alphaModFix amt="50000"/>
              <a:lum bright="-10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26922" t="-26922" r="-26922" b="-26922"/>
            </a:stretch>
          </a:blipFill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lemon35"/>
          <p:cNvSpPr/>
          <p:nvPr/>
        </p:nvSpPr>
        <p:spPr>
          <a:xfrm>
            <a:off x="1956502" y="1559173"/>
            <a:ext cx="1786530" cy="178653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4" name="lemon36"/>
          <p:cNvSpPr/>
          <p:nvPr/>
        </p:nvSpPr>
        <p:spPr>
          <a:xfrm>
            <a:off x="2084888" y="1687558"/>
            <a:ext cx="1529758" cy="152975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lemon37"/>
          <p:cNvSpPr/>
          <p:nvPr/>
        </p:nvSpPr>
        <p:spPr>
          <a:xfrm>
            <a:off x="4578706" y="5298297"/>
            <a:ext cx="774037" cy="774038"/>
          </a:xfrm>
          <a:prstGeom prst="arc">
            <a:avLst>
              <a:gd name="adj1" fmla="val 8162538"/>
              <a:gd name="adj2" fmla="val 1344143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lemon38"/>
          <p:cNvSpPr/>
          <p:nvPr/>
        </p:nvSpPr>
        <p:spPr>
          <a:xfrm>
            <a:off x="1648664" y="3389130"/>
            <a:ext cx="343924" cy="524238"/>
          </a:xfrm>
          <a:custGeom>
            <a:avLst/>
            <a:gdLst>
              <a:gd name="connsiteX0" fmla="*/ 441901 w 491299"/>
              <a:gd name="connsiteY0" fmla="*/ 0 h 848695"/>
              <a:gd name="connsiteX1" fmla="*/ 491299 w 491299"/>
              <a:gd name="connsiteY1" fmla="*/ 184355 h 848695"/>
              <a:gd name="connsiteX2" fmla="*/ 398706 w 491299"/>
              <a:gd name="connsiteY2" fmla="*/ 295213 h 848695"/>
              <a:gd name="connsiteX3" fmla="*/ 181123 w 491299"/>
              <a:gd name="connsiteY3" fmla="*/ 734190 h 848695"/>
              <a:gd name="connsiteX4" fmla="*/ 151681 w 491299"/>
              <a:gd name="connsiteY4" fmla="*/ 848695 h 848695"/>
              <a:gd name="connsiteX5" fmla="*/ 0 w 491299"/>
              <a:gd name="connsiteY5" fmla="*/ 810682 h 848695"/>
              <a:gd name="connsiteX6" fmla="*/ 31636 w 491299"/>
              <a:gd name="connsiteY6" fmla="*/ 687644 h 848695"/>
              <a:gd name="connsiteX7" fmla="*/ 352891 w 491299"/>
              <a:gd name="connsiteY7" fmla="*/ 98523 h 848695"/>
              <a:gd name="connsiteX0-1" fmla="*/ 441901 w 556783"/>
              <a:gd name="connsiteY0-2" fmla="*/ 0 h 848695"/>
              <a:gd name="connsiteX1-3" fmla="*/ 556783 w 556783"/>
              <a:gd name="connsiteY1-4" fmla="*/ 433196 h 848695"/>
              <a:gd name="connsiteX2-5" fmla="*/ 398706 w 556783"/>
              <a:gd name="connsiteY2-6" fmla="*/ 295213 h 848695"/>
              <a:gd name="connsiteX3-7" fmla="*/ 181123 w 556783"/>
              <a:gd name="connsiteY3-8" fmla="*/ 734190 h 848695"/>
              <a:gd name="connsiteX4-9" fmla="*/ 151681 w 556783"/>
              <a:gd name="connsiteY4-10" fmla="*/ 848695 h 848695"/>
              <a:gd name="connsiteX5-11" fmla="*/ 0 w 556783"/>
              <a:gd name="connsiteY5-12" fmla="*/ 810682 h 848695"/>
              <a:gd name="connsiteX6-13" fmla="*/ 31636 w 556783"/>
              <a:gd name="connsiteY6-14" fmla="*/ 687644 h 848695"/>
              <a:gd name="connsiteX7-15" fmla="*/ 352891 w 556783"/>
              <a:gd name="connsiteY7-16" fmla="*/ 98523 h 848695"/>
              <a:gd name="connsiteX8" fmla="*/ 441901 w 556783"/>
              <a:gd name="connsiteY8" fmla="*/ 0 h 848695"/>
              <a:gd name="connsiteX0-17" fmla="*/ 441901 w 556783"/>
              <a:gd name="connsiteY0-18" fmla="*/ 0 h 848695"/>
              <a:gd name="connsiteX1-19" fmla="*/ 556783 w 556783"/>
              <a:gd name="connsiteY1-20" fmla="*/ 433196 h 848695"/>
              <a:gd name="connsiteX2-21" fmla="*/ 398706 w 556783"/>
              <a:gd name="connsiteY2-22" fmla="*/ 295213 h 848695"/>
              <a:gd name="connsiteX3-23" fmla="*/ 181123 w 556783"/>
              <a:gd name="connsiteY3-24" fmla="*/ 734190 h 848695"/>
              <a:gd name="connsiteX4-25" fmla="*/ 151681 w 556783"/>
              <a:gd name="connsiteY4-26" fmla="*/ 848695 h 848695"/>
              <a:gd name="connsiteX5-27" fmla="*/ 0 w 556783"/>
              <a:gd name="connsiteY5-28" fmla="*/ 810682 h 848695"/>
              <a:gd name="connsiteX6-29" fmla="*/ 31636 w 556783"/>
              <a:gd name="connsiteY6-30" fmla="*/ 687644 h 848695"/>
              <a:gd name="connsiteX7-31" fmla="*/ 352891 w 556783"/>
              <a:gd name="connsiteY7-32" fmla="*/ 98523 h 848695"/>
              <a:gd name="connsiteX8-33" fmla="*/ 441901 w 556783"/>
              <a:gd name="connsiteY8-34" fmla="*/ 0 h 848695"/>
              <a:gd name="connsiteX0-35" fmla="*/ 441901 w 556783"/>
              <a:gd name="connsiteY0-36" fmla="*/ 0 h 848695"/>
              <a:gd name="connsiteX1-37" fmla="*/ 556783 w 556783"/>
              <a:gd name="connsiteY1-38" fmla="*/ 433196 h 848695"/>
              <a:gd name="connsiteX2-39" fmla="*/ 398706 w 556783"/>
              <a:gd name="connsiteY2-40" fmla="*/ 295213 h 848695"/>
              <a:gd name="connsiteX3-41" fmla="*/ 181123 w 556783"/>
              <a:gd name="connsiteY3-42" fmla="*/ 734190 h 848695"/>
              <a:gd name="connsiteX4-43" fmla="*/ 151681 w 556783"/>
              <a:gd name="connsiteY4-44" fmla="*/ 848695 h 848695"/>
              <a:gd name="connsiteX5-45" fmla="*/ 0 w 556783"/>
              <a:gd name="connsiteY5-46" fmla="*/ 810682 h 848695"/>
              <a:gd name="connsiteX6-47" fmla="*/ 31636 w 556783"/>
              <a:gd name="connsiteY6-48" fmla="*/ 687644 h 848695"/>
              <a:gd name="connsiteX7-49" fmla="*/ 352891 w 556783"/>
              <a:gd name="connsiteY7-50" fmla="*/ 98523 h 848695"/>
              <a:gd name="connsiteX8-51" fmla="*/ 441901 w 556783"/>
              <a:gd name="connsiteY8-52" fmla="*/ 0 h 848695"/>
              <a:gd name="connsiteX0-53" fmla="*/ 441901 w 557199"/>
              <a:gd name="connsiteY0-54" fmla="*/ 0 h 848695"/>
              <a:gd name="connsiteX1-55" fmla="*/ 556783 w 557199"/>
              <a:gd name="connsiteY1-56" fmla="*/ 433196 h 848695"/>
              <a:gd name="connsiteX2-57" fmla="*/ 398706 w 557199"/>
              <a:gd name="connsiteY2-58" fmla="*/ 295213 h 848695"/>
              <a:gd name="connsiteX3-59" fmla="*/ 181123 w 557199"/>
              <a:gd name="connsiteY3-60" fmla="*/ 734190 h 848695"/>
              <a:gd name="connsiteX4-61" fmla="*/ 151681 w 557199"/>
              <a:gd name="connsiteY4-62" fmla="*/ 848695 h 848695"/>
              <a:gd name="connsiteX5-63" fmla="*/ 0 w 557199"/>
              <a:gd name="connsiteY5-64" fmla="*/ 810682 h 848695"/>
              <a:gd name="connsiteX6-65" fmla="*/ 31636 w 557199"/>
              <a:gd name="connsiteY6-66" fmla="*/ 687644 h 848695"/>
              <a:gd name="connsiteX7-67" fmla="*/ 352891 w 557199"/>
              <a:gd name="connsiteY7-68" fmla="*/ 98523 h 848695"/>
              <a:gd name="connsiteX8-69" fmla="*/ 441901 w 557199"/>
              <a:gd name="connsiteY8-70" fmla="*/ 0 h 848695"/>
              <a:gd name="connsiteX0-71" fmla="*/ 441901 w 557199"/>
              <a:gd name="connsiteY0-72" fmla="*/ 0 h 848695"/>
              <a:gd name="connsiteX1-73" fmla="*/ 556783 w 557199"/>
              <a:gd name="connsiteY1-74" fmla="*/ 433196 h 848695"/>
              <a:gd name="connsiteX2-75" fmla="*/ 398706 w 557199"/>
              <a:gd name="connsiteY2-76" fmla="*/ 295213 h 848695"/>
              <a:gd name="connsiteX3-77" fmla="*/ 181123 w 557199"/>
              <a:gd name="connsiteY3-78" fmla="*/ 734190 h 848695"/>
              <a:gd name="connsiteX4-79" fmla="*/ 151681 w 557199"/>
              <a:gd name="connsiteY4-80" fmla="*/ 848695 h 848695"/>
              <a:gd name="connsiteX5-81" fmla="*/ 0 w 557199"/>
              <a:gd name="connsiteY5-82" fmla="*/ 810682 h 848695"/>
              <a:gd name="connsiteX6-83" fmla="*/ 31636 w 557199"/>
              <a:gd name="connsiteY6-84" fmla="*/ 687644 h 848695"/>
              <a:gd name="connsiteX7-85" fmla="*/ 352891 w 557199"/>
              <a:gd name="connsiteY7-86" fmla="*/ 98523 h 848695"/>
              <a:gd name="connsiteX8-87" fmla="*/ 441901 w 557199"/>
              <a:gd name="connsiteY8-88" fmla="*/ 0 h 848695"/>
              <a:gd name="connsiteX0-89" fmla="*/ 441901 w 557199"/>
              <a:gd name="connsiteY0-90" fmla="*/ 0 h 848695"/>
              <a:gd name="connsiteX1-91" fmla="*/ 556783 w 557199"/>
              <a:gd name="connsiteY1-92" fmla="*/ 433196 h 848695"/>
              <a:gd name="connsiteX2-93" fmla="*/ 398706 w 557199"/>
              <a:gd name="connsiteY2-94" fmla="*/ 295213 h 848695"/>
              <a:gd name="connsiteX3-95" fmla="*/ 181123 w 557199"/>
              <a:gd name="connsiteY3-96" fmla="*/ 734190 h 848695"/>
              <a:gd name="connsiteX4-97" fmla="*/ 151681 w 557199"/>
              <a:gd name="connsiteY4-98" fmla="*/ 848695 h 848695"/>
              <a:gd name="connsiteX5-99" fmla="*/ 0 w 557199"/>
              <a:gd name="connsiteY5-100" fmla="*/ 810682 h 848695"/>
              <a:gd name="connsiteX6-101" fmla="*/ 31636 w 557199"/>
              <a:gd name="connsiteY6-102" fmla="*/ 687644 h 848695"/>
              <a:gd name="connsiteX7-103" fmla="*/ 352891 w 557199"/>
              <a:gd name="connsiteY7-104" fmla="*/ 98523 h 848695"/>
              <a:gd name="connsiteX8-105" fmla="*/ 441901 w 557199"/>
              <a:gd name="connsiteY8-106" fmla="*/ 0 h 848695"/>
              <a:gd name="connsiteX0-107" fmla="*/ 441901 w 557199"/>
              <a:gd name="connsiteY0-108" fmla="*/ 0 h 848695"/>
              <a:gd name="connsiteX1-109" fmla="*/ 556783 w 557199"/>
              <a:gd name="connsiteY1-110" fmla="*/ 433196 h 848695"/>
              <a:gd name="connsiteX2-111" fmla="*/ 398706 w 557199"/>
              <a:gd name="connsiteY2-112" fmla="*/ 295213 h 848695"/>
              <a:gd name="connsiteX3-113" fmla="*/ 181123 w 557199"/>
              <a:gd name="connsiteY3-114" fmla="*/ 734190 h 848695"/>
              <a:gd name="connsiteX4-115" fmla="*/ 151681 w 557199"/>
              <a:gd name="connsiteY4-116" fmla="*/ 848695 h 848695"/>
              <a:gd name="connsiteX5-117" fmla="*/ 0 w 557199"/>
              <a:gd name="connsiteY5-118" fmla="*/ 810682 h 848695"/>
              <a:gd name="connsiteX6-119" fmla="*/ 31636 w 557199"/>
              <a:gd name="connsiteY6-120" fmla="*/ 687644 h 848695"/>
              <a:gd name="connsiteX7-121" fmla="*/ 352891 w 557199"/>
              <a:gd name="connsiteY7-122" fmla="*/ 98523 h 848695"/>
              <a:gd name="connsiteX8-123" fmla="*/ 441901 w 557199"/>
              <a:gd name="connsiteY8-124" fmla="*/ 0 h 848695"/>
              <a:gd name="connsiteX0-125" fmla="*/ 441901 w 556783"/>
              <a:gd name="connsiteY0-126" fmla="*/ 0 h 848695"/>
              <a:gd name="connsiteX1-127" fmla="*/ 556783 w 556783"/>
              <a:gd name="connsiteY1-128" fmla="*/ 433196 h 848695"/>
              <a:gd name="connsiteX2-129" fmla="*/ 398706 w 556783"/>
              <a:gd name="connsiteY2-130" fmla="*/ 295213 h 848695"/>
              <a:gd name="connsiteX3-131" fmla="*/ 181123 w 556783"/>
              <a:gd name="connsiteY3-132" fmla="*/ 734190 h 848695"/>
              <a:gd name="connsiteX4-133" fmla="*/ 151681 w 556783"/>
              <a:gd name="connsiteY4-134" fmla="*/ 848695 h 848695"/>
              <a:gd name="connsiteX5-135" fmla="*/ 0 w 556783"/>
              <a:gd name="connsiteY5-136" fmla="*/ 810682 h 848695"/>
              <a:gd name="connsiteX6-137" fmla="*/ 31636 w 556783"/>
              <a:gd name="connsiteY6-138" fmla="*/ 687644 h 848695"/>
              <a:gd name="connsiteX7-139" fmla="*/ 352891 w 556783"/>
              <a:gd name="connsiteY7-140" fmla="*/ 98523 h 848695"/>
              <a:gd name="connsiteX8-141" fmla="*/ 441901 w 556783"/>
              <a:gd name="connsiteY8-142" fmla="*/ 0 h 848695"/>
              <a:gd name="connsiteX0-143" fmla="*/ 441901 w 556783"/>
              <a:gd name="connsiteY0-144" fmla="*/ 0 h 848695"/>
              <a:gd name="connsiteX1-145" fmla="*/ 556783 w 556783"/>
              <a:gd name="connsiteY1-146" fmla="*/ 433196 h 848695"/>
              <a:gd name="connsiteX2-147" fmla="*/ 398706 w 556783"/>
              <a:gd name="connsiteY2-148" fmla="*/ 295213 h 848695"/>
              <a:gd name="connsiteX3-149" fmla="*/ 181123 w 556783"/>
              <a:gd name="connsiteY3-150" fmla="*/ 734190 h 848695"/>
              <a:gd name="connsiteX4-151" fmla="*/ 151681 w 556783"/>
              <a:gd name="connsiteY4-152" fmla="*/ 848695 h 848695"/>
              <a:gd name="connsiteX5-153" fmla="*/ 0 w 556783"/>
              <a:gd name="connsiteY5-154" fmla="*/ 810682 h 848695"/>
              <a:gd name="connsiteX6-155" fmla="*/ 31636 w 556783"/>
              <a:gd name="connsiteY6-156" fmla="*/ 687644 h 848695"/>
              <a:gd name="connsiteX7-157" fmla="*/ 352891 w 556783"/>
              <a:gd name="connsiteY7-158" fmla="*/ 98523 h 848695"/>
              <a:gd name="connsiteX8-159" fmla="*/ 441901 w 556783"/>
              <a:gd name="connsiteY8-160" fmla="*/ 0 h 8486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556783" h="848695">
                <a:moveTo>
                  <a:pt x="441901" y="0"/>
                </a:moveTo>
                <a:cubicBezTo>
                  <a:pt x="453261" y="51016"/>
                  <a:pt x="527072" y="316128"/>
                  <a:pt x="556783" y="433196"/>
                </a:cubicBezTo>
                <a:cubicBezTo>
                  <a:pt x="549584" y="427630"/>
                  <a:pt x="400594" y="297434"/>
                  <a:pt x="398706" y="295213"/>
                </a:cubicBezTo>
                <a:cubicBezTo>
                  <a:pt x="304503" y="427682"/>
                  <a:pt x="230480" y="575502"/>
                  <a:pt x="181123" y="734190"/>
                </a:cubicBezTo>
                <a:lnTo>
                  <a:pt x="151681" y="848695"/>
                </a:lnTo>
                <a:lnTo>
                  <a:pt x="0" y="810682"/>
                </a:lnTo>
                <a:lnTo>
                  <a:pt x="31636" y="687644"/>
                </a:lnTo>
                <a:cubicBezTo>
                  <a:pt x="99526" y="469374"/>
                  <a:pt x="209823" y="269787"/>
                  <a:pt x="352891" y="98523"/>
                </a:cubicBezTo>
                <a:lnTo>
                  <a:pt x="441901" y="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1" name="lemon39"/>
          <p:cNvSpPr/>
          <p:nvPr/>
        </p:nvSpPr>
        <p:spPr>
          <a:xfrm rot="7511024">
            <a:off x="3712103" y="3403788"/>
            <a:ext cx="343924" cy="524238"/>
          </a:xfrm>
          <a:custGeom>
            <a:avLst/>
            <a:gdLst>
              <a:gd name="connsiteX0" fmla="*/ 441901 w 491299"/>
              <a:gd name="connsiteY0" fmla="*/ 0 h 848695"/>
              <a:gd name="connsiteX1" fmla="*/ 491299 w 491299"/>
              <a:gd name="connsiteY1" fmla="*/ 184355 h 848695"/>
              <a:gd name="connsiteX2" fmla="*/ 398706 w 491299"/>
              <a:gd name="connsiteY2" fmla="*/ 295213 h 848695"/>
              <a:gd name="connsiteX3" fmla="*/ 181123 w 491299"/>
              <a:gd name="connsiteY3" fmla="*/ 734190 h 848695"/>
              <a:gd name="connsiteX4" fmla="*/ 151681 w 491299"/>
              <a:gd name="connsiteY4" fmla="*/ 848695 h 848695"/>
              <a:gd name="connsiteX5" fmla="*/ 0 w 491299"/>
              <a:gd name="connsiteY5" fmla="*/ 810682 h 848695"/>
              <a:gd name="connsiteX6" fmla="*/ 31636 w 491299"/>
              <a:gd name="connsiteY6" fmla="*/ 687644 h 848695"/>
              <a:gd name="connsiteX7" fmla="*/ 352891 w 491299"/>
              <a:gd name="connsiteY7" fmla="*/ 98523 h 848695"/>
              <a:gd name="connsiteX0-1" fmla="*/ 441901 w 556783"/>
              <a:gd name="connsiteY0-2" fmla="*/ 0 h 848695"/>
              <a:gd name="connsiteX1-3" fmla="*/ 556783 w 556783"/>
              <a:gd name="connsiteY1-4" fmla="*/ 433196 h 848695"/>
              <a:gd name="connsiteX2-5" fmla="*/ 398706 w 556783"/>
              <a:gd name="connsiteY2-6" fmla="*/ 295213 h 848695"/>
              <a:gd name="connsiteX3-7" fmla="*/ 181123 w 556783"/>
              <a:gd name="connsiteY3-8" fmla="*/ 734190 h 848695"/>
              <a:gd name="connsiteX4-9" fmla="*/ 151681 w 556783"/>
              <a:gd name="connsiteY4-10" fmla="*/ 848695 h 848695"/>
              <a:gd name="connsiteX5-11" fmla="*/ 0 w 556783"/>
              <a:gd name="connsiteY5-12" fmla="*/ 810682 h 848695"/>
              <a:gd name="connsiteX6-13" fmla="*/ 31636 w 556783"/>
              <a:gd name="connsiteY6-14" fmla="*/ 687644 h 848695"/>
              <a:gd name="connsiteX7-15" fmla="*/ 352891 w 556783"/>
              <a:gd name="connsiteY7-16" fmla="*/ 98523 h 848695"/>
              <a:gd name="connsiteX8" fmla="*/ 441901 w 556783"/>
              <a:gd name="connsiteY8" fmla="*/ 0 h 848695"/>
              <a:gd name="connsiteX0-17" fmla="*/ 441901 w 556783"/>
              <a:gd name="connsiteY0-18" fmla="*/ 0 h 848695"/>
              <a:gd name="connsiteX1-19" fmla="*/ 556783 w 556783"/>
              <a:gd name="connsiteY1-20" fmla="*/ 433196 h 848695"/>
              <a:gd name="connsiteX2-21" fmla="*/ 398706 w 556783"/>
              <a:gd name="connsiteY2-22" fmla="*/ 295213 h 848695"/>
              <a:gd name="connsiteX3-23" fmla="*/ 181123 w 556783"/>
              <a:gd name="connsiteY3-24" fmla="*/ 734190 h 848695"/>
              <a:gd name="connsiteX4-25" fmla="*/ 151681 w 556783"/>
              <a:gd name="connsiteY4-26" fmla="*/ 848695 h 848695"/>
              <a:gd name="connsiteX5-27" fmla="*/ 0 w 556783"/>
              <a:gd name="connsiteY5-28" fmla="*/ 810682 h 848695"/>
              <a:gd name="connsiteX6-29" fmla="*/ 31636 w 556783"/>
              <a:gd name="connsiteY6-30" fmla="*/ 687644 h 848695"/>
              <a:gd name="connsiteX7-31" fmla="*/ 352891 w 556783"/>
              <a:gd name="connsiteY7-32" fmla="*/ 98523 h 848695"/>
              <a:gd name="connsiteX8-33" fmla="*/ 441901 w 556783"/>
              <a:gd name="connsiteY8-34" fmla="*/ 0 h 848695"/>
              <a:gd name="connsiteX0-35" fmla="*/ 441901 w 556783"/>
              <a:gd name="connsiteY0-36" fmla="*/ 0 h 848695"/>
              <a:gd name="connsiteX1-37" fmla="*/ 556783 w 556783"/>
              <a:gd name="connsiteY1-38" fmla="*/ 433196 h 848695"/>
              <a:gd name="connsiteX2-39" fmla="*/ 398706 w 556783"/>
              <a:gd name="connsiteY2-40" fmla="*/ 295213 h 848695"/>
              <a:gd name="connsiteX3-41" fmla="*/ 181123 w 556783"/>
              <a:gd name="connsiteY3-42" fmla="*/ 734190 h 848695"/>
              <a:gd name="connsiteX4-43" fmla="*/ 151681 w 556783"/>
              <a:gd name="connsiteY4-44" fmla="*/ 848695 h 848695"/>
              <a:gd name="connsiteX5-45" fmla="*/ 0 w 556783"/>
              <a:gd name="connsiteY5-46" fmla="*/ 810682 h 848695"/>
              <a:gd name="connsiteX6-47" fmla="*/ 31636 w 556783"/>
              <a:gd name="connsiteY6-48" fmla="*/ 687644 h 848695"/>
              <a:gd name="connsiteX7-49" fmla="*/ 352891 w 556783"/>
              <a:gd name="connsiteY7-50" fmla="*/ 98523 h 848695"/>
              <a:gd name="connsiteX8-51" fmla="*/ 441901 w 556783"/>
              <a:gd name="connsiteY8-52" fmla="*/ 0 h 848695"/>
              <a:gd name="connsiteX0-53" fmla="*/ 441901 w 557199"/>
              <a:gd name="connsiteY0-54" fmla="*/ 0 h 848695"/>
              <a:gd name="connsiteX1-55" fmla="*/ 556783 w 557199"/>
              <a:gd name="connsiteY1-56" fmla="*/ 433196 h 848695"/>
              <a:gd name="connsiteX2-57" fmla="*/ 398706 w 557199"/>
              <a:gd name="connsiteY2-58" fmla="*/ 295213 h 848695"/>
              <a:gd name="connsiteX3-59" fmla="*/ 181123 w 557199"/>
              <a:gd name="connsiteY3-60" fmla="*/ 734190 h 848695"/>
              <a:gd name="connsiteX4-61" fmla="*/ 151681 w 557199"/>
              <a:gd name="connsiteY4-62" fmla="*/ 848695 h 848695"/>
              <a:gd name="connsiteX5-63" fmla="*/ 0 w 557199"/>
              <a:gd name="connsiteY5-64" fmla="*/ 810682 h 848695"/>
              <a:gd name="connsiteX6-65" fmla="*/ 31636 w 557199"/>
              <a:gd name="connsiteY6-66" fmla="*/ 687644 h 848695"/>
              <a:gd name="connsiteX7-67" fmla="*/ 352891 w 557199"/>
              <a:gd name="connsiteY7-68" fmla="*/ 98523 h 848695"/>
              <a:gd name="connsiteX8-69" fmla="*/ 441901 w 557199"/>
              <a:gd name="connsiteY8-70" fmla="*/ 0 h 848695"/>
              <a:gd name="connsiteX0-71" fmla="*/ 441901 w 557199"/>
              <a:gd name="connsiteY0-72" fmla="*/ 0 h 848695"/>
              <a:gd name="connsiteX1-73" fmla="*/ 556783 w 557199"/>
              <a:gd name="connsiteY1-74" fmla="*/ 433196 h 848695"/>
              <a:gd name="connsiteX2-75" fmla="*/ 398706 w 557199"/>
              <a:gd name="connsiteY2-76" fmla="*/ 295213 h 848695"/>
              <a:gd name="connsiteX3-77" fmla="*/ 181123 w 557199"/>
              <a:gd name="connsiteY3-78" fmla="*/ 734190 h 848695"/>
              <a:gd name="connsiteX4-79" fmla="*/ 151681 w 557199"/>
              <a:gd name="connsiteY4-80" fmla="*/ 848695 h 848695"/>
              <a:gd name="connsiteX5-81" fmla="*/ 0 w 557199"/>
              <a:gd name="connsiteY5-82" fmla="*/ 810682 h 848695"/>
              <a:gd name="connsiteX6-83" fmla="*/ 31636 w 557199"/>
              <a:gd name="connsiteY6-84" fmla="*/ 687644 h 848695"/>
              <a:gd name="connsiteX7-85" fmla="*/ 352891 w 557199"/>
              <a:gd name="connsiteY7-86" fmla="*/ 98523 h 848695"/>
              <a:gd name="connsiteX8-87" fmla="*/ 441901 w 557199"/>
              <a:gd name="connsiteY8-88" fmla="*/ 0 h 848695"/>
              <a:gd name="connsiteX0-89" fmla="*/ 441901 w 557199"/>
              <a:gd name="connsiteY0-90" fmla="*/ 0 h 848695"/>
              <a:gd name="connsiteX1-91" fmla="*/ 556783 w 557199"/>
              <a:gd name="connsiteY1-92" fmla="*/ 433196 h 848695"/>
              <a:gd name="connsiteX2-93" fmla="*/ 398706 w 557199"/>
              <a:gd name="connsiteY2-94" fmla="*/ 295213 h 848695"/>
              <a:gd name="connsiteX3-95" fmla="*/ 181123 w 557199"/>
              <a:gd name="connsiteY3-96" fmla="*/ 734190 h 848695"/>
              <a:gd name="connsiteX4-97" fmla="*/ 151681 w 557199"/>
              <a:gd name="connsiteY4-98" fmla="*/ 848695 h 848695"/>
              <a:gd name="connsiteX5-99" fmla="*/ 0 w 557199"/>
              <a:gd name="connsiteY5-100" fmla="*/ 810682 h 848695"/>
              <a:gd name="connsiteX6-101" fmla="*/ 31636 w 557199"/>
              <a:gd name="connsiteY6-102" fmla="*/ 687644 h 848695"/>
              <a:gd name="connsiteX7-103" fmla="*/ 352891 w 557199"/>
              <a:gd name="connsiteY7-104" fmla="*/ 98523 h 848695"/>
              <a:gd name="connsiteX8-105" fmla="*/ 441901 w 557199"/>
              <a:gd name="connsiteY8-106" fmla="*/ 0 h 848695"/>
              <a:gd name="connsiteX0-107" fmla="*/ 441901 w 557199"/>
              <a:gd name="connsiteY0-108" fmla="*/ 0 h 848695"/>
              <a:gd name="connsiteX1-109" fmla="*/ 556783 w 557199"/>
              <a:gd name="connsiteY1-110" fmla="*/ 433196 h 848695"/>
              <a:gd name="connsiteX2-111" fmla="*/ 398706 w 557199"/>
              <a:gd name="connsiteY2-112" fmla="*/ 295213 h 848695"/>
              <a:gd name="connsiteX3-113" fmla="*/ 181123 w 557199"/>
              <a:gd name="connsiteY3-114" fmla="*/ 734190 h 848695"/>
              <a:gd name="connsiteX4-115" fmla="*/ 151681 w 557199"/>
              <a:gd name="connsiteY4-116" fmla="*/ 848695 h 848695"/>
              <a:gd name="connsiteX5-117" fmla="*/ 0 w 557199"/>
              <a:gd name="connsiteY5-118" fmla="*/ 810682 h 848695"/>
              <a:gd name="connsiteX6-119" fmla="*/ 31636 w 557199"/>
              <a:gd name="connsiteY6-120" fmla="*/ 687644 h 848695"/>
              <a:gd name="connsiteX7-121" fmla="*/ 352891 w 557199"/>
              <a:gd name="connsiteY7-122" fmla="*/ 98523 h 848695"/>
              <a:gd name="connsiteX8-123" fmla="*/ 441901 w 557199"/>
              <a:gd name="connsiteY8-124" fmla="*/ 0 h 848695"/>
              <a:gd name="connsiteX0-125" fmla="*/ 441901 w 556783"/>
              <a:gd name="connsiteY0-126" fmla="*/ 0 h 848695"/>
              <a:gd name="connsiteX1-127" fmla="*/ 556783 w 556783"/>
              <a:gd name="connsiteY1-128" fmla="*/ 433196 h 848695"/>
              <a:gd name="connsiteX2-129" fmla="*/ 398706 w 556783"/>
              <a:gd name="connsiteY2-130" fmla="*/ 295213 h 848695"/>
              <a:gd name="connsiteX3-131" fmla="*/ 181123 w 556783"/>
              <a:gd name="connsiteY3-132" fmla="*/ 734190 h 848695"/>
              <a:gd name="connsiteX4-133" fmla="*/ 151681 w 556783"/>
              <a:gd name="connsiteY4-134" fmla="*/ 848695 h 848695"/>
              <a:gd name="connsiteX5-135" fmla="*/ 0 w 556783"/>
              <a:gd name="connsiteY5-136" fmla="*/ 810682 h 848695"/>
              <a:gd name="connsiteX6-137" fmla="*/ 31636 w 556783"/>
              <a:gd name="connsiteY6-138" fmla="*/ 687644 h 848695"/>
              <a:gd name="connsiteX7-139" fmla="*/ 352891 w 556783"/>
              <a:gd name="connsiteY7-140" fmla="*/ 98523 h 848695"/>
              <a:gd name="connsiteX8-141" fmla="*/ 441901 w 556783"/>
              <a:gd name="connsiteY8-142" fmla="*/ 0 h 848695"/>
              <a:gd name="connsiteX0-143" fmla="*/ 441901 w 556783"/>
              <a:gd name="connsiteY0-144" fmla="*/ 0 h 848695"/>
              <a:gd name="connsiteX1-145" fmla="*/ 556783 w 556783"/>
              <a:gd name="connsiteY1-146" fmla="*/ 433196 h 848695"/>
              <a:gd name="connsiteX2-147" fmla="*/ 398706 w 556783"/>
              <a:gd name="connsiteY2-148" fmla="*/ 295213 h 848695"/>
              <a:gd name="connsiteX3-149" fmla="*/ 181123 w 556783"/>
              <a:gd name="connsiteY3-150" fmla="*/ 734190 h 848695"/>
              <a:gd name="connsiteX4-151" fmla="*/ 151681 w 556783"/>
              <a:gd name="connsiteY4-152" fmla="*/ 848695 h 848695"/>
              <a:gd name="connsiteX5-153" fmla="*/ 0 w 556783"/>
              <a:gd name="connsiteY5-154" fmla="*/ 810682 h 848695"/>
              <a:gd name="connsiteX6-155" fmla="*/ 31636 w 556783"/>
              <a:gd name="connsiteY6-156" fmla="*/ 687644 h 848695"/>
              <a:gd name="connsiteX7-157" fmla="*/ 352891 w 556783"/>
              <a:gd name="connsiteY7-158" fmla="*/ 98523 h 848695"/>
              <a:gd name="connsiteX8-159" fmla="*/ 441901 w 556783"/>
              <a:gd name="connsiteY8-160" fmla="*/ 0 h 8486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556783" h="848695">
                <a:moveTo>
                  <a:pt x="441901" y="0"/>
                </a:moveTo>
                <a:cubicBezTo>
                  <a:pt x="453261" y="51016"/>
                  <a:pt x="527072" y="316128"/>
                  <a:pt x="556783" y="433196"/>
                </a:cubicBezTo>
                <a:cubicBezTo>
                  <a:pt x="549584" y="427630"/>
                  <a:pt x="400594" y="297434"/>
                  <a:pt x="398706" y="295213"/>
                </a:cubicBezTo>
                <a:cubicBezTo>
                  <a:pt x="304503" y="427682"/>
                  <a:pt x="230480" y="575502"/>
                  <a:pt x="181123" y="734190"/>
                </a:cubicBezTo>
                <a:lnTo>
                  <a:pt x="151681" y="848695"/>
                </a:lnTo>
                <a:lnTo>
                  <a:pt x="0" y="810682"/>
                </a:lnTo>
                <a:lnTo>
                  <a:pt x="31636" y="687644"/>
                </a:lnTo>
                <a:cubicBezTo>
                  <a:pt x="99526" y="469374"/>
                  <a:pt x="209823" y="269787"/>
                  <a:pt x="352891" y="98523"/>
                </a:cubicBezTo>
                <a:lnTo>
                  <a:pt x="441901" y="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2" name="lemon40"/>
          <p:cNvSpPr/>
          <p:nvPr/>
        </p:nvSpPr>
        <p:spPr>
          <a:xfrm rot="14546184">
            <a:off x="2636413" y="5119027"/>
            <a:ext cx="343924" cy="524238"/>
          </a:xfrm>
          <a:custGeom>
            <a:avLst/>
            <a:gdLst>
              <a:gd name="connsiteX0" fmla="*/ 441901 w 491299"/>
              <a:gd name="connsiteY0" fmla="*/ 0 h 848695"/>
              <a:gd name="connsiteX1" fmla="*/ 491299 w 491299"/>
              <a:gd name="connsiteY1" fmla="*/ 184355 h 848695"/>
              <a:gd name="connsiteX2" fmla="*/ 398706 w 491299"/>
              <a:gd name="connsiteY2" fmla="*/ 295213 h 848695"/>
              <a:gd name="connsiteX3" fmla="*/ 181123 w 491299"/>
              <a:gd name="connsiteY3" fmla="*/ 734190 h 848695"/>
              <a:gd name="connsiteX4" fmla="*/ 151681 w 491299"/>
              <a:gd name="connsiteY4" fmla="*/ 848695 h 848695"/>
              <a:gd name="connsiteX5" fmla="*/ 0 w 491299"/>
              <a:gd name="connsiteY5" fmla="*/ 810682 h 848695"/>
              <a:gd name="connsiteX6" fmla="*/ 31636 w 491299"/>
              <a:gd name="connsiteY6" fmla="*/ 687644 h 848695"/>
              <a:gd name="connsiteX7" fmla="*/ 352891 w 491299"/>
              <a:gd name="connsiteY7" fmla="*/ 98523 h 848695"/>
              <a:gd name="connsiteX0-1" fmla="*/ 441901 w 556783"/>
              <a:gd name="connsiteY0-2" fmla="*/ 0 h 848695"/>
              <a:gd name="connsiteX1-3" fmla="*/ 556783 w 556783"/>
              <a:gd name="connsiteY1-4" fmla="*/ 433196 h 848695"/>
              <a:gd name="connsiteX2-5" fmla="*/ 398706 w 556783"/>
              <a:gd name="connsiteY2-6" fmla="*/ 295213 h 848695"/>
              <a:gd name="connsiteX3-7" fmla="*/ 181123 w 556783"/>
              <a:gd name="connsiteY3-8" fmla="*/ 734190 h 848695"/>
              <a:gd name="connsiteX4-9" fmla="*/ 151681 w 556783"/>
              <a:gd name="connsiteY4-10" fmla="*/ 848695 h 848695"/>
              <a:gd name="connsiteX5-11" fmla="*/ 0 w 556783"/>
              <a:gd name="connsiteY5-12" fmla="*/ 810682 h 848695"/>
              <a:gd name="connsiteX6-13" fmla="*/ 31636 w 556783"/>
              <a:gd name="connsiteY6-14" fmla="*/ 687644 h 848695"/>
              <a:gd name="connsiteX7-15" fmla="*/ 352891 w 556783"/>
              <a:gd name="connsiteY7-16" fmla="*/ 98523 h 848695"/>
              <a:gd name="connsiteX8" fmla="*/ 441901 w 556783"/>
              <a:gd name="connsiteY8" fmla="*/ 0 h 848695"/>
              <a:gd name="connsiteX0-17" fmla="*/ 441901 w 556783"/>
              <a:gd name="connsiteY0-18" fmla="*/ 0 h 848695"/>
              <a:gd name="connsiteX1-19" fmla="*/ 556783 w 556783"/>
              <a:gd name="connsiteY1-20" fmla="*/ 433196 h 848695"/>
              <a:gd name="connsiteX2-21" fmla="*/ 398706 w 556783"/>
              <a:gd name="connsiteY2-22" fmla="*/ 295213 h 848695"/>
              <a:gd name="connsiteX3-23" fmla="*/ 181123 w 556783"/>
              <a:gd name="connsiteY3-24" fmla="*/ 734190 h 848695"/>
              <a:gd name="connsiteX4-25" fmla="*/ 151681 w 556783"/>
              <a:gd name="connsiteY4-26" fmla="*/ 848695 h 848695"/>
              <a:gd name="connsiteX5-27" fmla="*/ 0 w 556783"/>
              <a:gd name="connsiteY5-28" fmla="*/ 810682 h 848695"/>
              <a:gd name="connsiteX6-29" fmla="*/ 31636 w 556783"/>
              <a:gd name="connsiteY6-30" fmla="*/ 687644 h 848695"/>
              <a:gd name="connsiteX7-31" fmla="*/ 352891 w 556783"/>
              <a:gd name="connsiteY7-32" fmla="*/ 98523 h 848695"/>
              <a:gd name="connsiteX8-33" fmla="*/ 441901 w 556783"/>
              <a:gd name="connsiteY8-34" fmla="*/ 0 h 848695"/>
              <a:gd name="connsiteX0-35" fmla="*/ 441901 w 556783"/>
              <a:gd name="connsiteY0-36" fmla="*/ 0 h 848695"/>
              <a:gd name="connsiteX1-37" fmla="*/ 556783 w 556783"/>
              <a:gd name="connsiteY1-38" fmla="*/ 433196 h 848695"/>
              <a:gd name="connsiteX2-39" fmla="*/ 398706 w 556783"/>
              <a:gd name="connsiteY2-40" fmla="*/ 295213 h 848695"/>
              <a:gd name="connsiteX3-41" fmla="*/ 181123 w 556783"/>
              <a:gd name="connsiteY3-42" fmla="*/ 734190 h 848695"/>
              <a:gd name="connsiteX4-43" fmla="*/ 151681 w 556783"/>
              <a:gd name="connsiteY4-44" fmla="*/ 848695 h 848695"/>
              <a:gd name="connsiteX5-45" fmla="*/ 0 w 556783"/>
              <a:gd name="connsiteY5-46" fmla="*/ 810682 h 848695"/>
              <a:gd name="connsiteX6-47" fmla="*/ 31636 w 556783"/>
              <a:gd name="connsiteY6-48" fmla="*/ 687644 h 848695"/>
              <a:gd name="connsiteX7-49" fmla="*/ 352891 w 556783"/>
              <a:gd name="connsiteY7-50" fmla="*/ 98523 h 848695"/>
              <a:gd name="connsiteX8-51" fmla="*/ 441901 w 556783"/>
              <a:gd name="connsiteY8-52" fmla="*/ 0 h 848695"/>
              <a:gd name="connsiteX0-53" fmla="*/ 441901 w 557199"/>
              <a:gd name="connsiteY0-54" fmla="*/ 0 h 848695"/>
              <a:gd name="connsiteX1-55" fmla="*/ 556783 w 557199"/>
              <a:gd name="connsiteY1-56" fmla="*/ 433196 h 848695"/>
              <a:gd name="connsiteX2-57" fmla="*/ 398706 w 557199"/>
              <a:gd name="connsiteY2-58" fmla="*/ 295213 h 848695"/>
              <a:gd name="connsiteX3-59" fmla="*/ 181123 w 557199"/>
              <a:gd name="connsiteY3-60" fmla="*/ 734190 h 848695"/>
              <a:gd name="connsiteX4-61" fmla="*/ 151681 w 557199"/>
              <a:gd name="connsiteY4-62" fmla="*/ 848695 h 848695"/>
              <a:gd name="connsiteX5-63" fmla="*/ 0 w 557199"/>
              <a:gd name="connsiteY5-64" fmla="*/ 810682 h 848695"/>
              <a:gd name="connsiteX6-65" fmla="*/ 31636 w 557199"/>
              <a:gd name="connsiteY6-66" fmla="*/ 687644 h 848695"/>
              <a:gd name="connsiteX7-67" fmla="*/ 352891 w 557199"/>
              <a:gd name="connsiteY7-68" fmla="*/ 98523 h 848695"/>
              <a:gd name="connsiteX8-69" fmla="*/ 441901 w 557199"/>
              <a:gd name="connsiteY8-70" fmla="*/ 0 h 848695"/>
              <a:gd name="connsiteX0-71" fmla="*/ 441901 w 557199"/>
              <a:gd name="connsiteY0-72" fmla="*/ 0 h 848695"/>
              <a:gd name="connsiteX1-73" fmla="*/ 556783 w 557199"/>
              <a:gd name="connsiteY1-74" fmla="*/ 433196 h 848695"/>
              <a:gd name="connsiteX2-75" fmla="*/ 398706 w 557199"/>
              <a:gd name="connsiteY2-76" fmla="*/ 295213 h 848695"/>
              <a:gd name="connsiteX3-77" fmla="*/ 181123 w 557199"/>
              <a:gd name="connsiteY3-78" fmla="*/ 734190 h 848695"/>
              <a:gd name="connsiteX4-79" fmla="*/ 151681 w 557199"/>
              <a:gd name="connsiteY4-80" fmla="*/ 848695 h 848695"/>
              <a:gd name="connsiteX5-81" fmla="*/ 0 w 557199"/>
              <a:gd name="connsiteY5-82" fmla="*/ 810682 h 848695"/>
              <a:gd name="connsiteX6-83" fmla="*/ 31636 w 557199"/>
              <a:gd name="connsiteY6-84" fmla="*/ 687644 h 848695"/>
              <a:gd name="connsiteX7-85" fmla="*/ 352891 w 557199"/>
              <a:gd name="connsiteY7-86" fmla="*/ 98523 h 848695"/>
              <a:gd name="connsiteX8-87" fmla="*/ 441901 w 557199"/>
              <a:gd name="connsiteY8-88" fmla="*/ 0 h 848695"/>
              <a:gd name="connsiteX0-89" fmla="*/ 441901 w 557199"/>
              <a:gd name="connsiteY0-90" fmla="*/ 0 h 848695"/>
              <a:gd name="connsiteX1-91" fmla="*/ 556783 w 557199"/>
              <a:gd name="connsiteY1-92" fmla="*/ 433196 h 848695"/>
              <a:gd name="connsiteX2-93" fmla="*/ 398706 w 557199"/>
              <a:gd name="connsiteY2-94" fmla="*/ 295213 h 848695"/>
              <a:gd name="connsiteX3-95" fmla="*/ 181123 w 557199"/>
              <a:gd name="connsiteY3-96" fmla="*/ 734190 h 848695"/>
              <a:gd name="connsiteX4-97" fmla="*/ 151681 w 557199"/>
              <a:gd name="connsiteY4-98" fmla="*/ 848695 h 848695"/>
              <a:gd name="connsiteX5-99" fmla="*/ 0 w 557199"/>
              <a:gd name="connsiteY5-100" fmla="*/ 810682 h 848695"/>
              <a:gd name="connsiteX6-101" fmla="*/ 31636 w 557199"/>
              <a:gd name="connsiteY6-102" fmla="*/ 687644 h 848695"/>
              <a:gd name="connsiteX7-103" fmla="*/ 352891 w 557199"/>
              <a:gd name="connsiteY7-104" fmla="*/ 98523 h 848695"/>
              <a:gd name="connsiteX8-105" fmla="*/ 441901 w 557199"/>
              <a:gd name="connsiteY8-106" fmla="*/ 0 h 848695"/>
              <a:gd name="connsiteX0-107" fmla="*/ 441901 w 557199"/>
              <a:gd name="connsiteY0-108" fmla="*/ 0 h 848695"/>
              <a:gd name="connsiteX1-109" fmla="*/ 556783 w 557199"/>
              <a:gd name="connsiteY1-110" fmla="*/ 433196 h 848695"/>
              <a:gd name="connsiteX2-111" fmla="*/ 398706 w 557199"/>
              <a:gd name="connsiteY2-112" fmla="*/ 295213 h 848695"/>
              <a:gd name="connsiteX3-113" fmla="*/ 181123 w 557199"/>
              <a:gd name="connsiteY3-114" fmla="*/ 734190 h 848695"/>
              <a:gd name="connsiteX4-115" fmla="*/ 151681 w 557199"/>
              <a:gd name="connsiteY4-116" fmla="*/ 848695 h 848695"/>
              <a:gd name="connsiteX5-117" fmla="*/ 0 w 557199"/>
              <a:gd name="connsiteY5-118" fmla="*/ 810682 h 848695"/>
              <a:gd name="connsiteX6-119" fmla="*/ 31636 w 557199"/>
              <a:gd name="connsiteY6-120" fmla="*/ 687644 h 848695"/>
              <a:gd name="connsiteX7-121" fmla="*/ 352891 w 557199"/>
              <a:gd name="connsiteY7-122" fmla="*/ 98523 h 848695"/>
              <a:gd name="connsiteX8-123" fmla="*/ 441901 w 557199"/>
              <a:gd name="connsiteY8-124" fmla="*/ 0 h 848695"/>
              <a:gd name="connsiteX0-125" fmla="*/ 441901 w 556783"/>
              <a:gd name="connsiteY0-126" fmla="*/ 0 h 848695"/>
              <a:gd name="connsiteX1-127" fmla="*/ 556783 w 556783"/>
              <a:gd name="connsiteY1-128" fmla="*/ 433196 h 848695"/>
              <a:gd name="connsiteX2-129" fmla="*/ 398706 w 556783"/>
              <a:gd name="connsiteY2-130" fmla="*/ 295213 h 848695"/>
              <a:gd name="connsiteX3-131" fmla="*/ 181123 w 556783"/>
              <a:gd name="connsiteY3-132" fmla="*/ 734190 h 848695"/>
              <a:gd name="connsiteX4-133" fmla="*/ 151681 w 556783"/>
              <a:gd name="connsiteY4-134" fmla="*/ 848695 h 848695"/>
              <a:gd name="connsiteX5-135" fmla="*/ 0 w 556783"/>
              <a:gd name="connsiteY5-136" fmla="*/ 810682 h 848695"/>
              <a:gd name="connsiteX6-137" fmla="*/ 31636 w 556783"/>
              <a:gd name="connsiteY6-138" fmla="*/ 687644 h 848695"/>
              <a:gd name="connsiteX7-139" fmla="*/ 352891 w 556783"/>
              <a:gd name="connsiteY7-140" fmla="*/ 98523 h 848695"/>
              <a:gd name="connsiteX8-141" fmla="*/ 441901 w 556783"/>
              <a:gd name="connsiteY8-142" fmla="*/ 0 h 848695"/>
              <a:gd name="connsiteX0-143" fmla="*/ 441901 w 556783"/>
              <a:gd name="connsiteY0-144" fmla="*/ 0 h 848695"/>
              <a:gd name="connsiteX1-145" fmla="*/ 556783 w 556783"/>
              <a:gd name="connsiteY1-146" fmla="*/ 433196 h 848695"/>
              <a:gd name="connsiteX2-147" fmla="*/ 398706 w 556783"/>
              <a:gd name="connsiteY2-148" fmla="*/ 295213 h 848695"/>
              <a:gd name="connsiteX3-149" fmla="*/ 181123 w 556783"/>
              <a:gd name="connsiteY3-150" fmla="*/ 734190 h 848695"/>
              <a:gd name="connsiteX4-151" fmla="*/ 151681 w 556783"/>
              <a:gd name="connsiteY4-152" fmla="*/ 848695 h 848695"/>
              <a:gd name="connsiteX5-153" fmla="*/ 0 w 556783"/>
              <a:gd name="connsiteY5-154" fmla="*/ 810682 h 848695"/>
              <a:gd name="connsiteX6-155" fmla="*/ 31636 w 556783"/>
              <a:gd name="connsiteY6-156" fmla="*/ 687644 h 848695"/>
              <a:gd name="connsiteX7-157" fmla="*/ 352891 w 556783"/>
              <a:gd name="connsiteY7-158" fmla="*/ 98523 h 848695"/>
              <a:gd name="connsiteX8-159" fmla="*/ 441901 w 556783"/>
              <a:gd name="connsiteY8-160" fmla="*/ 0 h 8486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556783" h="848695">
                <a:moveTo>
                  <a:pt x="441901" y="0"/>
                </a:moveTo>
                <a:cubicBezTo>
                  <a:pt x="453261" y="51016"/>
                  <a:pt x="527072" y="316128"/>
                  <a:pt x="556783" y="433196"/>
                </a:cubicBezTo>
                <a:cubicBezTo>
                  <a:pt x="549584" y="427630"/>
                  <a:pt x="400594" y="297434"/>
                  <a:pt x="398706" y="295213"/>
                </a:cubicBezTo>
                <a:cubicBezTo>
                  <a:pt x="304503" y="427682"/>
                  <a:pt x="230480" y="575502"/>
                  <a:pt x="181123" y="734190"/>
                </a:cubicBezTo>
                <a:lnTo>
                  <a:pt x="151681" y="848695"/>
                </a:lnTo>
                <a:lnTo>
                  <a:pt x="0" y="810682"/>
                </a:lnTo>
                <a:lnTo>
                  <a:pt x="31636" y="687644"/>
                </a:lnTo>
                <a:cubicBezTo>
                  <a:pt x="99526" y="469374"/>
                  <a:pt x="209823" y="269787"/>
                  <a:pt x="352891" y="98523"/>
                </a:cubicBezTo>
                <a:lnTo>
                  <a:pt x="441901" y="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3" name="lemon41"/>
          <p:cNvSpPr txBox="1"/>
          <p:nvPr/>
        </p:nvSpPr>
        <p:spPr>
          <a:xfrm>
            <a:off x="2456476" y="1951596"/>
            <a:ext cx="815609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天然</a:t>
            </a:r>
            <a:endParaRPr kumimoji="0" lang="en-US" sz="2400" b="0" i="0" u="none" strike="noStrike" kern="1200" cap="none" spc="6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lemon42"/>
          <p:cNvSpPr txBox="1"/>
          <p:nvPr/>
        </p:nvSpPr>
        <p:spPr>
          <a:xfrm>
            <a:off x="2066227" y="2390971"/>
            <a:ext cx="1529757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+100%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lemon43"/>
          <p:cNvSpPr/>
          <p:nvPr/>
        </p:nvSpPr>
        <p:spPr>
          <a:xfrm>
            <a:off x="465191" y="4213948"/>
            <a:ext cx="1786530" cy="178653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6" name="lemon44"/>
          <p:cNvSpPr/>
          <p:nvPr/>
        </p:nvSpPr>
        <p:spPr>
          <a:xfrm>
            <a:off x="593577" y="4342333"/>
            <a:ext cx="1529758" cy="152975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lemon45"/>
          <p:cNvSpPr/>
          <p:nvPr/>
        </p:nvSpPr>
        <p:spPr>
          <a:xfrm>
            <a:off x="3475358" y="4213948"/>
            <a:ext cx="1786530" cy="178653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lemon46"/>
          <p:cNvSpPr/>
          <p:nvPr/>
        </p:nvSpPr>
        <p:spPr>
          <a:xfrm>
            <a:off x="3603744" y="4342333"/>
            <a:ext cx="1529758" cy="152975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14" name="lemon47"/>
          <p:cNvCxnSpPr/>
          <p:nvPr/>
        </p:nvCxnSpPr>
        <p:spPr>
          <a:xfrm>
            <a:off x="4689892" y="245243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lemon48"/>
          <p:cNvCxnSpPr/>
          <p:nvPr/>
        </p:nvCxnSpPr>
        <p:spPr>
          <a:xfrm>
            <a:off x="4507399" y="5685317"/>
            <a:ext cx="654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lemon49"/>
          <p:cNvSpPr txBox="1"/>
          <p:nvPr/>
        </p:nvSpPr>
        <p:spPr>
          <a:xfrm>
            <a:off x="854020" y="4570898"/>
            <a:ext cx="106154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</a:t>
            </a:r>
            <a:r>
              <a:rPr kumimoji="0" lang="zh-CN" altLang="en-US" sz="2400" b="0" i="0" u="none" strike="noStrike" kern="1200" cap="none" spc="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添加</a:t>
            </a:r>
            <a:endParaRPr kumimoji="0" lang="en-US" sz="2400" b="0" i="0" u="none" strike="noStrike" kern="1200" cap="none" spc="6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2" name="lemon50"/>
          <p:cNvSpPr txBox="1"/>
          <p:nvPr/>
        </p:nvSpPr>
        <p:spPr>
          <a:xfrm>
            <a:off x="608101" y="5010273"/>
            <a:ext cx="1529757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+88%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3" name="lemon51"/>
          <p:cNvSpPr txBox="1"/>
          <p:nvPr/>
        </p:nvSpPr>
        <p:spPr>
          <a:xfrm>
            <a:off x="2166906" y="3600689"/>
            <a:ext cx="15297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轻健康</a:t>
            </a:r>
          </a:p>
        </p:txBody>
      </p:sp>
      <p:sp>
        <p:nvSpPr>
          <p:cNvPr id="134" name="lemon52"/>
          <p:cNvSpPr txBox="1"/>
          <p:nvPr/>
        </p:nvSpPr>
        <p:spPr>
          <a:xfrm>
            <a:off x="3837014" y="4607478"/>
            <a:ext cx="1175983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原产地</a:t>
            </a:r>
            <a:endParaRPr kumimoji="0" lang="en-US" sz="2400" b="0" i="0" u="none" strike="noStrike" kern="1200" cap="none" spc="6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5" name="lemon53"/>
          <p:cNvSpPr txBox="1"/>
          <p:nvPr/>
        </p:nvSpPr>
        <p:spPr>
          <a:xfrm>
            <a:off x="3591096" y="5046853"/>
            <a:ext cx="1529757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+131%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6" name="lemon54"/>
          <p:cNvSpPr txBox="1"/>
          <p:nvPr/>
        </p:nvSpPr>
        <p:spPr>
          <a:xfrm>
            <a:off x="2224963" y="4166746"/>
            <a:ext cx="1529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Light health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7" name="lemon55"/>
          <p:cNvSpPr txBox="1"/>
          <p:nvPr/>
        </p:nvSpPr>
        <p:spPr>
          <a:xfrm>
            <a:off x="263925" y="2007147"/>
            <a:ext cx="1465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+9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7%</a:t>
            </a:r>
          </a:p>
        </p:txBody>
      </p:sp>
      <p:sp>
        <p:nvSpPr>
          <p:cNvPr id="138" name="lemon56"/>
          <p:cNvSpPr/>
          <p:nvPr/>
        </p:nvSpPr>
        <p:spPr>
          <a:xfrm rot="9508657" flipH="1" flipV="1">
            <a:off x="1040575" y="2459418"/>
            <a:ext cx="350127" cy="715409"/>
          </a:xfrm>
          <a:custGeom>
            <a:avLst/>
            <a:gdLst>
              <a:gd name="connsiteX0" fmla="*/ 0 w 187287"/>
              <a:gd name="connsiteY0" fmla="*/ 0 h 334179"/>
              <a:gd name="connsiteX1" fmla="*/ 7345 w 187287"/>
              <a:gd name="connsiteY1" fmla="*/ 124858 h 334179"/>
              <a:gd name="connsiteX2" fmla="*/ 22034 w 187287"/>
              <a:gd name="connsiteY2" fmla="*/ 150564 h 334179"/>
              <a:gd name="connsiteX3" fmla="*/ 36723 w 187287"/>
              <a:gd name="connsiteY3" fmla="*/ 183615 h 334179"/>
              <a:gd name="connsiteX4" fmla="*/ 66101 w 187287"/>
              <a:gd name="connsiteY4" fmla="*/ 231355 h 334179"/>
              <a:gd name="connsiteX5" fmla="*/ 84463 w 187287"/>
              <a:gd name="connsiteY5" fmla="*/ 257061 h 334179"/>
              <a:gd name="connsiteX6" fmla="*/ 128530 w 187287"/>
              <a:gd name="connsiteY6" fmla="*/ 293783 h 334179"/>
              <a:gd name="connsiteX7" fmla="*/ 165253 w 187287"/>
              <a:gd name="connsiteY7" fmla="*/ 323162 h 334179"/>
              <a:gd name="connsiteX8" fmla="*/ 176270 w 187287"/>
              <a:gd name="connsiteY8" fmla="*/ 326834 h 334179"/>
              <a:gd name="connsiteX9" fmla="*/ 187287 w 187287"/>
              <a:gd name="connsiteY9" fmla="*/ 334179 h 33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287" h="334179">
                <a:moveTo>
                  <a:pt x="0" y="0"/>
                </a:moveTo>
                <a:cubicBezTo>
                  <a:pt x="2448" y="41619"/>
                  <a:pt x="1308" y="83606"/>
                  <a:pt x="7345" y="124858"/>
                </a:cubicBezTo>
                <a:cubicBezTo>
                  <a:pt x="8774" y="134623"/>
                  <a:pt x="17621" y="141737"/>
                  <a:pt x="22034" y="150564"/>
                </a:cubicBezTo>
                <a:cubicBezTo>
                  <a:pt x="27426" y="161347"/>
                  <a:pt x="31590" y="172706"/>
                  <a:pt x="36723" y="183615"/>
                </a:cubicBezTo>
                <a:cubicBezTo>
                  <a:pt x="55207" y="222895"/>
                  <a:pt x="44365" y="202374"/>
                  <a:pt x="66101" y="231355"/>
                </a:cubicBezTo>
                <a:cubicBezTo>
                  <a:pt x="72419" y="239779"/>
                  <a:pt x="77017" y="249615"/>
                  <a:pt x="84463" y="257061"/>
                </a:cubicBezTo>
                <a:cubicBezTo>
                  <a:pt x="97983" y="270581"/>
                  <a:pt x="115010" y="280262"/>
                  <a:pt x="128530" y="293783"/>
                </a:cubicBezTo>
                <a:cubicBezTo>
                  <a:pt x="138559" y="303813"/>
                  <a:pt x="151354" y="318529"/>
                  <a:pt x="165253" y="323162"/>
                </a:cubicBezTo>
                <a:lnTo>
                  <a:pt x="176270" y="326834"/>
                </a:lnTo>
                <a:lnTo>
                  <a:pt x="187287" y="334179"/>
                </a:lnTo>
              </a:path>
            </a:pathLst>
          </a:custGeom>
          <a:noFill/>
          <a:ln w="25400">
            <a:solidFill>
              <a:schemeClr val="accent1"/>
            </a:solidFill>
            <a:prstDash val="sysDot"/>
            <a:headEnd type="stealth" w="lg" len="lg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41" name="lemon57"/>
          <p:cNvGrpSpPr/>
          <p:nvPr/>
        </p:nvGrpSpPr>
        <p:grpSpPr>
          <a:xfrm>
            <a:off x="9427472" y="984545"/>
            <a:ext cx="2147903" cy="2163642"/>
            <a:chOff x="3684656" y="1440180"/>
            <a:chExt cx="1519804" cy="1530940"/>
          </a:xfrm>
        </p:grpSpPr>
        <p:sp>
          <p:nvSpPr>
            <p:cNvPr id="142" name="lemon57-1"/>
            <p:cNvSpPr/>
            <p:nvPr/>
          </p:nvSpPr>
          <p:spPr>
            <a:xfrm rot="13500000">
              <a:off x="3696221" y="1849371"/>
              <a:ext cx="1110184" cy="1133313"/>
            </a:xfrm>
            <a:prstGeom prst="triangle">
              <a:avLst>
                <a:gd name="adj" fmla="val 51456"/>
              </a:avLst>
            </a:prstGeom>
            <a:solidFill>
              <a:schemeClr val="accent2"/>
            </a:solidFill>
            <a:ln>
              <a:noFill/>
              <a:head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3" name="lemon57-2"/>
            <p:cNvSpPr/>
            <p:nvPr/>
          </p:nvSpPr>
          <p:spPr>
            <a:xfrm>
              <a:off x="4069080" y="1440180"/>
              <a:ext cx="1135380" cy="1135380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accent1"/>
              </a:solidFill>
              <a:head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5" name="lemon57-3"/>
            <p:cNvSpPr txBox="1"/>
            <p:nvPr/>
          </p:nvSpPr>
          <p:spPr>
            <a:xfrm>
              <a:off x="4147064" y="2103465"/>
              <a:ext cx="1035922" cy="271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需求增长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46" name="lemon58"/>
          <p:cNvSpPr txBox="1"/>
          <p:nvPr/>
        </p:nvSpPr>
        <p:spPr>
          <a:xfrm>
            <a:off x="10269254" y="1428376"/>
            <a:ext cx="1465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+8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7%</a:t>
            </a: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mon1"/>
          <p:cNvSpPr/>
          <p:nvPr/>
        </p:nvSpPr>
        <p:spPr>
          <a:xfrm>
            <a:off x="695326" y="1340160"/>
            <a:ext cx="10801350" cy="5203157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9739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lemon2"/>
          <p:cNvSpPr/>
          <p:nvPr/>
        </p:nvSpPr>
        <p:spPr>
          <a:xfrm>
            <a:off x="572675" y="1297479"/>
            <a:ext cx="2059449" cy="5212079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3"/>
          <p:cNvSpPr/>
          <p:nvPr/>
        </p:nvSpPr>
        <p:spPr>
          <a:xfrm>
            <a:off x="2981068" y="2067297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4"/>
          <p:cNvSpPr/>
          <p:nvPr/>
        </p:nvSpPr>
        <p:spPr>
          <a:xfrm>
            <a:off x="2981068" y="2679371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5"/>
          <p:cNvSpPr/>
          <p:nvPr/>
        </p:nvSpPr>
        <p:spPr>
          <a:xfrm>
            <a:off x="2981068" y="3291445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6"/>
          <p:cNvSpPr/>
          <p:nvPr/>
        </p:nvSpPr>
        <p:spPr>
          <a:xfrm>
            <a:off x="2981068" y="3903519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lemon7"/>
          <p:cNvSpPr/>
          <p:nvPr/>
        </p:nvSpPr>
        <p:spPr>
          <a:xfrm>
            <a:off x="2981068" y="4515593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lemon8"/>
          <p:cNvSpPr/>
          <p:nvPr/>
        </p:nvSpPr>
        <p:spPr>
          <a:xfrm>
            <a:off x="2981068" y="5127667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9"/>
          <p:cNvSpPr/>
          <p:nvPr/>
        </p:nvSpPr>
        <p:spPr>
          <a:xfrm>
            <a:off x="2981068" y="5739740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10"/>
          <p:cNvSpPr/>
          <p:nvPr/>
        </p:nvSpPr>
        <p:spPr>
          <a:xfrm>
            <a:off x="925457" y="2067297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11"/>
          <p:cNvSpPr/>
          <p:nvPr/>
        </p:nvSpPr>
        <p:spPr>
          <a:xfrm>
            <a:off x="925457" y="2679371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12"/>
          <p:cNvSpPr/>
          <p:nvPr/>
        </p:nvSpPr>
        <p:spPr>
          <a:xfrm>
            <a:off x="925457" y="3291445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13"/>
          <p:cNvSpPr/>
          <p:nvPr/>
        </p:nvSpPr>
        <p:spPr>
          <a:xfrm>
            <a:off x="925457" y="3903519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14"/>
          <p:cNvSpPr/>
          <p:nvPr/>
        </p:nvSpPr>
        <p:spPr>
          <a:xfrm>
            <a:off x="925457" y="4515593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15"/>
          <p:cNvSpPr/>
          <p:nvPr/>
        </p:nvSpPr>
        <p:spPr>
          <a:xfrm>
            <a:off x="925457" y="5127667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16"/>
          <p:cNvSpPr/>
          <p:nvPr/>
        </p:nvSpPr>
        <p:spPr>
          <a:xfrm>
            <a:off x="925457" y="5739740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17"/>
          <p:cNvSpPr txBox="1"/>
          <p:nvPr/>
        </p:nvSpPr>
        <p:spPr>
          <a:xfrm>
            <a:off x="986056" y="2158615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一月完成率</a:t>
            </a:r>
          </a:p>
        </p:txBody>
      </p:sp>
      <p:sp>
        <p:nvSpPr>
          <p:cNvPr id="21" name="lemon18"/>
          <p:cNvSpPr txBox="1"/>
          <p:nvPr/>
        </p:nvSpPr>
        <p:spPr>
          <a:xfrm>
            <a:off x="986056" y="2770689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二月完成率</a:t>
            </a:r>
          </a:p>
        </p:txBody>
      </p:sp>
      <p:sp>
        <p:nvSpPr>
          <p:cNvPr id="22" name="lemon19"/>
          <p:cNvSpPr txBox="1"/>
          <p:nvPr/>
        </p:nvSpPr>
        <p:spPr>
          <a:xfrm>
            <a:off x="986056" y="3382763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三月完成率</a:t>
            </a:r>
          </a:p>
        </p:txBody>
      </p:sp>
      <p:sp>
        <p:nvSpPr>
          <p:cNvPr id="23" name="lemon20"/>
          <p:cNvSpPr txBox="1"/>
          <p:nvPr/>
        </p:nvSpPr>
        <p:spPr>
          <a:xfrm>
            <a:off x="986056" y="3994837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四月完成率</a:t>
            </a:r>
          </a:p>
        </p:txBody>
      </p:sp>
      <p:sp>
        <p:nvSpPr>
          <p:cNvPr id="24" name="lemon21"/>
          <p:cNvSpPr txBox="1"/>
          <p:nvPr/>
        </p:nvSpPr>
        <p:spPr>
          <a:xfrm>
            <a:off x="986056" y="4606911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五月完成率</a:t>
            </a:r>
          </a:p>
        </p:txBody>
      </p:sp>
      <p:sp>
        <p:nvSpPr>
          <p:cNvPr id="25" name="lemon22"/>
          <p:cNvSpPr txBox="1"/>
          <p:nvPr/>
        </p:nvSpPr>
        <p:spPr>
          <a:xfrm>
            <a:off x="986055" y="5218985"/>
            <a:ext cx="1205501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六月完成率</a:t>
            </a:r>
          </a:p>
        </p:txBody>
      </p:sp>
      <p:sp>
        <p:nvSpPr>
          <p:cNvPr id="26" name="lemon23"/>
          <p:cNvSpPr txBox="1"/>
          <p:nvPr/>
        </p:nvSpPr>
        <p:spPr>
          <a:xfrm>
            <a:off x="986056" y="5831058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七月完成率</a:t>
            </a:r>
          </a:p>
        </p:txBody>
      </p:sp>
      <p:cxnSp>
        <p:nvCxnSpPr>
          <p:cNvPr id="27" name="lemon24"/>
          <p:cNvCxnSpPr/>
          <p:nvPr/>
        </p:nvCxnSpPr>
        <p:spPr>
          <a:xfrm>
            <a:off x="2981069" y="1949106"/>
            <a:ext cx="0" cy="428104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emon25"/>
          <p:cNvCxnSpPr/>
          <p:nvPr/>
        </p:nvCxnSpPr>
        <p:spPr>
          <a:xfrm>
            <a:off x="5693861" y="1949106"/>
            <a:ext cx="0" cy="428104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lemon26"/>
          <p:cNvCxnSpPr/>
          <p:nvPr/>
        </p:nvCxnSpPr>
        <p:spPr>
          <a:xfrm>
            <a:off x="8406653" y="1949106"/>
            <a:ext cx="0" cy="428104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emon27"/>
          <p:cNvCxnSpPr/>
          <p:nvPr/>
        </p:nvCxnSpPr>
        <p:spPr>
          <a:xfrm>
            <a:off x="11119445" y="1949106"/>
            <a:ext cx="0" cy="428104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lemon28"/>
          <p:cNvSpPr txBox="1"/>
          <p:nvPr/>
        </p:nvSpPr>
        <p:spPr>
          <a:xfrm>
            <a:off x="2530664" y="1583609"/>
            <a:ext cx="979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时间点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lemon29"/>
          <p:cNvSpPr txBox="1"/>
          <p:nvPr/>
        </p:nvSpPr>
        <p:spPr>
          <a:xfrm>
            <a:off x="5180294" y="1583609"/>
            <a:ext cx="920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时间点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lemon30"/>
          <p:cNvSpPr txBox="1"/>
          <p:nvPr/>
        </p:nvSpPr>
        <p:spPr>
          <a:xfrm>
            <a:off x="8021522" y="1583609"/>
            <a:ext cx="797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时间点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</a:p>
        </p:txBody>
      </p:sp>
      <p:sp>
        <p:nvSpPr>
          <p:cNvPr id="34" name="lemon31"/>
          <p:cNvSpPr txBox="1"/>
          <p:nvPr/>
        </p:nvSpPr>
        <p:spPr>
          <a:xfrm>
            <a:off x="10646744" y="1583609"/>
            <a:ext cx="808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时间点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32"/>
          <p:cNvSpPr/>
          <p:nvPr/>
        </p:nvSpPr>
        <p:spPr>
          <a:xfrm>
            <a:off x="2981071" y="2102393"/>
            <a:ext cx="911418" cy="39477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lemon33"/>
          <p:cNvSpPr txBox="1"/>
          <p:nvPr/>
        </p:nvSpPr>
        <p:spPr>
          <a:xfrm>
            <a:off x="4064319" y="2145893"/>
            <a:ext cx="900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1.1-2.1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34"/>
          <p:cNvSpPr/>
          <p:nvPr/>
        </p:nvSpPr>
        <p:spPr>
          <a:xfrm rot="5400000">
            <a:off x="3968228" y="2267893"/>
            <a:ext cx="97599" cy="63776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35"/>
          <p:cNvSpPr txBox="1"/>
          <p:nvPr/>
        </p:nvSpPr>
        <p:spPr>
          <a:xfrm>
            <a:off x="3015892" y="2145893"/>
            <a:ext cx="84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sp>
        <p:nvSpPr>
          <p:cNvPr id="41" name="lemon36"/>
          <p:cNvSpPr/>
          <p:nvPr/>
        </p:nvSpPr>
        <p:spPr>
          <a:xfrm>
            <a:off x="3883785" y="2727190"/>
            <a:ext cx="981681" cy="39477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37"/>
          <p:cNvSpPr txBox="1"/>
          <p:nvPr/>
        </p:nvSpPr>
        <p:spPr>
          <a:xfrm>
            <a:off x="5050546" y="2770690"/>
            <a:ext cx="1035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2.1-3.1</a:t>
            </a:r>
          </a:p>
        </p:txBody>
      </p:sp>
      <p:sp>
        <p:nvSpPr>
          <p:cNvPr id="43" name="lemon38"/>
          <p:cNvSpPr/>
          <p:nvPr/>
        </p:nvSpPr>
        <p:spPr>
          <a:xfrm rot="5400000">
            <a:off x="4950806" y="2890231"/>
            <a:ext cx="97599" cy="68692"/>
          </a:xfrm>
          <a:prstGeom prst="triangl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lemon39"/>
          <p:cNvSpPr txBox="1"/>
          <p:nvPr/>
        </p:nvSpPr>
        <p:spPr>
          <a:xfrm>
            <a:off x="3966808" y="2770690"/>
            <a:ext cx="815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sp>
        <p:nvSpPr>
          <p:cNvPr id="46" name="lemon40"/>
          <p:cNvSpPr/>
          <p:nvPr/>
        </p:nvSpPr>
        <p:spPr>
          <a:xfrm>
            <a:off x="3994367" y="3339263"/>
            <a:ext cx="1698381" cy="39477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lemon41"/>
          <p:cNvSpPr txBox="1"/>
          <p:nvPr/>
        </p:nvSpPr>
        <p:spPr>
          <a:xfrm>
            <a:off x="5917952" y="3382763"/>
            <a:ext cx="1698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3.1-4.1</a:t>
            </a:r>
          </a:p>
        </p:txBody>
      </p:sp>
      <p:sp>
        <p:nvSpPr>
          <p:cNvPr id="48" name="lemon42"/>
          <p:cNvSpPr/>
          <p:nvPr/>
        </p:nvSpPr>
        <p:spPr>
          <a:xfrm rot="5400000">
            <a:off x="5784021" y="3498471"/>
            <a:ext cx="97599" cy="76359"/>
          </a:xfrm>
          <a:prstGeom prst="triangl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43"/>
          <p:cNvSpPr txBox="1"/>
          <p:nvPr/>
        </p:nvSpPr>
        <p:spPr>
          <a:xfrm>
            <a:off x="4234763" y="3382763"/>
            <a:ext cx="1217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sp>
        <p:nvSpPr>
          <p:cNvPr id="51" name="lemon44"/>
          <p:cNvSpPr/>
          <p:nvPr/>
        </p:nvSpPr>
        <p:spPr>
          <a:xfrm>
            <a:off x="4865466" y="3951337"/>
            <a:ext cx="2636547" cy="39477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45"/>
          <p:cNvSpPr txBox="1"/>
          <p:nvPr/>
        </p:nvSpPr>
        <p:spPr>
          <a:xfrm>
            <a:off x="7742359" y="3994837"/>
            <a:ext cx="1698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4.1-5.1</a:t>
            </a:r>
          </a:p>
        </p:txBody>
      </p:sp>
      <p:sp>
        <p:nvSpPr>
          <p:cNvPr id="53" name="lemon46"/>
          <p:cNvSpPr/>
          <p:nvPr/>
        </p:nvSpPr>
        <p:spPr>
          <a:xfrm rot="5400000">
            <a:off x="7608428" y="4110545"/>
            <a:ext cx="97599" cy="76359"/>
          </a:xfrm>
          <a:prstGeom prst="triangl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lemon47"/>
          <p:cNvSpPr txBox="1"/>
          <p:nvPr/>
        </p:nvSpPr>
        <p:spPr>
          <a:xfrm>
            <a:off x="5574946" y="3994837"/>
            <a:ext cx="1217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48"/>
          <p:cNvSpPr/>
          <p:nvPr/>
        </p:nvSpPr>
        <p:spPr>
          <a:xfrm>
            <a:off x="4589760" y="4563411"/>
            <a:ext cx="3822059" cy="39477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lemon49"/>
          <p:cNvSpPr txBox="1"/>
          <p:nvPr/>
        </p:nvSpPr>
        <p:spPr>
          <a:xfrm>
            <a:off x="8651970" y="4606911"/>
            <a:ext cx="1698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5.1-6.1</a:t>
            </a:r>
          </a:p>
        </p:txBody>
      </p:sp>
      <p:sp>
        <p:nvSpPr>
          <p:cNvPr id="58" name="lemon50"/>
          <p:cNvSpPr/>
          <p:nvPr/>
        </p:nvSpPr>
        <p:spPr>
          <a:xfrm rot="5400000">
            <a:off x="8518039" y="4722619"/>
            <a:ext cx="97599" cy="76359"/>
          </a:xfrm>
          <a:prstGeom prst="triangl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51"/>
          <p:cNvSpPr txBox="1"/>
          <p:nvPr/>
        </p:nvSpPr>
        <p:spPr>
          <a:xfrm>
            <a:off x="5891996" y="4606911"/>
            <a:ext cx="1217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sp>
        <p:nvSpPr>
          <p:cNvPr id="61" name="lemon52"/>
          <p:cNvSpPr/>
          <p:nvPr/>
        </p:nvSpPr>
        <p:spPr>
          <a:xfrm>
            <a:off x="8402852" y="5175485"/>
            <a:ext cx="559551" cy="39477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lemon53"/>
          <p:cNvSpPr txBox="1"/>
          <p:nvPr/>
        </p:nvSpPr>
        <p:spPr>
          <a:xfrm>
            <a:off x="9219369" y="5218985"/>
            <a:ext cx="1698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6.1-7.1</a:t>
            </a:r>
          </a:p>
        </p:txBody>
      </p:sp>
      <p:sp>
        <p:nvSpPr>
          <p:cNvPr id="63" name="lemon54"/>
          <p:cNvSpPr/>
          <p:nvPr/>
        </p:nvSpPr>
        <p:spPr>
          <a:xfrm rot="5400000">
            <a:off x="9085438" y="5334693"/>
            <a:ext cx="97599" cy="76359"/>
          </a:xfrm>
          <a:prstGeom prst="triangl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lemon55"/>
          <p:cNvSpPr txBox="1"/>
          <p:nvPr/>
        </p:nvSpPr>
        <p:spPr>
          <a:xfrm>
            <a:off x="8269246" y="5218985"/>
            <a:ext cx="842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sp>
        <p:nvSpPr>
          <p:cNvPr id="66" name="lemon56"/>
          <p:cNvSpPr/>
          <p:nvPr/>
        </p:nvSpPr>
        <p:spPr>
          <a:xfrm>
            <a:off x="8995334" y="5787558"/>
            <a:ext cx="635870" cy="39477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lemon57"/>
          <p:cNvSpPr txBox="1"/>
          <p:nvPr/>
        </p:nvSpPr>
        <p:spPr>
          <a:xfrm>
            <a:off x="9850011" y="5831058"/>
            <a:ext cx="1098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7.1-8.1</a:t>
            </a:r>
          </a:p>
        </p:txBody>
      </p:sp>
      <p:sp>
        <p:nvSpPr>
          <p:cNvPr id="68" name="lemon58"/>
          <p:cNvSpPr/>
          <p:nvPr/>
        </p:nvSpPr>
        <p:spPr>
          <a:xfrm rot="5400000">
            <a:off x="9716079" y="5946766"/>
            <a:ext cx="97599" cy="76359"/>
          </a:xfrm>
          <a:prstGeom prst="triangl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lemon59"/>
          <p:cNvSpPr txBox="1"/>
          <p:nvPr/>
        </p:nvSpPr>
        <p:spPr>
          <a:xfrm>
            <a:off x="8962403" y="5831058"/>
            <a:ext cx="717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cxnSp>
        <p:nvCxnSpPr>
          <p:cNvPr id="71" name="lemon60"/>
          <p:cNvCxnSpPr/>
          <p:nvPr/>
        </p:nvCxnSpPr>
        <p:spPr>
          <a:xfrm flipV="1">
            <a:off x="31506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emon61"/>
          <p:cNvCxnSpPr/>
          <p:nvPr/>
        </p:nvCxnSpPr>
        <p:spPr>
          <a:xfrm flipV="1">
            <a:off x="33201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lemon62"/>
          <p:cNvCxnSpPr/>
          <p:nvPr/>
        </p:nvCxnSpPr>
        <p:spPr>
          <a:xfrm flipV="1">
            <a:off x="34897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lemon63"/>
          <p:cNvCxnSpPr/>
          <p:nvPr/>
        </p:nvCxnSpPr>
        <p:spPr>
          <a:xfrm flipV="1">
            <a:off x="36592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lemon64"/>
          <p:cNvCxnSpPr/>
          <p:nvPr/>
        </p:nvCxnSpPr>
        <p:spPr>
          <a:xfrm flipV="1">
            <a:off x="38288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lemon65"/>
          <p:cNvCxnSpPr/>
          <p:nvPr/>
        </p:nvCxnSpPr>
        <p:spPr>
          <a:xfrm flipV="1">
            <a:off x="39983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lemon66"/>
          <p:cNvCxnSpPr/>
          <p:nvPr/>
        </p:nvCxnSpPr>
        <p:spPr>
          <a:xfrm flipV="1">
            <a:off x="41679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emon67"/>
          <p:cNvCxnSpPr/>
          <p:nvPr/>
        </p:nvCxnSpPr>
        <p:spPr>
          <a:xfrm flipV="1">
            <a:off x="43374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lemon68"/>
          <p:cNvCxnSpPr/>
          <p:nvPr/>
        </p:nvCxnSpPr>
        <p:spPr>
          <a:xfrm flipV="1">
            <a:off x="45070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lemon69"/>
          <p:cNvCxnSpPr/>
          <p:nvPr/>
        </p:nvCxnSpPr>
        <p:spPr>
          <a:xfrm flipV="1">
            <a:off x="46765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lemon70"/>
          <p:cNvCxnSpPr/>
          <p:nvPr/>
        </p:nvCxnSpPr>
        <p:spPr>
          <a:xfrm flipV="1">
            <a:off x="48461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emon71"/>
          <p:cNvCxnSpPr/>
          <p:nvPr/>
        </p:nvCxnSpPr>
        <p:spPr>
          <a:xfrm flipV="1">
            <a:off x="50156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lemon72"/>
          <p:cNvCxnSpPr/>
          <p:nvPr/>
        </p:nvCxnSpPr>
        <p:spPr>
          <a:xfrm flipV="1">
            <a:off x="51852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lemon73"/>
          <p:cNvCxnSpPr/>
          <p:nvPr/>
        </p:nvCxnSpPr>
        <p:spPr>
          <a:xfrm flipV="1">
            <a:off x="53547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lemon74"/>
          <p:cNvCxnSpPr/>
          <p:nvPr/>
        </p:nvCxnSpPr>
        <p:spPr>
          <a:xfrm flipV="1">
            <a:off x="55243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lemon75"/>
          <p:cNvSpPr/>
          <p:nvPr/>
        </p:nvSpPr>
        <p:spPr>
          <a:xfrm>
            <a:off x="2943227" y="1874964"/>
            <a:ext cx="74142" cy="74142"/>
          </a:xfrm>
          <a:prstGeom prst="ellips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lemon76"/>
          <p:cNvSpPr/>
          <p:nvPr/>
        </p:nvSpPr>
        <p:spPr>
          <a:xfrm>
            <a:off x="5656790" y="1874964"/>
            <a:ext cx="74142" cy="74142"/>
          </a:xfrm>
          <a:prstGeom prst="ellips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lemon77"/>
          <p:cNvSpPr/>
          <p:nvPr/>
        </p:nvSpPr>
        <p:spPr>
          <a:xfrm>
            <a:off x="8369581" y="1874964"/>
            <a:ext cx="74142" cy="74142"/>
          </a:xfrm>
          <a:prstGeom prst="ellips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90" name="lemon78"/>
          <p:cNvCxnSpPr/>
          <p:nvPr/>
        </p:nvCxnSpPr>
        <p:spPr>
          <a:xfrm flipV="1">
            <a:off x="58634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lemon79"/>
          <p:cNvCxnSpPr/>
          <p:nvPr/>
        </p:nvCxnSpPr>
        <p:spPr>
          <a:xfrm flipV="1">
            <a:off x="60329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lemon80"/>
          <p:cNvCxnSpPr/>
          <p:nvPr/>
        </p:nvCxnSpPr>
        <p:spPr>
          <a:xfrm flipV="1">
            <a:off x="62025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lemon81"/>
          <p:cNvCxnSpPr/>
          <p:nvPr/>
        </p:nvCxnSpPr>
        <p:spPr>
          <a:xfrm flipV="1">
            <a:off x="63720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lemon82"/>
          <p:cNvCxnSpPr/>
          <p:nvPr/>
        </p:nvCxnSpPr>
        <p:spPr>
          <a:xfrm flipV="1">
            <a:off x="65416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lemon83"/>
          <p:cNvCxnSpPr/>
          <p:nvPr/>
        </p:nvCxnSpPr>
        <p:spPr>
          <a:xfrm flipV="1">
            <a:off x="67111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lemon84"/>
          <p:cNvCxnSpPr/>
          <p:nvPr/>
        </p:nvCxnSpPr>
        <p:spPr>
          <a:xfrm flipV="1">
            <a:off x="68807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lemon85"/>
          <p:cNvCxnSpPr/>
          <p:nvPr/>
        </p:nvCxnSpPr>
        <p:spPr>
          <a:xfrm flipV="1">
            <a:off x="70502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lemon86"/>
          <p:cNvCxnSpPr/>
          <p:nvPr/>
        </p:nvCxnSpPr>
        <p:spPr>
          <a:xfrm flipV="1">
            <a:off x="72198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lemon87"/>
          <p:cNvCxnSpPr/>
          <p:nvPr/>
        </p:nvCxnSpPr>
        <p:spPr>
          <a:xfrm flipV="1">
            <a:off x="73893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lemon88"/>
          <p:cNvCxnSpPr/>
          <p:nvPr/>
        </p:nvCxnSpPr>
        <p:spPr>
          <a:xfrm flipV="1">
            <a:off x="75589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lemon89"/>
          <p:cNvCxnSpPr/>
          <p:nvPr/>
        </p:nvCxnSpPr>
        <p:spPr>
          <a:xfrm flipV="1">
            <a:off x="77284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lemon90"/>
          <p:cNvCxnSpPr/>
          <p:nvPr/>
        </p:nvCxnSpPr>
        <p:spPr>
          <a:xfrm flipV="1">
            <a:off x="78980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lemon91"/>
          <p:cNvCxnSpPr/>
          <p:nvPr/>
        </p:nvCxnSpPr>
        <p:spPr>
          <a:xfrm flipV="1">
            <a:off x="80675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lemon92"/>
          <p:cNvCxnSpPr/>
          <p:nvPr/>
        </p:nvCxnSpPr>
        <p:spPr>
          <a:xfrm flipV="1">
            <a:off x="82371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lemon93"/>
          <p:cNvCxnSpPr/>
          <p:nvPr/>
        </p:nvCxnSpPr>
        <p:spPr>
          <a:xfrm flipV="1">
            <a:off x="85761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lemon94"/>
          <p:cNvCxnSpPr/>
          <p:nvPr/>
        </p:nvCxnSpPr>
        <p:spPr>
          <a:xfrm flipV="1">
            <a:off x="87457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lemon95"/>
          <p:cNvCxnSpPr/>
          <p:nvPr/>
        </p:nvCxnSpPr>
        <p:spPr>
          <a:xfrm flipV="1">
            <a:off x="89152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lemon96"/>
          <p:cNvCxnSpPr/>
          <p:nvPr/>
        </p:nvCxnSpPr>
        <p:spPr>
          <a:xfrm flipV="1">
            <a:off x="90848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lemon97"/>
          <p:cNvCxnSpPr/>
          <p:nvPr/>
        </p:nvCxnSpPr>
        <p:spPr>
          <a:xfrm flipV="1">
            <a:off x="92543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lemon98"/>
          <p:cNvCxnSpPr/>
          <p:nvPr/>
        </p:nvCxnSpPr>
        <p:spPr>
          <a:xfrm flipV="1">
            <a:off x="94239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lemon99"/>
          <p:cNvCxnSpPr/>
          <p:nvPr/>
        </p:nvCxnSpPr>
        <p:spPr>
          <a:xfrm flipV="1">
            <a:off x="95934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lemon100"/>
          <p:cNvCxnSpPr/>
          <p:nvPr/>
        </p:nvCxnSpPr>
        <p:spPr>
          <a:xfrm flipV="1">
            <a:off x="97630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lemon101"/>
          <p:cNvCxnSpPr/>
          <p:nvPr/>
        </p:nvCxnSpPr>
        <p:spPr>
          <a:xfrm flipV="1">
            <a:off x="99325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lemon102"/>
          <p:cNvCxnSpPr/>
          <p:nvPr/>
        </p:nvCxnSpPr>
        <p:spPr>
          <a:xfrm flipV="1">
            <a:off x="101021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lemon103"/>
          <p:cNvCxnSpPr/>
          <p:nvPr/>
        </p:nvCxnSpPr>
        <p:spPr>
          <a:xfrm flipV="1">
            <a:off x="102716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lemon104"/>
          <p:cNvCxnSpPr/>
          <p:nvPr/>
        </p:nvCxnSpPr>
        <p:spPr>
          <a:xfrm flipV="1">
            <a:off x="104412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lemon105"/>
          <p:cNvCxnSpPr/>
          <p:nvPr/>
        </p:nvCxnSpPr>
        <p:spPr>
          <a:xfrm flipV="1">
            <a:off x="106107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lemon106"/>
          <p:cNvCxnSpPr/>
          <p:nvPr/>
        </p:nvCxnSpPr>
        <p:spPr>
          <a:xfrm flipV="1">
            <a:off x="107803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lemon107"/>
          <p:cNvCxnSpPr/>
          <p:nvPr/>
        </p:nvCxnSpPr>
        <p:spPr>
          <a:xfrm flipV="1">
            <a:off x="109498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lemon108"/>
          <p:cNvSpPr/>
          <p:nvPr/>
        </p:nvSpPr>
        <p:spPr>
          <a:xfrm>
            <a:off x="11082325" y="1874964"/>
            <a:ext cx="74142" cy="74142"/>
          </a:xfrm>
          <a:prstGeom prst="ellips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4" name="lemon109"/>
          <p:cNvSpPr/>
          <p:nvPr/>
        </p:nvSpPr>
        <p:spPr>
          <a:xfrm>
            <a:off x="7033176" y="2155022"/>
            <a:ext cx="3747167" cy="1270936"/>
          </a:xfrm>
          <a:prstGeom prst="wedgeRoundRectCallout">
            <a:avLst>
              <a:gd name="adj1" fmla="val -33704"/>
              <a:gd name="adj2" fmla="val 76723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5" name="lemon110"/>
          <p:cNvSpPr txBox="1"/>
          <p:nvPr/>
        </p:nvSpPr>
        <p:spPr>
          <a:xfrm>
            <a:off x="7380667" y="2322146"/>
            <a:ext cx="2219283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财务工作开展情况</a:t>
            </a:r>
            <a:endParaRPr kumimoji="0" lang="en-US" sz="1200" b="0" i="0" u="none" strike="noStrike" kern="1200" cap="none" spc="-15" normalizeH="0" baseline="0" noProof="0" dirty="0">
              <a:ln>
                <a:noFill/>
              </a:ln>
              <a:solidFill>
                <a:srgbClr val="1A2D4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6" name="lemon111"/>
          <p:cNvSpPr txBox="1"/>
          <p:nvPr/>
        </p:nvSpPr>
        <p:spPr>
          <a:xfrm>
            <a:off x="7307200" y="2727705"/>
            <a:ext cx="3134050" cy="53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财务工作的开展需要全面考虑公司的实际情况和财务目标，确保财务工作的顺利开展和公司的稳健发展。</a:t>
            </a:r>
          </a:p>
        </p:txBody>
      </p:sp>
      <p:cxnSp>
        <p:nvCxnSpPr>
          <p:cNvPr id="147" name="lemon112"/>
          <p:cNvCxnSpPr/>
          <p:nvPr/>
        </p:nvCxnSpPr>
        <p:spPr>
          <a:xfrm>
            <a:off x="7463202" y="2674854"/>
            <a:ext cx="31475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lemon113"/>
          <p:cNvSpPr txBox="1"/>
          <p:nvPr/>
        </p:nvSpPr>
        <p:spPr>
          <a:xfrm>
            <a:off x="846647" y="1521459"/>
            <a:ext cx="15059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目标完成情况</a:t>
            </a:r>
          </a:p>
        </p:txBody>
      </p:sp>
      <p:sp>
        <p:nvSpPr>
          <p:cNvPr id="3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2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mon1"/>
          <p:cNvSpPr/>
          <p:nvPr/>
        </p:nvSpPr>
        <p:spPr>
          <a:xfrm>
            <a:off x="6764483" y="1210348"/>
            <a:ext cx="4961351" cy="4984863"/>
          </a:xfrm>
          <a:prstGeom prst="roundRect">
            <a:avLst>
              <a:gd name="adj" fmla="val 1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lemon2"/>
          <p:cNvSpPr/>
          <p:nvPr/>
        </p:nvSpPr>
        <p:spPr>
          <a:xfrm>
            <a:off x="2709096" y="1527988"/>
            <a:ext cx="4055387" cy="4114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89" y="0"/>
                </a:moveTo>
                <a:lnTo>
                  <a:pt x="0" y="10737"/>
                </a:lnTo>
                <a:lnTo>
                  <a:pt x="21600" y="21600"/>
                </a:lnTo>
                <a:lnTo>
                  <a:pt x="21489" y="0"/>
                </a:lnTo>
                <a:close/>
              </a:path>
            </a:pathLst>
          </a:custGeom>
          <a:gradFill flip="none" rotWithShape="1">
            <a:gsLst>
              <a:gs pos="50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40" name="lemon3"/>
          <p:cNvGrpSpPr/>
          <p:nvPr/>
        </p:nvGrpSpPr>
        <p:grpSpPr>
          <a:xfrm>
            <a:off x="1173665" y="1326463"/>
            <a:ext cx="4476226" cy="4721081"/>
            <a:chOff x="1173665" y="1326463"/>
            <a:chExt cx="4476226" cy="4721081"/>
          </a:xfrm>
        </p:grpSpPr>
        <p:sp>
          <p:nvSpPr>
            <p:cNvPr id="6" name="lemon3-1"/>
            <p:cNvSpPr/>
            <p:nvPr/>
          </p:nvSpPr>
          <p:spPr>
            <a:xfrm>
              <a:off x="1981398" y="2620104"/>
              <a:ext cx="2077139" cy="2077140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" name="lemon3-2"/>
            <p:cNvSpPr/>
            <p:nvPr/>
          </p:nvSpPr>
          <p:spPr>
            <a:xfrm>
              <a:off x="4173933" y="1326463"/>
              <a:ext cx="824416" cy="824416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" name="lemon3-3"/>
            <p:cNvSpPr/>
            <p:nvPr/>
          </p:nvSpPr>
          <p:spPr>
            <a:xfrm>
              <a:off x="4825475" y="2412367"/>
              <a:ext cx="824416" cy="824416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" name="lemon3-4"/>
            <p:cNvSpPr/>
            <p:nvPr/>
          </p:nvSpPr>
          <p:spPr>
            <a:xfrm>
              <a:off x="4929344" y="3715452"/>
              <a:ext cx="667920" cy="667920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" name="lemon3-5"/>
            <p:cNvSpPr/>
            <p:nvPr/>
          </p:nvSpPr>
          <p:spPr>
            <a:xfrm>
              <a:off x="4693278" y="4697487"/>
              <a:ext cx="589656" cy="589656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" name="lemon3-6"/>
            <p:cNvSpPr/>
            <p:nvPr/>
          </p:nvSpPr>
          <p:spPr>
            <a:xfrm>
              <a:off x="4022851" y="5216832"/>
              <a:ext cx="589656" cy="589656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" name="lemon3-7"/>
            <p:cNvSpPr/>
            <p:nvPr/>
          </p:nvSpPr>
          <p:spPr>
            <a:xfrm>
              <a:off x="3201341" y="5528441"/>
              <a:ext cx="519103" cy="519103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" name="lemon3-8"/>
            <p:cNvSpPr/>
            <p:nvPr/>
          </p:nvSpPr>
          <p:spPr>
            <a:xfrm>
              <a:off x="2387969" y="5502217"/>
              <a:ext cx="510967" cy="51096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" name="lemon3-9"/>
            <p:cNvSpPr/>
            <p:nvPr/>
          </p:nvSpPr>
          <p:spPr>
            <a:xfrm>
              <a:off x="1683692" y="5256176"/>
              <a:ext cx="457255" cy="457255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1" name="lemon3-10"/>
            <p:cNvSpPr/>
            <p:nvPr/>
          </p:nvSpPr>
          <p:spPr>
            <a:xfrm>
              <a:off x="1285860" y="4664532"/>
              <a:ext cx="408032" cy="40803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2" name="lemon3-11"/>
            <p:cNvSpPr/>
            <p:nvPr/>
          </p:nvSpPr>
          <p:spPr>
            <a:xfrm>
              <a:off x="1173665" y="4049411"/>
              <a:ext cx="408032" cy="40803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3" name="lemon3-12"/>
            <p:cNvSpPr/>
            <p:nvPr/>
          </p:nvSpPr>
          <p:spPr>
            <a:xfrm>
              <a:off x="1173665" y="3437362"/>
              <a:ext cx="357662" cy="35766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" name="lemon3-13"/>
            <p:cNvSpPr/>
            <p:nvPr/>
          </p:nvSpPr>
          <p:spPr>
            <a:xfrm>
              <a:off x="1392981" y="2804912"/>
              <a:ext cx="357662" cy="35766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" name="lemon3-14"/>
            <p:cNvSpPr/>
            <p:nvPr/>
          </p:nvSpPr>
          <p:spPr>
            <a:xfrm>
              <a:off x="1923424" y="2376478"/>
              <a:ext cx="294030" cy="294030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6" name="lemon3-15"/>
            <p:cNvSpPr/>
            <p:nvPr/>
          </p:nvSpPr>
          <p:spPr>
            <a:xfrm>
              <a:off x="2509971" y="2146961"/>
              <a:ext cx="258325" cy="258325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7" name="lemon3-16"/>
            <p:cNvSpPr/>
            <p:nvPr/>
          </p:nvSpPr>
          <p:spPr>
            <a:xfrm>
              <a:off x="3162823" y="2162262"/>
              <a:ext cx="258325" cy="258325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lemon3-17"/>
            <p:cNvSpPr/>
            <p:nvPr/>
          </p:nvSpPr>
          <p:spPr>
            <a:xfrm>
              <a:off x="3779971" y="2381579"/>
              <a:ext cx="209749" cy="209749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9" name="lemon3-18"/>
            <p:cNvSpPr/>
            <p:nvPr/>
          </p:nvSpPr>
          <p:spPr>
            <a:xfrm>
              <a:off x="4279812" y="2876318"/>
              <a:ext cx="209749" cy="209749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0" name="lemon3-19"/>
            <p:cNvSpPr/>
            <p:nvPr/>
          </p:nvSpPr>
          <p:spPr>
            <a:xfrm>
              <a:off x="4330816" y="3585274"/>
              <a:ext cx="209749" cy="209749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" name="lemon3-20"/>
            <p:cNvSpPr/>
            <p:nvPr/>
          </p:nvSpPr>
          <p:spPr>
            <a:xfrm>
              <a:off x="4147202" y="4345236"/>
              <a:ext cx="209749" cy="209749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2" name="lemon3-21"/>
            <p:cNvSpPr/>
            <p:nvPr/>
          </p:nvSpPr>
          <p:spPr>
            <a:xfrm>
              <a:off x="3524952" y="4819573"/>
              <a:ext cx="156317" cy="15631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5" name="lemon3-22"/>
            <p:cNvSpPr/>
            <p:nvPr/>
          </p:nvSpPr>
          <p:spPr>
            <a:xfrm>
              <a:off x="2941354" y="4924886"/>
              <a:ext cx="42918" cy="42918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" name="lemon3-23"/>
            <p:cNvSpPr/>
            <p:nvPr/>
          </p:nvSpPr>
          <p:spPr>
            <a:xfrm>
              <a:off x="2336651" y="4776128"/>
              <a:ext cx="34937" cy="3493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48" name="lemon4"/>
          <p:cNvSpPr/>
          <p:nvPr/>
        </p:nvSpPr>
        <p:spPr>
          <a:xfrm>
            <a:off x="5959365" y="1604122"/>
            <a:ext cx="418224" cy="4314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9" extrusionOk="0">
                <a:moveTo>
                  <a:pt x="13" y="21588"/>
                </a:moveTo>
                <a:lnTo>
                  <a:pt x="9790" y="21588"/>
                </a:lnTo>
                <a:cubicBezTo>
                  <a:pt x="11407" y="21600"/>
                  <a:pt x="12989" y="21530"/>
                  <a:pt x="14123" y="21397"/>
                </a:cubicBezTo>
                <a:cubicBezTo>
                  <a:pt x="15046" y="21289"/>
                  <a:pt x="15601" y="21146"/>
                  <a:pt x="15687" y="20995"/>
                </a:cubicBezTo>
                <a:lnTo>
                  <a:pt x="15687" y="11471"/>
                </a:lnTo>
                <a:cubicBezTo>
                  <a:pt x="15796" y="11297"/>
                  <a:pt x="16391" y="11131"/>
                  <a:pt x="17382" y="10999"/>
                </a:cubicBezTo>
                <a:cubicBezTo>
                  <a:pt x="18467" y="10854"/>
                  <a:pt x="19960" y="10758"/>
                  <a:pt x="21600" y="10727"/>
                </a:cubicBezTo>
                <a:cubicBezTo>
                  <a:pt x="20179" y="10723"/>
                  <a:pt x="18813" y="10662"/>
                  <a:pt x="17740" y="10554"/>
                </a:cubicBezTo>
                <a:cubicBezTo>
                  <a:pt x="16383" y="10419"/>
                  <a:pt x="15606" y="10222"/>
                  <a:pt x="15613" y="10015"/>
                </a:cubicBezTo>
                <a:lnTo>
                  <a:pt x="15613" y="643"/>
                </a:lnTo>
                <a:cubicBezTo>
                  <a:pt x="15656" y="477"/>
                  <a:pt x="15122" y="315"/>
                  <a:pt x="14129" y="195"/>
                </a:cubicBezTo>
                <a:cubicBezTo>
                  <a:pt x="13138" y="74"/>
                  <a:pt x="11771" y="4"/>
                  <a:pt x="10330" y="0"/>
                </a:cubicBezTo>
                <a:lnTo>
                  <a:pt x="0" y="0"/>
                </a:lnTo>
              </a:path>
            </a:pathLst>
          </a:custGeom>
          <a:ln w="25400">
            <a:solidFill>
              <a:schemeClr val="accent2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5"/>
          <p:cNvSpPr txBox="1"/>
          <p:nvPr/>
        </p:nvSpPr>
        <p:spPr>
          <a:xfrm>
            <a:off x="7230752" y="1512662"/>
            <a:ext cx="3240819" cy="359073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年工作开展详情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" name="lemon6"/>
          <p:cNvGraphicFramePr/>
          <p:nvPr/>
        </p:nvGraphicFramePr>
        <p:xfrm>
          <a:off x="6722859" y="3949916"/>
          <a:ext cx="4961351" cy="2245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lemon7"/>
          <p:cNvSpPr/>
          <p:nvPr/>
        </p:nvSpPr>
        <p:spPr bwMode="auto">
          <a:xfrm>
            <a:off x="229932" y="1246652"/>
            <a:ext cx="1234461" cy="1585119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8"/>
          <p:cNvSpPr>
            <a:spLocks noChangeArrowheads="1"/>
          </p:cNvSpPr>
          <p:nvPr/>
        </p:nvSpPr>
        <p:spPr bwMode="auto">
          <a:xfrm>
            <a:off x="382218" y="1525828"/>
            <a:ext cx="936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下滑</a:t>
            </a:r>
            <a:endParaRPr kumimoji="0" lang="ru-RU" altLang="ru-RU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lemon9"/>
          <p:cNvSpPr>
            <a:spLocks noChangeArrowheads="1"/>
          </p:cNvSpPr>
          <p:nvPr/>
        </p:nvSpPr>
        <p:spPr bwMode="auto">
          <a:xfrm>
            <a:off x="396733" y="1965484"/>
            <a:ext cx="9361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销量趋势</a:t>
            </a: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10"/>
          <p:cNvSpPr txBox="1"/>
          <p:nvPr/>
        </p:nvSpPr>
        <p:spPr>
          <a:xfrm>
            <a:off x="7179065" y="1922917"/>
            <a:ext cx="4235175" cy="829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11"/>
          <p:cNvSpPr txBox="1"/>
          <p:nvPr/>
        </p:nvSpPr>
        <p:spPr>
          <a:xfrm>
            <a:off x="7223514" y="2812861"/>
            <a:ext cx="4235175" cy="575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</a:t>
            </a:r>
          </a:p>
        </p:txBody>
      </p:sp>
      <p:sp>
        <p:nvSpPr>
          <p:cNvPr id="16" name="lemon12"/>
          <p:cNvSpPr txBox="1"/>
          <p:nvPr/>
        </p:nvSpPr>
        <p:spPr>
          <a:xfrm>
            <a:off x="7185436" y="3474248"/>
            <a:ext cx="4235175" cy="51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每月销量数据</a:t>
            </a:r>
          </a:p>
        </p:txBody>
      </p:sp>
      <p:sp>
        <p:nvSpPr>
          <p:cNvPr id="17" name="lemon13"/>
          <p:cNvSpPr txBox="1"/>
          <p:nvPr/>
        </p:nvSpPr>
        <p:spPr>
          <a:xfrm>
            <a:off x="1982700" y="1463279"/>
            <a:ext cx="3240819" cy="359073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各品类销量情况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lemon14"/>
          <p:cNvSpPr txBox="1"/>
          <p:nvPr/>
        </p:nvSpPr>
        <p:spPr>
          <a:xfrm>
            <a:off x="2283460" y="3161077"/>
            <a:ext cx="1728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¥20,000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15"/>
          <p:cNvSpPr txBox="1"/>
          <p:nvPr/>
        </p:nvSpPr>
        <p:spPr>
          <a:xfrm>
            <a:off x="2499087" y="3764478"/>
            <a:ext cx="172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生活家居</a:t>
            </a:r>
          </a:p>
        </p:txBody>
      </p:sp>
      <p:sp>
        <p:nvSpPr>
          <p:cNvPr id="37" name="lemon16"/>
          <p:cNvSpPr txBox="1"/>
          <p:nvPr/>
        </p:nvSpPr>
        <p:spPr>
          <a:xfrm>
            <a:off x="4168468" y="1571216"/>
            <a:ext cx="888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¥9,000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17"/>
          <p:cNvSpPr txBox="1"/>
          <p:nvPr/>
        </p:nvSpPr>
        <p:spPr>
          <a:xfrm>
            <a:off x="4835035" y="2662494"/>
            <a:ext cx="888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¥8,000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18"/>
          <p:cNvSpPr txBox="1"/>
          <p:nvPr/>
        </p:nvSpPr>
        <p:spPr>
          <a:xfrm>
            <a:off x="4924766" y="3910911"/>
            <a:ext cx="888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¥7,000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lemon19"/>
          <p:cNvSpPr txBox="1"/>
          <p:nvPr/>
        </p:nvSpPr>
        <p:spPr>
          <a:xfrm>
            <a:off x="4656706" y="4823314"/>
            <a:ext cx="888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¥6,000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20"/>
          <p:cNvSpPr txBox="1"/>
          <p:nvPr/>
        </p:nvSpPr>
        <p:spPr>
          <a:xfrm>
            <a:off x="3117273" y="5656691"/>
            <a:ext cx="888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¥4,000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lemon21"/>
          <p:cNvSpPr txBox="1"/>
          <p:nvPr/>
        </p:nvSpPr>
        <p:spPr>
          <a:xfrm>
            <a:off x="2307045" y="5621967"/>
            <a:ext cx="888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¥3,000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22"/>
          <p:cNvSpPr txBox="1"/>
          <p:nvPr/>
        </p:nvSpPr>
        <p:spPr>
          <a:xfrm>
            <a:off x="1600990" y="5367324"/>
            <a:ext cx="888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¥2,000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23"/>
          <p:cNvSpPr txBox="1"/>
          <p:nvPr/>
        </p:nvSpPr>
        <p:spPr>
          <a:xfrm>
            <a:off x="1230102" y="4753482"/>
            <a:ext cx="888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¥1,000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24"/>
          <p:cNvSpPr txBox="1"/>
          <p:nvPr/>
        </p:nvSpPr>
        <p:spPr>
          <a:xfrm>
            <a:off x="1161440" y="4140588"/>
            <a:ext cx="888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¥900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lemon25"/>
          <p:cNvSpPr txBox="1"/>
          <p:nvPr/>
        </p:nvSpPr>
        <p:spPr>
          <a:xfrm>
            <a:off x="3950650" y="5367324"/>
            <a:ext cx="888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¥5,000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lemon26"/>
          <p:cNvSpPr txBox="1"/>
          <p:nvPr/>
        </p:nvSpPr>
        <p:spPr>
          <a:xfrm>
            <a:off x="1126716" y="3515555"/>
            <a:ext cx="888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¥800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lemon27"/>
          <p:cNvSpPr txBox="1"/>
          <p:nvPr/>
        </p:nvSpPr>
        <p:spPr>
          <a:xfrm>
            <a:off x="1335060" y="2890523"/>
            <a:ext cx="888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¥700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28"/>
          <p:cNvSpPr txBox="1"/>
          <p:nvPr/>
        </p:nvSpPr>
        <p:spPr>
          <a:xfrm>
            <a:off x="4236473" y="2188955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lemon29"/>
          <p:cNvSpPr txBox="1"/>
          <p:nvPr/>
        </p:nvSpPr>
        <p:spPr>
          <a:xfrm>
            <a:off x="4907804" y="3253826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30"/>
          <p:cNvSpPr txBox="1"/>
          <p:nvPr/>
        </p:nvSpPr>
        <p:spPr>
          <a:xfrm>
            <a:off x="4907804" y="4399720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lemon31"/>
          <p:cNvSpPr txBox="1"/>
          <p:nvPr/>
        </p:nvSpPr>
        <p:spPr>
          <a:xfrm>
            <a:off x="4664735" y="5302545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lemon32"/>
          <p:cNvSpPr txBox="1"/>
          <p:nvPr/>
        </p:nvSpPr>
        <p:spPr>
          <a:xfrm>
            <a:off x="4016553" y="5823406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lemon33"/>
          <p:cNvSpPr txBox="1"/>
          <p:nvPr/>
        </p:nvSpPr>
        <p:spPr>
          <a:xfrm>
            <a:off x="3125302" y="6089624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lemon34"/>
          <p:cNvSpPr txBox="1"/>
          <p:nvPr/>
        </p:nvSpPr>
        <p:spPr>
          <a:xfrm>
            <a:off x="2280350" y="6101200"/>
            <a:ext cx="882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lemon35"/>
          <p:cNvSpPr txBox="1"/>
          <p:nvPr/>
        </p:nvSpPr>
        <p:spPr>
          <a:xfrm>
            <a:off x="1400674" y="5777108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lemon36"/>
          <p:cNvSpPr txBox="1"/>
          <p:nvPr/>
        </p:nvSpPr>
        <p:spPr>
          <a:xfrm>
            <a:off x="775641" y="5001605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lemon37"/>
          <p:cNvSpPr txBox="1"/>
          <p:nvPr/>
        </p:nvSpPr>
        <p:spPr>
          <a:xfrm>
            <a:off x="544147" y="4283975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lemon38"/>
          <p:cNvSpPr txBox="1"/>
          <p:nvPr/>
        </p:nvSpPr>
        <p:spPr>
          <a:xfrm>
            <a:off x="509423" y="3554770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11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lemon39"/>
          <p:cNvSpPr txBox="1"/>
          <p:nvPr/>
        </p:nvSpPr>
        <p:spPr>
          <a:xfrm>
            <a:off x="636744" y="2860289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12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lemon40"/>
          <p:cNvSpPr txBox="1"/>
          <p:nvPr/>
        </p:nvSpPr>
        <p:spPr>
          <a:xfrm>
            <a:off x="2072004" y="4932158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品类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4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lemon1"/>
          <p:cNvGrpSpPr/>
          <p:nvPr/>
        </p:nvGrpSpPr>
        <p:grpSpPr>
          <a:xfrm>
            <a:off x="4539124" y="4327035"/>
            <a:ext cx="3113752" cy="1781526"/>
            <a:chOff x="4539124" y="4215490"/>
            <a:chExt cx="3113752" cy="1781526"/>
          </a:xfrm>
          <a:effectLst/>
        </p:grpSpPr>
        <p:sp>
          <p:nvSpPr>
            <p:cNvPr id="5" name="lemon1-1"/>
            <p:cNvSpPr/>
            <p:nvPr/>
          </p:nvSpPr>
          <p:spPr>
            <a:xfrm>
              <a:off x="4539124" y="4215490"/>
              <a:ext cx="3113752" cy="13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" name="lemon1-2"/>
            <p:cNvSpPr/>
            <p:nvPr/>
          </p:nvSpPr>
          <p:spPr>
            <a:xfrm>
              <a:off x="4539124" y="4892666"/>
              <a:ext cx="3112626" cy="1104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83"/>
                  </a:moveTo>
                  <a:cubicBezTo>
                    <a:pt x="171" y="15942"/>
                    <a:pt x="4940" y="21600"/>
                    <a:pt x="10799" y="21600"/>
                  </a:cubicBezTo>
                  <a:cubicBezTo>
                    <a:pt x="16679" y="21600"/>
                    <a:pt x="21462" y="15901"/>
                    <a:pt x="21600" y="8807"/>
                  </a:cubicBezTo>
                  <a:lnTo>
                    <a:pt x="21598" y="14"/>
                  </a:lnTo>
                  <a:cubicBezTo>
                    <a:pt x="21420" y="7065"/>
                    <a:pt x="16653" y="12715"/>
                    <a:pt x="10799" y="12715"/>
                  </a:cubicBezTo>
                  <a:cubicBezTo>
                    <a:pt x="4941" y="12715"/>
                    <a:pt x="172" y="7058"/>
                    <a:pt x="0" y="0"/>
                  </a:cubicBezTo>
                  <a:cubicBezTo>
                    <a:pt x="0" y="0"/>
                    <a:pt x="0" y="8883"/>
                    <a:pt x="0" y="8883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  <a:effectLst/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7" name="lemon2"/>
          <p:cNvGrpSpPr/>
          <p:nvPr/>
        </p:nvGrpSpPr>
        <p:grpSpPr>
          <a:xfrm>
            <a:off x="4539124" y="3564275"/>
            <a:ext cx="3113752" cy="1781527"/>
            <a:chOff x="4539124" y="3452730"/>
            <a:chExt cx="3113752" cy="1781527"/>
          </a:xfrm>
        </p:grpSpPr>
        <p:sp>
          <p:nvSpPr>
            <p:cNvPr id="8" name="lemon2-1"/>
            <p:cNvSpPr/>
            <p:nvPr/>
          </p:nvSpPr>
          <p:spPr>
            <a:xfrm>
              <a:off x="4539124" y="3452730"/>
              <a:ext cx="3113752" cy="13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" name="lemon2-2"/>
            <p:cNvSpPr/>
            <p:nvPr/>
          </p:nvSpPr>
          <p:spPr>
            <a:xfrm>
              <a:off x="4539124" y="4129907"/>
              <a:ext cx="3112626" cy="1104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83"/>
                  </a:moveTo>
                  <a:cubicBezTo>
                    <a:pt x="171" y="15942"/>
                    <a:pt x="4940" y="21600"/>
                    <a:pt x="10799" y="21600"/>
                  </a:cubicBezTo>
                  <a:cubicBezTo>
                    <a:pt x="16679" y="21600"/>
                    <a:pt x="21462" y="15901"/>
                    <a:pt x="21600" y="8807"/>
                  </a:cubicBezTo>
                  <a:lnTo>
                    <a:pt x="21598" y="14"/>
                  </a:lnTo>
                  <a:cubicBezTo>
                    <a:pt x="21420" y="7065"/>
                    <a:pt x="16653" y="12715"/>
                    <a:pt x="10799" y="12715"/>
                  </a:cubicBezTo>
                  <a:cubicBezTo>
                    <a:pt x="4941" y="12715"/>
                    <a:pt x="172" y="7058"/>
                    <a:pt x="0" y="0"/>
                  </a:cubicBezTo>
                  <a:cubicBezTo>
                    <a:pt x="0" y="0"/>
                    <a:pt x="0" y="8883"/>
                    <a:pt x="0" y="8883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  <a:effectLst>
              <a:outerShdw blurRad="139700" dist="63500" dir="5400000" algn="t" rotWithShape="0">
                <a:prstClr val="black">
                  <a:alpha val="15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0" name="lemon3"/>
          <p:cNvGrpSpPr/>
          <p:nvPr/>
        </p:nvGrpSpPr>
        <p:grpSpPr>
          <a:xfrm>
            <a:off x="4539124" y="2801516"/>
            <a:ext cx="3113752" cy="1781526"/>
            <a:chOff x="4539124" y="2689971"/>
            <a:chExt cx="3113752" cy="1781526"/>
          </a:xfrm>
        </p:grpSpPr>
        <p:sp>
          <p:nvSpPr>
            <p:cNvPr id="11" name="lemon3-1"/>
            <p:cNvSpPr/>
            <p:nvPr/>
          </p:nvSpPr>
          <p:spPr>
            <a:xfrm>
              <a:off x="4539124" y="2689971"/>
              <a:ext cx="3113752" cy="13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" name="lemon3-2"/>
            <p:cNvSpPr/>
            <p:nvPr/>
          </p:nvSpPr>
          <p:spPr>
            <a:xfrm>
              <a:off x="4539124" y="3367147"/>
              <a:ext cx="3112626" cy="1104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83"/>
                  </a:moveTo>
                  <a:cubicBezTo>
                    <a:pt x="171" y="15942"/>
                    <a:pt x="4940" y="21600"/>
                    <a:pt x="10799" y="21600"/>
                  </a:cubicBezTo>
                  <a:cubicBezTo>
                    <a:pt x="16679" y="21600"/>
                    <a:pt x="21462" y="15901"/>
                    <a:pt x="21600" y="8807"/>
                  </a:cubicBezTo>
                  <a:lnTo>
                    <a:pt x="21598" y="14"/>
                  </a:lnTo>
                  <a:cubicBezTo>
                    <a:pt x="21420" y="7065"/>
                    <a:pt x="16653" y="12715"/>
                    <a:pt x="10799" y="12715"/>
                  </a:cubicBezTo>
                  <a:cubicBezTo>
                    <a:pt x="4941" y="12715"/>
                    <a:pt x="172" y="7058"/>
                    <a:pt x="0" y="0"/>
                  </a:cubicBezTo>
                  <a:cubicBezTo>
                    <a:pt x="0" y="0"/>
                    <a:pt x="0" y="8883"/>
                    <a:pt x="0" y="8883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  <a:effectLst>
              <a:outerShdw blurRad="139700" dist="63500" dir="5400000" algn="t" rotWithShape="0">
                <a:prstClr val="black">
                  <a:alpha val="15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3" name="lemon4"/>
          <p:cNvGrpSpPr/>
          <p:nvPr/>
        </p:nvGrpSpPr>
        <p:grpSpPr>
          <a:xfrm>
            <a:off x="4539124" y="2031785"/>
            <a:ext cx="3113752" cy="1781526"/>
            <a:chOff x="4539124" y="1920240"/>
            <a:chExt cx="3113752" cy="1781526"/>
          </a:xfrm>
        </p:grpSpPr>
        <p:sp>
          <p:nvSpPr>
            <p:cNvPr id="14" name="lemon4-1"/>
            <p:cNvSpPr/>
            <p:nvPr/>
          </p:nvSpPr>
          <p:spPr>
            <a:xfrm>
              <a:off x="4539124" y="1920240"/>
              <a:ext cx="3113752" cy="13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lemon4-2"/>
            <p:cNvSpPr/>
            <p:nvPr/>
          </p:nvSpPr>
          <p:spPr>
            <a:xfrm>
              <a:off x="4539124" y="2597416"/>
              <a:ext cx="3112626" cy="1104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83"/>
                  </a:moveTo>
                  <a:cubicBezTo>
                    <a:pt x="171" y="15942"/>
                    <a:pt x="4940" y="21600"/>
                    <a:pt x="10799" y="21600"/>
                  </a:cubicBezTo>
                  <a:cubicBezTo>
                    <a:pt x="16679" y="21600"/>
                    <a:pt x="21462" y="15901"/>
                    <a:pt x="21600" y="8807"/>
                  </a:cubicBezTo>
                  <a:lnTo>
                    <a:pt x="21598" y="14"/>
                  </a:lnTo>
                  <a:cubicBezTo>
                    <a:pt x="21420" y="7065"/>
                    <a:pt x="16653" y="12715"/>
                    <a:pt x="10799" y="12715"/>
                  </a:cubicBezTo>
                  <a:cubicBezTo>
                    <a:pt x="4941" y="12715"/>
                    <a:pt x="172" y="7058"/>
                    <a:pt x="0" y="0"/>
                  </a:cubicBezTo>
                  <a:cubicBezTo>
                    <a:pt x="0" y="0"/>
                    <a:pt x="0" y="8883"/>
                    <a:pt x="0" y="8883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  <a:effectLst>
              <a:outerShdw blurRad="139700" dist="63500" dir="5400000" algn="t" rotWithShape="0">
                <a:prstClr val="black">
                  <a:alpha val="15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6" name="lemon5"/>
          <p:cNvSpPr txBox="1"/>
          <p:nvPr/>
        </p:nvSpPr>
        <p:spPr>
          <a:xfrm>
            <a:off x="5622883" y="3288204"/>
            <a:ext cx="1108849" cy="464679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01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0" name="lemon6"/>
          <p:cNvSpPr/>
          <p:nvPr/>
        </p:nvSpPr>
        <p:spPr>
          <a:xfrm rot="5400000">
            <a:off x="1449672" y="346674"/>
            <a:ext cx="1717523" cy="3690150"/>
          </a:xfrm>
          <a:custGeom>
            <a:avLst/>
            <a:gdLst>
              <a:gd name="connsiteX0" fmla="*/ 1490163 w 2980327"/>
              <a:gd name="connsiteY0" fmla="*/ 0 h 3690150"/>
              <a:gd name="connsiteX1" fmla="*/ 1617418 w 2980327"/>
              <a:gd name="connsiteY1" fmla="*/ 145012 h 3690150"/>
              <a:gd name="connsiteX2" fmla="*/ 2890053 w 2980327"/>
              <a:gd name="connsiteY2" fmla="*/ 145012 h 3690150"/>
              <a:gd name="connsiteX3" fmla="*/ 2980327 w 2980327"/>
              <a:gd name="connsiteY3" fmla="*/ 235286 h 3690150"/>
              <a:gd name="connsiteX4" fmla="*/ 2980327 w 2980327"/>
              <a:gd name="connsiteY4" fmla="*/ 3599876 h 3690150"/>
              <a:gd name="connsiteX5" fmla="*/ 2890053 w 2980327"/>
              <a:gd name="connsiteY5" fmla="*/ 3690150 h 3690150"/>
              <a:gd name="connsiteX6" fmla="*/ 90274 w 2980327"/>
              <a:gd name="connsiteY6" fmla="*/ 3690150 h 3690150"/>
              <a:gd name="connsiteX7" fmla="*/ 0 w 2980327"/>
              <a:gd name="connsiteY7" fmla="*/ 3599876 h 3690150"/>
              <a:gd name="connsiteX8" fmla="*/ 0 w 2980327"/>
              <a:gd name="connsiteY8" fmla="*/ 235286 h 3690150"/>
              <a:gd name="connsiteX9" fmla="*/ 90274 w 2980327"/>
              <a:gd name="connsiteY9" fmla="*/ 145012 h 3690150"/>
              <a:gd name="connsiteX10" fmla="*/ 1362908 w 2980327"/>
              <a:gd name="connsiteY10" fmla="*/ 145012 h 369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327" h="3690150">
                <a:moveTo>
                  <a:pt x="1490163" y="0"/>
                </a:moveTo>
                <a:lnTo>
                  <a:pt x="1617418" y="145012"/>
                </a:lnTo>
                <a:lnTo>
                  <a:pt x="2890053" y="145012"/>
                </a:lnTo>
                <a:cubicBezTo>
                  <a:pt x="2939910" y="145012"/>
                  <a:pt x="2980327" y="185429"/>
                  <a:pt x="2980327" y="235286"/>
                </a:cubicBezTo>
                <a:lnTo>
                  <a:pt x="2980327" y="3599876"/>
                </a:lnTo>
                <a:cubicBezTo>
                  <a:pt x="2980327" y="3649733"/>
                  <a:pt x="2939910" y="3690150"/>
                  <a:pt x="2890053" y="3690150"/>
                </a:cubicBezTo>
                <a:lnTo>
                  <a:pt x="90274" y="3690150"/>
                </a:lnTo>
                <a:cubicBezTo>
                  <a:pt x="40417" y="3690150"/>
                  <a:pt x="0" y="3649733"/>
                  <a:pt x="0" y="3599876"/>
                </a:cubicBezTo>
                <a:lnTo>
                  <a:pt x="0" y="235286"/>
                </a:lnTo>
                <a:cubicBezTo>
                  <a:pt x="0" y="185429"/>
                  <a:pt x="40417" y="145012"/>
                  <a:pt x="90274" y="145012"/>
                </a:cubicBezTo>
                <a:lnTo>
                  <a:pt x="1362908" y="145012"/>
                </a:lnTo>
                <a:close/>
              </a:path>
            </a:pathLst>
          </a:custGeom>
          <a:solidFill>
            <a:srgbClr val="F3F8FF"/>
          </a:solidFill>
          <a:ln w="3175">
            <a:gradFill flip="none" rotWithShape="1"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lemon7"/>
          <p:cNvSpPr/>
          <p:nvPr/>
        </p:nvSpPr>
        <p:spPr>
          <a:xfrm rot="5400000">
            <a:off x="1911383" y="1768410"/>
            <a:ext cx="794101" cy="3690150"/>
          </a:xfrm>
          <a:custGeom>
            <a:avLst/>
            <a:gdLst>
              <a:gd name="connsiteX0" fmla="*/ 1490163 w 2980327"/>
              <a:gd name="connsiteY0" fmla="*/ 0 h 3690150"/>
              <a:gd name="connsiteX1" fmla="*/ 1617418 w 2980327"/>
              <a:gd name="connsiteY1" fmla="*/ 145012 h 3690150"/>
              <a:gd name="connsiteX2" fmla="*/ 2890053 w 2980327"/>
              <a:gd name="connsiteY2" fmla="*/ 145012 h 3690150"/>
              <a:gd name="connsiteX3" fmla="*/ 2980327 w 2980327"/>
              <a:gd name="connsiteY3" fmla="*/ 235286 h 3690150"/>
              <a:gd name="connsiteX4" fmla="*/ 2980327 w 2980327"/>
              <a:gd name="connsiteY4" fmla="*/ 3599876 h 3690150"/>
              <a:gd name="connsiteX5" fmla="*/ 2890053 w 2980327"/>
              <a:gd name="connsiteY5" fmla="*/ 3690150 h 3690150"/>
              <a:gd name="connsiteX6" fmla="*/ 90274 w 2980327"/>
              <a:gd name="connsiteY6" fmla="*/ 3690150 h 3690150"/>
              <a:gd name="connsiteX7" fmla="*/ 0 w 2980327"/>
              <a:gd name="connsiteY7" fmla="*/ 3599876 h 3690150"/>
              <a:gd name="connsiteX8" fmla="*/ 0 w 2980327"/>
              <a:gd name="connsiteY8" fmla="*/ 235286 h 3690150"/>
              <a:gd name="connsiteX9" fmla="*/ 90274 w 2980327"/>
              <a:gd name="connsiteY9" fmla="*/ 145012 h 3690150"/>
              <a:gd name="connsiteX10" fmla="*/ 1362908 w 2980327"/>
              <a:gd name="connsiteY10" fmla="*/ 145012 h 369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327" h="3690150">
                <a:moveTo>
                  <a:pt x="1490163" y="0"/>
                </a:moveTo>
                <a:lnTo>
                  <a:pt x="1617418" y="145012"/>
                </a:lnTo>
                <a:lnTo>
                  <a:pt x="2890053" y="145012"/>
                </a:lnTo>
                <a:cubicBezTo>
                  <a:pt x="2939910" y="145012"/>
                  <a:pt x="2980327" y="185429"/>
                  <a:pt x="2980327" y="235286"/>
                </a:cubicBezTo>
                <a:lnTo>
                  <a:pt x="2980327" y="3599876"/>
                </a:lnTo>
                <a:cubicBezTo>
                  <a:pt x="2980327" y="3649733"/>
                  <a:pt x="2939910" y="3690150"/>
                  <a:pt x="2890053" y="3690150"/>
                </a:cubicBezTo>
                <a:lnTo>
                  <a:pt x="90274" y="3690150"/>
                </a:lnTo>
                <a:cubicBezTo>
                  <a:pt x="40417" y="3690150"/>
                  <a:pt x="0" y="3649733"/>
                  <a:pt x="0" y="3599876"/>
                </a:cubicBezTo>
                <a:lnTo>
                  <a:pt x="0" y="235286"/>
                </a:lnTo>
                <a:cubicBezTo>
                  <a:pt x="0" y="185429"/>
                  <a:pt x="40417" y="145012"/>
                  <a:pt x="90274" y="145012"/>
                </a:cubicBezTo>
                <a:lnTo>
                  <a:pt x="1362908" y="145012"/>
                </a:lnTo>
                <a:close/>
              </a:path>
            </a:pathLst>
          </a:custGeom>
          <a:solidFill>
            <a:schemeClr val="accent1"/>
          </a:solidFill>
          <a:ln w="3175">
            <a:gradFill flip="none" rotWithShape="1"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lemon8"/>
          <p:cNvSpPr/>
          <p:nvPr/>
        </p:nvSpPr>
        <p:spPr>
          <a:xfrm rot="5400000">
            <a:off x="1961245" y="2757176"/>
            <a:ext cx="721598" cy="3690150"/>
          </a:xfrm>
          <a:custGeom>
            <a:avLst/>
            <a:gdLst>
              <a:gd name="connsiteX0" fmla="*/ 1490163 w 2980327"/>
              <a:gd name="connsiteY0" fmla="*/ 0 h 3690150"/>
              <a:gd name="connsiteX1" fmla="*/ 1617418 w 2980327"/>
              <a:gd name="connsiteY1" fmla="*/ 145012 h 3690150"/>
              <a:gd name="connsiteX2" fmla="*/ 2890053 w 2980327"/>
              <a:gd name="connsiteY2" fmla="*/ 145012 h 3690150"/>
              <a:gd name="connsiteX3" fmla="*/ 2980327 w 2980327"/>
              <a:gd name="connsiteY3" fmla="*/ 235286 h 3690150"/>
              <a:gd name="connsiteX4" fmla="*/ 2980327 w 2980327"/>
              <a:gd name="connsiteY4" fmla="*/ 3599876 h 3690150"/>
              <a:gd name="connsiteX5" fmla="*/ 2890053 w 2980327"/>
              <a:gd name="connsiteY5" fmla="*/ 3690150 h 3690150"/>
              <a:gd name="connsiteX6" fmla="*/ 90274 w 2980327"/>
              <a:gd name="connsiteY6" fmla="*/ 3690150 h 3690150"/>
              <a:gd name="connsiteX7" fmla="*/ 0 w 2980327"/>
              <a:gd name="connsiteY7" fmla="*/ 3599876 h 3690150"/>
              <a:gd name="connsiteX8" fmla="*/ 0 w 2980327"/>
              <a:gd name="connsiteY8" fmla="*/ 235286 h 3690150"/>
              <a:gd name="connsiteX9" fmla="*/ 90274 w 2980327"/>
              <a:gd name="connsiteY9" fmla="*/ 145012 h 3690150"/>
              <a:gd name="connsiteX10" fmla="*/ 1362908 w 2980327"/>
              <a:gd name="connsiteY10" fmla="*/ 145012 h 369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327" h="3690150">
                <a:moveTo>
                  <a:pt x="1490163" y="0"/>
                </a:moveTo>
                <a:lnTo>
                  <a:pt x="1617418" y="145012"/>
                </a:lnTo>
                <a:lnTo>
                  <a:pt x="2890053" y="145012"/>
                </a:lnTo>
                <a:cubicBezTo>
                  <a:pt x="2939910" y="145012"/>
                  <a:pt x="2980327" y="185429"/>
                  <a:pt x="2980327" y="235286"/>
                </a:cubicBezTo>
                <a:lnTo>
                  <a:pt x="2980327" y="3599876"/>
                </a:lnTo>
                <a:cubicBezTo>
                  <a:pt x="2980327" y="3649733"/>
                  <a:pt x="2939910" y="3690150"/>
                  <a:pt x="2890053" y="3690150"/>
                </a:cubicBezTo>
                <a:lnTo>
                  <a:pt x="90274" y="3690150"/>
                </a:lnTo>
                <a:cubicBezTo>
                  <a:pt x="40417" y="3690150"/>
                  <a:pt x="0" y="3649733"/>
                  <a:pt x="0" y="3599876"/>
                </a:cubicBezTo>
                <a:lnTo>
                  <a:pt x="0" y="235286"/>
                </a:lnTo>
                <a:cubicBezTo>
                  <a:pt x="0" y="185429"/>
                  <a:pt x="40417" y="145012"/>
                  <a:pt x="90274" y="145012"/>
                </a:cubicBezTo>
                <a:lnTo>
                  <a:pt x="1362908" y="145012"/>
                </a:lnTo>
                <a:close/>
              </a:path>
            </a:pathLst>
          </a:custGeom>
          <a:solidFill>
            <a:srgbClr val="F3F8FF"/>
          </a:solidFill>
          <a:ln w="3175">
            <a:gradFill flip="none" rotWithShape="1"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3" name="lemon9"/>
          <p:cNvSpPr/>
          <p:nvPr/>
        </p:nvSpPr>
        <p:spPr>
          <a:xfrm rot="5400000">
            <a:off x="1911383" y="3675644"/>
            <a:ext cx="794102" cy="3690150"/>
          </a:xfrm>
          <a:custGeom>
            <a:avLst/>
            <a:gdLst>
              <a:gd name="connsiteX0" fmla="*/ 1490163 w 2980327"/>
              <a:gd name="connsiteY0" fmla="*/ 0 h 3690150"/>
              <a:gd name="connsiteX1" fmla="*/ 1617418 w 2980327"/>
              <a:gd name="connsiteY1" fmla="*/ 145012 h 3690150"/>
              <a:gd name="connsiteX2" fmla="*/ 2890053 w 2980327"/>
              <a:gd name="connsiteY2" fmla="*/ 145012 h 3690150"/>
              <a:gd name="connsiteX3" fmla="*/ 2980327 w 2980327"/>
              <a:gd name="connsiteY3" fmla="*/ 235286 h 3690150"/>
              <a:gd name="connsiteX4" fmla="*/ 2980327 w 2980327"/>
              <a:gd name="connsiteY4" fmla="*/ 3599876 h 3690150"/>
              <a:gd name="connsiteX5" fmla="*/ 2890053 w 2980327"/>
              <a:gd name="connsiteY5" fmla="*/ 3690150 h 3690150"/>
              <a:gd name="connsiteX6" fmla="*/ 90274 w 2980327"/>
              <a:gd name="connsiteY6" fmla="*/ 3690150 h 3690150"/>
              <a:gd name="connsiteX7" fmla="*/ 0 w 2980327"/>
              <a:gd name="connsiteY7" fmla="*/ 3599876 h 3690150"/>
              <a:gd name="connsiteX8" fmla="*/ 0 w 2980327"/>
              <a:gd name="connsiteY8" fmla="*/ 235286 h 3690150"/>
              <a:gd name="connsiteX9" fmla="*/ 90274 w 2980327"/>
              <a:gd name="connsiteY9" fmla="*/ 145012 h 3690150"/>
              <a:gd name="connsiteX10" fmla="*/ 1362908 w 2980327"/>
              <a:gd name="connsiteY10" fmla="*/ 145012 h 369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327" h="3690150">
                <a:moveTo>
                  <a:pt x="1490163" y="0"/>
                </a:moveTo>
                <a:lnTo>
                  <a:pt x="1617418" y="145012"/>
                </a:lnTo>
                <a:lnTo>
                  <a:pt x="2890053" y="145012"/>
                </a:lnTo>
                <a:cubicBezTo>
                  <a:pt x="2939910" y="145012"/>
                  <a:pt x="2980327" y="185429"/>
                  <a:pt x="2980327" y="235286"/>
                </a:cubicBezTo>
                <a:lnTo>
                  <a:pt x="2980327" y="3599876"/>
                </a:lnTo>
                <a:cubicBezTo>
                  <a:pt x="2980327" y="3649733"/>
                  <a:pt x="2939910" y="3690150"/>
                  <a:pt x="2890053" y="3690150"/>
                </a:cubicBezTo>
                <a:lnTo>
                  <a:pt x="90274" y="3690150"/>
                </a:lnTo>
                <a:cubicBezTo>
                  <a:pt x="40417" y="3690150"/>
                  <a:pt x="0" y="3649733"/>
                  <a:pt x="0" y="3599876"/>
                </a:cubicBezTo>
                <a:lnTo>
                  <a:pt x="0" y="235286"/>
                </a:lnTo>
                <a:cubicBezTo>
                  <a:pt x="0" y="185429"/>
                  <a:pt x="40417" y="145012"/>
                  <a:pt x="90274" y="145012"/>
                </a:cubicBezTo>
                <a:lnTo>
                  <a:pt x="1362908" y="145012"/>
                </a:lnTo>
                <a:close/>
              </a:path>
            </a:pathLst>
          </a:custGeom>
          <a:solidFill>
            <a:schemeClr val="accent2"/>
          </a:solidFill>
          <a:ln w="3175">
            <a:gradFill flip="none" rotWithShape="1"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lemon10"/>
          <p:cNvSpPr/>
          <p:nvPr/>
        </p:nvSpPr>
        <p:spPr>
          <a:xfrm>
            <a:off x="1003366" y="3438954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近三年销量累计增长达到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lemon11"/>
          <p:cNvSpPr txBox="1"/>
          <p:nvPr/>
        </p:nvSpPr>
        <p:spPr>
          <a:xfrm>
            <a:off x="2327835" y="3234132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82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83" name="lemon12"/>
          <p:cNvSpPr/>
          <p:nvPr/>
        </p:nvSpPr>
        <p:spPr>
          <a:xfrm>
            <a:off x="7931706" y="1298163"/>
            <a:ext cx="3877674" cy="4840035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4" name="lemon13"/>
          <p:cNvSpPr/>
          <p:nvPr/>
        </p:nvSpPr>
        <p:spPr>
          <a:xfrm>
            <a:off x="9965685" y="2676403"/>
            <a:ext cx="1701633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5" name="lemon14"/>
          <p:cNvSpPr/>
          <p:nvPr/>
        </p:nvSpPr>
        <p:spPr>
          <a:xfrm>
            <a:off x="8082787" y="2676403"/>
            <a:ext cx="1711221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lemon15"/>
          <p:cNvSpPr/>
          <p:nvPr/>
        </p:nvSpPr>
        <p:spPr>
          <a:xfrm>
            <a:off x="8082787" y="1423092"/>
            <a:ext cx="3584531" cy="1122552"/>
          </a:xfrm>
          <a:prstGeom prst="roundRect">
            <a:avLst>
              <a:gd name="adj" fmla="val 4378"/>
            </a:avLst>
          </a:prstGeom>
          <a:solidFill>
            <a:schemeClr val="accent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lemon16"/>
          <p:cNvSpPr/>
          <p:nvPr/>
        </p:nvSpPr>
        <p:spPr>
          <a:xfrm>
            <a:off x="8083743" y="2763981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lemon17"/>
          <p:cNvSpPr txBox="1"/>
          <p:nvPr/>
        </p:nvSpPr>
        <p:spPr>
          <a:xfrm>
            <a:off x="8115979" y="3120514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86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90" name="lemon18"/>
          <p:cNvSpPr/>
          <p:nvPr/>
        </p:nvSpPr>
        <p:spPr>
          <a:xfrm>
            <a:off x="9979606" y="2763981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lemon19"/>
          <p:cNvSpPr txBox="1"/>
          <p:nvPr/>
        </p:nvSpPr>
        <p:spPr>
          <a:xfrm>
            <a:off x="10011842" y="3120514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23%</a:t>
            </a:r>
          </a:p>
        </p:txBody>
      </p:sp>
      <p:sp>
        <p:nvSpPr>
          <p:cNvPr id="94" name="lemon20"/>
          <p:cNvSpPr txBox="1"/>
          <p:nvPr/>
        </p:nvSpPr>
        <p:spPr>
          <a:xfrm>
            <a:off x="8294918" y="1466242"/>
            <a:ext cx="3194717" cy="103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年度数据，可以看出用户对于产品品牌的关注更加强烈，头部品牌的用户粘性显著增加。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lemon21"/>
          <p:cNvSpPr/>
          <p:nvPr/>
        </p:nvSpPr>
        <p:spPr>
          <a:xfrm>
            <a:off x="9965685" y="3811185"/>
            <a:ext cx="1701633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lemon22"/>
          <p:cNvSpPr/>
          <p:nvPr/>
        </p:nvSpPr>
        <p:spPr>
          <a:xfrm>
            <a:off x="8082787" y="3811185"/>
            <a:ext cx="1711221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6" name="lemon23"/>
          <p:cNvSpPr/>
          <p:nvPr/>
        </p:nvSpPr>
        <p:spPr>
          <a:xfrm>
            <a:off x="8083743" y="3898763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销量总额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7" name="lemon24"/>
          <p:cNvSpPr txBox="1"/>
          <p:nvPr/>
        </p:nvSpPr>
        <p:spPr>
          <a:xfrm>
            <a:off x="8115979" y="4255296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8" name="lemon25"/>
          <p:cNvSpPr/>
          <p:nvPr/>
        </p:nvSpPr>
        <p:spPr>
          <a:xfrm>
            <a:off x="9979606" y="3898763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利润总额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lemon26"/>
          <p:cNvSpPr txBox="1"/>
          <p:nvPr/>
        </p:nvSpPr>
        <p:spPr>
          <a:xfrm>
            <a:off x="10011842" y="4255296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lemon27"/>
          <p:cNvSpPr/>
          <p:nvPr/>
        </p:nvSpPr>
        <p:spPr>
          <a:xfrm>
            <a:off x="9965685" y="4970830"/>
            <a:ext cx="1701633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lemon28"/>
          <p:cNvSpPr/>
          <p:nvPr/>
        </p:nvSpPr>
        <p:spPr>
          <a:xfrm>
            <a:off x="8082787" y="4970830"/>
            <a:ext cx="1711221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lemon29"/>
          <p:cNvSpPr/>
          <p:nvPr/>
        </p:nvSpPr>
        <p:spPr>
          <a:xfrm>
            <a:off x="8083743" y="5058408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年度预计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3" name="lemon30"/>
          <p:cNvSpPr txBox="1"/>
          <p:nvPr/>
        </p:nvSpPr>
        <p:spPr>
          <a:xfrm>
            <a:off x="8115979" y="5414941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102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14" name="lemon31"/>
          <p:cNvSpPr/>
          <p:nvPr/>
        </p:nvSpPr>
        <p:spPr>
          <a:xfrm>
            <a:off x="9979606" y="5058408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预计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5" name="lemon32"/>
          <p:cNvSpPr txBox="1"/>
          <p:nvPr/>
        </p:nvSpPr>
        <p:spPr>
          <a:xfrm>
            <a:off x="10011842" y="5414941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76%</a:t>
            </a:r>
          </a:p>
        </p:txBody>
      </p:sp>
      <p:sp>
        <p:nvSpPr>
          <p:cNvPr id="116" name="lemon33"/>
          <p:cNvSpPr/>
          <p:nvPr/>
        </p:nvSpPr>
        <p:spPr bwMode="auto">
          <a:xfrm flipH="1">
            <a:off x="5432152" y="982890"/>
            <a:ext cx="1490313" cy="1913648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7" name="lemon34"/>
          <p:cNvSpPr>
            <a:spLocks noChangeArrowheads="1"/>
          </p:cNvSpPr>
          <p:nvPr/>
        </p:nvSpPr>
        <p:spPr bwMode="auto">
          <a:xfrm>
            <a:off x="5657196" y="1332987"/>
            <a:ext cx="112174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100%</a:t>
            </a:r>
            <a:endParaRPr kumimoji="0" lang="ru-RU" altLang="ru-RU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lemon35"/>
          <p:cNvSpPr>
            <a:spLocks noChangeArrowheads="1"/>
          </p:cNvSpPr>
          <p:nvPr/>
        </p:nvSpPr>
        <p:spPr bwMode="auto">
          <a:xfrm>
            <a:off x="5644817" y="1807730"/>
            <a:ext cx="11217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上升趋势</a:t>
            </a:r>
            <a:endParaRPr kumimoji="0" lang="ru-RU" altLang="ru-RU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8" name="lemon36"/>
          <p:cNvSpPr/>
          <p:nvPr/>
        </p:nvSpPr>
        <p:spPr>
          <a:xfrm>
            <a:off x="705310" y="1455226"/>
            <a:ext cx="1446212" cy="142716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9" name="lemon37"/>
          <p:cNvSpPr txBox="1">
            <a:spLocks noChangeArrowheads="1"/>
          </p:cNvSpPr>
          <p:nvPr/>
        </p:nvSpPr>
        <p:spPr bwMode="auto">
          <a:xfrm>
            <a:off x="759285" y="2420426"/>
            <a:ext cx="13382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01</a:t>
            </a:r>
          </a:p>
        </p:txBody>
      </p:sp>
      <p:sp>
        <p:nvSpPr>
          <p:cNvPr id="140" name="lemon38"/>
          <p:cNvSpPr/>
          <p:nvPr/>
        </p:nvSpPr>
        <p:spPr>
          <a:xfrm>
            <a:off x="2330910" y="1455226"/>
            <a:ext cx="1446212" cy="142716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1" name="lemon39"/>
          <p:cNvSpPr txBox="1">
            <a:spLocks noChangeArrowheads="1"/>
          </p:cNvSpPr>
          <p:nvPr/>
        </p:nvSpPr>
        <p:spPr bwMode="auto">
          <a:xfrm>
            <a:off x="2383297" y="2418838"/>
            <a:ext cx="133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02</a:t>
            </a:r>
            <a:endParaRPr kumimoji="0" lang="en-ID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2" name="lemon40"/>
          <p:cNvSpPr txBox="1"/>
          <p:nvPr/>
        </p:nvSpPr>
        <p:spPr>
          <a:xfrm>
            <a:off x="582405" y="5150765"/>
            <a:ext cx="3194717" cy="71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年度数据，可以看出用户对于产品品牌的关注更加强烈。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3" name="lemon41"/>
          <p:cNvSpPr txBox="1"/>
          <p:nvPr/>
        </p:nvSpPr>
        <p:spPr>
          <a:xfrm>
            <a:off x="582405" y="4225808"/>
            <a:ext cx="3341895" cy="71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年度数据，可以看出用户对于产品品牌的关注更加强烈。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145" name="lemon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361" y="1533525"/>
            <a:ext cx="828845" cy="828845"/>
          </a:xfrm>
          <a:prstGeom prst="rect">
            <a:avLst/>
          </a:prstGeom>
        </p:spPr>
      </p:pic>
      <p:pic>
        <p:nvPicPr>
          <p:cNvPr id="147" name="lemon4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6766" y="1582477"/>
            <a:ext cx="753399" cy="753399"/>
          </a:xfrm>
          <a:prstGeom prst="rect">
            <a:avLst/>
          </a:prstGeom>
        </p:spPr>
      </p:pic>
      <p:sp>
        <p:nvSpPr>
          <p:cNvPr id="2" name="lemon44"/>
          <p:cNvSpPr txBox="1"/>
          <p:nvPr/>
        </p:nvSpPr>
        <p:spPr>
          <a:xfrm>
            <a:off x="5622882" y="4076464"/>
            <a:ext cx="1108849" cy="464679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02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45"/>
          <p:cNvSpPr txBox="1"/>
          <p:nvPr/>
        </p:nvSpPr>
        <p:spPr>
          <a:xfrm>
            <a:off x="5572441" y="4831308"/>
            <a:ext cx="1108849" cy="464679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03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46"/>
          <p:cNvSpPr txBox="1"/>
          <p:nvPr/>
        </p:nvSpPr>
        <p:spPr>
          <a:xfrm>
            <a:off x="5611481" y="5606023"/>
            <a:ext cx="1108849" cy="464679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04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8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lemon1"/>
          <p:cNvSpPr/>
          <p:nvPr/>
        </p:nvSpPr>
        <p:spPr>
          <a:xfrm>
            <a:off x="578086" y="1042988"/>
            <a:ext cx="5779111" cy="5313767"/>
          </a:xfrm>
          <a:prstGeom prst="roundRect">
            <a:avLst>
              <a:gd name="adj" fmla="val 1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" name="lemon2"/>
          <p:cNvSpPr/>
          <p:nvPr/>
        </p:nvSpPr>
        <p:spPr>
          <a:xfrm>
            <a:off x="1020819" y="1917165"/>
            <a:ext cx="4283245" cy="428324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3"/>
          <p:cNvSpPr/>
          <p:nvPr/>
        </p:nvSpPr>
        <p:spPr>
          <a:xfrm>
            <a:off x="1220205" y="2568090"/>
            <a:ext cx="3584828" cy="358482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4"/>
          <p:cNvSpPr/>
          <p:nvPr/>
        </p:nvSpPr>
        <p:spPr>
          <a:xfrm>
            <a:off x="1523575" y="3476372"/>
            <a:ext cx="2571198" cy="2571198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7" name="lemon5"/>
          <p:cNvCxnSpPr/>
          <p:nvPr/>
        </p:nvCxnSpPr>
        <p:spPr>
          <a:xfrm>
            <a:off x="1020819" y="1683162"/>
            <a:ext cx="0" cy="2403463"/>
          </a:xfrm>
          <a:prstGeom prst="lin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lemon6"/>
          <p:cNvCxnSpPr/>
          <p:nvPr/>
        </p:nvCxnSpPr>
        <p:spPr>
          <a:xfrm flipH="1">
            <a:off x="3058724" y="6200411"/>
            <a:ext cx="2797180" cy="0"/>
          </a:xfrm>
          <a:prstGeom prst="lin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lemon7"/>
          <p:cNvSpPr/>
          <p:nvPr/>
        </p:nvSpPr>
        <p:spPr>
          <a:xfrm rot="5400000">
            <a:off x="5833440" y="6154090"/>
            <a:ext cx="111876" cy="964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lemon8"/>
          <p:cNvSpPr/>
          <p:nvPr/>
        </p:nvSpPr>
        <p:spPr>
          <a:xfrm>
            <a:off x="964880" y="1683162"/>
            <a:ext cx="111876" cy="964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1" name="lemon9"/>
          <p:cNvGrpSpPr/>
          <p:nvPr/>
        </p:nvGrpSpPr>
        <p:grpSpPr>
          <a:xfrm>
            <a:off x="3896676" y="2401819"/>
            <a:ext cx="1297530" cy="104653"/>
            <a:chOff x="3086353" y="2566988"/>
            <a:chExt cx="1003810" cy="80963"/>
          </a:xfrm>
        </p:grpSpPr>
        <p:cxnSp>
          <p:nvCxnSpPr>
            <p:cNvPr id="12" name="lemon9-1"/>
            <p:cNvCxnSpPr/>
            <p:nvPr/>
          </p:nvCxnSpPr>
          <p:spPr>
            <a:xfrm>
              <a:off x="3210560" y="2607469"/>
              <a:ext cx="817473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" name="组合 12"/>
            <p:cNvGrpSpPr/>
            <p:nvPr/>
          </p:nvGrpSpPr>
          <p:grpSpPr>
            <a:xfrm>
              <a:off x="3086353" y="2566988"/>
              <a:ext cx="1003810" cy="80963"/>
              <a:chOff x="3086353" y="2566988"/>
              <a:chExt cx="1003810" cy="80963"/>
            </a:xfrm>
          </p:grpSpPr>
          <p:sp>
            <p:nvSpPr>
              <p:cNvPr id="14" name="lemon9-2"/>
              <p:cNvSpPr/>
              <p:nvPr/>
            </p:nvSpPr>
            <p:spPr>
              <a:xfrm>
                <a:off x="4009200" y="2566988"/>
                <a:ext cx="80963" cy="8096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5" name="lemon9-3"/>
              <p:cNvSpPr/>
              <p:nvPr/>
            </p:nvSpPr>
            <p:spPr>
              <a:xfrm>
                <a:off x="3086353" y="2566988"/>
                <a:ext cx="80963" cy="8096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sp>
        <p:nvSpPr>
          <p:cNvPr id="16" name="lemon10"/>
          <p:cNvSpPr txBox="1"/>
          <p:nvPr/>
        </p:nvSpPr>
        <p:spPr>
          <a:xfrm>
            <a:off x="5221499" y="22822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详情</a:t>
            </a:r>
          </a:p>
        </p:txBody>
      </p:sp>
      <p:sp>
        <p:nvSpPr>
          <p:cNvPr id="17" name="lemon11"/>
          <p:cNvSpPr txBox="1"/>
          <p:nvPr/>
        </p:nvSpPr>
        <p:spPr>
          <a:xfrm>
            <a:off x="3150573" y="2316529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事件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8" name="lemon12"/>
          <p:cNvGrpSpPr/>
          <p:nvPr/>
        </p:nvGrpSpPr>
        <p:grpSpPr>
          <a:xfrm>
            <a:off x="3672280" y="3174438"/>
            <a:ext cx="1736439" cy="104653"/>
            <a:chOff x="2831689" y="2566988"/>
            <a:chExt cx="1343364" cy="80963"/>
          </a:xfrm>
        </p:grpSpPr>
        <p:cxnSp>
          <p:nvCxnSpPr>
            <p:cNvPr id="19" name="lemon12-1"/>
            <p:cNvCxnSpPr>
              <a:stCxn id="22" idx="6"/>
            </p:cNvCxnSpPr>
            <p:nvPr/>
          </p:nvCxnSpPr>
          <p:spPr>
            <a:xfrm flipV="1">
              <a:off x="2912652" y="2607469"/>
              <a:ext cx="1191629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0" name="组合 19"/>
            <p:cNvGrpSpPr/>
            <p:nvPr/>
          </p:nvGrpSpPr>
          <p:grpSpPr>
            <a:xfrm>
              <a:off x="2831689" y="2566988"/>
              <a:ext cx="1343364" cy="80963"/>
              <a:chOff x="2831689" y="2566988"/>
              <a:chExt cx="1343364" cy="80963"/>
            </a:xfrm>
          </p:grpSpPr>
          <p:sp>
            <p:nvSpPr>
              <p:cNvPr id="21" name="lemon12-2"/>
              <p:cNvSpPr/>
              <p:nvPr/>
            </p:nvSpPr>
            <p:spPr>
              <a:xfrm>
                <a:off x="4094090" y="2566988"/>
                <a:ext cx="80963" cy="8096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2" name="lemon12-3"/>
              <p:cNvSpPr/>
              <p:nvPr/>
            </p:nvSpPr>
            <p:spPr>
              <a:xfrm>
                <a:off x="2831689" y="2566988"/>
                <a:ext cx="80963" cy="8096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sp>
        <p:nvSpPr>
          <p:cNvPr id="23" name="lemon13"/>
          <p:cNvSpPr txBox="1"/>
          <p:nvPr/>
        </p:nvSpPr>
        <p:spPr>
          <a:xfrm>
            <a:off x="5435119" y="3072875"/>
            <a:ext cx="577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详情</a:t>
            </a:r>
          </a:p>
        </p:txBody>
      </p:sp>
      <p:sp>
        <p:nvSpPr>
          <p:cNvPr id="24" name="lemon14"/>
          <p:cNvSpPr txBox="1"/>
          <p:nvPr/>
        </p:nvSpPr>
        <p:spPr>
          <a:xfrm>
            <a:off x="2809174" y="30581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事件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5" name="lemon15"/>
          <p:cNvCxnSpPr/>
          <p:nvPr/>
        </p:nvCxnSpPr>
        <p:spPr>
          <a:xfrm>
            <a:off x="3699590" y="4621683"/>
            <a:ext cx="1509445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6" name="lemon16"/>
          <p:cNvGrpSpPr/>
          <p:nvPr/>
        </p:nvGrpSpPr>
        <p:grpSpPr>
          <a:xfrm>
            <a:off x="3549440" y="4569357"/>
            <a:ext cx="1751074" cy="104653"/>
            <a:chOff x="2951956" y="3961689"/>
            <a:chExt cx="1354686" cy="80963"/>
          </a:xfrm>
        </p:grpSpPr>
        <p:sp>
          <p:nvSpPr>
            <p:cNvPr id="27" name="lemon16-1"/>
            <p:cNvSpPr/>
            <p:nvPr/>
          </p:nvSpPr>
          <p:spPr>
            <a:xfrm>
              <a:off x="4225679" y="3961689"/>
              <a:ext cx="80963" cy="8096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lemon16-2"/>
            <p:cNvSpPr/>
            <p:nvPr/>
          </p:nvSpPr>
          <p:spPr>
            <a:xfrm>
              <a:off x="2951956" y="3961689"/>
              <a:ext cx="80963" cy="8096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9" name="lemon17"/>
          <p:cNvSpPr txBox="1"/>
          <p:nvPr/>
        </p:nvSpPr>
        <p:spPr>
          <a:xfrm>
            <a:off x="5279332" y="44385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详情</a:t>
            </a:r>
          </a:p>
        </p:txBody>
      </p:sp>
      <p:sp>
        <p:nvSpPr>
          <p:cNvPr id="30" name="lemon18"/>
          <p:cNvSpPr txBox="1"/>
          <p:nvPr/>
        </p:nvSpPr>
        <p:spPr>
          <a:xfrm>
            <a:off x="5165903" y="5746638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易用性</a:t>
            </a:r>
          </a:p>
        </p:txBody>
      </p:sp>
      <p:sp>
        <p:nvSpPr>
          <p:cNvPr id="31" name="lemon19"/>
          <p:cNvSpPr txBox="1"/>
          <p:nvPr/>
        </p:nvSpPr>
        <p:spPr>
          <a:xfrm>
            <a:off x="1194907" y="1573307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复杂性</a:t>
            </a:r>
          </a:p>
        </p:txBody>
      </p:sp>
      <p:sp>
        <p:nvSpPr>
          <p:cNvPr id="32" name="lemon20"/>
          <p:cNvSpPr txBox="1"/>
          <p:nvPr/>
        </p:nvSpPr>
        <p:spPr>
          <a:xfrm>
            <a:off x="2311087" y="4213002"/>
            <a:ext cx="768055" cy="362869"/>
          </a:xfrm>
          <a:prstGeom prst="rect">
            <a:avLst/>
          </a:prstGeom>
          <a:noFill/>
          <a:effectLst/>
        </p:spPr>
        <p:txBody>
          <a:bodyPr wrap="none" lIns="85039" tIns="42520" rIns="85039" bIns="4252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事件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21"/>
          <p:cNvSpPr/>
          <p:nvPr/>
        </p:nvSpPr>
        <p:spPr>
          <a:xfrm>
            <a:off x="1833103" y="4547635"/>
            <a:ext cx="1386381" cy="1386381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lemon22"/>
          <p:cNvSpPr/>
          <p:nvPr/>
        </p:nvSpPr>
        <p:spPr>
          <a:xfrm>
            <a:off x="6550465" y="1042988"/>
            <a:ext cx="5175369" cy="2386013"/>
          </a:xfrm>
          <a:prstGeom prst="roundRect">
            <a:avLst>
              <a:gd name="adj" fmla="val 1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23"/>
          <p:cNvSpPr txBox="1"/>
          <p:nvPr/>
        </p:nvSpPr>
        <p:spPr>
          <a:xfrm>
            <a:off x="6743991" y="1183825"/>
            <a:ext cx="3240819" cy="359073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年工作开展详情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lemon24"/>
          <p:cNvSpPr txBox="1"/>
          <p:nvPr/>
        </p:nvSpPr>
        <p:spPr>
          <a:xfrm>
            <a:off x="1972828" y="5217773"/>
            <a:ext cx="864236" cy="362869"/>
          </a:xfrm>
          <a:prstGeom prst="rect">
            <a:avLst/>
          </a:prstGeom>
          <a:noFill/>
          <a:effectLst/>
        </p:spPr>
        <p:txBody>
          <a:bodyPr wrap="none" lIns="85039" tIns="42520" rIns="85039" bIns="4252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核心点</a:t>
            </a:r>
          </a:p>
        </p:txBody>
      </p:sp>
      <p:sp>
        <p:nvSpPr>
          <p:cNvPr id="47" name="lemon25"/>
          <p:cNvSpPr/>
          <p:nvPr/>
        </p:nvSpPr>
        <p:spPr>
          <a:xfrm>
            <a:off x="6794123" y="2806391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lemon26"/>
          <p:cNvSpPr txBox="1"/>
          <p:nvPr/>
        </p:nvSpPr>
        <p:spPr>
          <a:xfrm>
            <a:off x="6922861" y="2758239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</a:p>
        </p:txBody>
      </p:sp>
      <p:sp>
        <p:nvSpPr>
          <p:cNvPr id="49" name="lemon27"/>
          <p:cNvSpPr/>
          <p:nvPr/>
        </p:nvSpPr>
        <p:spPr>
          <a:xfrm>
            <a:off x="8435438" y="2810731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28"/>
          <p:cNvSpPr txBox="1"/>
          <p:nvPr/>
        </p:nvSpPr>
        <p:spPr>
          <a:xfrm>
            <a:off x="8564176" y="2762579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</a:p>
        </p:txBody>
      </p:sp>
      <p:sp>
        <p:nvSpPr>
          <p:cNvPr id="51" name="lemon29"/>
          <p:cNvSpPr/>
          <p:nvPr/>
        </p:nvSpPr>
        <p:spPr>
          <a:xfrm>
            <a:off x="10129907" y="2810731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30"/>
          <p:cNvSpPr txBox="1"/>
          <p:nvPr/>
        </p:nvSpPr>
        <p:spPr>
          <a:xfrm>
            <a:off x="10258645" y="2762579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03</a:t>
            </a:r>
          </a:p>
        </p:txBody>
      </p:sp>
      <p:sp>
        <p:nvSpPr>
          <p:cNvPr id="53" name="lemon31"/>
          <p:cNvSpPr/>
          <p:nvPr/>
        </p:nvSpPr>
        <p:spPr>
          <a:xfrm>
            <a:off x="6749881" y="1660964"/>
            <a:ext cx="4748316" cy="9535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32"/>
          <p:cNvSpPr txBox="1"/>
          <p:nvPr/>
        </p:nvSpPr>
        <p:spPr>
          <a:xfrm>
            <a:off x="6813648" y="1704641"/>
            <a:ext cx="4613110" cy="829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33"/>
          <p:cNvSpPr/>
          <p:nvPr/>
        </p:nvSpPr>
        <p:spPr>
          <a:xfrm rot="4699266">
            <a:off x="3805892" y="1515147"/>
            <a:ext cx="390873" cy="920767"/>
          </a:xfrm>
          <a:custGeom>
            <a:avLst/>
            <a:gdLst>
              <a:gd name="connsiteX0" fmla="*/ 0 w 187287"/>
              <a:gd name="connsiteY0" fmla="*/ 0 h 334179"/>
              <a:gd name="connsiteX1" fmla="*/ 7345 w 187287"/>
              <a:gd name="connsiteY1" fmla="*/ 124858 h 334179"/>
              <a:gd name="connsiteX2" fmla="*/ 22034 w 187287"/>
              <a:gd name="connsiteY2" fmla="*/ 150564 h 334179"/>
              <a:gd name="connsiteX3" fmla="*/ 36723 w 187287"/>
              <a:gd name="connsiteY3" fmla="*/ 183615 h 334179"/>
              <a:gd name="connsiteX4" fmla="*/ 66101 w 187287"/>
              <a:gd name="connsiteY4" fmla="*/ 231355 h 334179"/>
              <a:gd name="connsiteX5" fmla="*/ 84463 w 187287"/>
              <a:gd name="connsiteY5" fmla="*/ 257061 h 334179"/>
              <a:gd name="connsiteX6" fmla="*/ 128530 w 187287"/>
              <a:gd name="connsiteY6" fmla="*/ 293783 h 334179"/>
              <a:gd name="connsiteX7" fmla="*/ 165253 w 187287"/>
              <a:gd name="connsiteY7" fmla="*/ 323162 h 334179"/>
              <a:gd name="connsiteX8" fmla="*/ 176270 w 187287"/>
              <a:gd name="connsiteY8" fmla="*/ 326834 h 334179"/>
              <a:gd name="connsiteX9" fmla="*/ 187287 w 187287"/>
              <a:gd name="connsiteY9" fmla="*/ 334179 h 33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287" h="334179">
                <a:moveTo>
                  <a:pt x="0" y="0"/>
                </a:moveTo>
                <a:cubicBezTo>
                  <a:pt x="2448" y="41619"/>
                  <a:pt x="1308" y="83606"/>
                  <a:pt x="7345" y="124858"/>
                </a:cubicBezTo>
                <a:cubicBezTo>
                  <a:pt x="8774" y="134623"/>
                  <a:pt x="17621" y="141737"/>
                  <a:pt x="22034" y="150564"/>
                </a:cubicBezTo>
                <a:cubicBezTo>
                  <a:pt x="27426" y="161347"/>
                  <a:pt x="31590" y="172706"/>
                  <a:pt x="36723" y="183615"/>
                </a:cubicBezTo>
                <a:cubicBezTo>
                  <a:pt x="55207" y="222895"/>
                  <a:pt x="44365" y="202374"/>
                  <a:pt x="66101" y="231355"/>
                </a:cubicBezTo>
                <a:cubicBezTo>
                  <a:pt x="72419" y="239779"/>
                  <a:pt x="77017" y="249615"/>
                  <a:pt x="84463" y="257061"/>
                </a:cubicBezTo>
                <a:cubicBezTo>
                  <a:pt x="97983" y="270581"/>
                  <a:pt x="115010" y="280262"/>
                  <a:pt x="128530" y="293783"/>
                </a:cubicBezTo>
                <a:cubicBezTo>
                  <a:pt x="138559" y="303813"/>
                  <a:pt x="151354" y="318529"/>
                  <a:pt x="165253" y="323162"/>
                </a:cubicBezTo>
                <a:lnTo>
                  <a:pt x="176270" y="326834"/>
                </a:lnTo>
                <a:lnTo>
                  <a:pt x="187287" y="334179"/>
                </a:lnTo>
              </a:path>
            </a:pathLst>
          </a:custGeom>
          <a:noFill/>
          <a:ln w="25400">
            <a:solidFill>
              <a:schemeClr val="accent1"/>
            </a:solidFill>
            <a:prstDash val="sysDot"/>
            <a:headEnd type="stealth" w="lg" len="lg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lemon34"/>
          <p:cNvSpPr/>
          <p:nvPr/>
        </p:nvSpPr>
        <p:spPr>
          <a:xfrm>
            <a:off x="6550464" y="3634652"/>
            <a:ext cx="5175369" cy="2722102"/>
          </a:xfrm>
          <a:prstGeom prst="roundRect">
            <a:avLst>
              <a:gd name="adj" fmla="val 1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60" name="lemon35"/>
          <p:cNvGraphicFramePr/>
          <p:nvPr/>
        </p:nvGraphicFramePr>
        <p:xfrm>
          <a:off x="6877404" y="4246288"/>
          <a:ext cx="4620793" cy="2110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lemon36"/>
          <p:cNvSpPr txBox="1"/>
          <p:nvPr/>
        </p:nvSpPr>
        <p:spPr>
          <a:xfrm>
            <a:off x="6851275" y="3681454"/>
            <a:ext cx="1783050" cy="51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每月销量数据</a:t>
            </a:r>
          </a:p>
        </p:txBody>
      </p:sp>
      <p:sp>
        <p:nvSpPr>
          <p:cNvPr id="64" name="lemon37"/>
          <p:cNvSpPr txBox="1"/>
          <p:nvPr/>
        </p:nvSpPr>
        <p:spPr>
          <a:xfrm>
            <a:off x="3441206" y="1325719"/>
            <a:ext cx="1721695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整体实现上升趋势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5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lemon1"/>
          <p:cNvSpPr/>
          <p:nvPr/>
        </p:nvSpPr>
        <p:spPr>
          <a:xfrm>
            <a:off x="1760057" y="2489781"/>
            <a:ext cx="2834209" cy="231751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4" name="lemon2"/>
          <p:cNvGrpSpPr/>
          <p:nvPr/>
        </p:nvGrpSpPr>
        <p:grpSpPr>
          <a:xfrm>
            <a:off x="670092" y="1257295"/>
            <a:ext cx="5014893" cy="5014893"/>
            <a:chOff x="5948710" y="581095"/>
            <a:chExt cx="5700898" cy="5700898"/>
          </a:xfrm>
        </p:grpSpPr>
        <p:sp>
          <p:nvSpPr>
            <p:cNvPr id="9" name="lemon2-1"/>
            <p:cNvSpPr/>
            <p:nvPr/>
          </p:nvSpPr>
          <p:spPr>
            <a:xfrm>
              <a:off x="6813777" y="1521875"/>
              <a:ext cx="4013200" cy="3281572"/>
            </a:xfrm>
            <a:prstGeom prst="triangle">
              <a:avLst/>
            </a:prstGeom>
            <a:solidFill>
              <a:schemeClr val="accent2">
                <a:lumMod val="7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" name="lemon2-2"/>
            <p:cNvSpPr/>
            <p:nvPr/>
          </p:nvSpPr>
          <p:spPr>
            <a:xfrm>
              <a:off x="6197135" y="810036"/>
              <a:ext cx="5230312" cy="5212678"/>
            </a:xfrm>
            <a:prstGeom prst="donut">
              <a:avLst>
                <a:gd name="adj" fmla="val 11478"/>
              </a:avLst>
            </a:prstGeom>
            <a:solidFill>
              <a:schemeClr val="accent1">
                <a:alpha val="27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" name="lemon2-3"/>
            <p:cNvSpPr txBox="1"/>
            <p:nvPr/>
          </p:nvSpPr>
          <p:spPr>
            <a:xfrm rot="21153533">
              <a:off x="6350903" y="1028700"/>
              <a:ext cx="4855270" cy="4739904"/>
            </a:xfrm>
            <a:prstGeom prst="rect">
              <a:avLst/>
            </a:prstGeom>
            <a:noFill/>
          </p:spPr>
          <p:txBody>
            <a:bodyPr spcFirstLastPara="1" wrap="none" numCol="1">
              <a:prstTxWarp prst="textArchDown">
                <a:avLst>
                  <a:gd name="adj" fmla="val 3219578"/>
                </a:avLst>
              </a:prstTxWarp>
              <a:spAutoFit/>
            </a:bodyPr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年第二阶段目标</a:t>
              </a:r>
            </a:p>
          </p:txBody>
        </p:sp>
        <p:sp>
          <p:nvSpPr>
            <p:cNvPr id="6" name="lemon2-4"/>
            <p:cNvSpPr txBox="1"/>
            <p:nvPr/>
          </p:nvSpPr>
          <p:spPr>
            <a:xfrm rot="716088">
              <a:off x="6569232" y="1232268"/>
              <a:ext cx="4568316" cy="4459769"/>
            </a:xfrm>
            <a:prstGeom prst="rect">
              <a:avLst/>
            </a:prstGeom>
            <a:noFill/>
          </p:spPr>
          <p:txBody>
            <a:bodyPr wrap="none">
              <a:prstTxWarp prst="textArchUp">
                <a:avLst>
                  <a:gd name="adj" fmla="val 9962982"/>
                </a:avLst>
              </a:prstTxWarp>
              <a:spAutoFit/>
            </a:bodyPr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年第一阶段目标</a:t>
              </a:r>
            </a:p>
          </p:txBody>
        </p:sp>
        <p:sp>
          <p:nvSpPr>
            <p:cNvPr id="7" name="lemon2-5"/>
            <p:cNvSpPr txBox="1"/>
            <p:nvPr/>
          </p:nvSpPr>
          <p:spPr>
            <a:xfrm rot="326674">
              <a:off x="6556153" y="1209671"/>
              <a:ext cx="4568316" cy="4459768"/>
            </a:xfrm>
            <a:prstGeom prst="rect">
              <a:avLst/>
            </a:prstGeom>
            <a:noFill/>
          </p:spPr>
          <p:txBody>
            <a:bodyPr spcFirstLastPara="1" wrap="none" numCol="1">
              <a:prstTxWarp prst="textArchUp">
                <a:avLst>
                  <a:gd name="adj" fmla="val 17704363"/>
                </a:avLst>
              </a:prstTxWarp>
              <a:spAutoFit/>
            </a:bodyPr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年度第三阶段目标</a:t>
              </a:r>
            </a:p>
          </p:txBody>
        </p:sp>
        <p:sp>
          <p:nvSpPr>
            <p:cNvPr id="8" name="lemon2-6"/>
            <p:cNvSpPr/>
            <p:nvPr/>
          </p:nvSpPr>
          <p:spPr>
            <a:xfrm>
              <a:off x="6737627" y="1427919"/>
              <a:ext cx="4114798" cy="4114798"/>
            </a:xfrm>
            <a:prstGeom prst="arc">
              <a:avLst>
                <a:gd name="adj1" fmla="val 17509309"/>
                <a:gd name="adj2" fmla="val 549231"/>
              </a:avLst>
            </a:prstGeom>
            <a:ln w="25400">
              <a:solidFill>
                <a:schemeClr val="accent2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" name="lemon2-7"/>
            <p:cNvSpPr/>
            <p:nvPr/>
          </p:nvSpPr>
          <p:spPr>
            <a:xfrm>
              <a:off x="8179536" y="890023"/>
              <a:ext cx="1281682" cy="12816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" name="lemon2-8"/>
            <p:cNvSpPr txBox="1"/>
            <p:nvPr/>
          </p:nvSpPr>
          <p:spPr>
            <a:xfrm>
              <a:off x="8385470" y="1068152"/>
              <a:ext cx="909685" cy="9446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成本</a:t>
              </a:r>
              <a:b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</a:b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下降</a:t>
              </a:r>
            </a:p>
          </p:txBody>
        </p:sp>
        <p:sp>
          <p:nvSpPr>
            <p:cNvPr id="12" name="lemon2-9"/>
            <p:cNvSpPr/>
            <p:nvPr/>
          </p:nvSpPr>
          <p:spPr>
            <a:xfrm>
              <a:off x="6533362" y="3966885"/>
              <a:ext cx="1281682" cy="12816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" name="lemon2-10"/>
            <p:cNvSpPr/>
            <p:nvPr/>
          </p:nvSpPr>
          <p:spPr>
            <a:xfrm>
              <a:off x="9806767" y="3966885"/>
              <a:ext cx="1281682" cy="12816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6" name="lemon2-11"/>
            <p:cNvSpPr/>
            <p:nvPr/>
          </p:nvSpPr>
          <p:spPr>
            <a:xfrm>
              <a:off x="6746077" y="1293021"/>
              <a:ext cx="4114798" cy="4114798"/>
            </a:xfrm>
            <a:prstGeom prst="arc">
              <a:avLst>
                <a:gd name="adj1" fmla="val 3461466"/>
                <a:gd name="adj2" fmla="val 7200351"/>
              </a:avLst>
            </a:prstGeom>
            <a:ln w="25400">
              <a:solidFill>
                <a:schemeClr val="accent2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7" name="lemon2-12"/>
            <p:cNvSpPr/>
            <p:nvPr/>
          </p:nvSpPr>
          <p:spPr>
            <a:xfrm>
              <a:off x="6796783" y="1385664"/>
              <a:ext cx="4114798" cy="4114798"/>
            </a:xfrm>
            <a:prstGeom prst="arc">
              <a:avLst>
                <a:gd name="adj1" fmla="val 10065424"/>
                <a:gd name="adj2" fmla="val 14778797"/>
              </a:avLst>
            </a:prstGeom>
            <a:ln w="25400">
              <a:solidFill>
                <a:schemeClr val="accent2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" name="lemon2-13"/>
            <p:cNvSpPr txBox="1"/>
            <p:nvPr/>
          </p:nvSpPr>
          <p:spPr>
            <a:xfrm>
              <a:off x="7965083" y="3140994"/>
              <a:ext cx="1710589" cy="734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目标实现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闭环</a:t>
              </a:r>
            </a:p>
          </p:txBody>
        </p:sp>
        <p:sp>
          <p:nvSpPr>
            <p:cNvPr id="22" name="lemon2-14"/>
            <p:cNvSpPr/>
            <p:nvPr/>
          </p:nvSpPr>
          <p:spPr>
            <a:xfrm>
              <a:off x="5948710" y="581095"/>
              <a:ext cx="5700898" cy="5700898"/>
            </a:xfrm>
            <a:prstGeom prst="ellipse">
              <a:avLst/>
            </a:prstGeom>
            <a:noFill/>
            <a:ln w="9525">
              <a:solidFill>
                <a:schemeClr val="accent1">
                  <a:alpha val="38743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5" name="lemon3"/>
          <p:cNvSpPr txBox="1"/>
          <p:nvPr/>
        </p:nvSpPr>
        <p:spPr>
          <a:xfrm>
            <a:off x="4212663" y="4465378"/>
            <a:ext cx="80022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利润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</a:t>
            </a:r>
          </a:p>
        </p:txBody>
      </p:sp>
      <p:sp>
        <p:nvSpPr>
          <p:cNvPr id="26" name="lemon4"/>
          <p:cNvSpPr txBox="1"/>
          <p:nvPr/>
        </p:nvSpPr>
        <p:spPr>
          <a:xfrm>
            <a:off x="1348439" y="4465378"/>
            <a:ext cx="80022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</a:t>
            </a:r>
          </a:p>
        </p:txBody>
      </p:sp>
      <p:sp>
        <p:nvSpPr>
          <p:cNvPr id="2" name="lemon5"/>
          <p:cNvSpPr/>
          <p:nvPr/>
        </p:nvSpPr>
        <p:spPr>
          <a:xfrm>
            <a:off x="5959365" y="1604122"/>
            <a:ext cx="418224" cy="4314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9" extrusionOk="0">
                <a:moveTo>
                  <a:pt x="13" y="21588"/>
                </a:moveTo>
                <a:lnTo>
                  <a:pt x="9790" y="21588"/>
                </a:lnTo>
                <a:cubicBezTo>
                  <a:pt x="11407" y="21600"/>
                  <a:pt x="12989" y="21530"/>
                  <a:pt x="14123" y="21397"/>
                </a:cubicBezTo>
                <a:cubicBezTo>
                  <a:pt x="15046" y="21289"/>
                  <a:pt x="15601" y="21146"/>
                  <a:pt x="15687" y="20995"/>
                </a:cubicBezTo>
                <a:lnTo>
                  <a:pt x="15687" y="11471"/>
                </a:lnTo>
                <a:cubicBezTo>
                  <a:pt x="15796" y="11297"/>
                  <a:pt x="16391" y="11131"/>
                  <a:pt x="17382" y="10999"/>
                </a:cubicBezTo>
                <a:cubicBezTo>
                  <a:pt x="18467" y="10854"/>
                  <a:pt x="19960" y="10758"/>
                  <a:pt x="21600" y="10727"/>
                </a:cubicBezTo>
                <a:cubicBezTo>
                  <a:pt x="20179" y="10723"/>
                  <a:pt x="18813" y="10662"/>
                  <a:pt x="17740" y="10554"/>
                </a:cubicBezTo>
                <a:cubicBezTo>
                  <a:pt x="16383" y="10419"/>
                  <a:pt x="15606" y="10222"/>
                  <a:pt x="15613" y="10015"/>
                </a:cubicBezTo>
                <a:lnTo>
                  <a:pt x="15613" y="643"/>
                </a:lnTo>
                <a:cubicBezTo>
                  <a:pt x="15656" y="477"/>
                  <a:pt x="15122" y="315"/>
                  <a:pt x="14129" y="195"/>
                </a:cubicBezTo>
                <a:cubicBezTo>
                  <a:pt x="13138" y="74"/>
                  <a:pt x="11771" y="4"/>
                  <a:pt x="10330" y="0"/>
                </a:cubicBezTo>
                <a:lnTo>
                  <a:pt x="0" y="0"/>
                </a:lnTo>
              </a:path>
            </a:pathLst>
          </a:custGeom>
          <a:ln w="25400">
            <a:solidFill>
              <a:schemeClr val="accent2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6"/>
          <p:cNvSpPr/>
          <p:nvPr/>
        </p:nvSpPr>
        <p:spPr>
          <a:xfrm>
            <a:off x="6779620" y="1217817"/>
            <a:ext cx="5014893" cy="2608023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7"/>
          <p:cNvSpPr/>
          <p:nvPr/>
        </p:nvSpPr>
        <p:spPr>
          <a:xfrm>
            <a:off x="6768820" y="1210069"/>
            <a:ext cx="5047003" cy="44926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品牌是专有的品牌</a:t>
            </a:r>
            <a:endParaRPr kumimoji="0" lang="en-ID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8"/>
          <p:cNvSpPr txBox="1">
            <a:spLocks noChangeArrowheads="1"/>
          </p:cNvSpPr>
          <p:nvPr/>
        </p:nvSpPr>
        <p:spPr bwMode="auto">
          <a:xfrm>
            <a:off x="7176834" y="1831998"/>
            <a:ext cx="10917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ID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任务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  <a:endParaRPr kumimoji="0" lang="en-ID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3" name="lemon9"/>
          <p:cNvCxnSpPr/>
          <p:nvPr/>
        </p:nvCxnSpPr>
        <p:spPr>
          <a:xfrm>
            <a:off x="9325534" y="1867741"/>
            <a:ext cx="0" cy="769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emon10"/>
          <p:cNvSpPr txBox="1">
            <a:spLocks noChangeArrowheads="1"/>
          </p:cNvSpPr>
          <p:nvPr/>
        </p:nvSpPr>
        <p:spPr bwMode="auto">
          <a:xfrm>
            <a:off x="9588164" y="1826181"/>
            <a:ext cx="10917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目标任务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  <a:endParaRPr kumimoji="0" lang="en-ID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lemon11"/>
          <p:cNvSpPr txBox="1">
            <a:spLocks noChangeArrowheads="1"/>
          </p:cNvSpPr>
          <p:nvPr/>
        </p:nvSpPr>
        <p:spPr bwMode="auto">
          <a:xfrm>
            <a:off x="7170182" y="2102344"/>
            <a:ext cx="1934773" cy="62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Regular" panose="020B0500000000000000" pitchFamily="34" charset="-122"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lemon12"/>
          <p:cNvSpPr txBox="1">
            <a:spLocks noChangeArrowheads="1"/>
          </p:cNvSpPr>
          <p:nvPr/>
        </p:nvSpPr>
        <p:spPr bwMode="auto">
          <a:xfrm>
            <a:off x="9588164" y="2102295"/>
            <a:ext cx="1978459" cy="62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Regular" panose="020B0500000000000000" pitchFamily="34" charset="-122"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lemon13"/>
          <p:cNvSpPr txBox="1">
            <a:spLocks noChangeArrowheads="1"/>
          </p:cNvSpPr>
          <p:nvPr/>
        </p:nvSpPr>
        <p:spPr bwMode="auto">
          <a:xfrm>
            <a:off x="7183486" y="2787390"/>
            <a:ext cx="10917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ID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任务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  <a:endParaRPr kumimoji="0" lang="en-ID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2" name="lemon14"/>
          <p:cNvCxnSpPr/>
          <p:nvPr/>
        </p:nvCxnSpPr>
        <p:spPr>
          <a:xfrm>
            <a:off x="9332186" y="2823133"/>
            <a:ext cx="0" cy="769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lemon15"/>
          <p:cNvSpPr txBox="1">
            <a:spLocks noChangeArrowheads="1"/>
          </p:cNvSpPr>
          <p:nvPr/>
        </p:nvSpPr>
        <p:spPr bwMode="auto">
          <a:xfrm>
            <a:off x="9594816" y="2781573"/>
            <a:ext cx="10917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目标任务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  <a:endParaRPr kumimoji="0" lang="en-ID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16"/>
          <p:cNvSpPr txBox="1">
            <a:spLocks noChangeArrowheads="1"/>
          </p:cNvSpPr>
          <p:nvPr/>
        </p:nvSpPr>
        <p:spPr bwMode="auto">
          <a:xfrm>
            <a:off x="7176834" y="3057736"/>
            <a:ext cx="1934773" cy="62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Regular" panose="020B0500000000000000" pitchFamily="34" charset="-122"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17"/>
          <p:cNvSpPr txBox="1">
            <a:spLocks noChangeArrowheads="1"/>
          </p:cNvSpPr>
          <p:nvPr/>
        </p:nvSpPr>
        <p:spPr bwMode="auto">
          <a:xfrm>
            <a:off x="9594816" y="3057687"/>
            <a:ext cx="1978459" cy="62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Regular" panose="020B0500000000000000" pitchFamily="34" charset="-122"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18"/>
          <p:cNvSpPr/>
          <p:nvPr/>
        </p:nvSpPr>
        <p:spPr>
          <a:xfrm>
            <a:off x="6768820" y="3949165"/>
            <a:ext cx="5014893" cy="2323023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lemon19"/>
          <p:cNvSpPr/>
          <p:nvPr/>
        </p:nvSpPr>
        <p:spPr>
          <a:xfrm>
            <a:off x="9005100" y="4093017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20"/>
          <p:cNvSpPr txBox="1"/>
          <p:nvPr/>
        </p:nvSpPr>
        <p:spPr>
          <a:xfrm>
            <a:off x="9109454" y="4044865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</a:p>
        </p:txBody>
      </p:sp>
      <p:sp>
        <p:nvSpPr>
          <p:cNvPr id="39" name="lemon21"/>
          <p:cNvSpPr/>
          <p:nvPr/>
        </p:nvSpPr>
        <p:spPr>
          <a:xfrm>
            <a:off x="9011341" y="4549739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lemon22"/>
          <p:cNvSpPr txBox="1"/>
          <p:nvPr/>
        </p:nvSpPr>
        <p:spPr>
          <a:xfrm>
            <a:off x="9115695" y="4501587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</a:p>
        </p:txBody>
      </p:sp>
      <p:sp>
        <p:nvSpPr>
          <p:cNvPr id="41" name="lemon23"/>
          <p:cNvSpPr/>
          <p:nvPr/>
        </p:nvSpPr>
        <p:spPr>
          <a:xfrm>
            <a:off x="9005100" y="5006461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24"/>
          <p:cNvSpPr txBox="1"/>
          <p:nvPr/>
        </p:nvSpPr>
        <p:spPr>
          <a:xfrm>
            <a:off x="9121646" y="4958309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03</a:t>
            </a:r>
          </a:p>
        </p:txBody>
      </p:sp>
      <p:sp>
        <p:nvSpPr>
          <p:cNvPr id="43" name="lemon25"/>
          <p:cNvSpPr/>
          <p:nvPr/>
        </p:nvSpPr>
        <p:spPr>
          <a:xfrm>
            <a:off x="6908124" y="4079470"/>
            <a:ext cx="1972235" cy="1732211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lemon26"/>
          <p:cNvSpPr txBox="1"/>
          <p:nvPr/>
        </p:nvSpPr>
        <p:spPr>
          <a:xfrm>
            <a:off x="6993433" y="4182707"/>
            <a:ext cx="1744728" cy="159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年，在公司营收、销量方面来看，服饰、生活用品、娱乐设施、美食、日常出行以及阅读学习成为本年度销量的有力增长点。</a:t>
            </a:r>
          </a:p>
        </p:txBody>
      </p:sp>
      <p:sp>
        <p:nvSpPr>
          <p:cNvPr id="45" name="lemon27"/>
          <p:cNvSpPr/>
          <p:nvPr/>
        </p:nvSpPr>
        <p:spPr>
          <a:xfrm>
            <a:off x="9008150" y="5475432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28"/>
          <p:cNvSpPr txBox="1"/>
          <p:nvPr/>
        </p:nvSpPr>
        <p:spPr>
          <a:xfrm>
            <a:off x="9124696" y="5427280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04</a:t>
            </a:r>
          </a:p>
        </p:txBody>
      </p:sp>
      <p:sp>
        <p:nvSpPr>
          <p:cNvPr id="47" name="lemon29"/>
          <p:cNvSpPr/>
          <p:nvPr/>
        </p:nvSpPr>
        <p:spPr>
          <a:xfrm>
            <a:off x="10346932" y="4095585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lemon30"/>
          <p:cNvSpPr txBox="1"/>
          <p:nvPr/>
        </p:nvSpPr>
        <p:spPr>
          <a:xfrm>
            <a:off x="10451286" y="4047433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05</a:t>
            </a:r>
          </a:p>
        </p:txBody>
      </p:sp>
      <p:sp>
        <p:nvSpPr>
          <p:cNvPr id="49" name="lemon31"/>
          <p:cNvSpPr/>
          <p:nvPr/>
        </p:nvSpPr>
        <p:spPr>
          <a:xfrm>
            <a:off x="10353173" y="4552307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32"/>
          <p:cNvSpPr txBox="1"/>
          <p:nvPr/>
        </p:nvSpPr>
        <p:spPr>
          <a:xfrm>
            <a:off x="10457527" y="4504155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06</a:t>
            </a:r>
          </a:p>
        </p:txBody>
      </p:sp>
      <p:sp>
        <p:nvSpPr>
          <p:cNvPr id="51" name="lemon33"/>
          <p:cNvSpPr/>
          <p:nvPr/>
        </p:nvSpPr>
        <p:spPr>
          <a:xfrm>
            <a:off x="10346932" y="5009029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34"/>
          <p:cNvSpPr txBox="1"/>
          <p:nvPr/>
        </p:nvSpPr>
        <p:spPr>
          <a:xfrm>
            <a:off x="10463478" y="4960877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07</a:t>
            </a:r>
          </a:p>
        </p:txBody>
      </p:sp>
      <p:sp>
        <p:nvSpPr>
          <p:cNvPr id="53" name="lemon35"/>
          <p:cNvSpPr/>
          <p:nvPr/>
        </p:nvSpPr>
        <p:spPr>
          <a:xfrm>
            <a:off x="10349982" y="5478000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lemon36"/>
          <p:cNvSpPr txBox="1"/>
          <p:nvPr/>
        </p:nvSpPr>
        <p:spPr>
          <a:xfrm>
            <a:off x="10466528" y="5429848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08</a:t>
            </a:r>
          </a:p>
        </p:txBody>
      </p:sp>
      <p:sp>
        <p:nvSpPr>
          <p:cNvPr id="55" name="lemon37"/>
          <p:cNvSpPr txBox="1">
            <a:spLocks noChangeArrowheads="1"/>
          </p:cNvSpPr>
          <p:nvPr/>
        </p:nvSpPr>
        <p:spPr bwMode="auto">
          <a:xfrm>
            <a:off x="6903981" y="5913985"/>
            <a:ext cx="4843105" cy="26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Regular" panose="020B0500000000000000" pitchFamily="34" charset="-122"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56" name="lemon38"/>
          <p:cNvCxnSpPr/>
          <p:nvPr/>
        </p:nvCxnSpPr>
        <p:spPr>
          <a:xfrm flipV="1">
            <a:off x="3185007" y="2807896"/>
            <a:ext cx="0" cy="621104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lemon39"/>
          <p:cNvCxnSpPr/>
          <p:nvPr/>
        </p:nvCxnSpPr>
        <p:spPr>
          <a:xfrm>
            <a:off x="3546996" y="4191720"/>
            <a:ext cx="467065" cy="309867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lemon40"/>
          <p:cNvCxnSpPr/>
          <p:nvPr/>
        </p:nvCxnSpPr>
        <p:spPr>
          <a:xfrm flipH="1">
            <a:off x="2261087" y="4168987"/>
            <a:ext cx="508470" cy="33260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20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mon1"/>
          <p:cNvSpPr/>
          <p:nvPr/>
        </p:nvSpPr>
        <p:spPr>
          <a:xfrm>
            <a:off x="578086" y="1066800"/>
            <a:ext cx="7422914" cy="5289955"/>
          </a:xfrm>
          <a:prstGeom prst="roundRect">
            <a:avLst>
              <a:gd name="adj" fmla="val 1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2"/>
          <p:cNvSpPr/>
          <p:nvPr/>
        </p:nvSpPr>
        <p:spPr>
          <a:xfrm>
            <a:off x="1467435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lemon3"/>
          <p:cNvSpPr/>
          <p:nvPr/>
        </p:nvSpPr>
        <p:spPr>
          <a:xfrm>
            <a:off x="1838389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4"/>
          <p:cNvSpPr/>
          <p:nvPr/>
        </p:nvSpPr>
        <p:spPr>
          <a:xfrm>
            <a:off x="2209343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5"/>
          <p:cNvSpPr/>
          <p:nvPr/>
        </p:nvSpPr>
        <p:spPr>
          <a:xfrm>
            <a:off x="2580297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6"/>
          <p:cNvSpPr/>
          <p:nvPr/>
        </p:nvSpPr>
        <p:spPr>
          <a:xfrm>
            <a:off x="2951251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7"/>
          <p:cNvSpPr/>
          <p:nvPr/>
        </p:nvSpPr>
        <p:spPr>
          <a:xfrm>
            <a:off x="3322205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8"/>
          <p:cNvSpPr/>
          <p:nvPr/>
        </p:nvSpPr>
        <p:spPr>
          <a:xfrm>
            <a:off x="3693159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9"/>
          <p:cNvSpPr/>
          <p:nvPr/>
        </p:nvSpPr>
        <p:spPr>
          <a:xfrm>
            <a:off x="4064113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10"/>
          <p:cNvSpPr/>
          <p:nvPr/>
        </p:nvSpPr>
        <p:spPr>
          <a:xfrm>
            <a:off x="4435067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11"/>
          <p:cNvSpPr/>
          <p:nvPr/>
        </p:nvSpPr>
        <p:spPr>
          <a:xfrm>
            <a:off x="4806021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lemon12"/>
          <p:cNvSpPr/>
          <p:nvPr/>
        </p:nvSpPr>
        <p:spPr>
          <a:xfrm>
            <a:off x="5176975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lemon13"/>
          <p:cNvSpPr/>
          <p:nvPr/>
        </p:nvSpPr>
        <p:spPr>
          <a:xfrm>
            <a:off x="5547929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lemon14"/>
          <p:cNvSpPr/>
          <p:nvPr/>
        </p:nvSpPr>
        <p:spPr>
          <a:xfrm>
            <a:off x="5918883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15"/>
          <p:cNvSpPr/>
          <p:nvPr/>
        </p:nvSpPr>
        <p:spPr>
          <a:xfrm>
            <a:off x="6289837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lemon16"/>
          <p:cNvSpPr/>
          <p:nvPr/>
        </p:nvSpPr>
        <p:spPr>
          <a:xfrm>
            <a:off x="6660791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17"/>
          <p:cNvSpPr/>
          <p:nvPr/>
        </p:nvSpPr>
        <p:spPr>
          <a:xfrm>
            <a:off x="7402700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lemon18"/>
          <p:cNvSpPr/>
          <p:nvPr/>
        </p:nvSpPr>
        <p:spPr>
          <a:xfrm>
            <a:off x="7031745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4" name="lemon19"/>
          <p:cNvGraphicFramePr/>
          <p:nvPr/>
        </p:nvGraphicFramePr>
        <p:xfrm>
          <a:off x="886874" y="2013047"/>
          <a:ext cx="6956546" cy="4123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lemon20"/>
          <p:cNvSpPr/>
          <p:nvPr/>
        </p:nvSpPr>
        <p:spPr>
          <a:xfrm rot="18414420" flipV="1">
            <a:off x="2237642" y="2642807"/>
            <a:ext cx="4255011" cy="2216546"/>
          </a:xfrm>
          <a:prstGeom prst="swooshArrow">
            <a:avLst>
              <a:gd name="adj1" fmla="val 19500"/>
              <a:gd name="adj2" fmla="val 25000"/>
            </a:avLst>
          </a:prstGeom>
          <a:solidFill>
            <a:schemeClr val="accent1"/>
          </a:solidFill>
          <a:effectLst>
            <a:outerShdw blurRad="177800" dist="165100" dir="5400000" sx="95000" sy="95000" algn="t" rotWithShape="0">
              <a:srgbClr val="FAE3D1">
                <a:alpha val="30000"/>
              </a:srgb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21"/>
          <p:cNvSpPr/>
          <p:nvPr/>
        </p:nvSpPr>
        <p:spPr bwMode="auto">
          <a:xfrm>
            <a:off x="2251570" y="1837433"/>
            <a:ext cx="1490313" cy="1913648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22"/>
          <p:cNvSpPr>
            <a:spLocks noChangeArrowheads="1"/>
          </p:cNvSpPr>
          <p:nvPr/>
        </p:nvSpPr>
        <p:spPr bwMode="auto">
          <a:xfrm>
            <a:off x="2476614" y="2187530"/>
            <a:ext cx="112174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100%</a:t>
            </a:r>
            <a:endParaRPr kumimoji="0" lang="ru-RU" altLang="ru-RU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23"/>
          <p:cNvSpPr>
            <a:spLocks noChangeArrowheads="1"/>
          </p:cNvSpPr>
          <p:nvPr/>
        </p:nvSpPr>
        <p:spPr bwMode="auto">
          <a:xfrm>
            <a:off x="2464235" y="2696140"/>
            <a:ext cx="11217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实现目标</a:t>
            </a:r>
            <a:endParaRPr kumimoji="0" lang="ru-RU" altLang="ru-RU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lemon24"/>
          <p:cNvSpPr txBox="1"/>
          <p:nvPr/>
        </p:nvSpPr>
        <p:spPr>
          <a:xfrm>
            <a:off x="2413992" y="1232743"/>
            <a:ext cx="4758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2020-2024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年销量增长情况</a:t>
            </a:r>
          </a:p>
        </p:txBody>
      </p:sp>
      <p:sp>
        <p:nvSpPr>
          <p:cNvPr id="2" name="lemon25"/>
          <p:cNvSpPr/>
          <p:nvPr/>
        </p:nvSpPr>
        <p:spPr>
          <a:xfrm>
            <a:off x="8364847" y="1106930"/>
            <a:ext cx="3335158" cy="1270629"/>
          </a:xfrm>
          <a:custGeom>
            <a:avLst/>
            <a:gdLst>
              <a:gd name="connsiteX0" fmla="*/ 719138 w 9429750"/>
              <a:gd name="connsiteY0" fmla="*/ 2190750 h 2591431"/>
              <a:gd name="connsiteX1" fmla="*/ 1245965 w 9429750"/>
              <a:gd name="connsiteY1" fmla="*/ 2190750 h 2591431"/>
              <a:gd name="connsiteX2" fmla="*/ 1309021 w 9429750"/>
              <a:gd name="connsiteY2" fmla="*/ 2235803 h 2591431"/>
              <a:gd name="connsiteX3" fmla="*/ 1649921 w 9429750"/>
              <a:gd name="connsiteY3" fmla="*/ 2584037 h 2591431"/>
              <a:gd name="connsiteX4" fmla="*/ 1739703 w 9429750"/>
              <a:gd name="connsiteY4" fmla="*/ 2555234 h 2591431"/>
              <a:gd name="connsiteX5" fmla="*/ 1744409 w 9429750"/>
              <a:gd name="connsiteY5" fmla="*/ 2506028 h 2591431"/>
              <a:gd name="connsiteX6" fmla="*/ 1874139 w 9429750"/>
              <a:gd name="connsiteY6" fmla="*/ 2195417 h 2591431"/>
              <a:gd name="connsiteX7" fmla="*/ 1898618 w 9429750"/>
              <a:gd name="connsiteY7" fmla="*/ 2190750 h 2591431"/>
              <a:gd name="connsiteX8" fmla="*/ 8710612 w 9429750"/>
              <a:gd name="connsiteY8" fmla="*/ 2190750 h 2591431"/>
              <a:gd name="connsiteX9" fmla="*/ 9429750 w 9429750"/>
              <a:gd name="connsiteY9" fmla="*/ 1471613 h 2591431"/>
              <a:gd name="connsiteX10" fmla="*/ 9429750 w 9429750"/>
              <a:gd name="connsiteY10" fmla="*/ 719138 h 2591431"/>
              <a:gd name="connsiteX11" fmla="*/ 8710612 w 9429750"/>
              <a:gd name="connsiteY11" fmla="*/ 0 h 2591431"/>
              <a:gd name="connsiteX12" fmla="*/ 719138 w 9429750"/>
              <a:gd name="connsiteY12" fmla="*/ 0 h 2591431"/>
              <a:gd name="connsiteX13" fmla="*/ 0 w 9429750"/>
              <a:gd name="connsiteY13" fmla="*/ 719138 h 2591431"/>
              <a:gd name="connsiteX14" fmla="*/ 0 w 9429750"/>
              <a:gd name="connsiteY14" fmla="*/ 1471613 h 2591431"/>
              <a:gd name="connsiteX15" fmla="*/ 719138 w 9429750"/>
              <a:gd name="connsiteY15" fmla="*/ 2190750 h 259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429750" h="2591431">
                <a:moveTo>
                  <a:pt x="719138" y="2190750"/>
                </a:moveTo>
                <a:lnTo>
                  <a:pt x="1245965" y="2190750"/>
                </a:lnTo>
                <a:cubicBezTo>
                  <a:pt x="1274445" y="2190760"/>
                  <a:pt x="1299782" y="2208857"/>
                  <a:pt x="1309021" y="2235803"/>
                </a:cubicBezTo>
                <a:cubicBezTo>
                  <a:pt x="1372362" y="2413064"/>
                  <a:pt x="1528096" y="2522791"/>
                  <a:pt x="1649921" y="2584037"/>
                </a:cubicBezTo>
                <a:cubicBezTo>
                  <a:pt x="1682668" y="2600878"/>
                  <a:pt x="1722863" y="2587981"/>
                  <a:pt x="1739703" y="2555234"/>
                </a:cubicBezTo>
                <a:cubicBezTo>
                  <a:pt x="1747523" y="2540041"/>
                  <a:pt x="1749209" y="2522430"/>
                  <a:pt x="1744409" y="2506028"/>
                </a:cubicBezTo>
                <a:cubicBezTo>
                  <a:pt x="1712500" y="2400300"/>
                  <a:pt x="1710785" y="2262950"/>
                  <a:pt x="1874139" y="2195417"/>
                </a:cubicBezTo>
                <a:cubicBezTo>
                  <a:pt x="1881912" y="2192255"/>
                  <a:pt x="1890227" y="2190664"/>
                  <a:pt x="1898618" y="2190750"/>
                </a:cubicBezTo>
                <a:lnTo>
                  <a:pt x="8710612" y="2190750"/>
                </a:lnTo>
                <a:cubicBezTo>
                  <a:pt x="9107786" y="2190750"/>
                  <a:pt x="9429750" y="1868777"/>
                  <a:pt x="9429750" y="1471613"/>
                </a:cubicBezTo>
                <a:lnTo>
                  <a:pt x="9429750" y="719138"/>
                </a:lnTo>
                <a:cubicBezTo>
                  <a:pt x="9429750" y="321969"/>
                  <a:pt x="9107786" y="0"/>
                  <a:pt x="8710612" y="0"/>
                </a:cubicBezTo>
                <a:lnTo>
                  <a:pt x="719138" y="0"/>
                </a:lnTo>
                <a:cubicBezTo>
                  <a:pt x="321969" y="0"/>
                  <a:pt x="0" y="321969"/>
                  <a:pt x="0" y="719138"/>
                </a:cubicBezTo>
                <a:lnTo>
                  <a:pt x="0" y="1471613"/>
                </a:lnTo>
                <a:cubicBezTo>
                  <a:pt x="0" y="1868777"/>
                  <a:pt x="321969" y="2190750"/>
                  <a:pt x="719138" y="219075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26"/>
          <p:cNvSpPr/>
          <p:nvPr/>
        </p:nvSpPr>
        <p:spPr>
          <a:xfrm>
            <a:off x="8259510" y="2606530"/>
            <a:ext cx="3454136" cy="3750225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lemon27"/>
          <p:cNvSpPr txBox="1"/>
          <p:nvPr/>
        </p:nvSpPr>
        <p:spPr>
          <a:xfrm>
            <a:off x="8549433" y="5118217"/>
            <a:ext cx="2942090" cy="104458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>
              <a:defRPr sz="18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</a:p>
        </p:txBody>
      </p:sp>
      <p:graphicFrame>
        <p:nvGraphicFramePr>
          <p:cNvPr id="33" name="lemon28"/>
          <p:cNvGraphicFramePr/>
          <p:nvPr/>
        </p:nvGraphicFramePr>
        <p:xfrm>
          <a:off x="7773655" y="3120102"/>
          <a:ext cx="3140162" cy="2093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lemon29"/>
          <p:cNvSpPr txBox="1"/>
          <p:nvPr/>
        </p:nvSpPr>
        <p:spPr>
          <a:xfrm>
            <a:off x="8869119" y="2723548"/>
            <a:ext cx="2422560" cy="4650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>
              <a:defRPr sz="18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年销量构成情况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30"/>
          <p:cNvSpPr txBox="1"/>
          <p:nvPr/>
        </p:nvSpPr>
        <p:spPr>
          <a:xfrm>
            <a:off x="8836660" y="1268730"/>
            <a:ext cx="26600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平台各项业务数据表现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31"/>
          <p:cNvSpPr txBox="1"/>
          <p:nvPr/>
        </p:nvSpPr>
        <p:spPr>
          <a:xfrm>
            <a:off x="10270956" y="3524442"/>
            <a:ext cx="1289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96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37" name="lemon32"/>
          <p:cNvSpPr txBox="1"/>
          <p:nvPr/>
        </p:nvSpPr>
        <p:spPr>
          <a:xfrm>
            <a:off x="10380960" y="4281336"/>
            <a:ext cx="1108080" cy="43018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>
              <a:defRPr sz="18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销量增长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29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mon1"/>
          <p:cNvSpPr/>
          <p:nvPr/>
        </p:nvSpPr>
        <p:spPr>
          <a:xfrm>
            <a:off x="5709399" y="2191614"/>
            <a:ext cx="4317121" cy="4198739"/>
          </a:xfrm>
          <a:prstGeom prst="donut">
            <a:avLst>
              <a:gd name="adj" fmla="val 41264"/>
            </a:avLst>
          </a:prstGeom>
          <a:solidFill>
            <a:schemeClr val="accent2">
              <a:lumMod val="20000"/>
              <a:lumOff val="80000"/>
              <a:alpha val="40000"/>
            </a:schemeClr>
          </a:solidFill>
          <a:ln w="15875">
            <a:gradFill flip="none" rotWithShape="1">
              <a:gsLst>
                <a:gs pos="0">
                  <a:schemeClr val="accent2"/>
                </a:gs>
                <a:gs pos="99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2"/>
          <p:cNvSpPr/>
          <p:nvPr/>
        </p:nvSpPr>
        <p:spPr>
          <a:xfrm>
            <a:off x="2498014" y="2186608"/>
            <a:ext cx="4317121" cy="4198739"/>
          </a:xfrm>
          <a:prstGeom prst="donut">
            <a:avLst>
              <a:gd name="adj" fmla="val 47295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5875">
            <a:gradFill flip="none" rotWithShape="1">
              <a:gsLst>
                <a:gs pos="0">
                  <a:schemeClr val="accent1"/>
                </a:gs>
                <a:gs pos="99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3"/>
          <p:cNvSpPr/>
          <p:nvPr/>
        </p:nvSpPr>
        <p:spPr>
          <a:xfrm>
            <a:off x="8728052" y="2923294"/>
            <a:ext cx="1458043" cy="1386593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0" y="1432560"/>
                </a:moveTo>
                <a:lnTo>
                  <a:pt x="233948" y="1432560"/>
                </a:lnTo>
                <a:cubicBezTo>
                  <a:pt x="432668" y="1432560"/>
                  <a:pt x="593948" y="1271280"/>
                  <a:pt x="593948" y="1072560"/>
                </a:cubicBezTo>
                <a:lnTo>
                  <a:pt x="593948" y="360000"/>
                </a:lnTo>
                <a:cubicBezTo>
                  <a:pt x="593948" y="161280"/>
                  <a:pt x="755228" y="0"/>
                  <a:pt x="953948" y="0"/>
                </a:cubicBezTo>
                <a:lnTo>
                  <a:pt x="1465072" y="0"/>
                </a:lnTo>
              </a:path>
            </a:pathLst>
          </a:custGeom>
          <a:noFill/>
          <a:ln w="146050" cap="rnd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4"/>
          <p:cNvSpPr/>
          <p:nvPr/>
        </p:nvSpPr>
        <p:spPr>
          <a:xfrm>
            <a:off x="8728052" y="4315817"/>
            <a:ext cx="1458043" cy="1386593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0" y="0"/>
                </a:moveTo>
                <a:lnTo>
                  <a:pt x="233948" y="0"/>
                </a:lnTo>
                <a:cubicBezTo>
                  <a:pt x="432668" y="0"/>
                  <a:pt x="593948" y="161280"/>
                  <a:pt x="593948" y="360000"/>
                </a:cubicBezTo>
                <a:lnTo>
                  <a:pt x="593948" y="1072560"/>
                </a:lnTo>
                <a:cubicBezTo>
                  <a:pt x="593948" y="1271280"/>
                  <a:pt x="755228" y="1432560"/>
                  <a:pt x="953948" y="1432560"/>
                </a:cubicBezTo>
                <a:lnTo>
                  <a:pt x="1465072" y="1432560"/>
                </a:lnTo>
              </a:path>
            </a:pathLst>
          </a:custGeom>
          <a:noFill/>
          <a:ln w="146050" cap="rnd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5"/>
          <p:cNvSpPr/>
          <p:nvPr/>
        </p:nvSpPr>
        <p:spPr>
          <a:xfrm>
            <a:off x="2314462" y="2923294"/>
            <a:ext cx="1458043" cy="1386593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1465072" y="1432560"/>
                </a:moveTo>
                <a:lnTo>
                  <a:pt x="1231124" y="1432560"/>
                </a:lnTo>
                <a:cubicBezTo>
                  <a:pt x="1032404" y="1432560"/>
                  <a:pt x="871124" y="1271280"/>
                  <a:pt x="871124" y="1072560"/>
                </a:cubicBezTo>
                <a:lnTo>
                  <a:pt x="871124" y="360000"/>
                </a:lnTo>
                <a:cubicBezTo>
                  <a:pt x="871124" y="161280"/>
                  <a:pt x="709844" y="0"/>
                  <a:pt x="511124" y="0"/>
                </a:cubicBezTo>
                <a:lnTo>
                  <a:pt x="0" y="0"/>
                </a:lnTo>
              </a:path>
            </a:pathLst>
          </a:custGeom>
          <a:noFill/>
          <a:ln w="146050" cap="rnd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lemon6"/>
          <p:cNvSpPr/>
          <p:nvPr/>
        </p:nvSpPr>
        <p:spPr>
          <a:xfrm>
            <a:off x="2314462" y="4315817"/>
            <a:ext cx="1458043" cy="1386593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1465072" y="0"/>
                </a:moveTo>
                <a:lnTo>
                  <a:pt x="1231124" y="0"/>
                </a:lnTo>
                <a:cubicBezTo>
                  <a:pt x="1032404" y="0"/>
                  <a:pt x="871124" y="161280"/>
                  <a:pt x="871124" y="360000"/>
                </a:cubicBezTo>
                <a:lnTo>
                  <a:pt x="871124" y="1072560"/>
                </a:lnTo>
                <a:cubicBezTo>
                  <a:pt x="871124" y="1271280"/>
                  <a:pt x="709844" y="1432560"/>
                  <a:pt x="511124" y="1432560"/>
                </a:cubicBezTo>
                <a:lnTo>
                  <a:pt x="0" y="1432560"/>
                </a:lnTo>
              </a:path>
            </a:pathLst>
          </a:custGeom>
          <a:noFill/>
          <a:ln w="146050" cap="rnd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7"/>
          <p:cNvSpPr/>
          <p:nvPr/>
        </p:nvSpPr>
        <p:spPr>
          <a:xfrm>
            <a:off x="9768645" y="2666676"/>
            <a:ext cx="1614972" cy="484769"/>
          </a:xfrm>
          <a:prstGeom prst="roundRect">
            <a:avLst>
              <a:gd name="adj" fmla="val 2089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8"/>
          <p:cNvSpPr txBox="1"/>
          <p:nvPr/>
        </p:nvSpPr>
        <p:spPr>
          <a:xfrm>
            <a:off x="9914260" y="2715425"/>
            <a:ext cx="1323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9"/>
          <p:cNvSpPr/>
          <p:nvPr/>
        </p:nvSpPr>
        <p:spPr>
          <a:xfrm>
            <a:off x="9768645" y="5465925"/>
            <a:ext cx="1614972" cy="484769"/>
          </a:xfrm>
          <a:prstGeom prst="roundRect">
            <a:avLst>
              <a:gd name="adj" fmla="val 2089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10"/>
          <p:cNvSpPr txBox="1"/>
          <p:nvPr/>
        </p:nvSpPr>
        <p:spPr>
          <a:xfrm>
            <a:off x="9960736" y="5514674"/>
            <a:ext cx="1230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4000">
                      <a:schemeClr val="accent2"/>
                    </a:gs>
                    <a:gs pos="100000">
                      <a:schemeClr val="accent3"/>
                    </a:gs>
                  </a:gsLst>
                  <a:path path="circle">
                    <a:fillToRect r="100000" b="100000"/>
                  </a:path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lemon11"/>
          <p:cNvSpPr/>
          <p:nvPr/>
        </p:nvSpPr>
        <p:spPr>
          <a:xfrm>
            <a:off x="1023905" y="2666676"/>
            <a:ext cx="1614972" cy="484769"/>
          </a:xfrm>
          <a:prstGeom prst="roundRect">
            <a:avLst>
              <a:gd name="adj" fmla="val 2618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lemon12"/>
          <p:cNvSpPr txBox="1"/>
          <p:nvPr/>
        </p:nvSpPr>
        <p:spPr>
          <a:xfrm>
            <a:off x="1169520" y="2715425"/>
            <a:ext cx="1323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lemon13"/>
          <p:cNvSpPr/>
          <p:nvPr/>
        </p:nvSpPr>
        <p:spPr>
          <a:xfrm>
            <a:off x="1023905" y="5465925"/>
            <a:ext cx="1614972" cy="484769"/>
          </a:xfrm>
          <a:prstGeom prst="roundRect">
            <a:avLst>
              <a:gd name="adj" fmla="val 31478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14"/>
          <p:cNvSpPr txBox="1"/>
          <p:nvPr/>
        </p:nvSpPr>
        <p:spPr>
          <a:xfrm>
            <a:off x="1215996" y="5514674"/>
            <a:ext cx="1230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4000">
                      <a:schemeClr val="accent2"/>
                    </a:gs>
                    <a:gs pos="100000">
                      <a:schemeClr val="accent3"/>
                    </a:gs>
                  </a:gsLst>
                  <a:path path="circle">
                    <a:fillToRect r="100000" b="100000"/>
                  </a:path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15"/>
          <p:cNvSpPr/>
          <p:nvPr/>
        </p:nvSpPr>
        <p:spPr>
          <a:xfrm>
            <a:off x="3576408" y="3258750"/>
            <a:ext cx="2159077" cy="209987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317500" dir="2700000" sx="92000" sy="92000" algn="t" rotWithShape="0">
              <a:schemeClr val="accent1">
                <a:lumMod val="75000"/>
                <a:alpha val="5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lemon16"/>
          <p:cNvSpPr/>
          <p:nvPr/>
        </p:nvSpPr>
        <p:spPr>
          <a:xfrm>
            <a:off x="6798486" y="3258749"/>
            <a:ext cx="2116518" cy="209987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317500" dir="2700000" sx="92000" sy="92000" algn="t" rotWithShape="0">
              <a:schemeClr val="accent3">
                <a:lumMod val="75000"/>
                <a:alpha val="5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lemon17"/>
          <p:cNvSpPr txBox="1"/>
          <p:nvPr/>
        </p:nvSpPr>
        <p:spPr>
          <a:xfrm>
            <a:off x="3893193" y="3906520"/>
            <a:ext cx="1525507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第一部分内容</a:t>
            </a:r>
          </a:p>
        </p:txBody>
      </p:sp>
      <p:sp>
        <p:nvSpPr>
          <p:cNvPr id="29" name="lemon18"/>
          <p:cNvSpPr txBox="1"/>
          <p:nvPr/>
        </p:nvSpPr>
        <p:spPr>
          <a:xfrm>
            <a:off x="7044686" y="3906520"/>
            <a:ext cx="1624119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第二部分内容</a:t>
            </a:r>
          </a:p>
        </p:txBody>
      </p:sp>
      <p:sp>
        <p:nvSpPr>
          <p:cNvPr id="34" name="lemon19"/>
          <p:cNvSpPr/>
          <p:nvPr/>
        </p:nvSpPr>
        <p:spPr>
          <a:xfrm>
            <a:off x="4760098" y="2499298"/>
            <a:ext cx="3080758" cy="2996293"/>
          </a:xfrm>
          <a:prstGeom prst="arc">
            <a:avLst>
              <a:gd name="adj1" fmla="val 13324381"/>
              <a:gd name="adj2" fmla="val 18820625"/>
            </a:avLst>
          </a:prstGeom>
          <a:ln w="31750">
            <a:gradFill>
              <a:gsLst>
                <a:gs pos="0">
                  <a:schemeClr val="accent1">
                    <a:lumMod val="75000"/>
                    <a:alpha val="9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20"/>
          <p:cNvSpPr/>
          <p:nvPr/>
        </p:nvSpPr>
        <p:spPr>
          <a:xfrm flipV="1">
            <a:off x="4829835" y="2962019"/>
            <a:ext cx="3080758" cy="2996293"/>
          </a:xfrm>
          <a:prstGeom prst="arc">
            <a:avLst>
              <a:gd name="adj1" fmla="val 13399366"/>
              <a:gd name="adj2" fmla="val 19037619"/>
            </a:avLst>
          </a:prstGeom>
          <a:ln w="31750">
            <a:gradFill>
              <a:gsLst>
                <a:gs pos="97000">
                  <a:schemeClr val="accent2">
                    <a:alpha val="0"/>
                  </a:schemeClr>
                </a:gs>
                <a:gs pos="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21"/>
          <p:cNvSpPr/>
          <p:nvPr/>
        </p:nvSpPr>
        <p:spPr>
          <a:xfrm rot="2609116" flipH="1">
            <a:off x="7316829" y="2842433"/>
            <a:ext cx="181962" cy="10909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lemon22"/>
          <p:cNvSpPr/>
          <p:nvPr/>
        </p:nvSpPr>
        <p:spPr>
          <a:xfrm rot="13529785" flipH="1">
            <a:off x="5136601" y="5459097"/>
            <a:ext cx="176972" cy="11217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23"/>
          <p:cNvSpPr/>
          <p:nvPr/>
        </p:nvSpPr>
        <p:spPr>
          <a:xfrm>
            <a:off x="706501" y="994563"/>
            <a:ext cx="10999343" cy="814592"/>
          </a:xfrm>
          <a:prstGeom prst="roundRect">
            <a:avLst>
              <a:gd name="adj" fmla="val 674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24"/>
          <p:cNvSpPr txBox="1"/>
          <p:nvPr/>
        </p:nvSpPr>
        <p:spPr>
          <a:xfrm>
            <a:off x="1387445" y="1131107"/>
            <a:ext cx="12247828" cy="429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41" name="lemon25"/>
          <p:cNvGrpSpPr/>
          <p:nvPr/>
        </p:nvGrpSpPr>
        <p:grpSpPr>
          <a:xfrm>
            <a:off x="486155" y="1181795"/>
            <a:ext cx="487947" cy="487947"/>
            <a:chOff x="5734988" y="949771"/>
            <a:chExt cx="347205" cy="347205"/>
          </a:xfrm>
        </p:grpSpPr>
        <p:sp>
          <p:nvSpPr>
            <p:cNvPr id="42" name="lemon25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3" name="lemon25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45" name="lemon26"/>
          <p:cNvSpPr/>
          <p:nvPr/>
        </p:nvSpPr>
        <p:spPr>
          <a:xfrm>
            <a:off x="9556001" y="3834376"/>
            <a:ext cx="2311619" cy="763334"/>
          </a:xfrm>
          <a:prstGeom prst="wedgeRoundRectCallout">
            <a:avLst>
              <a:gd name="adj1" fmla="val -1328"/>
              <a:gd name="adj2" fmla="val -129743"/>
              <a:gd name="adj3" fmla="val 16667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27"/>
          <p:cNvSpPr txBox="1"/>
          <p:nvPr/>
        </p:nvSpPr>
        <p:spPr>
          <a:xfrm>
            <a:off x="9641937" y="3902606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lemon28"/>
          <p:cNvSpPr txBox="1"/>
          <p:nvPr/>
        </p:nvSpPr>
        <p:spPr>
          <a:xfrm>
            <a:off x="10742253" y="3950714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文字内容可根据需求单击进行修改</a:t>
            </a:r>
          </a:p>
        </p:txBody>
      </p:sp>
      <p:sp>
        <p:nvSpPr>
          <p:cNvPr id="48" name="lemon29"/>
          <p:cNvSpPr/>
          <p:nvPr/>
        </p:nvSpPr>
        <p:spPr>
          <a:xfrm>
            <a:off x="400440" y="3976969"/>
            <a:ext cx="2311619" cy="763334"/>
          </a:xfrm>
          <a:prstGeom prst="wedgeRoundRectCallout">
            <a:avLst>
              <a:gd name="adj1" fmla="val 4978"/>
              <a:gd name="adj2" fmla="val 144559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30"/>
          <p:cNvSpPr txBox="1"/>
          <p:nvPr/>
        </p:nvSpPr>
        <p:spPr>
          <a:xfrm>
            <a:off x="486376" y="4045199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31"/>
          <p:cNvSpPr txBox="1"/>
          <p:nvPr/>
        </p:nvSpPr>
        <p:spPr>
          <a:xfrm>
            <a:off x="1586692" y="4093307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文字内容可根据需求单击进行修改</a:t>
            </a:r>
          </a:p>
        </p:txBody>
      </p:sp>
      <p:sp>
        <p:nvSpPr>
          <p:cNvPr id="51" name="lemon32"/>
          <p:cNvSpPr/>
          <p:nvPr/>
        </p:nvSpPr>
        <p:spPr>
          <a:xfrm>
            <a:off x="6076105" y="5562616"/>
            <a:ext cx="2311619" cy="763334"/>
          </a:xfrm>
          <a:prstGeom prst="wedgeRoundRectCallout">
            <a:avLst>
              <a:gd name="adj1" fmla="val -1328"/>
              <a:gd name="adj2" fmla="val -129743"/>
              <a:gd name="adj3" fmla="val 16667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33"/>
          <p:cNvSpPr txBox="1"/>
          <p:nvPr/>
        </p:nvSpPr>
        <p:spPr>
          <a:xfrm>
            <a:off x="6162041" y="5630846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lemon34"/>
          <p:cNvSpPr txBox="1"/>
          <p:nvPr/>
        </p:nvSpPr>
        <p:spPr>
          <a:xfrm>
            <a:off x="7262357" y="5678954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文字内容可根据需求单击进行修改</a:t>
            </a:r>
          </a:p>
        </p:txBody>
      </p:sp>
      <p:sp>
        <p:nvSpPr>
          <p:cNvPr id="54" name="lemon35"/>
          <p:cNvSpPr/>
          <p:nvPr/>
        </p:nvSpPr>
        <p:spPr>
          <a:xfrm>
            <a:off x="3580961" y="2201178"/>
            <a:ext cx="2311619" cy="763334"/>
          </a:xfrm>
          <a:prstGeom prst="wedgeRoundRectCallout">
            <a:avLst>
              <a:gd name="adj1" fmla="val 4978"/>
              <a:gd name="adj2" fmla="val 144559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lemon36"/>
          <p:cNvSpPr txBox="1"/>
          <p:nvPr/>
        </p:nvSpPr>
        <p:spPr>
          <a:xfrm>
            <a:off x="3666897" y="2269408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37"/>
          <p:cNvSpPr txBox="1"/>
          <p:nvPr/>
        </p:nvSpPr>
        <p:spPr>
          <a:xfrm>
            <a:off x="4767213" y="2317516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文字内容可根据需求单击进行修改</a:t>
            </a: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mon1"/>
          <p:cNvSpPr/>
          <p:nvPr/>
        </p:nvSpPr>
        <p:spPr>
          <a:xfrm>
            <a:off x="3894715" y="3853894"/>
            <a:ext cx="7844441" cy="2415080"/>
          </a:xfrm>
          <a:prstGeom prst="roundRect">
            <a:avLst>
              <a:gd name="adj" fmla="val 5352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2"/>
          <p:cNvSpPr/>
          <p:nvPr/>
        </p:nvSpPr>
        <p:spPr>
          <a:xfrm>
            <a:off x="3894714" y="1128460"/>
            <a:ext cx="7844441" cy="2415080"/>
          </a:xfrm>
          <a:prstGeom prst="roundRect">
            <a:avLst>
              <a:gd name="adj" fmla="val 19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3"/>
          <p:cNvSpPr/>
          <p:nvPr/>
        </p:nvSpPr>
        <p:spPr>
          <a:xfrm>
            <a:off x="6937711" y="1454870"/>
            <a:ext cx="1807392" cy="1807392"/>
          </a:xfrm>
          <a:prstGeom prst="ellipse">
            <a:avLst/>
          </a:prstGeom>
          <a:noFill/>
          <a:ln w="139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4"/>
          <p:cNvSpPr/>
          <p:nvPr/>
        </p:nvSpPr>
        <p:spPr>
          <a:xfrm>
            <a:off x="6937711" y="1454870"/>
            <a:ext cx="1807392" cy="1807392"/>
          </a:xfrm>
          <a:prstGeom prst="arc">
            <a:avLst>
              <a:gd name="adj1" fmla="val 16200000"/>
              <a:gd name="adj2" fmla="val 20534343"/>
            </a:avLst>
          </a:prstGeom>
          <a:ln w="165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5"/>
          <p:cNvSpPr txBox="1"/>
          <p:nvPr/>
        </p:nvSpPr>
        <p:spPr>
          <a:xfrm>
            <a:off x="7251941" y="2478647"/>
            <a:ext cx="117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1-6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</a:t>
            </a:r>
          </a:p>
        </p:txBody>
      </p:sp>
      <p:sp>
        <p:nvSpPr>
          <p:cNvPr id="9" name="lemon6"/>
          <p:cNvSpPr txBox="1"/>
          <p:nvPr/>
        </p:nvSpPr>
        <p:spPr>
          <a:xfrm>
            <a:off x="7008670" y="1915417"/>
            <a:ext cx="1780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20.5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lemon7"/>
          <p:cNvSpPr/>
          <p:nvPr/>
        </p:nvSpPr>
        <p:spPr>
          <a:xfrm>
            <a:off x="9510109" y="1454870"/>
            <a:ext cx="1807392" cy="1807392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8"/>
          <p:cNvSpPr/>
          <p:nvPr/>
        </p:nvSpPr>
        <p:spPr>
          <a:xfrm>
            <a:off x="9510109" y="1454870"/>
            <a:ext cx="1807392" cy="1807392"/>
          </a:xfrm>
          <a:prstGeom prst="arc">
            <a:avLst>
              <a:gd name="adj1" fmla="val 16200000"/>
              <a:gd name="adj2" fmla="val 7592320"/>
            </a:avLst>
          </a:prstGeom>
          <a:ln w="165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lemon9"/>
          <p:cNvSpPr txBox="1"/>
          <p:nvPr/>
        </p:nvSpPr>
        <p:spPr>
          <a:xfrm>
            <a:off x="9824339" y="2478647"/>
            <a:ext cx="117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6-12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</a:t>
            </a:r>
          </a:p>
        </p:txBody>
      </p:sp>
      <p:sp>
        <p:nvSpPr>
          <p:cNvPr id="13" name="lemon10"/>
          <p:cNvSpPr txBox="1"/>
          <p:nvPr/>
        </p:nvSpPr>
        <p:spPr>
          <a:xfrm>
            <a:off x="9581068" y="1915417"/>
            <a:ext cx="1780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60.5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11"/>
          <p:cNvSpPr/>
          <p:nvPr/>
        </p:nvSpPr>
        <p:spPr>
          <a:xfrm>
            <a:off x="6937711" y="4157738"/>
            <a:ext cx="1807392" cy="1807392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12"/>
          <p:cNvSpPr/>
          <p:nvPr/>
        </p:nvSpPr>
        <p:spPr>
          <a:xfrm>
            <a:off x="6937711" y="4157738"/>
            <a:ext cx="1807392" cy="1807392"/>
          </a:xfrm>
          <a:prstGeom prst="arc">
            <a:avLst>
              <a:gd name="adj1" fmla="val 16200000"/>
              <a:gd name="adj2" fmla="val 1682198"/>
            </a:avLst>
          </a:prstGeom>
          <a:ln w="165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13"/>
          <p:cNvSpPr txBox="1"/>
          <p:nvPr/>
        </p:nvSpPr>
        <p:spPr>
          <a:xfrm>
            <a:off x="7251941" y="5134148"/>
            <a:ext cx="117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1-6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</a:t>
            </a:r>
          </a:p>
        </p:txBody>
      </p:sp>
      <p:sp>
        <p:nvSpPr>
          <p:cNvPr id="17" name="lemon14"/>
          <p:cNvSpPr txBox="1"/>
          <p:nvPr/>
        </p:nvSpPr>
        <p:spPr>
          <a:xfrm>
            <a:off x="7008670" y="4570918"/>
            <a:ext cx="1780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30.5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15"/>
          <p:cNvSpPr/>
          <p:nvPr/>
        </p:nvSpPr>
        <p:spPr>
          <a:xfrm>
            <a:off x="9510109" y="4157738"/>
            <a:ext cx="1807392" cy="1807392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16"/>
          <p:cNvSpPr/>
          <p:nvPr/>
        </p:nvSpPr>
        <p:spPr>
          <a:xfrm>
            <a:off x="9510109" y="4157738"/>
            <a:ext cx="1807392" cy="1807392"/>
          </a:xfrm>
          <a:prstGeom prst="arc">
            <a:avLst>
              <a:gd name="adj1" fmla="val 17379924"/>
              <a:gd name="adj2" fmla="val 13869977"/>
            </a:avLst>
          </a:prstGeom>
          <a:ln w="165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17"/>
          <p:cNvSpPr txBox="1"/>
          <p:nvPr/>
        </p:nvSpPr>
        <p:spPr>
          <a:xfrm>
            <a:off x="9824339" y="5134148"/>
            <a:ext cx="117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6-12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</a:p>
        </p:txBody>
      </p:sp>
      <p:sp>
        <p:nvSpPr>
          <p:cNvPr id="21" name="lemon18"/>
          <p:cNvSpPr txBox="1"/>
          <p:nvPr/>
        </p:nvSpPr>
        <p:spPr>
          <a:xfrm>
            <a:off x="9581068" y="4570918"/>
            <a:ext cx="1780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90.6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19"/>
          <p:cNvSpPr/>
          <p:nvPr/>
        </p:nvSpPr>
        <p:spPr>
          <a:xfrm>
            <a:off x="7095692" y="3332363"/>
            <a:ext cx="1491430" cy="195351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lemon20"/>
          <p:cNvSpPr/>
          <p:nvPr/>
        </p:nvSpPr>
        <p:spPr>
          <a:xfrm>
            <a:off x="9668090" y="3332363"/>
            <a:ext cx="1491430" cy="195351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21"/>
          <p:cNvSpPr/>
          <p:nvPr/>
        </p:nvSpPr>
        <p:spPr>
          <a:xfrm>
            <a:off x="7095692" y="6043018"/>
            <a:ext cx="1491430" cy="195351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lemon22"/>
          <p:cNvSpPr/>
          <p:nvPr/>
        </p:nvSpPr>
        <p:spPr>
          <a:xfrm>
            <a:off x="9668090" y="6043018"/>
            <a:ext cx="1491430" cy="195351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lemon23"/>
          <p:cNvSpPr/>
          <p:nvPr/>
        </p:nvSpPr>
        <p:spPr>
          <a:xfrm>
            <a:off x="4277070" y="5102994"/>
            <a:ext cx="2311619" cy="940024"/>
          </a:xfrm>
          <a:prstGeom prst="wedgeRoundRectCallout">
            <a:avLst>
              <a:gd name="adj1" fmla="val -1328"/>
              <a:gd name="adj2" fmla="val -108127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24"/>
          <p:cNvSpPr txBox="1"/>
          <p:nvPr/>
        </p:nvSpPr>
        <p:spPr>
          <a:xfrm>
            <a:off x="4331883" y="5231499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lemon25"/>
          <p:cNvSpPr/>
          <p:nvPr/>
        </p:nvSpPr>
        <p:spPr>
          <a:xfrm>
            <a:off x="4171002" y="2323258"/>
            <a:ext cx="2311619" cy="796505"/>
          </a:xfrm>
          <a:prstGeom prst="wedgeRoundRectCallout">
            <a:avLst>
              <a:gd name="adj1" fmla="val -1328"/>
              <a:gd name="adj2" fmla="val -108127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lemon26"/>
          <p:cNvSpPr txBox="1"/>
          <p:nvPr/>
        </p:nvSpPr>
        <p:spPr>
          <a:xfrm>
            <a:off x="4217704" y="2379840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lemon27"/>
          <p:cNvSpPr txBox="1"/>
          <p:nvPr/>
        </p:nvSpPr>
        <p:spPr>
          <a:xfrm>
            <a:off x="5317497" y="2449090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可拖动圆环以适应输入百分比数值</a:t>
            </a:r>
          </a:p>
        </p:txBody>
      </p:sp>
      <p:sp>
        <p:nvSpPr>
          <p:cNvPr id="34" name="lemon28"/>
          <p:cNvSpPr txBox="1"/>
          <p:nvPr/>
        </p:nvSpPr>
        <p:spPr>
          <a:xfrm>
            <a:off x="5463322" y="5306083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可拖动圆环以适应输入百分比数值</a:t>
            </a:r>
          </a:p>
        </p:txBody>
      </p:sp>
      <p:sp>
        <p:nvSpPr>
          <p:cNvPr id="35" name="lemon29"/>
          <p:cNvSpPr/>
          <p:nvPr/>
        </p:nvSpPr>
        <p:spPr>
          <a:xfrm rot="16200000" flipH="1">
            <a:off x="910807" y="789768"/>
            <a:ext cx="2424397" cy="3101784"/>
          </a:xfrm>
          <a:custGeom>
            <a:avLst/>
            <a:gdLst>
              <a:gd name="connsiteX0" fmla="*/ 26234 w 2400300"/>
              <a:gd name="connsiteY0" fmla="*/ 0 h 2098104"/>
              <a:gd name="connsiteX1" fmla="*/ 2374066 w 2400300"/>
              <a:gd name="connsiteY1" fmla="*/ 0 h 2098104"/>
              <a:gd name="connsiteX2" fmla="*/ 2400300 w 2400300"/>
              <a:gd name="connsiteY2" fmla="*/ 26234 h 2098104"/>
              <a:gd name="connsiteX3" fmla="*/ 2400300 w 2400300"/>
              <a:gd name="connsiteY3" fmla="*/ 1914144 h 2098104"/>
              <a:gd name="connsiteX4" fmla="*/ 2374066 w 2400300"/>
              <a:gd name="connsiteY4" fmla="*/ 1940378 h 2098104"/>
              <a:gd name="connsiteX5" fmla="*/ 1291631 w 2400300"/>
              <a:gd name="connsiteY5" fmla="*/ 1940378 h 2098104"/>
              <a:gd name="connsiteX6" fmla="*/ 1200150 w 2400300"/>
              <a:gd name="connsiteY6" fmla="*/ 2098104 h 2098104"/>
              <a:gd name="connsiteX7" fmla="*/ 1108669 w 2400300"/>
              <a:gd name="connsiteY7" fmla="*/ 1940378 h 2098104"/>
              <a:gd name="connsiteX8" fmla="*/ 26234 w 2400300"/>
              <a:gd name="connsiteY8" fmla="*/ 1940378 h 2098104"/>
              <a:gd name="connsiteX9" fmla="*/ 0 w 2400300"/>
              <a:gd name="connsiteY9" fmla="*/ 1914144 h 2098104"/>
              <a:gd name="connsiteX10" fmla="*/ 0 w 2400300"/>
              <a:gd name="connsiteY10" fmla="*/ 26234 h 2098104"/>
              <a:gd name="connsiteX11" fmla="*/ 26234 w 2400300"/>
              <a:gd name="connsiteY11" fmla="*/ 0 h 2098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00300" h="2098104">
                <a:moveTo>
                  <a:pt x="26234" y="0"/>
                </a:moveTo>
                <a:lnTo>
                  <a:pt x="2374066" y="0"/>
                </a:lnTo>
                <a:cubicBezTo>
                  <a:pt x="2388555" y="0"/>
                  <a:pt x="2400300" y="11745"/>
                  <a:pt x="2400300" y="26234"/>
                </a:cubicBezTo>
                <a:lnTo>
                  <a:pt x="2400300" y="1914144"/>
                </a:lnTo>
                <a:cubicBezTo>
                  <a:pt x="2400300" y="1928633"/>
                  <a:pt x="2388555" y="1940378"/>
                  <a:pt x="2374066" y="1940378"/>
                </a:cubicBezTo>
                <a:lnTo>
                  <a:pt x="1291631" y="1940378"/>
                </a:lnTo>
                <a:lnTo>
                  <a:pt x="1200150" y="2098104"/>
                </a:lnTo>
                <a:lnTo>
                  <a:pt x="1108669" y="1940378"/>
                </a:lnTo>
                <a:lnTo>
                  <a:pt x="26234" y="1940378"/>
                </a:lnTo>
                <a:cubicBezTo>
                  <a:pt x="11745" y="1940378"/>
                  <a:pt x="0" y="1928633"/>
                  <a:pt x="0" y="1914144"/>
                </a:cubicBezTo>
                <a:lnTo>
                  <a:pt x="0" y="26234"/>
                </a:lnTo>
                <a:cubicBezTo>
                  <a:pt x="0" y="11745"/>
                  <a:pt x="11745" y="0"/>
                  <a:pt x="26234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6" name="lemon30"/>
          <p:cNvCxnSpPr/>
          <p:nvPr/>
        </p:nvCxnSpPr>
        <p:spPr>
          <a:xfrm>
            <a:off x="891859" y="1890598"/>
            <a:ext cx="0" cy="98739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emon31"/>
          <p:cNvSpPr/>
          <p:nvPr/>
        </p:nvSpPr>
        <p:spPr>
          <a:xfrm>
            <a:off x="852686" y="1865881"/>
            <a:ext cx="78346" cy="78346"/>
          </a:xfrm>
          <a:prstGeom prst="ellipse">
            <a:avLst/>
          </a:prstGeom>
          <a:solidFill>
            <a:schemeClr val="accent2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32"/>
          <p:cNvSpPr/>
          <p:nvPr/>
        </p:nvSpPr>
        <p:spPr>
          <a:xfrm>
            <a:off x="852686" y="2536340"/>
            <a:ext cx="78346" cy="78346"/>
          </a:xfrm>
          <a:prstGeom prst="ellipse">
            <a:avLst/>
          </a:prstGeom>
          <a:solidFill>
            <a:schemeClr val="accent2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33"/>
          <p:cNvSpPr txBox="1"/>
          <p:nvPr/>
        </p:nvSpPr>
        <p:spPr>
          <a:xfrm>
            <a:off x="1112677" y="1771904"/>
            <a:ext cx="1904857" cy="505982"/>
          </a:xfrm>
          <a:prstGeom prst="rect">
            <a:avLst/>
          </a:prstGeom>
          <a:noFill/>
          <a:effectLst/>
        </p:spPr>
        <p:txBody>
          <a:bodyPr wrap="square" lIns="79004" tIns="39502" rIns="79004" bIns="39502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2022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年公司迎来高速增长期，利润销量实现双增长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lemon34"/>
          <p:cNvSpPr txBox="1"/>
          <p:nvPr/>
        </p:nvSpPr>
        <p:spPr>
          <a:xfrm>
            <a:off x="1094389" y="2358393"/>
            <a:ext cx="1904857" cy="505982"/>
          </a:xfrm>
          <a:prstGeom prst="rect">
            <a:avLst/>
          </a:prstGeom>
          <a:noFill/>
          <a:effectLst/>
        </p:spPr>
        <p:txBody>
          <a:bodyPr wrap="square" lIns="79004" tIns="39502" rIns="79004" bIns="39502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业务涵盖销售、电商以及生产各个领域，产业链完整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lemon35"/>
          <p:cNvSpPr/>
          <p:nvPr/>
        </p:nvSpPr>
        <p:spPr>
          <a:xfrm>
            <a:off x="954408" y="1311531"/>
            <a:ext cx="1781516" cy="381401"/>
          </a:xfrm>
          <a:prstGeom prst="roundRect">
            <a:avLst/>
          </a:prstGeom>
          <a:solidFill>
            <a:schemeClr val="accent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36"/>
          <p:cNvSpPr txBox="1"/>
          <p:nvPr/>
        </p:nvSpPr>
        <p:spPr>
          <a:xfrm>
            <a:off x="1288247" y="1313751"/>
            <a:ext cx="157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第一部分</a:t>
            </a:r>
          </a:p>
        </p:txBody>
      </p:sp>
      <p:sp>
        <p:nvSpPr>
          <p:cNvPr id="43" name="lemon37"/>
          <p:cNvSpPr txBox="1"/>
          <p:nvPr/>
        </p:nvSpPr>
        <p:spPr>
          <a:xfrm>
            <a:off x="2792478" y="3108610"/>
            <a:ext cx="453061" cy="2667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 algn="l">
              <a:defRPr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5%</a:t>
            </a:r>
          </a:p>
        </p:txBody>
      </p:sp>
      <p:sp>
        <p:nvSpPr>
          <p:cNvPr id="44" name="lemon38"/>
          <p:cNvSpPr/>
          <p:nvPr/>
        </p:nvSpPr>
        <p:spPr>
          <a:xfrm>
            <a:off x="855872" y="3139387"/>
            <a:ext cx="1833030" cy="20518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lemon39"/>
          <p:cNvSpPr/>
          <p:nvPr/>
        </p:nvSpPr>
        <p:spPr>
          <a:xfrm>
            <a:off x="855871" y="3139387"/>
            <a:ext cx="1333435" cy="205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40"/>
          <p:cNvSpPr/>
          <p:nvPr/>
        </p:nvSpPr>
        <p:spPr>
          <a:xfrm rot="16200000" flipH="1">
            <a:off x="922682" y="3509218"/>
            <a:ext cx="2424397" cy="3101784"/>
          </a:xfrm>
          <a:custGeom>
            <a:avLst/>
            <a:gdLst>
              <a:gd name="connsiteX0" fmla="*/ 26234 w 2400300"/>
              <a:gd name="connsiteY0" fmla="*/ 0 h 2098104"/>
              <a:gd name="connsiteX1" fmla="*/ 2374066 w 2400300"/>
              <a:gd name="connsiteY1" fmla="*/ 0 h 2098104"/>
              <a:gd name="connsiteX2" fmla="*/ 2400300 w 2400300"/>
              <a:gd name="connsiteY2" fmla="*/ 26234 h 2098104"/>
              <a:gd name="connsiteX3" fmla="*/ 2400300 w 2400300"/>
              <a:gd name="connsiteY3" fmla="*/ 1914144 h 2098104"/>
              <a:gd name="connsiteX4" fmla="*/ 2374066 w 2400300"/>
              <a:gd name="connsiteY4" fmla="*/ 1940378 h 2098104"/>
              <a:gd name="connsiteX5" fmla="*/ 1291631 w 2400300"/>
              <a:gd name="connsiteY5" fmla="*/ 1940378 h 2098104"/>
              <a:gd name="connsiteX6" fmla="*/ 1200150 w 2400300"/>
              <a:gd name="connsiteY6" fmla="*/ 2098104 h 2098104"/>
              <a:gd name="connsiteX7" fmla="*/ 1108669 w 2400300"/>
              <a:gd name="connsiteY7" fmla="*/ 1940378 h 2098104"/>
              <a:gd name="connsiteX8" fmla="*/ 26234 w 2400300"/>
              <a:gd name="connsiteY8" fmla="*/ 1940378 h 2098104"/>
              <a:gd name="connsiteX9" fmla="*/ 0 w 2400300"/>
              <a:gd name="connsiteY9" fmla="*/ 1914144 h 2098104"/>
              <a:gd name="connsiteX10" fmla="*/ 0 w 2400300"/>
              <a:gd name="connsiteY10" fmla="*/ 26234 h 2098104"/>
              <a:gd name="connsiteX11" fmla="*/ 26234 w 2400300"/>
              <a:gd name="connsiteY11" fmla="*/ 0 h 2098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00300" h="2098104">
                <a:moveTo>
                  <a:pt x="26234" y="0"/>
                </a:moveTo>
                <a:lnTo>
                  <a:pt x="2374066" y="0"/>
                </a:lnTo>
                <a:cubicBezTo>
                  <a:pt x="2388555" y="0"/>
                  <a:pt x="2400300" y="11745"/>
                  <a:pt x="2400300" y="26234"/>
                </a:cubicBezTo>
                <a:lnTo>
                  <a:pt x="2400300" y="1914144"/>
                </a:lnTo>
                <a:cubicBezTo>
                  <a:pt x="2400300" y="1928633"/>
                  <a:pt x="2388555" y="1940378"/>
                  <a:pt x="2374066" y="1940378"/>
                </a:cubicBezTo>
                <a:lnTo>
                  <a:pt x="1291631" y="1940378"/>
                </a:lnTo>
                <a:lnTo>
                  <a:pt x="1200150" y="2098104"/>
                </a:lnTo>
                <a:lnTo>
                  <a:pt x="1108669" y="1940378"/>
                </a:lnTo>
                <a:lnTo>
                  <a:pt x="26234" y="1940378"/>
                </a:lnTo>
                <a:cubicBezTo>
                  <a:pt x="11745" y="1940378"/>
                  <a:pt x="0" y="1928633"/>
                  <a:pt x="0" y="1914144"/>
                </a:cubicBezTo>
                <a:lnTo>
                  <a:pt x="0" y="26234"/>
                </a:lnTo>
                <a:cubicBezTo>
                  <a:pt x="0" y="11745"/>
                  <a:pt x="11745" y="0"/>
                  <a:pt x="26234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47" name="lemon41"/>
          <p:cNvCxnSpPr/>
          <p:nvPr/>
        </p:nvCxnSpPr>
        <p:spPr>
          <a:xfrm>
            <a:off x="903734" y="4610048"/>
            <a:ext cx="0" cy="98739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lemon42"/>
          <p:cNvSpPr/>
          <p:nvPr/>
        </p:nvSpPr>
        <p:spPr>
          <a:xfrm>
            <a:off x="864561" y="4585331"/>
            <a:ext cx="78346" cy="78346"/>
          </a:xfrm>
          <a:prstGeom prst="ellipse">
            <a:avLst/>
          </a:prstGeom>
          <a:solidFill>
            <a:schemeClr val="accent2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43"/>
          <p:cNvSpPr/>
          <p:nvPr/>
        </p:nvSpPr>
        <p:spPr>
          <a:xfrm>
            <a:off x="864561" y="5255790"/>
            <a:ext cx="78346" cy="78346"/>
          </a:xfrm>
          <a:prstGeom prst="ellipse">
            <a:avLst/>
          </a:prstGeom>
          <a:solidFill>
            <a:schemeClr val="accent2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44"/>
          <p:cNvSpPr txBox="1"/>
          <p:nvPr/>
        </p:nvSpPr>
        <p:spPr>
          <a:xfrm>
            <a:off x="1124552" y="4491354"/>
            <a:ext cx="1904857" cy="505982"/>
          </a:xfrm>
          <a:prstGeom prst="rect">
            <a:avLst/>
          </a:prstGeom>
          <a:noFill/>
          <a:effectLst/>
        </p:spPr>
        <p:txBody>
          <a:bodyPr wrap="square" lIns="79004" tIns="39502" rIns="79004" bIns="39502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2022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年公司迎来高速增长期，利润销量实现双增长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45"/>
          <p:cNvSpPr txBox="1"/>
          <p:nvPr/>
        </p:nvSpPr>
        <p:spPr>
          <a:xfrm>
            <a:off x="1106264" y="5077843"/>
            <a:ext cx="1904857" cy="505982"/>
          </a:xfrm>
          <a:prstGeom prst="rect">
            <a:avLst/>
          </a:prstGeom>
          <a:noFill/>
          <a:effectLst/>
        </p:spPr>
        <p:txBody>
          <a:bodyPr wrap="square" lIns="79004" tIns="39502" rIns="79004" bIns="39502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业务涵盖销售、电商以及生产各个领域，产业链完整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46"/>
          <p:cNvSpPr/>
          <p:nvPr/>
        </p:nvSpPr>
        <p:spPr>
          <a:xfrm>
            <a:off x="966283" y="4007831"/>
            <a:ext cx="1781516" cy="381401"/>
          </a:xfrm>
          <a:prstGeom prst="roundRect">
            <a:avLst/>
          </a:prstGeom>
          <a:solidFill>
            <a:schemeClr val="accent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lemon47"/>
          <p:cNvSpPr txBox="1"/>
          <p:nvPr/>
        </p:nvSpPr>
        <p:spPr>
          <a:xfrm>
            <a:off x="1269959" y="3991856"/>
            <a:ext cx="157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第二部分</a:t>
            </a:r>
          </a:p>
        </p:txBody>
      </p:sp>
      <p:sp>
        <p:nvSpPr>
          <p:cNvPr id="54" name="lemon48"/>
          <p:cNvSpPr txBox="1"/>
          <p:nvPr/>
        </p:nvSpPr>
        <p:spPr>
          <a:xfrm>
            <a:off x="2804353" y="5828060"/>
            <a:ext cx="453061" cy="2667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 algn="l">
              <a:defRPr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5%</a:t>
            </a:r>
          </a:p>
        </p:txBody>
      </p:sp>
      <p:sp>
        <p:nvSpPr>
          <p:cNvPr id="55" name="lemon49"/>
          <p:cNvSpPr/>
          <p:nvPr/>
        </p:nvSpPr>
        <p:spPr>
          <a:xfrm>
            <a:off x="867747" y="5858837"/>
            <a:ext cx="1833030" cy="20518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50"/>
          <p:cNvSpPr/>
          <p:nvPr/>
        </p:nvSpPr>
        <p:spPr>
          <a:xfrm>
            <a:off x="867746" y="5858837"/>
            <a:ext cx="1333435" cy="205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lemon51"/>
          <p:cNvSpPr/>
          <p:nvPr/>
        </p:nvSpPr>
        <p:spPr>
          <a:xfrm>
            <a:off x="4313728" y="1313603"/>
            <a:ext cx="2249945" cy="381401"/>
          </a:xfrm>
          <a:prstGeom prst="roundRect">
            <a:avLst/>
          </a:prstGeom>
          <a:solidFill>
            <a:schemeClr val="accent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lemon52"/>
          <p:cNvSpPr txBox="1"/>
          <p:nvPr/>
        </p:nvSpPr>
        <p:spPr>
          <a:xfrm>
            <a:off x="4421267" y="1312260"/>
            <a:ext cx="2142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年财务情况</a:t>
            </a:r>
          </a:p>
        </p:txBody>
      </p:sp>
      <p:sp>
        <p:nvSpPr>
          <p:cNvPr id="58" name="lemon53"/>
          <p:cNvSpPr/>
          <p:nvPr/>
        </p:nvSpPr>
        <p:spPr>
          <a:xfrm>
            <a:off x="4298115" y="4009174"/>
            <a:ext cx="2249945" cy="381401"/>
          </a:xfrm>
          <a:prstGeom prst="roundRect">
            <a:avLst/>
          </a:prstGeom>
          <a:solidFill>
            <a:schemeClr val="accent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54"/>
          <p:cNvSpPr txBox="1"/>
          <p:nvPr/>
        </p:nvSpPr>
        <p:spPr>
          <a:xfrm>
            <a:off x="4405654" y="4007831"/>
            <a:ext cx="2142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年财务情况</a:t>
            </a:r>
          </a:p>
        </p:txBody>
      </p:sp>
      <p:sp>
        <p:nvSpPr>
          <p:cNvPr id="23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28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emon1"/>
          <p:cNvSpPr>
            <a:spLocks noChangeArrowheads="1"/>
          </p:cNvSpPr>
          <p:nvPr/>
        </p:nvSpPr>
        <p:spPr bwMode="gray">
          <a:xfrm flipH="1">
            <a:off x="3090243" y="2987902"/>
            <a:ext cx="668089" cy="153133"/>
          </a:xfrm>
          <a:prstGeom prst="ellipse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63" name="lemon2"/>
          <p:cNvGrpSpPr/>
          <p:nvPr/>
        </p:nvGrpSpPr>
        <p:grpSpPr>
          <a:xfrm>
            <a:off x="3337251" y="2920193"/>
            <a:ext cx="2345045" cy="3332775"/>
            <a:chOff x="2698922" y="3015644"/>
            <a:chExt cx="2345045" cy="3332775"/>
          </a:xfrm>
        </p:grpSpPr>
        <p:sp>
          <p:nvSpPr>
            <p:cNvPr id="15" name="lemon2-1"/>
            <p:cNvSpPr/>
            <p:nvPr/>
          </p:nvSpPr>
          <p:spPr bwMode="gray">
            <a:xfrm flipH="1">
              <a:off x="4354454" y="3083353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>
                    <a:alpha val="39206"/>
                  </a:schemeClr>
                </a:gs>
                <a:gs pos="5000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alpha val="34000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6" name="lemon2-2"/>
            <p:cNvSpPr>
              <a:spLocks noChangeArrowheads="1"/>
            </p:cNvSpPr>
            <p:nvPr/>
          </p:nvSpPr>
          <p:spPr bwMode="gray">
            <a:xfrm flipH="1">
              <a:off x="4354454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7" name="lemon2-3"/>
            <p:cNvSpPr/>
            <p:nvPr/>
          </p:nvSpPr>
          <p:spPr bwMode="auto">
            <a:xfrm>
              <a:off x="4356211" y="3889534"/>
              <a:ext cx="665869" cy="2141434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" name="lemon2-4"/>
            <p:cNvSpPr>
              <a:spLocks noChangeArrowheads="1"/>
            </p:cNvSpPr>
            <p:nvPr/>
          </p:nvSpPr>
          <p:spPr bwMode="auto">
            <a:xfrm>
              <a:off x="4356211" y="3794548"/>
              <a:ext cx="665870" cy="1800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" name="lemon2-5"/>
            <p:cNvSpPr>
              <a:spLocks noChangeArrowheads="1"/>
            </p:cNvSpPr>
            <p:nvPr/>
          </p:nvSpPr>
          <p:spPr bwMode="gray">
            <a:xfrm flipH="1">
              <a:off x="3474598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7" name="lemon2-6"/>
            <p:cNvSpPr txBox="1"/>
            <p:nvPr/>
          </p:nvSpPr>
          <p:spPr>
            <a:xfrm>
              <a:off x="3460624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2019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lemon2-7"/>
            <p:cNvSpPr txBox="1"/>
            <p:nvPr/>
          </p:nvSpPr>
          <p:spPr>
            <a:xfrm>
              <a:off x="4511392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2020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0" name="lemon2-8"/>
            <p:cNvSpPr>
              <a:spLocks noChangeArrowheads="1"/>
            </p:cNvSpPr>
            <p:nvPr/>
          </p:nvSpPr>
          <p:spPr bwMode="gray">
            <a:xfrm flipH="1">
              <a:off x="2698922" y="3115855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7" name="lemon2-9"/>
            <p:cNvSpPr/>
            <p:nvPr/>
          </p:nvSpPr>
          <p:spPr bwMode="gray">
            <a:xfrm flipH="1">
              <a:off x="3331770" y="3083353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>
                    <a:alpha val="39206"/>
                  </a:schemeClr>
                </a:gs>
                <a:gs pos="5000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alpha val="34000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8" name="lemon2-10"/>
            <p:cNvSpPr>
              <a:spLocks noChangeArrowheads="1"/>
            </p:cNvSpPr>
            <p:nvPr/>
          </p:nvSpPr>
          <p:spPr bwMode="gray">
            <a:xfrm flipH="1">
              <a:off x="3331770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9" name="lemon2-11"/>
            <p:cNvSpPr/>
            <p:nvPr/>
          </p:nvSpPr>
          <p:spPr bwMode="auto">
            <a:xfrm>
              <a:off x="3333527" y="4632158"/>
              <a:ext cx="665869" cy="1398810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0" name="lemon2-12"/>
            <p:cNvSpPr>
              <a:spLocks noChangeArrowheads="1"/>
            </p:cNvSpPr>
            <p:nvPr/>
          </p:nvSpPr>
          <p:spPr bwMode="auto">
            <a:xfrm>
              <a:off x="3327329" y="4557160"/>
              <a:ext cx="665870" cy="1800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2" name="lemon2-13"/>
            <p:cNvSpPr/>
            <p:nvPr/>
          </p:nvSpPr>
          <p:spPr bwMode="auto">
            <a:xfrm>
              <a:off x="3327330" y="4935077"/>
              <a:ext cx="665869" cy="1078715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" name="lemon2-14"/>
            <p:cNvSpPr/>
            <p:nvPr/>
          </p:nvSpPr>
          <p:spPr>
            <a:xfrm rot="17040000">
              <a:off x="3632527" y="3096125"/>
              <a:ext cx="945505" cy="784544"/>
            </a:xfrm>
            <a:custGeom>
              <a:avLst/>
              <a:gdLst>
                <a:gd name="connsiteX0" fmla="*/ 1079087 w 1173098"/>
                <a:gd name="connsiteY0" fmla="*/ 547211 h 784544"/>
                <a:gd name="connsiteX1" fmla="*/ 1064038 w 1173098"/>
                <a:gd name="connsiteY1" fmla="*/ 539305 h 784544"/>
                <a:gd name="connsiteX2" fmla="*/ 1055180 w 1173098"/>
                <a:gd name="connsiteY2" fmla="*/ 533876 h 784544"/>
                <a:gd name="connsiteX3" fmla="*/ 1025081 w 1173098"/>
                <a:gd name="connsiteY3" fmla="*/ 514826 h 784544"/>
                <a:gd name="connsiteX4" fmla="*/ 963930 w 1173098"/>
                <a:gd name="connsiteY4" fmla="*/ 472250 h 784544"/>
                <a:gd name="connsiteX5" fmla="*/ 920687 w 1173098"/>
                <a:gd name="connsiteY5" fmla="*/ 443675 h 784544"/>
                <a:gd name="connsiteX6" fmla="*/ 822674 w 1173098"/>
                <a:gd name="connsiteY6" fmla="*/ 432245 h 784544"/>
                <a:gd name="connsiteX7" fmla="*/ 879824 w 1173098"/>
                <a:gd name="connsiteY7" fmla="*/ 506063 h 784544"/>
                <a:gd name="connsiteX8" fmla="*/ 920687 w 1173098"/>
                <a:gd name="connsiteY8" fmla="*/ 533972 h 784544"/>
                <a:gd name="connsiteX9" fmla="*/ 960596 w 1173098"/>
                <a:gd name="connsiteY9" fmla="*/ 561975 h 784544"/>
                <a:gd name="connsiteX10" fmla="*/ 850868 w 1173098"/>
                <a:gd name="connsiteY10" fmla="*/ 553117 h 784544"/>
                <a:gd name="connsiteX11" fmla="*/ 825532 w 1173098"/>
                <a:gd name="connsiteY11" fmla="*/ 551307 h 784544"/>
                <a:gd name="connsiteX12" fmla="*/ 790194 w 1173098"/>
                <a:gd name="connsiteY12" fmla="*/ 547688 h 784544"/>
                <a:gd name="connsiteX13" fmla="*/ 744379 w 1173098"/>
                <a:gd name="connsiteY13" fmla="*/ 541687 h 784544"/>
                <a:gd name="connsiteX14" fmla="*/ 717423 w 1173098"/>
                <a:gd name="connsiteY14" fmla="*/ 537210 h 784544"/>
                <a:gd name="connsiteX15" fmla="*/ 687800 w 1173098"/>
                <a:gd name="connsiteY15" fmla="*/ 531686 h 784544"/>
                <a:gd name="connsiteX16" fmla="*/ 535400 w 1173098"/>
                <a:gd name="connsiteY16" fmla="*/ 489680 h 784544"/>
                <a:gd name="connsiteX17" fmla="*/ 501777 w 1173098"/>
                <a:gd name="connsiteY17" fmla="*/ 477012 h 784544"/>
                <a:gd name="connsiteX18" fmla="*/ 475012 w 1173098"/>
                <a:gd name="connsiteY18" fmla="*/ 465582 h 784544"/>
                <a:gd name="connsiteX19" fmla="*/ 457391 w 1173098"/>
                <a:gd name="connsiteY19" fmla="*/ 457771 h 784544"/>
                <a:gd name="connsiteX20" fmla="*/ 451009 w 1173098"/>
                <a:gd name="connsiteY20" fmla="*/ 454723 h 784544"/>
                <a:gd name="connsiteX21" fmla="*/ 423101 w 1173098"/>
                <a:gd name="connsiteY21" fmla="*/ 440912 h 784544"/>
                <a:gd name="connsiteX22" fmla="*/ 393668 w 1173098"/>
                <a:gd name="connsiteY22" fmla="*/ 424815 h 784544"/>
                <a:gd name="connsiteX23" fmla="*/ 358616 w 1173098"/>
                <a:gd name="connsiteY23" fmla="*/ 403670 h 784544"/>
                <a:gd name="connsiteX24" fmla="*/ 228505 w 1173098"/>
                <a:gd name="connsiteY24" fmla="*/ 301180 h 784544"/>
                <a:gd name="connsiteX25" fmla="*/ 199930 w 1173098"/>
                <a:gd name="connsiteY25" fmla="*/ 272034 h 784544"/>
                <a:gd name="connsiteX26" fmla="*/ 179261 w 1173098"/>
                <a:gd name="connsiteY26" fmla="*/ 249174 h 784544"/>
                <a:gd name="connsiteX27" fmla="*/ 154400 w 1173098"/>
                <a:gd name="connsiteY27" fmla="*/ 219265 h 784544"/>
                <a:gd name="connsiteX28" fmla="*/ 71723 w 1173098"/>
                <a:gd name="connsiteY28" fmla="*/ 108680 h 784544"/>
                <a:gd name="connsiteX29" fmla="*/ 0 w 1173098"/>
                <a:gd name="connsiteY29" fmla="*/ 0 h 784544"/>
                <a:gd name="connsiteX30" fmla="*/ 23051 w 1173098"/>
                <a:gd name="connsiteY30" fmla="*/ 133350 h 784544"/>
                <a:gd name="connsiteX31" fmla="*/ 95155 w 1173098"/>
                <a:gd name="connsiteY31" fmla="*/ 265081 h 784544"/>
                <a:gd name="connsiteX32" fmla="*/ 122301 w 1173098"/>
                <a:gd name="connsiteY32" fmla="*/ 298132 h 784544"/>
                <a:gd name="connsiteX33" fmla="*/ 144875 w 1173098"/>
                <a:gd name="connsiteY33" fmla="*/ 323279 h 784544"/>
                <a:gd name="connsiteX34" fmla="*/ 176498 w 1173098"/>
                <a:gd name="connsiteY34" fmla="*/ 355187 h 784544"/>
                <a:gd name="connsiteX35" fmla="*/ 204407 w 1173098"/>
                <a:gd name="connsiteY35" fmla="*/ 380905 h 784544"/>
                <a:gd name="connsiteX36" fmla="*/ 239173 w 1173098"/>
                <a:gd name="connsiteY36" fmla="*/ 409956 h 784544"/>
                <a:gd name="connsiteX37" fmla="*/ 278321 w 1173098"/>
                <a:gd name="connsiteY37" fmla="*/ 439198 h 784544"/>
                <a:gd name="connsiteX38" fmla="*/ 318707 w 1173098"/>
                <a:gd name="connsiteY38" fmla="*/ 466154 h 784544"/>
                <a:gd name="connsiteX39" fmla="*/ 356807 w 1173098"/>
                <a:gd name="connsiteY39" fmla="*/ 488918 h 784544"/>
                <a:gd name="connsiteX40" fmla="*/ 388715 w 1173098"/>
                <a:gd name="connsiteY40" fmla="*/ 506539 h 784544"/>
                <a:gd name="connsiteX41" fmla="*/ 419100 w 1173098"/>
                <a:gd name="connsiteY41" fmla="*/ 521398 h 784544"/>
                <a:gd name="connsiteX42" fmla="*/ 425958 w 1173098"/>
                <a:gd name="connsiteY42" fmla="*/ 524732 h 784544"/>
                <a:gd name="connsiteX43" fmla="*/ 445008 w 1173098"/>
                <a:gd name="connsiteY43" fmla="*/ 533305 h 784544"/>
                <a:gd name="connsiteX44" fmla="*/ 473583 w 1173098"/>
                <a:gd name="connsiteY44" fmla="*/ 545592 h 784544"/>
                <a:gd name="connsiteX45" fmla="*/ 509778 w 1173098"/>
                <a:gd name="connsiteY45" fmla="*/ 559403 h 784544"/>
                <a:gd name="connsiteX46" fmla="*/ 673322 w 1173098"/>
                <a:gd name="connsiteY46" fmla="*/ 604552 h 784544"/>
                <a:gd name="connsiteX47" fmla="*/ 704945 w 1173098"/>
                <a:gd name="connsiteY47" fmla="*/ 610457 h 784544"/>
                <a:gd name="connsiteX48" fmla="*/ 733520 w 1173098"/>
                <a:gd name="connsiteY48" fmla="*/ 615125 h 784544"/>
                <a:gd name="connsiteX49" fmla="*/ 782098 w 1173098"/>
                <a:gd name="connsiteY49" fmla="*/ 621316 h 784544"/>
                <a:gd name="connsiteX50" fmla="*/ 819436 w 1173098"/>
                <a:gd name="connsiteY50" fmla="*/ 625030 h 784544"/>
                <a:gd name="connsiteX51" fmla="*/ 846201 w 1173098"/>
                <a:gd name="connsiteY51" fmla="*/ 626745 h 784544"/>
                <a:gd name="connsiteX52" fmla="*/ 994315 w 1173098"/>
                <a:gd name="connsiteY52" fmla="*/ 619220 h 784544"/>
                <a:gd name="connsiteX53" fmla="*/ 979265 w 1173098"/>
                <a:gd name="connsiteY53" fmla="*/ 628745 h 784544"/>
                <a:gd name="connsiteX54" fmla="*/ 866680 w 1173098"/>
                <a:gd name="connsiteY54" fmla="*/ 703421 h 784544"/>
                <a:gd name="connsiteX55" fmla="*/ 812864 w 1173098"/>
                <a:gd name="connsiteY55" fmla="*/ 783336 h 784544"/>
                <a:gd name="connsiteX56" fmla="*/ 907447 w 1173098"/>
                <a:gd name="connsiteY56" fmla="*/ 765524 h 784544"/>
                <a:gd name="connsiteX57" fmla="*/ 1020699 w 1173098"/>
                <a:gd name="connsiteY57" fmla="*/ 691419 h 784544"/>
                <a:gd name="connsiteX58" fmla="*/ 1154049 w 1173098"/>
                <a:gd name="connsiteY58" fmla="*/ 603504 h 784544"/>
                <a:gd name="connsiteX59" fmla="*/ 1173099 w 1173098"/>
                <a:gd name="connsiteY59" fmla="*/ 590835 h 784544"/>
                <a:gd name="connsiteX60" fmla="*/ 1107281 w 1173098"/>
                <a:gd name="connsiteY60" fmla="*/ 561404 h 784544"/>
                <a:gd name="connsiteX61" fmla="*/ 1079087 w 1173098"/>
                <a:gd name="connsiteY61" fmla="*/ 547211 h 78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73098" h="784544">
                  <a:moveTo>
                    <a:pt x="1079087" y="547211"/>
                  </a:moveTo>
                  <a:cubicBezTo>
                    <a:pt x="1074230" y="544639"/>
                    <a:pt x="1068896" y="542163"/>
                    <a:pt x="1064038" y="539305"/>
                  </a:cubicBezTo>
                  <a:lnTo>
                    <a:pt x="1055180" y="533876"/>
                  </a:lnTo>
                  <a:cubicBezTo>
                    <a:pt x="1045654" y="528161"/>
                    <a:pt x="1035463" y="521494"/>
                    <a:pt x="1025081" y="514826"/>
                  </a:cubicBezTo>
                  <a:cubicBezTo>
                    <a:pt x="1004411" y="500825"/>
                    <a:pt x="982790" y="485394"/>
                    <a:pt x="963930" y="472250"/>
                  </a:cubicBezTo>
                  <a:cubicBezTo>
                    <a:pt x="945071" y="459105"/>
                    <a:pt x="929164" y="448532"/>
                    <a:pt x="920687" y="443675"/>
                  </a:cubicBezTo>
                  <a:cubicBezTo>
                    <a:pt x="888111" y="423482"/>
                    <a:pt x="860393" y="422624"/>
                    <a:pt x="822674" y="432245"/>
                  </a:cubicBezTo>
                  <a:cubicBezTo>
                    <a:pt x="841724" y="466344"/>
                    <a:pt x="850487" y="486442"/>
                    <a:pt x="879824" y="506063"/>
                  </a:cubicBezTo>
                  <a:cubicBezTo>
                    <a:pt x="887444" y="511016"/>
                    <a:pt x="902399" y="521208"/>
                    <a:pt x="920687" y="533972"/>
                  </a:cubicBezTo>
                  <a:lnTo>
                    <a:pt x="960596" y="561975"/>
                  </a:lnTo>
                  <a:cubicBezTo>
                    <a:pt x="927925" y="558546"/>
                    <a:pt x="892778" y="555688"/>
                    <a:pt x="850868" y="553117"/>
                  </a:cubicBezTo>
                  <a:lnTo>
                    <a:pt x="825532" y="551307"/>
                  </a:lnTo>
                  <a:lnTo>
                    <a:pt x="790194" y="547688"/>
                  </a:lnTo>
                  <a:cubicBezTo>
                    <a:pt x="776669" y="546354"/>
                    <a:pt x="761619" y="543877"/>
                    <a:pt x="744379" y="541687"/>
                  </a:cubicBezTo>
                  <a:cubicBezTo>
                    <a:pt x="735902" y="540544"/>
                    <a:pt x="726948" y="538734"/>
                    <a:pt x="717423" y="537210"/>
                  </a:cubicBezTo>
                  <a:cubicBezTo>
                    <a:pt x="707898" y="535686"/>
                    <a:pt x="698373" y="533972"/>
                    <a:pt x="687800" y="531686"/>
                  </a:cubicBezTo>
                  <a:cubicBezTo>
                    <a:pt x="636051" y="521398"/>
                    <a:pt x="585111" y="507359"/>
                    <a:pt x="535400" y="489680"/>
                  </a:cubicBezTo>
                  <a:lnTo>
                    <a:pt x="501777" y="477012"/>
                  </a:lnTo>
                  <a:lnTo>
                    <a:pt x="475012" y="465582"/>
                  </a:lnTo>
                  <a:cubicBezTo>
                    <a:pt x="467487" y="462439"/>
                    <a:pt x="461391" y="459867"/>
                    <a:pt x="457391" y="457771"/>
                  </a:cubicBezTo>
                  <a:lnTo>
                    <a:pt x="451009" y="454723"/>
                  </a:lnTo>
                  <a:cubicBezTo>
                    <a:pt x="451009" y="454723"/>
                    <a:pt x="440246" y="449580"/>
                    <a:pt x="423101" y="440912"/>
                  </a:cubicBezTo>
                  <a:lnTo>
                    <a:pt x="393668" y="424815"/>
                  </a:lnTo>
                  <a:cubicBezTo>
                    <a:pt x="382715" y="418624"/>
                    <a:pt x="370999" y="411194"/>
                    <a:pt x="358616" y="403670"/>
                  </a:cubicBezTo>
                  <a:cubicBezTo>
                    <a:pt x="312025" y="373809"/>
                    <a:pt x="268449" y="339480"/>
                    <a:pt x="228505" y="301180"/>
                  </a:cubicBezTo>
                  <a:cubicBezTo>
                    <a:pt x="217265" y="290417"/>
                    <a:pt x="207931" y="280416"/>
                    <a:pt x="199930" y="272034"/>
                  </a:cubicBezTo>
                  <a:cubicBezTo>
                    <a:pt x="191929" y="263652"/>
                    <a:pt x="185166" y="255651"/>
                    <a:pt x="179261" y="249174"/>
                  </a:cubicBezTo>
                  <a:cubicBezTo>
                    <a:pt x="167259" y="236220"/>
                    <a:pt x="160211" y="226314"/>
                    <a:pt x="154400" y="219265"/>
                  </a:cubicBezTo>
                  <a:cubicBezTo>
                    <a:pt x="120777" y="176498"/>
                    <a:pt x="96107" y="142018"/>
                    <a:pt x="71723" y="108680"/>
                  </a:cubicBezTo>
                  <a:cubicBezTo>
                    <a:pt x="47339" y="75343"/>
                    <a:pt x="24860" y="42577"/>
                    <a:pt x="0" y="0"/>
                  </a:cubicBezTo>
                  <a:cubicBezTo>
                    <a:pt x="1347" y="45320"/>
                    <a:pt x="9108" y="90211"/>
                    <a:pt x="23051" y="133350"/>
                  </a:cubicBezTo>
                  <a:cubicBezTo>
                    <a:pt x="39697" y="180918"/>
                    <a:pt x="64057" y="225419"/>
                    <a:pt x="95155" y="265081"/>
                  </a:cubicBezTo>
                  <a:cubicBezTo>
                    <a:pt x="101537" y="272891"/>
                    <a:pt x="109252" y="284131"/>
                    <a:pt x="122301" y="298132"/>
                  </a:cubicBezTo>
                  <a:cubicBezTo>
                    <a:pt x="128778" y="305276"/>
                    <a:pt x="135826" y="313944"/>
                    <a:pt x="144875" y="323279"/>
                  </a:cubicBezTo>
                  <a:cubicBezTo>
                    <a:pt x="153924" y="332613"/>
                    <a:pt x="163925" y="343376"/>
                    <a:pt x="176498" y="355187"/>
                  </a:cubicBezTo>
                  <a:lnTo>
                    <a:pt x="204407" y="380905"/>
                  </a:lnTo>
                  <a:cubicBezTo>
                    <a:pt x="215074" y="390430"/>
                    <a:pt x="226981" y="399955"/>
                    <a:pt x="239173" y="409956"/>
                  </a:cubicBezTo>
                  <a:cubicBezTo>
                    <a:pt x="251365" y="419957"/>
                    <a:pt x="265081" y="429006"/>
                    <a:pt x="278321" y="439198"/>
                  </a:cubicBezTo>
                  <a:cubicBezTo>
                    <a:pt x="291560" y="449389"/>
                    <a:pt x="305372" y="458248"/>
                    <a:pt x="318707" y="466154"/>
                  </a:cubicBezTo>
                  <a:cubicBezTo>
                    <a:pt x="332042" y="474059"/>
                    <a:pt x="344805" y="482251"/>
                    <a:pt x="356807" y="488918"/>
                  </a:cubicBezTo>
                  <a:lnTo>
                    <a:pt x="388715" y="506539"/>
                  </a:lnTo>
                  <a:cubicBezTo>
                    <a:pt x="407765" y="516064"/>
                    <a:pt x="419100" y="521398"/>
                    <a:pt x="419100" y="521398"/>
                  </a:cubicBezTo>
                  <a:lnTo>
                    <a:pt x="425958" y="524732"/>
                  </a:lnTo>
                  <a:cubicBezTo>
                    <a:pt x="430340" y="527018"/>
                    <a:pt x="436912" y="529876"/>
                    <a:pt x="445008" y="533305"/>
                  </a:cubicBezTo>
                  <a:lnTo>
                    <a:pt x="473583" y="545592"/>
                  </a:lnTo>
                  <a:lnTo>
                    <a:pt x="509778" y="559403"/>
                  </a:lnTo>
                  <a:cubicBezTo>
                    <a:pt x="563070" y="578577"/>
                    <a:pt x="617744" y="593674"/>
                    <a:pt x="673322" y="604552"/>
                  </a:cubicBezTo>
                  <a:cubicBezTo>
                    <a:pt x="684276" y="607028"/>
                    <a:pt x="694849" y="608743"/>
                    <a:pt x="704945" y="610457"/>
                  </a:cubicBezTo>
                  <a:cubicBezTo>
                    <a:pt x="715042" y="612172"/>
                    <a:pt x="724472" y="613886"/>
                    <a:pt x="733520" y="615125"/>
                  </a:cubicBezTo>
                  <a:cubicBezTo>
                    <a:pt x="751713" y="617506"/>
                    <a:pt x="767810" y="619982"/>
                    <a:pt x="782098" y="621316"/>
                  </a:cubicBezTo>
                  <a:lnTo>
                    <a:pt x="819436" y="625030"/>
                  </a:lnTo>
                  <a:lnTo>
                    <a:pt x="846201" y="626745"/>
                  </a:lnTo>
                  <a:cubicBezTo>
                    <a:pt x="895693" y="630050"/>
                    <a:pt x="945414" y="627526"/>
                    <a:pt x="994315" y="619220"/>
                  </a:cubicBezTo>
                  <a:lnTo>
                    <a:pt x="979265" y="628745"/>
                  </a:lnTo>
                  <a:cubicBezTo>
                    <a:pt x="933355" y="658939"/>
                    <a:pt x="883158" y="692182"/>
                    <a:pt x="866680" y="703421"/>
                  </a:cubicBezTo>
                  <a:cubicBezTo>
                    <a:pt x="836104" y="724281"/>
                    <a:pt x="825627" y="746474"/>
                    <a:pt x="812864" y="783336"/>
                  </a:cubicBezTo>
                  <a:cubicBezTo>
                    <a:pt x="851725" y="786193"/>
                    <a:pt x="876300" y="785336"/>
                    <a:pt x="907447" y="765524"/>
                  </a:cubicBezTo>
                  <a:cubicBezTo>
                    <a:pt x="924401" y="754761"/>
                    <a:pt x="974122" y="721709"/>
                    <a:pt x="1020699" y="691419"/>
                  </a:cubicBezTo>
                  <a:lnTo>
                    <a:pt x="1154049" y="603504"/>
                  </a:lnTo>
                  <a:lnTo>
                    <a:pt x="1173099" y="590835"/>
                  </a:lnTo>
                  <a:lnTo>
                    <a:pt x="1107281" y="561404"/>
                  </a:lnTo>
                  <a:cubicBezTo>
                    <a:pt x="1097852" y="557213"/>
                    <a:pt x="1089089" y="552259"/>
                    <a:pt x="1079087" y="547211"/>
                  </a:cubicBezTo>
                  <a:close/>
                </a:path>
              </a:pathLst>
            </a:custGeom>
            <a:solidFill>
              <a:schemeClr val="accent2"/>
            </a:solidFill>
            <a:ln w="3587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4" name="lemon3"/>
          <p:cNvGrpSpPr/>
          <p:nvPr/>
        </p:nvGrpSpPr>
        <p:grpSpPr>
          <a:xfrm>
            <a:off x="1576225" y="2968346"/>
            <a:ext cx="1556008" cy="3284622"/>
            <a:chOff x="937896" y="3063797"/>
            <a:chExt cx="1556008" cy="3284622"/>
          </a:xfrm>
        </p:grpSpPr>
        <p:sp>
          <p:nvSpPr>
            <p:cNvPr id="6" name="lemon3-1"/>
            <p:cNvSpPr>
              <a:spLocks noChangeArrowheads="1"/>
            </p:cNvSpPr>
            <p:nvPr/>
          </p:nvSpPr>
          <p:spPr bwMode="gray">
            <a:xfrm flipH="1">
              <a:off x="1825815" y="3087231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" name="lemon3-2"/>
            <p:cNvSpPr/>
            <p:nvPr/>
          </p:nvSpPr>
          <p:spPr bwMode="gray">
            <a:xfrm flipH="1">
              <a:off x="945959" y="3087231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>
                    <a:alpha val="32617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alpha val="28201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" name="lemon3-3"/>
            <p:cNvSpPr>
              <a:spLocks noChangeArrowheads="1"/>
            </p:cNvSpPr>
            <p:nvPr/>
          </p:nvSpPr>
          <p:spPr bwMode="gray">
            <a:xfrm flipH="1">
              <a:off x="945959" y="3087231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" name="lemon3-4"/>
            <p:cNvSpPr/>
            <p:nvPr/>
          </p:nvSpPr>
          <p:spPr bwMode="auto">
            <a:xfrm>
              <a:off x="947457" y="5388810"/>
              <a:ext cx="665869" cy="646036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" name="lemon3-5"/>
            <p:cNvSpPr>
              <a:spLocks noChangeArrowheads="1"/>
            </p:cNvSpPr>
            <p:nvPr/>
          </p:nvSpPr>
          <p:spPr bwMode="auto">
            <a:xfrm>
              <a:off x="947456" y="5308872"/>
              <a:ext cx="665871" cy="18004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" name="lemon3-6"/>
            <p:cNvSpPr txBox="1"/>
            <p:nvPr/>
          </p:nvSpPr>
          <p:spPr>
            <a:xfrm>
              <a:off x="937896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2018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6" name="lemon3-7"/>
            <p:cNvSpPr txBox="1"/>
            <p:nvPr/>
          </p:nvSpPr>
          <p:spPr>
            <a:xfrm>
              <a:off x="1898016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2019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" name="lemon3-8"/>
            <p:cNvSpPr/>
            <p:nvPr/>
          </p:nvSpPr>
          <p:spPr bwMode="gray">
            <a:xfrm flipH="1">
              <a:off x="1819066" y="3115855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>
                    <a:alpha val="32617"/>
                  </a:schemeClr>
                </a:gs>
                <a:gs pos="50000">
                  <a:schemeClr val="accent1">
                    <a:lumMod val="40000"/>
                    <a:lumOff val="60000"/>
                    <a:alpha val="52132"/>
                  </a:schemeClr>
                </a:gs>
                <a:gs pos="100000">
                  <a:schemeClr val="accent1">
                    <a:alpha val="28201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2" name="lemon3-9"/>
            <p:cNvSpPr>
              <a:spLocks noChangeArrowheads="1"/>
            </p:cNvSpPr>
            <p:nvPr/>
          </p:nvSpPr>
          <p:spPr bwMode="gray">
            <a:xfrm flipH="1">
              <a:off x="1819066" y="3115855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3" name="lemon3-10"/>
            <p:cNvSpPr/>
            <p:nvPr/>
          </p:nvSpPr>
          <p:spPr bwMode="auto">
            <a:xfrm>
              <a:off x="1820564" y="5417434"/>
              <a:ext cx="665869" cy="646036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4" name="lemon3-11"/>
            <p:cNvSpPr>
              <a:spLocks noChangeArrowheads="1"/>
            </p:cNvSpPr>
            <p:nvPr/>
          </p:nvSpPr>
          <p:spPr bwMode="auto">
            <a:xfrm>
              <a:off x="1816846" y="4310527"/>
              <a:ext cx="665871" cy="18004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5" name="lemon3-12"/>
            <p:cNvSpPr/>
            <p:nvPr/>
          </p:nvSpPr>
          <p:spPr bwMode="auto">
            <a:xfrm>
              <a:off x="1816846" y="4400550"/>
              <a:ext cx="665869" cy="1284695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3" name="lemon3-13"/>
            <p:cNvSpPr/>
            <p:nvPr/>
          </p:nvSpPr>
          <p:spPr>
            <a:xfrm rot="17040000">
              <a:off x="1209772" y="3117892"/>
              <a:ext cx="945505" cy="837316"/>
            </a:xfrm>
            <a:custGeom>
              <a:avLst/>
              <a:gdLst>
                <a:gd name="connsiteX0" fmla="*/ 1079087 w 1173098"/>
                <a:gd name="connsiteY0" fmla="*/ 547211 h 784544"/>
                <a:gd name="connsiteX1" fmla="*/ 1064038 w 1173098"/>
                <a:gd name="connsiteY1" fmla="*/ 539305 h 784544"/>
                <a:gd name="connsiteX2" fmla="*/ 1055180 w 1173098"/>
                <a:gd name="connsiteY2" fmla="*/ 533876 h 784544"/>
                <a:gd name="connsiteX3" fmla="*/ 1025081 w 1173098"/>
                <a:gd name="connsiteY3" fmla="*/ 514826 h 784544"/>
                <a:gd name="connsiteX4" fmla="*/ 963930 w 1173098"/>
                <a:gd name="connsiteY4" fmla="*/ 472250 h 784544"/>
                <a:gd name="connsiteX5" fmla="*/ 920687 w 1173098"/>
                <a:gd name="connsiteY5" fmla="*/ 443675 h 784544"/>
                <a:gd name="connsiteX6" fmla="*/ 822674 w 1173098"/>
                <a:gd name="connsiteY6" fmla="*/ 432245 h 784544"/>
                <a:gd name="connsiteX7" fmla="*/ 879824 w 1173098"/>
                <a:gd name="connsiteY7" fmla="*/ 506063 h 784544"/>
                <a:gd name="connsiteX8" fmla="*/ 920687 w 1173098"/>
                <a:gd name="connsiteY8" fmla="*/ 533972 h 784544"/>
                <a:gd name="connsiteX9" fmla="*/ 960596 w 1173098"/>
                <a:gd name="connsiteY9" fmla="*/ 561975 h 784544"/>
                <a:gd name="connsiteX10" fmla="*/ 850868 w 1173098"/>
                <a:gd name="connsiteY10" fmla="*/ 553117 h 784544"/>
                <a:gd name="connsiteX11" fmla="*/ 825532 w 1173098"/>
                <a:gd name="connsiteY11" fmla="*/ 551307 h 784544"/>
                <a:gd name="connsiteX12" fmla="*/ 790194 w 1173098"/>
                <a:gd name="connsiteY12" fmla="*/ 547688 h 784544"/>
                <a:gd name="connsiteX13" fmla="*/ 744379 w 1173098"/>
                <a:gd name="connsiteY13" fmla="*/ 541687 h 784544"/>
                <a:gd name="connsiteX14" fmla="*/ 717423 w 1173098"/>
                <a:gd name="connsiteY14" fmla="*/ 537210 h 784544"/>
                <a:gd name="connsiteX15" fmla="*/ 687800 w 1173098"/>
                <a:gd name="connsiteY15" fmla="*/ 531686 h 784544"/>
                <a:gd name="connsiteX16" fmla="*/ 535400 w 1173098"/>
                <a:gd name="connsiteY16" fmla="*/ 489680 h 784544"/>
                <a:gd name="connsiteX17" fmla="*/ 501777 w 1173098"/>
                <a:gd name="connsiteY17" fmla="*/ 477012 h 784544"/>
                <a:gd name="connsiteX18" fmla="*/ 475012 w 1173098"/>
                <a:gd name="connsiteY18" fmla="*/ 465582 h 784544"/>
                <a:gd name="connsiteX19" fmla="*/ 457391 w 1173098"/>
                <a:gd name="connsiteY19" fmla="*/ 457771 h 784544"/>
                <a:gd name="connsiteX20" fmla="*/ 451009 w 1173098"/>
                <a:gd name="connsiteY20" fmla="*/ 454723 h 784544"/>
                <a:gd name="connsiteX21" fmla="*/ 423101 w 1173098"/>
                <a:gd name="connsiteY21" fmla="*/ 440912 h 784544"/>
                <a:gd name="connsiteX22" fmla="*/ 393668 w 1173098"/>
                <a:gd name="connsiteY22" fmla="*/ 424815 h 784544"/>
                <a:gd name="connsiteX23" fmla="*/ 358616 w 1173098"/>
                <a:gd name="connsiteY23" fmla="*/ 403670 h 784544"/>
                <a:gd name="connsiteX24" fmla="*/ 228505 w 1173098"/>
                <a:gd name="connsiteY24" fmla="*/ 301180 h 784544"/>
                <a:gd name="connsiteX25" fmla="*/ 199930 w 1173098"/>
                <a:gd name="connsiteY25" fmla="*/ 272034 h 784544"/>
                <a:gd name="connsiteX26" fmla="*/ 179261 w 1173098"/>
                <a:gd name="connsiteY26" fmla="*/ 249174 h 784544"/>
                <a:gd name="connsiteX27" fmla="*/ 154400 w 1173098"/>
                <a:gd name="connsiteY27" fmla="*/ 219265 h 784544"/>
                <a:gd name="connsiteX28" fmla="*/ 71723 w 1173098"/>
                <a:gd name="connsiteY28" fmla="*/ 108680 h 784544"/>
                <a:gd name="connsiteX29" fmla="*/ 0 w 1173098"/>
                <a:gd name="connsiteY29" fmla="*/ 0 h 784544"/>
                <a:gd name="connsiteX30" fmla="*/ 23051 w 1173098"/>
                <a:gd name="connsiteY30" fmla="*/ 133350 h 784544"/>
                <a:gd name="connsiteX31" fmla="*/ 95155 w 1173098"/>
                <a:gd name="connsiteY31" fmla="*/ 265081 h 784544"/>
                <a:gd name="connsiteX32" fmla="*/ 122301 w 1173098"/>
                <a:gd name="connsiteY32" fmla="*/ 298132 h 784544"/>
                <a:gd name="connsiteX33" fmla="*/ 144875 w 1173098"/>
                <a:gd name="connsiteY33" fmla="*/ 323279 h 784544"/>
                <a:gd name="connsiteX34" fmla="*/ 176498 w 1173098"/>
                <a:gd name="connsiteY34" fmla="*/ 355187 h 784544"/>
                <a:gd name="connsiteX35" fmla="*/ 204407 w 1173098"/>
                <a:gd name="connsiteY35" fmla="*/ 380905 h 784544"/>
                <a:gd name="connsiteX36" fmla="*/ 239173 w 1173098"/>
                <a:gd name="connsiteY36" fmla="*/ 409956 h 784544"/>
                <a:gd name="connsiteX37" fmla="*/ 278321 w 1173098"/>
                <a:gd name="connsiteY37" fmla="*/ 439198 h 784544"/>
                <a:gd name="connsiteX38" fmla="*/ 318707 w 1173098"/>
                <a:gd name="connsiteY38" fmla="*/ 466154 h 784544"/>
                <a:gd name="connsiteX39" fmla="*/ 356807 w 1173098"/>
                <a:gd name="connsiteY39" fmla="*/ 488918 h 784544"/>
                <a:gd name="connsiteX40" fmla="*/ 388715 w 1173098"/>
                <a:gd name="connsiteY40" fmla="*/ 506539 h 784544"/>
                <a:gd name="connsiteX41" fmla="*/ 419100 w 1173098"/>
                <a:gd name="connsiteY41" fmla="*/ 521398 h 784544"/>
                <a:gd name="connsiteX42" fmla="*/ 425958 w 1173098"/>
                <a:gd name="connsiteY42" fmla="*/ 524732 h 784544"/>
                <a:gd name="connsiteX43" fmla="*/ 445008 w 1173098"/>
                <a:gd name="connsiteY43" fmla="*/ 533305 h 784544"/>
                <a:gd name="connsiteX44" fmla="*/ 473583 w 1173098"/>
                <a:gd name="connsiteY44" fmla="*/ 545592 h 784544"/>
                <a:gd name="connsiteX45" fmla="*/ 509778 w 1173098"/>
                <a:gd name="connsiteY45" fmla="*/ 559403 h 784544"/>
                <a:gd name="connsiteX46" fmla="*/ 673322 w 1173098"/>
                <a:gd name="connsiteY46" fmla="*/ 604552 h 784544"/>
                <a:gd name="connsiteX47" fmla="*/ 704945 w 1173098"/>
                <a:gd name="connsiteY47" fmla="*/ 610457 h 784544"/>
                <a:gd name="connsiteX48" fmla="*/ 733520 w 1173098"/>
                <a:gd name="connsiteY48" fmla="*/ 615125 h 784544"/>
                <a:gd name="connsiteX49" fmla="*/ 782098 w 1173098"/>
                <a:gd name="connsiteY49" fmla="*/ 621316 h 784544"/>
                <a:gd name="connsiteX50" fmla="*/ 819436 w 1173098"/>
                <a:gd name="connsiteY50" fmla="*/ 625030 h 784544"/>
                <a:gd name="connsiteX51" fmla="*/ 846201 w 1173098"/>
                <a:gd name="connsiteY51" fmla="*/ 626745 h 784544"/>
                <a:gd name="connsiteX52" fmla="*/ 994315 w 1173098"/>
                <a:gd name="connsiteY52" fmla="*/ 619220 h 784544"/>
                <a:gd name="connsiteX53" fmla="*/ 979265 w 1173098"/>
                <a:gd name="connsiteY53" fmla="*/ 628745 h 784544"/>
                <a:gd name="connsiteX54" fmla="*/ 866680 w 1173098"/>
                <a:gd name="connsiteY54" fmla="*/ 703421 h 784544"/>
                <a:gd name="connsiteX55" fmla="*/ 812864 w 1173098"/>
                <a:gd name="connsiteY55" fmla="*/ 783336 h 784544"/>
                <a:gd name="connsiteX56" fmla="*/ 907447 w 1173098"/>
                <a:gd name="connsiteY56" fmla="*/ 765524 h 784544"/>
                <a:gd name="connsiteX57" fmla="*/ 1020699 w 1173098"/>
                <a:gd name="connsiteY57" fmla="*/ 691419 h 784544"/>
                <a:gd name="connsiteX58" fmla="*/ 1154049 w 1173098"/>
                <a:gd name="connsiteY58" fmla="*/ 603504 h 784544"/>
                <a:gd name="connsiteX59" fmla="*/ 1173099 w 1173098"/>
                <a:gd name="connsiteY59" fmla="*/ 590835 h 784544"/>
                <a:gd name="connsiteX60" fmla="*/ 1107281 w 1173098"/>
                <a:gd name="connsiteY60" fmla="*/ 561404 h 784544"/>
                <a:gd name="connsiteX61" fmla="*/ 1079087 w 1173098"/>
                <a:gd name="connsiteY61" fmla="*/ 547211 h 78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73098" h="784544">
                  <a:moveTo>
                    <a:pt x="1079087" y="547211"/>
                  </a:moveTo>
                  <a:cubicBezTo>
                    <a:pt x="1074230" y="544639"/>
                    <a:pt x="1068896" y="542163"/>
                    <a:pt x="1064038" y="539305"/>
                  </a:cubicBezTo>
                  <a:lnTo>
                    <a:pt x="1055180" y="533876"/>
                  </a:lnTo>
                  <a:cubicBezTo>
                    <a:pt x="1045654" y="528161"/>
                    <a:pt x="1035463" y="521494"/>
                    <a:pt x="1025081" y="514826"/>
                  </a:cubicBezTo>
                  <a:cubicBezTo>
                    <a:pt x="1004411" y="500825"/>
                    <a:pt x="982790" y="485394"/>
                    <a:pt x="963930" y="472250"/>
                  </a:cubicBezTo>
                  <a:cubicBezTo>
                    <a:pt x="945071" y="459105"/>
                    <a:pt x="929164" y="448532"/>
                    <a:pt x="920687" y="443675"/>
                  </a:cubicBezTo>
                  <a:cubicBezTo>
                    <a:pt x="888111" y="423482"/>
                    <a:pt x="860393" y="422624"/>
                    <a:pt x="822674" y="432245"/>
                  </a:cubicBezTo>
                  <a:cubicBezTo>
                    <a:pt x="841724" y="466344"/>
                    <a:pt x="850487" y="486442"/>
                    <a:pt x="879824" y="506063"/>
                  </a:cubicBezTo>
                  <a:cubicBezTo>
                    <a:pt x="887444" y="511016"/>
                    <a:pt x="902399" y="521208"/>
                    <a:pt x="920687" y="533972"/>
                  </a:cubicBezTo>
                  <a:lnTo>
                    <a:pt x="960596" y="561975"/>
                  </a:lnTo>
                  <a:cubicBezTo>
                    <a:pt x="927925" y="558546"/>
                    <a:pt x="892778" y="555688"/>
                    <a:pt x="850868" y="553117"/>
                  </a:cubicBezTo>
                  <a:lnTo>
                    <a:pt x="825532" y="551307"/>
                  </a:lnTo>
                  <a:lnTo>
                    <a:pt x="790194" y="547688"/>
                  </a:lnTo>
                  <a:cubicBezTo>
                    <a:pt x="776669" y="546354"/>
                    <a:pt x="761619" y="543877"/>
                    <a:pt x="744379" y="541687"/>
                  </a:cubicBezTo>
                  <a:cubicBezTo>
                    <a:pt x="735902" y="540544"/>
                    <a:pt x="726948" y="538734"/>
                    <a:pt x="717423" y="537210"/>
                  </a:cubicBezTo>
                  <a:cubicBezTo>
                    <a:pt x="707898" y="535686"/>
                    <a:pt x="698373" y="533972"/>
                    <a:pt x="687800" y="531686"/>
                  </a:cubicBezTo>
                  <a:cubicBezTo>
                    <a:pt x="636051" y="521398"/>
                    <a:pt x="585111" y="507359"/>
                    <a:pt x="535400" y="489680"/>
                  </a:cubicBezTo>
                  <a:lnTo>
                    <a:pt x="501777" y="477012"/>
                  </a:lnTo>
                  <a:lnTo>
                    <a:pt x="475012" y="465582"/>
                  </a:lnTo>
                  <a:cubicBezTo>
                    <a:pt x="467487" y="462439"/>
                    <a:pt x="461391" y="459867"/>
                    <a:pt x="457391" y="457771"/>
                  </a:cubicBezTo>
                  <a:lnTo>
                    <a:pt x="451009" y="454723"/>
                  </a:lnTo>
                  <a:cubicBezTo>
                    <a:pt x="451009" y="454723"/>
                    <a:pt x="440246" y="449580"/>
                    <a:pt x="423101" y="440912"/>
                  </a:cubicBezTo>
                  <a:lnTo>
                    <a:pt x="393668" y="424815"/>
                  </a:lnTo>
                  <a:cubicBezTo>
                    <a:pt x="382715" y="418624"/>
                    <a:pt x="370999" y="411194"/>
                    <a:pt x="358616" y="403670"/>
                  </a:cubicBezTo>
                  <a:cubicBezTo>
                    <a:pt x="312025" y="373809"/>
                    <a:pt x="268449" y="339480"/>
                    <a:pt x="228505" y="301180"/>
                  </a:cubicBezTo>
                  <a:cubicBezTo>
                    <a:pt x="217265" y="290417"/>
                    <a:pt x="207931" y="280416"/>
                    <a:pt x="199930" y="272034"/>
                  </a:cubicBezTo>
                  <a:cubicBezTo>
                    <a:pt x="191929" y="263652"/>
                    <a:pt x="185166" y="255651"/>
                    <a:pt x="179261" y="249174"/>
                  </a:cubicBezTo>
                  <a:cubicBezTo>
                    <a:pt x="167259" y="236220"/>
                    <a:pt x="160211" y="226314"/>
                    <a:pt x="154400" y="219265"/>
                  </a:cubicBezTo>
                  <a:cubicBezTo>
                    <a:pt x="120777" y="176498"/>
                    <a:pt x="96107" y="142018"/>
                    <a:pt x="71723" y="108680"/>
                  </a:cubicBezTo>
                  <a:cubicBezTo>
                    <a:pt x="47339" y="75343"/>
                    <a:pt x="24860" y="42577"/>
                    <a:pt x="0" y="0"/>
                  </a:cubicBezTo>
                  <a:cubicBezTo>
                    <a:pt x="1347" y="45320"/>
                    <a:pt x="9108" y="90211"/>
                    <a:pt x="23051" y="133350"/>
                  </a:cubicBezTo>
                  <a:cubicBezTo>
                    <a:pt x="39697" y="180918"/>
                    <a:pt x="64057" y="225419"/>
                    <a:pt x="95155" y="265081"/>
                  </a:cubicBezTo>
                  <a:cubicBezTo>
                    <a:pt x="101537" y="272891"/>
                    <a:pt x="109252" y="284131"/>
                    <a:pt x="122301" y="298132"/>
                  </a:cubicBezTo>
                  <a:cubicBezTo>
                    <a:pt x="128778" y="305276"/>
                    <a:pt x="135826" y="313944"/>
                    <a:pt x="144875" y="323279"/>
                  </a:cubicBezTo>
                  <a:cubicBezTo>
                    <a:pt x="153924" y="332613"/>
                    <a:pt x="163925" y="343376"/>
                    <a:pt x="176498" y="355187"/>
                  </a:cubicBezTo>
                  <a:lnTo>
                    <a:pt x="204407" y="380905"/>
                  </a:lnTo>
                  <a:cubicBezTo>
                    <a:pt x="215074" y="390430"/>
                    <a:pt x="226981" y="399955"/>
                    <a:pt x="239173" y="409956"/>
                  </a:cubicBezTo>
                  <a:cubicBezTo>
                    <a:pt x="251365" y="419957"/>
                    <a:pt x="265081" y="429006"/>
                    <a:pt x="278321" y="439198"/>
                  </a:cubicBezTo>
                  <a:cubicBezTo>
                    <a:pt x="291560" y="449389"/>
                    <a:pt x="305372" y="458248"/>
                    <a:pt x="318707" y="466154"/>
                  </a:cubicBezTo>
                  <a:cubicBezTo>
                    <a:pt x="332042" y="474059"/>
                    <a:pt x="344805" y="482251"/>
                    <a:pt x="356807" y="488918"/>
                  </a:cubicBezTo>
                  <a:lnTo>
                    <a:pt x="388715" y="506539"/>
                  </a:lnTo>
                  <a:cubicBezTo>
                    <a:pt x="407765" y="516064"/>
                    <a:pt x="419100" y="521398"/>
                    <a:pt x="419100" y="521398"/>
                  </a:cubicBezTo>
                  <a:lnTo>
                    <a:pt x="425958" y="524732"/>
                  </a:lnTo>
                  <a:cubicBezTo>
                    <a:pt x="430340" y="527018"/>
                    <a:pt x="436912" y="529876"/>
                    <a:pt x="445008" y="533305"/>
                  </a:cubicBezTo>
                  <a:lnTo>
                    <a:pt x="473583" y="545592"/>
                  </a:lnTo>
                  <a:lnTo>
                    <a:pt x="509778" y="559403"/>
                  </a:lnTo>
                  <a:cubicBezTo>
                    <a:pt x="563070" y="578577"/>
                    <a:pt x="617744" y="593674"/>
                    <a:pt x="673322" y="604552"/>
                  </a:cubicBezTo>
                  <a:cubicBezTo>
                    <a:pt x="684276" y="607028"/>
                    <a:pt x="694849" y="608743"/>
                    <a:pt x="704945" y="610457"/>
                  </a:cubicBezTo>
                  <a:cubicBezTo>
                    <a:pt x="715042" y="612172"/>
                    <a:pt x="724472" y="613886"/>
                    <a:pt x="733520" y="615125"/>
                  </a:cubicBezTo>
                  <a:cubicBezTo>
                    <a:pt x="751713" y="617506"/>
                    <a:pt x="767810" y="619982"/>
                    <a:pt x="782098" y="621316"/>
                  </a:cubicBezTo>
                  <a:lnTo>
                    <a:pt x="819436" y="625030"/>
                  </a:lnTo>
                  <a:lnTo>
                    <a:pt x="846201" y="626745"/>
                  </a:lnTo>
                  <a:cubicBezTo>
                    <a:pt x="895693" y="630050"/>
                    <a:pt x="945414" y="627526"/>
                    <a:pt x="994315" y="619220"/>
                  </a:cubicBezTo>
                  <a:lnTo>
                    <a:pt x="979265" y="628745"/>
                  </a:lnTo>
                  <a:cubicBezTo>
                    <a:pt x="933355" y="658939"/>
                    <a:pt x="883158" y="692182"/>
                    <a:pt x="866680" y="703421"/>
                  </a:cubicBezTo>
                  <a:cubicBezTo>
                    <a:pt x="836104" y="724281"/>
                    <a:pt x="825627" y="746474"/>
                    <a:pt x="812864" y="783336"/>
                  </a:cubicBezTo>
                  <a:cubicBezTo>
                    <a:pt x="851725" y="786193"/>
                    <a:pt x="876300" y="785336"/>
                    <a:pt x="907447" y="765524"/>
                  </a:cubicBezTo>
                  <a:cubicBezTo>
                    <a:pt x="924401" y="754761"/>
                    <a:pt x="974122" y="721709"/>
                    <a:pt x="1020699" y="691419"/>
                  </a:cubicBezTo>
                  <a:lnTo>
                    <a:pt x="1154049" y="603504"/>
                  </a:lnTo>
                  <a:lnTo>
                    <a:pt x="1173099" y="590835"/>
                  </a:lnTo>
                  <a:lnTo>
                    <a:pt x="1107281" y="561404"/>
                  </a:lnTo>
                  <a:cubicBezTo>
                    <a:pt x="1097852" y="557213"/>
                    <a:pt x="1089089" y="552259"/>
                    <a:pt x="1079087" y="547211"/>
                  </a:cubicBezTo>
                  <a:close/>
                </a:path>
              </a:pathLst>
            </a:custGeom>
            <a:solidFill>
              <a:schemeClr val="accent1"/>
            </a:solidFill>
            <a:ln w="3587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5" name="lemon4"/>
          <p:cNvGrpSpPr/>
          <p:nvPr/>
        </p:nvGrpSpPr>
        <p:grpSpPr>
          <a:xfrm>
            <a:off x="6653551" y="2992409"/>
            <a:ext cx="1556008" cy="3284622"/>
            <a:chOff x="937896" y="3063797"/>
            <a:chExt cx="1556008" cy="3284622"/>
          </a:xfrm>
        </p:grpSpPr>
        <p:sp>
          <p:nvSpPr>
            <p:cNvPr id="66" name="lemon4-1"/>
            <p:cNvSpPr>
              <a:spLocks noChangeArrowheads="1"/>
            </p:cNvSpPr>
            <p:nvPr/>
          </p:nvSpPr>
          <p:spPr bwMode="gray">
            <a:xfrm flipH="1">
              <a:off x="1825815" y="3087231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7" name="lemon4-2"/>
            <p:cNvSpPr/>
            <p:nvPr/>
          </p:nvSpPr>
          <p:spPr bwMode="gray">
            <a:xfrm flipH="1">
              <a:off x="945959" y="3087231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3">
                    <a:alpha val="34666"/>
                  </a:schemeClr>
                </a:gs>
                <a:gs pos="50000">
                  <a:schemeClr val="accent3">
                    <a:lumMod val="20000"/>
                    <a:lumOff val="80000"/>
                  </a:schemeClr>
                </a:gs>
                <a:gs pos="100000">
                  <a:schemeClr val="accent3">
                    <a:alpha val="33000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8" name="lemon4-3"/>
            <p:cNvSpPr>
              <a:spLocks noChangeArrowheads="1"/>
            </p:cNvSpPr>
            <p:nvPr/>
          </p:nvSpPr>
          <p:spPr bwMode="gray">
            <a:xfrm flipH="1">
              <a:off x="945959" y="3087231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9" name="lemon4-4"/>
            <p:cNvSpPr/>
            <p:nvPr/>
          </p:nvSpPr>
          <p:spPr bwMode="auto">
            <a:xfrm>
              <a:off x="947457" y="5388810"/>
              <a:ext cx="665869" cy="646036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0" name="lemon4-5"/>
            <p:cNvSpPr>
              <a:spLocks noChangeArrowheads="1"/>
            </p:cNvSpPr>
            <p:nvPr/>
          </p:nvSpPr>
          <p:spPr bwMode="auto">
            <a:xfrm>
              <a:off x="947455" y="4911014"/>
              <a:ext cx="665871" cy="180046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1" name="lemon4-6"/>
            <p:cNvSpPr txBox="1"/>
            <p:nvPr/>
          </p:nvSpPr>
          <p:spPr>
            <a:xfrm>
              <a:off x="937896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2020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2" name="lemon4-7"/>
            <p:cNvSpPr txBox="1"/>
            <p:nvPr/>
          </p:nvSpPr>
          <p:spPr>
            <a:xfrm>
              <a:off x="1898016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2021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3" name="lemon4-8"/>
            <p:cNvSpPr/>
            <p:nvPr/>
          </p:nvSpPr>
          <p:spPr bwMode="gray">
            <a:xfrm flipH="1">
              <a:off x="1819066" y="3115855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3">
                    <a:alpha val="34666"/>
                  </a:schemeClr>
                </a:gs>
                <a:gs pos="50000">
                  <a:schemeClr val="accent3">
                    <a:lumMod val="20000"/>
                    <a:lumOff val="80000"/>
                  </a:schemeClr>
                </a:gs>
                <a:gs pos="100000">
                  <a:schemeClr val="accent3">
                    <a:alpha val="33000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4" name="lemon4-9"/>
            <p:cNvSpPr>
              <a:spLocks noChangeArrowheads="1"/>
            </p:cNvSpPr>
            <p:nvPr/>
          </p:nvSpPr>
          <p:spPr bwMode="gray">
            <a:xfrm flipH="1">
              <a:off x="1819066" y="3115855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5" name="lemon4-10"/>
            <p:cNvSpPr/>
            <p:nvPr/>
          </p:nvSpPr>
          <p:spPr bwMode="auto">
            <a:xfrm>
              <a:off x="1820564" y="5417434"/>
              <a:ext cx="665869" cy="646036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6" name="lemon4-11"/>
            <p:cNvSpPr>
              <a:spLocks noChangeArrowheads="1"/>
            </p:cNvSpPr>
            <p:nvPr/>
          </p:nvSpPr>
          <p:spPr bwMode="auto">
            <a:xfrm>
              <a:off x="1828033" y="3934706"/>
              <a:ext cx="665871" cy="180046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7" name="lemon4-12"/>
            <p:cNvSpPr/>
            <p:nvPr/>
          </p:nvSpPr>
          <p:spPr bwMode="auto">
            <a:xfrm>
              <a:off x="1816846" y="4017944"/>
              <a:ext cx="665869" cy="1667302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8" name="lemon4-13"/>
            <p:cNvSpPr/>
            <p:nvPr/>
          </p:nvSpPr>
          <p:spPr>
            <a:xfrm rot="17040000">
              <a:off x="1209772" y="3117892"/>
              <a:ext cx="945505" cy="837316"/>
            </a:xfrm>
            <a:custGeom>
              <a:avLst/>
              <a:gdLst>
                <a:gd name="connsiteX0" fmla="*/ 1079087 w 1173098"/>
                <a:gd name="connsiteY0" fmla="*/ 547211 h 784544"/>
                <a:gd name="connsiteX1" fmla="*/ 1064038 w 1173098"/>
                <a:gd name="connsiteY1" fmla="*/ 539305 h 784544"/>
                <a:gd name="connsiteX2" fmla="*/ 1055180 w 1173098"/>
                <a:gd name="connsiteY2" fmla="*/ 533876 h 784544"/>
                <a:gd name="connsiteX3" fmla="*/ 1025081 w 1173098"/>
                <a:gd name="connsiteY3" fmla="*/ 514826 h 784544"/>
                <a:gd name="connsiteX4" fmla="*/ 963930 w 1173098"/>
                <a:gd name="connsiteY4" fmla="*/ 472250 h 784544"/>
                <a:gd name="connsiteX5" fmla="*/ 920687 w 1173098"/>
                <a:gd name="connsiteY5" fmla="*/ 443675 h 784544"/>
                <a:gd name="connsiteX6" fmla="*/ 822674 w 1173098"/>
                <a:gd name="connsiteY6" fmla="*/ 432245 h 784544"/>
                <a:gd name="connsiteX7" fmla="*/ 879824 w 1173098"/>
                <a:gd name="connsiteY7" fmla="*/ 506063 h 784544"/>
                <a:gd name="connsiteX8" fmla="*/ 920687 w 1173098"/>
                <a:gd name="connsiteY8" fmla="*/ 533972 h 784544"/>
                <a:gd name="connsiteX9" fmla="*/ 960596 w 1173098"/>
                <a:gd name="connsiteY9" fmla="*/ 561975 h 784544"/>
                <a:gd name="connsiteX10" fmla="*/ 850868 w 1173098"/>
                <a:gd name="connsiteY10" fmla="*/ 553117 h 784544"/>
                <a:gd name="connsiteX11" fmla="*/ 825532 w 1173098"/>
                <a:gd name="connsiteY11" fmla="*/ 551307 h 784544"/>
                <a:gd name="connsiteX12" fmla="*/ 790194 w 1173098"/>
                <a:gd name="connsiteY12" fmla="*/ 547688 h 784544"/>
                <a:gd name="connsiteX13" fmla="*/ 744379 w 1173098"/>
                <a:gd name="connsiteY13" fmla="*/ 541687 h 784544"/>
                <a:gd name="connsiteX14" fmla="*/ 717423 w 1173098"/>
                <a:gd name="connsiteY14" fmla="*/ 537210 h 784544"/>
                <a:gd name="connsiteX15" fmla="*/ 687800 w 1173098"/>
                <a:gd name="connsiteY15" fmla="*/ 531686 h 784544"/>
                <a:gd name="connsiteX16" fmla="*/ 535400 w 1173098"/>
                <a:gd name="connsiteY16" fmla="*/ 489680 h 784544"/>
                <a:gd name="connsiteX17" fmla="*/ 501777 w 1173098"/>
                <a:gd name="connsiteY17" fmla="*/ 477012 h 784544"/>
                <a:gd name="connsiteX18" fmla="*/ 475012 w 1173098"/>
                <a:gd name="connsiteY18" fmla="*/ 465582 h 784544"/>
                <a:gd name="connsiteX19" fmla="*/ 457391 w 1173098"/>
                <a:gd name="connsiteY19" fmla="*/ 457771 h 784544"/>
                <a:gd name="connsiteX20" fmla="*/ 451009 w 1173098"/>
                <a:gd name="connsiteY20" fmla="*/ 454723 h 784544"/>
                <a:gd name="connsiteX21" fmla="*/ 423101 w 1173098"/>
                <a:gd name="connsiteY21" fmla="*/ 440912 h 784544"/>
                <a:gd name="connsiteX22" fmla="*/ 393668 w 1173098"/>
                <a:gd name="connsiteY22" fmla="*/ 424815 h 784544"/>
                <a:gd name="connsiteX23" fmla="*/ 358616 w 1173098"/>
                <a:gd name="connsiteY23" fmla="*/ 403670 h 784544"/>
                <a:gd name="connsiteX24" fmla="*/ 228505 w 1173098"/>
                <a:gd name="connsiteY24" fmla="*/ 301180 h 784544"/>
                <a:gd name="connsiteX25" fmla="*/ 199930 w 1173098"/>
                <a:gd name="connsiteY25" fmla="*/ 272034 h 784544"/>
                <a:gd name="connsiteX26" fmla="*/ 179261 w 1173098"/>
                <a:gd name="connsiteY26" fmla="*/ 249174 h 784544"/>
                <a:gd name="connsiteX27" fmla="*/ 154400 w 1173098"/>
                <a:gd name="connsiteY27" fmla="*/ 219265 h 784544"/>
                <a:gd name="connsiteX28" fmla="*/ 71723 w 1173098"/>
                <a:gd name="connsiteY28" fmla="*/ 108680 h 784544"/>
                <a:gd name="connsiteX29" fmla="*/ 0 w 1173098"/>
                <a:gd name="connsiteY29" fmla="*/ 0 h 784544"/>
                <a:gd name="connsiteX30" fmla="*/ 23051 w 1173098"/>
                <a:gd name="connsiteY30" fmla="*/ 133350 h 784544"/>
                <a:gd name="connsiteX31" fmla="*/ 95155 w 1173098"/>
                <a:gd name="connsiteY31" fmla="*/ 265081 h 784544"/>
                <a:gd name="connsiteX32" fmla="*/ 122301 w 1173098"/>
                <a:gd name="connsiteY32" fmla="*/ 298132 h 784544"/>
                <a:gd name="connsiteX33" fmla="*/ 144875 w 1173098"/>
                <a:gd name="connsiteY33" fmla="*/ 323279 h 784544"/>
                <a:gd name="connsiteX34" fmla="*/ 176498 w 1173098"/>
                <a:gd name="connsiteY34" fmla="*/ 355187 h 784544"/>
                <a:gd name="connsiteX35" fmla="*/ 204407 w 1173098"/>
                <a:gd name="connsiteY35" fmla="*/ 380905 h 784544"/>
                <a:gd name="connsiteX36" fmla="*/ 239173 w 1173098"/>
                <a:gd name="connsiteY36" fmla="*/ 409956 h 784544"/>
                <a:gd name="connsiteX37" fmla="*/ 278321 w 1173098"/>
                <a:gd name="connsiteY37" fmla="*/ 439198 h 784544"/>
                <a:gd name="connsiteX38" fmla="*/ 318707 w 1173098"/>
                <a:gd name="connsiteY38" fmla="*/ 466154 h 784544"/>
                <a:gd name="connsiteX39" fmla="*/ 356807 w 1173098"/>
                <a:gd name="connsiteY39" fmla="*/ 488918 h 784544"/>
                <a:gd name="connsiteX40" fmla="*/ 388715 w 1173098"/>
                <a:gd name="connsiteY40" fmla="*/ 506539 h 784544"/>
                <a:gd name="connsiteX41" fmla="*/ 419100 w 1173098"/>
                <a:gd name="connsiteY41" fmla="*/ 521398 h 784544"/>
                <a:gd name="connsiteX42" fmla="*/ 425958 w 1173098"/>
                <a:gd name="connsiteY42" fmla="*/ 524732 h 784544"/>
                <a:gd name="connsiteX43" fmla="*/ 445008 w 1173098"/>
                <a:gd name="connsiteY43" fmla="*/ 533305 h 784544"/>
                <a:gd name="connsiteX44" fmla="*/ 473583 w 1173098"/>
                <a:gd name="connsiteY44" fmla="*/ 545592 h 784544"/>
                <a:gd name="connsiteX45" fmla="*/ 509778 w 1173098"/>
                <a:gd name="connsiteY45" fmla="*/ 559403 h 784544"/>
                <a:gd name="connsiteX46" fmla="*/ 673322 w 1173098"/>
                <a:gd name="connsiteY46" fmla="*/ 604552 h 784544"/>
                <a:gd name="connsiteX47" fmla="*/ 704945 w 1173098"/>
                <a:gd name="connsiteY47" fmla="*/ 610457 h 784544"/>
                <a:gd name="connsiteX48" fmla="*/ 733520 w 1173098"/>
                <a:gd name="connsiteY48" fmla="*/ 615125 h 784544"/>
                <a:gd name="connsiteX49" fmla="*/ 782098 w 1173098"/>
                <a:gd name="connsiteY49" fmla="*/ 621316 h 784544"/>
                <a:gd name="connsiteX50" fmla="*/ 819436 w 1173098"/>
                <a:gd name="connsiteY50" fmla="*/ 625030 h 784544"/>
                <a:gd name="connsiteX51" fmla="*/ 846201 w 1173098"/>
                <a:gd name="connsiteY51" fmla="*/ 626745 h 784544"/>
                <a:gd name="connsiteX52" fmla="*/ 994315 w 1173098"/>
                <a:gd name="connsiteY52" fmla="*/ 619220 h 784544"/>
                <a:gd name="connsiteX53" fmla="*/ 979265 w 1173098"/>
                <a:gd name="connsiteY53" fmla="*/ 628745 h 784544"/>
                <a:gd name="connsiteX54" fmla="*/ 866680 w 1173098"/>
                <a:gd name="connsiteY54" fmla="*/ 703421 h 784544"/>
                <a:gd name="connsiteX55" fmla="*/ 812864 w 1173098"/>
                <a:gd name="connsiteY55" fmla="*/ 783336 h 784544"/>
                <a:gd name="connsiteX56" fmla="*/ 907447 w 1173098"/>
                <a:gd name="connsiteY56" fmla="*/ 765524 h 784544"/>
                <a:gd name="connsiteX57" fmla="*/ 1020699 w 1173098"/>
                <a:gd name="connsiteY57" fmla="*/ 691419 h 784544"/>
                <a:gd name="connsiteX58" fmla="*/ 1154049 w 1173098"/>
                <a:gd name="connsiteY58" fmla="*/ 603504 h 784544"/>
                <a:gd name="connsiteX59" fmla="*/ 1173099 w 1173098"/>
                <a:gd name="connsiteY59" fmla="*/ 590835 h 784544"/>
                <a:gd name="connsiteX60" fmla="*/ 1107281 w 1173098"/>
                <a:gd name="connsiteY60" fmla="*/ 561404 h 784544"/>
                <a:gd name="connsiteX61" fmla="*/ 1079087 w 1173098"/>
                <a:gd name="connsiteY61" fmla="*/ 547211 h 78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73098" h="784544">
                  <a:moveTo>
                    <a:pt x="1079087" y="547211"/>
                  </a:moveTo>
                  <a:cubicBezTo>
                    <a:pt x="1074230" y="544639"/>
                    <a:pt x="1068896" y="542163"/>
                    <a:pt x="1064038" y="539305"/>
                  </a:cubicBezTo>
                  <a:lnTo>
                    <a:pt x="1055180" y="533876"/>
                  </a:lnTo>
                  <a:cubicBezTo>
                    <a:pt x="1045654" y="528161"/>
                    <a:pt x="1035463" y="521494"/>
                    <a:pt x="1025081" y="514826"/>
                  </a:cubicBezTo>
                  <a:cubicBezTo>
                    <a:pt x="1004411" y="500825"/>
                    <a:pt x="982790" y="485394"/>
                    <a:pt x="963930" y="472250"/>
                  </a:cubicBezTo>
                  <a:cubicBezTo>
                    <a:pt x="945071" y="459105"/>
                    <a:pt x="929164" y="448532"/>
                    <a:pt x="920687" y="443675"/>
                  </a:cubicBezTo>
                  <a:cubicBezTo>
                    <a:pt x="888111" y="423482"/>
                    <a:pt x="860393" y="422624"/>
                    <a:pt x="822674" y="432245"/>
                  </a:cubicBezTo>
                  <a:cubicBezTo>
                    <a:pt x="841724" y="466344"/>
                    <a:pt x="850487" y="486442"/>
                    <a:pt x="879824" y="506063"/>
                  </a:cubicBezTo>
                  <a:cubicBezTo>
                    <a:pt x="887444" y="511016"/>
                    <a:pt x="902399" y="521208"/>
                    <a:pt x="920687" y="533972"/>
                  </a:cubicBezTo>
                  <a:lnTo>
                    <a:pt x="960596" y="561975"/>
                  </a:lnTo>
                  <a:cubicBezTo>
                    <a:pt x="927925" y="558546"/>
                    <a:pt x="892778" y="555688"/>
                    <a:pt x="850868" y="553117"/>
                  </a:cubicBezTo>
                  <a:lnTo>
                    <a:pt x="825532" y="551307"/>
                  </a:lnTo>
                  <a:lnTo>
                    <a:pt x="790194" y="547688"/>
                  </a:lnTo>
                  <a:cubicBezTo>
                    <a:pt x="776669" y="546354"/>
                    <a:pt x="761619" y="543877"/>
                    <a:pt x="744379" y="541687"/>
                  </a:cubicBezTo>
                  <a:cubicBezTo>
                    <a:pt x="735902" y="540544"/>
                    <a:pt x="726948" y="538734"/>
                    <a:pt x="717423" y="537210"/>
                  </a:cubicBezTo>
                  <a:cubicBezTo>
                    <a:pt x="707898" y="535686"/>
                    <a:pt x="698373" y="533972"/>
                    <a:pt x="687800" y="531686"/>
                  </a:cubicBezTo>
                  <a:cubicBezTo>
                    <a:pt x="636051" y="521398"/>
                    <a:pt x="585111" y="507359"/>
                    <a:pt x="535400" y="489680"/>
                  </a:cubicBezTo>
                  <a:lnTo>
                    <a:pt x="501777" y="477012"/>
                  </a:lnTo>
                  <a:lnTo>
                    <a:pt x="475012" y="465582"/>
                  </a:lnTo>
                  <a:cubicBezTo>
                    <a:pt x="467487" y="462439"/>
                    <a:pt x="461391" y="459867"/>
                    <a:pt x="457391" y="457771"/>
                  </a:cubicBezTo>
                  <a:lnTo>
                    <a:pt x="451009" y="454723"/>
                  </a:lnTo>
                  <a:cubicBezTo>
                    <a:pt x="451009" y="454723"/>
                    <a:pt x="440246" y="449580"/>
                    <a:pt x="423101" y="440912"/>
                  </a:cubicBezTo>
                  <a:lnTo>
                    <a:pt x="393668" y="424815"/>
                  </a:lnTo>
                  <a:cubicBezTo>
                    <a:pt x="382715" y="418624"/>
                    <a:pt x="370999" y="411194"/>
                    <a:pt x="358616" y="403670"/>
                  </a:cubicBezTo>
                  <a:cubicBezTo>
                    <a:pt x="312025" y="373809"/>
                    <a:pt x="268449" y="339480"/>
                    <a:pt x="228505" y="301180"/>
                  </a:cubicBezTo>
                  <a:cubicBezTo>
                    <a:pt x="217265" y="290417"/>
                    <a:pt x="207931" y="280416"/>
                    <a:pt x="199930" y="272034"/>
                  </a:cubicBezTo>
                  <a:cubicBezTo>
                    <a:pt x="191929" y="263652"/>
                    <a:pt x="185166" y="255651"/>
                    <a:pt x="179261" y="249174"/>
                  </a:cubicBezTo>
                  <a:cubicBezTo>
                    <a:pt x="167259" y="236220"/>
                    <a:pt x="160211" y="226314"/>
                    <a:pt x="154400" y="219265"/>
                  </a:cubicBezTo>
                  <a:cubicBezTo>
                    <a:pt x="120777" y="176498"/>
                    <a:pt x="96107" y="142018"/>
                    <a:pt x="71723" y="108680"/>
                  </a:cubicBezTo>
                  <a:cubicBezTo>
                    <a:pt x="47339" y="75343"/>
                    <a:pt x="24860" y="42577"/>
                    <a:pt x="0" y="0"/>
                  </a:cubicBezTo>
                  <a:cubicBezTo>
                    <a:pt x="1347" y="45320"/>
                    <a:pt x="9108" y="90211"/>
                    <a:pt x="23051" y="133350"/>
                  </a:cubicBezTo>
                  <a:cubicBezTo>
                    <a:pt x="39697" y="180918"/>
                    <a:pt x="64057" y="225419"/>
                    <a:pt x="95155" y="265081"/>
                  </a:cubicBezTo>
                  <a:cubicBezTo>
                    <a:pt x="101537" y="272891"/>
                    <a:pt x="109252" y="284131"/>
                    <a:pt x="122301" y="298132"/>
                  </a:cubicBezTo>
                  <a:cubicBezTo>
                    <a:pt x="128778" y="305276"/>
                    <a:pt x="135826" y="313944"/>
                    <a:pt x="144875" y="323279"/>
                  </a:cubicBezTo>
                  <a:cubicBezTo>
                    <a:pt x="153924" y="332613"/>
                    <a:pt x="163925" y="343376"/>
                    <a:pt x="176498" y="355187"/>
                  </a:cubicBezTo>
                  <a:lnTo>
                    <a:pt x="204407" y="380905"/>
                  </a:lnTo>
                  <a:cubicBezTo>
                    <a:pt x="215074" y="390430"/>
                    <a:pt x="226981" y="399955"/>
                    <a:pt x="239173" y="409956"/>
                  </a:cubicBezTo>
                  <a:cubicBezTo>
                    <a:pt x="251365" y="419957"/>
                    <a:pt x="265081" y="429006"/>
                    <a:pt x="278321" y="439198"/>
                  </a:cubicBezTo>
                  <a:cubicBezTo>
                    <a:pt x="291560" y="449389"/>
                    <a:pt x="305372" y="458248"/>
                    <a:pt x="318707" y="466154"/>
                  </a:cubicBezTo>
                  <a:cubicBezTo>
                    <a:pt x="332042" y="474059"/>
                    <a:pt x="344805" y="482251"/>
                    <a:pt x="356807" y="488918"/>
                  </a:cubicBezTo>
                  <a:lnTo>
                    <a:pt x="388715" y="506539"/>
                  </a:lnTo>
                  <a:cubicBezTo>
                    <a:pt x="407765" y="516064"/>
                    <a:pt x="419100" y="521398"/>
                    <a:pt x="419100" y="521398"/>
                  </a:cubicBezTo>
                  <a:lnTo>
                    <a:pt x="425958" y="524732"/>
                  </a:lnTo>
                  <a:cubicBezTo>
                    <a:pt x="430340" y="527018"/>
                    <a:pt x="436912" y="529876"/>
                    <a:pt x="445008" y="533305"/>
                  </a:cubicBezTo>
                  <a:lnTo>
                    <a:pt x="473583" y="545592"/>
                  </a:lnTo>
                  <a:lnTo>
                    <a:pt x="509778" y="559403"/>
                  </a:lnTo>
                  <a:cubicBezTo>
                    <a:pt x="563070" y="578577"/>
                    <a:pt x="617744" y="593674"/>
                    <a:pt x="673322" y="604552"/>
                  </a:cubicBezTo>
                  <a:cubicBezTo>
                    <a:pt x="684276" y="607028"/>
                    <a:pt x="694849" y="608743"/>
                    <a:pt x="704945" y="610457"/>
                  </a:cubicBezTo>
                  <a:cubicBezTo>
                    <a:pt x="715042" y="612172"/>
                    <a:pt x="724472" y="613886"/>
                    <a:pt x="733520" y="615125"/>
                  </a:cubicBezTo>
                  <a:cubicBezTo>
                    <a:pt x="751713" y="617506"/>
                    <a:pt x="767810" y="619982"/>
                    <a:pt x="782098" y="621316"/>
                  </a:cubicBezTo>
                  <a:lnTo>
                    <a:pt x="819436" y="625030"/>
                  </a:lnTo>
                  <a:lnTo>
                    <a:pt x="846201" y="626745"/>
                  </a:lnTo>
                  <a:cubicBezTo>
                    <a:pt x="895693" y="630050"/>
                    <a:pt x="945414" y="627526"/>
                    <a:pt x="994315" y="619220"/>
                  </a:cubicBezTo>
                  <a:lnTo>
                    <a:pt x="979265" y="628745"/>
                  </a:lnTo>
                  <a:cubicBezTo>
                    <a:pt x="933355" y="658939"/>
                    <a:pt x="883158" y="692182"/>
                    <a:pt x="866680" y="703421"/>
                  </a:cubicBezTo>
                  <a:cubicBezTo>
                    <a:pt x="836104" y="724281"/>
                    <a:pt x="825627" y="746474"/>
                    <a:pt x="812864" y="783336"/>
                  </a:cubicBezTo>
                  <a:cubicBezTo>
                    <a:pt x="851725" y="786193"/>
                    <a:pt x="876300" y="785336"/>
                    <a:pt x="907447" y="765524"/>
                  </a:cubicBezTo>
                  <a:cubicBezTo>
                    <a:pt x="924401" y="754761"/>
                    <a:pt x="974122" y="721709"/>
                    <a:pt x="1020699" y="691419"/>
                  </a:cubicBezTo>
                  <a:lnTo>
                    <a:pt x="1154049" y="603504"/>
                  </a:lnTo>
                  <a:lnTo>
                    <a:pt x="1173099" y="590835"/>
                  </a:lnTo>
                  <a:lnTo>
                    <a:pt x="1107281" y="561404"/>
                  </a:lnTo>
                  <a:cubicBezTo>
                    <a:pt x="1097852" y="557213"/>
                    <a:pt x="1089089" y="552259"/>
                    <a:pt x="1079087" y="547211"/>
                  </a:cubicBezTo>
                  <a:close/>
                </a:path>
              </a:pathLst>
            </a:custGeom>
            <a:solidFill>
              <a:schemeClr val="accent3"/>
            </a:solidFill>
            <a:ln w="3587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79" name="lemon5"/>
          <p:cNvSpPr/>
          <p:nvPr/>
        </p:nvSpPr>
        <p:spPr bwMode="auto">
          <a:xfrm>
            <a:off x="6661151" y="4967822"/>
            <a:ext cx="665869" cy="646036"/>
          </a:xfrm>
          <a:custGeom>
            <a:avLst/>
            <a:gdLst>
              <a:gd name="T0" fmla="*/ 5520 w 5520"/>
              <a:gd name="T1" fmla="*/ 0 h 13878"/>
              <a:gd name="T2" fmla="*/ 2760 w 5520"/>
              <a:gd name="T3" fmla="*/ 745 h 13878"/>
              <a:gd name="T4" fmla="*/ 0 w 5520"/>
              <a:gd name="T5" fmla="*/ 0 h 13878"/>
              <a:gd name="T6" fmla="*/ 0 w 5520"/>
              <a:gd name="T7" fmla="*/ 13133 h 13878"/>
              <a:gd name="T8" fmla="*/ 2760 w 5520"/>
              <a:gd name="T9" fmla="*/ 13878 h 13878"/>
              <a:gd name="T10" fmla="*/ 5520 w 5520"/>
              <a:gd name="T11" fmla="*/ 13133 h 13878"/>
              <a:gd name="T12" fmla="*/ 5520 w 5520"/>
              <a:gd name="T13" fmla="*/ 0 h 13878"/>
              <a:gd name="connsiteX0" fmla="*/ 10000 w 10000"/>
              <a:gd name="connsiteY0" fmla="*/ 0 h 10000"/>
              <a:gd name="connsiteX1" fmla="*/ 5000 w 10000"/>
              <a:gd name="connsiteY1" fmla="*/ 537 h 10000"/>
              <a:gd name="connsiteX2" fmla="*/ 0 w 10000"/>
              <a:gd name="connsiteY2" fmla="*/ 0 h 10000"/>
              <a:gd name="connsiteX3" fmla="*/ 0 w 10000"/>
              <a:gd name="connsiteY3" fmla="*/ 8873 h 10000"/>
              <a:gd name="connsiteX4" fmla="*/ 5000 w 10000"/>
              <a:gd name="connsiteY4" fmla="*/ 10000 h 10000"/>
              <a:gd name="connsiteX5" fmla="*/ 10000 w 10000"/>
              <a:gd name="connsiteY5" fmla="*/ 9463 h 10000"/>
              <a:gd name="connsiteX6" fmla="*/ 10000 w 10000"/>
              <a:gd name="connsiteY6" fmla="*/ 0 h 10000"/>
              <a:gd name="connsiteX0-1" fmla="*/ 10000 w 10000"/>
              <a:gd name="connsiteY0-2" fmla="*/ 0 h 10000"/>
              <a:gd name="connsiteX1-3" fmla="*/ 5000 w 10000"/>
              <a:gd name="connsiteY1-4" fmla="*/ 537 h 10000"/>
              <a:gd name="connsiteX2-5" fmla="*/ 0 w 10000"/>
              <a:gd name="connsiteY2-6" fmla="*/ 0 h 10000"/>
              <a:gd name="connsiteX3-7" fmla="*/ 0 w 10000"/>
              <a:gd name="connsiteY3-8" fmla="*/ 8873 h 10000"/>
              <a:gd name="connsiteX4-9" fmla="*/ 5000 w 10000"/>
              <a:gd name="connsiteY4-10" fmla="*/ 10000 h 10000"/>
              <a:gd name="connsiteX5-11" fmla="*/ 10000 w 10000"/>
              <a:gd name="connsiteY5-12" fmla="*/ 8844 h 10000"/>
              <a:gd name="connsiteX6-13" fmla="*/ 10000 w 10000"/>
              <a:gd name="connsiteY6-14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cubicBezTo>
                  <a:pt x="10000" y="296"/>
                  <a:pt x="7763" y="537"/>
                  <a:pt x="5000" y="537"/>
                </a:cubicBezTo>
                <a:cubicBezTo>
                  <a:pt x="2239" y="537"/>
                  <a:pt x="0" y="296"/>
                  <a:pt x="0" y="0"/>
                </a:cubicBezTo>
                <a:lnTo>
                  <a:pt x="0" y="8873"/>
                </a:lnTo>
                <a:cubicBezTo>
                  <a:pt x="0" y="9170"/>
                  <a:pt x="2239" y="10000"/>
                  <a:pt x="5000" y="10000"/>
                </a:cubicBezTo>
                <a:cubicBezTo>
                  <a:pt x="7763" y="10000"/>
                  <a:pt x="10000" y="9141"/>
                  <a:pt x="10000" y="8844"/>
                </a:cubicBezTo>
                <a:lnTo>
                  <a:pt x="10000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5" name="lemon6"/>
          <p:cNvGrpSpPr/>
          <p:nvPr/>
        </p:nvGrpSpPr>
        <p:grpSpPr>
          <a:xfrm>
            <a:off x="8569553" y="2975367"/>
            <a:ext cx="2345045" cy="3332775"/>
            <a:chOff x="2698922" y="3015644"/>
            <a:chExt cx="2345045" cy="3332775"/>
          </a:xfrm>
        </p:grpSpPr>
        <p:sp>
          <p:nvSpPr>
            <p:cNvPr id="96" name="lemon6-1"/>
            <p:cNvSpPr/>
            <p:nvPr/>
          </p:nvSpPr>
          <p:spPr bwMode="gray">
            <a:xfrm flipH="1">
              <a:off x="4354454" y="3083353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>
                    <a:lumMod val="60000"/>
                    <a:lumOff val="40000"/>
                    <a:alpha val="72000"/>
                  </a:schemeClr>
                </a:gs>
                <a:gs pos="50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75000"/>
                    <a:alpha val="49251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7" name="lemon6-2"/>
            <p:cNvSpPr>
              <a:spLocks noChangeArrowheads="1"/>
            </p:cNvSpPr>
            <p:nvPr/>
          </p:nvSpPr>
          <p:spPr bwMode="gray">
            <a:xfrm flipH="1">
              <a:off x="4354454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8" name="lemon6-3"/>
            <p:cNvSpPr/>
            <p:nvPr/>
          </p:nvSpPr>
          <p:spPr bwMode="auto">
            <a:xfrm>
              <a:off x="4356211" y="3561175"/>
              <a:ext cx="665869" cy="2469793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9" name="lemon6-4"/>
            <p:cNvSpPr>
              <a:spLocks noChangeArrowheads="1"/>
            </p:cNvSpPr>
            <p:nvPr/>
          </p:nvSpPr>
          <p:spPr bwMode="auto">
            <a:xfrm>
              <a:off x="4356210" y="3472987"/>
              <a:ext cx="665870" cy="180046"/>
            </a:xfrm>
            <a:prstGeom prst="ellipse">
              <a:avLst/>
            </a:prstGeom>
            <a:solidFill>
              <a:schemeClr val="accent2">
                <a:lumMod val="75000"/>
                <a:alpha val="70699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0" name="lemon6-5"/>
            <p:cNvSpPr>
              <a:spLocks noChangeArrowheads="1"/>
            </p:cNvSpPr>
            <p:nvPr/>
          </p:nvSpPr>
          <p:spPr bwMode="gray">
            <a:xfrm flipH="1">
              <a:off x="3474598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1" name="lemon6-6"/>
            <p:cNvSpPr txBox="1"/>
            <p:nvPr/>
          </p:nvSpPr>
          <p:spPr>
            <a:xfrm>
              <a:off x="3460624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2022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2" name="lemon6-7"/>
            <p:cNvSpPr txBox="1"/>
            <p:nvPr/>
          </p:nvSpPr>
          <p:spPr>
            <a:xfrm>
              <a:off x="4511392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2023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3" name="lemon6-8"/>
            <p:cNvSpPr>
              <a:spLocks noChangeArrowheads="1"/>
            </p:cNvSpPr>
            <p:nvPr/>
          </p:nvSpPr>
          <p:spPr bwMode="gray">
            <a:xfrm flipH="1">
              <a:off x="2698922" y="3115855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4" name="lemon6-9"/>
            <p:cNvSpPr/>
            <p:nvPr/>
          </p:nvSpPr>
          <p:spPr bwMode="gray">
            <a:xfrm flipH="1">
              <a:off x="3331770" y="3083353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>
                    <a:lumMod val="60000"/>
                    <a:lumOff val="40000"/>
                    <a:alpha val="72000"/>
                  </a:schemeClr>
                </a:gs>
                <a:gs pos="50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75000"/>
                    <a:alpha val="49251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5" name="lemon6-10"/>
            <p:cNvSpPr>
              <a:spLocks noChangeArrowheads="1"/>
            </p:cNvSpPr>
            <p:nvPr/>
          </p:nvSpPr>
          <p:spPr bwMode="gray">
            <a:xfrm flipH="1">
              <a:off x="3331770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6" name="lemon6-11"/>
            <p:cNvSpPr/>
            <p:nvPr/>
          </p:nvSpPr>
          <p:spPr bwMode="auto">
            <a:xfrm>
              <a:off x="3333527" y="4589662"/>
              <a:ext cx="665869" cy="1441306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7" name="lemon6-12"/>
            <p:cNvSpPr>
              <a:spLocks noChangeArrowheads="1"/>
            </p:cNvSpPr>
            <p:nvPr/>
          </p:nvSpPr>
          <p:spPr bwMode="auto">
            <a:xfrm>
              <a:off x="3327329" y="4529660"/>
              <a:ext cx="665870" cy="18004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8" name="lemon6-13"/>
            <p:cNvSpPr/>
            <p:nvPr/>
          </p:nvSpPr>
          <p:spPr bwMode="auto">
            <a:xfrm>
              <a:off x="3327330" y="4935077"/>
              <a:ext cx="665869" cy="1078715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9" name="lemon6-14"/>
            <p:cNvSpPr/>
            <p:nvPr/>
          </p:nvSpPr>
          <p:spPr>
            <a:xfrm rot="17040000">
              <a:off x="3632527" y="3096125"/>
              <a:ext cx="945505" cy="784544"/>
            </a:xfrm>
            <a:custGeom>
              <a:avLst/>
              <a:gdLst>
                <a:gd name="connsiteX0" fmla="*/ 1079087 w 1173098"/>
                <a:gd name="connsiteY0" fmla="*/ 547211 h 784544"/>
                <a:gd name="connsiteX1" fmla="*/ 1064038 w 1173098"/>
                <a:gd name="connsiteY1" fmla="*/ 539305 h 784544"/>
                <a:gd name="connsiteX2" fmla="*/ 1055180 w 1173098"/>
                <a:gd name="connsiteY2" fmla="*/ 533876 h 784544"/>
                <a:gd name="connsiteX3" fmla="*/ 1025081 w 1173098"/>
                <a:gd name="connsiteY3" fmla="*/ 514826 h 784544"/>
                <a:gd name="connsiteX4" fmla="*/ 963930 w 1173098"/>
                <a:gd name="connsiteY4" fmla="*/ 472250 h 784544"/>
                <a:gd name="connsiteX5" fmla="*/ 920687 w 1173098"/>
                <a:gd name="connsiteY5" fmla="*/ 443675 h 784544"/>
                <a:gd name="connsiteX6" fmla="*/ 822674 w 1173098"/>
                <a:gd name="connsiteY6" fmla="*/ 432245 h 784544"/>
                <a:gd name="connsiteX7" fmla="*/ 879824 w 1173098"/>
                <a:gd name="connsiteY7" fmla="*/ 506063 h 784544"/>
                <a:gd name="connsiteX8" fmla="*/ 920687 w 1173098"/>
                <a:gd name="connsiteY8" fmla="*/ 533972 h 784544"/>
                <a:gd name="connsiteX9" fmla="*/ 960596 w 1173098"/>
                <a:gd name="connsiteY9" fmla="*/ 561975 h 784544"/>
                <a:gd name="connsiteX10" fmla="*/ 850868 w 1173098"/>
                <a:gd name="connsiteY10" fmla="*/ 553117 h 784544"/>
                <a:gd name="connsiteX11" fmla="*/ 825532 w 1173098"/>
                <a:gd name="connsiteY11" fmla="*/ 551307 h 784544"/>
                <a:gd name="connsiteX12" fmla="*/ 790194 w 1173098"/>
                <a:gd name="connsiteY12" fmla="*/ 547688 h 784544"/>
                <a:gd name="connsiteX13" fmla="*/ 744379 w 1173098"/>
                <a:gd name="connsiteY13" fmla="*/ 541687 h 784544"/>
                <a:gd name="connsiteX14" fmla="*/ 717423 w 1173098"/>
                <a:gd name="connsiteY14" fmla="*/ 537210 h 784544"/>
                <a:gd name="connsiteX15" fmla="*/ 687800 w 1173098"/>
                <a:gd name="connsiteY15" fmla="*/ 531686 h 784544"/>
                <a:gd name="connsiteX16" fmla="*/ 535400 w 1173098"/>
                <a:gd name="connsiteY16" fmla="*/ 489680 h 784544"/>
                <a:gd name="connsiteX17" fmla="*/ 501777 w 1173098"/>
                <a:gd name="connsiteY17" fmla="*/ 477012 h 784544"/>
                <a:gd name="connsiteX18" fmla="*/ 475012 w 1173098"/>
                <a:gd name="connsiteY18" fmla="*/ 465582 h 784544"/>
                <a:gd name="connsiteX19" fmla="*/ 457391 w 1173098"/>
                <a:gd name="connsiteY19" fmla="*/ 457771 h 784544"/>
                <a:gd name="connsiteX20" fmla="*/ 451009 w 1173098"/>
                <a:gd name="connsiteY20" fmla="*/ 454723 h 784544"/>
                <a:gd name="connsiteX21" fmla="*/ 423101 w 1173098"/>
                <a:gd name="connsiteY21" fmla="*/ 440912 h 784544"/>
                <a:gd name="connsiteX22" fmla="*/ 393668 w 1173098"/>
                <a:gd name="connsiteY22" fmla="*/ 424815 h 784544"/>
                <a:gd name="connsiteX23" fmla="*/ 358616 w 1173098"/>
                <a:gd name="connsiteY23" fmla="*/ 403670 h 784544"/>
                <a:gd name="connsiteX24" fmla="*/ 228505 w 1173098"/>
                <a:gd name="connsiteY24" fmla="*/ 301180 h 784544"/>
                <a:gd name="connsiteX25" fmla="*/ 199930 w 1173098"/>
                <a:gd name="connsiteY25" fmla="*/ 272034 h 784544"/>
                <a:gd name="connsiteX26" fmla="*/ 179261 w 1173098"/>
                <a:gd name="connsiteY26" fmla="*/ 249174 h 784544"/>
                <a:gd name="connsiteX27" fmla="*/ 154400 w 1173098"/>
                <a:gd name="connsiteY27" fmla="*/ 219265 h 784544"/>
                <a:gd name="connsiteX28" fmla="*/ 71723 w 1173098"/>
                <a:gd name="connsiteY28" fmla="*/ 108680 h 784544"/>
                <a:gd name="connsiteX29" fmla="*/ 0 w 1173098"/>
                <a:gd name="connsiteY29" fmla="*/ 0 h 784544"/>
                <a:gd name="connsiteX30" fmla="*/ 23051 w 1173098"/>
                <a:gd name="connsiteY30" fmla="*/ 133350 h 784544"/>
                <a:gd name="connsiteX31" fmla="*/ 95155 w 1173098"/>
                <a:gd name="connsiteY31" fmla="*/ 265081 h 784544"/>
                <a:gd name="connsiteX32" fmla="*/ 122301 w 1173098"/>
                <a:gd name="connsiteY32" fmla="*/ 298132 h 784544"/>
                <a:gd name="connsiteX33" fmla="*/ 144875 w 1173098"/>
                <a:gd name="connsiteY33" fmla="*/ 323279 h 784544"/>
                <a:gd name="connsiteX34" fmla="*/ 176498 w 1173098"/>
                <a:gd name="connsiteY34" fmla="*/ 355187 h 784544"/>
                <a:gd name="connsiteX35" fmla="*/ 204407 w 1173098"/>
                <a:gd name="connsiteY35" fmla="*/ 380905 h 784544"/>
                <a:gd name="connsiteX36" fmla="*/ 239173 w 1173098"/>
                <a:gd name="connsiteY36" fmla="*/ 409956 h 784544"/>
                <a:gd name="connsiteX37" fmla="*/ 278321 w 1173098"/>
                <a:gd name="connsiteY37" fmla="*/ 439198 h 784544"/>
                <a:gd name="connsiteX38" fmla="*/ 318707 w 1173098"/>
                <a:gd name="connsiteY38" fmla="*/ 466154 h 784544"/>
                <a:gd name="connsiteX39" fmla="*/ 356807 w 1173098"/>
                <a:gd name="connsiteY39" fmla="*/ 488918 h 784544"/>
                <a:gd name="connsiteX40" fmla="*/ 388715 w 1173098"/>
                <a:gd name="connsiteY40" fmla="*/ 506539 h 784544"/>
                <a:gd name="connsiteX41" fmla="*/ 419100 w 1173098"/>
                <a:gd name="connsiteY41" fmla="*/ 521398 h 784544"/>
                <a:gd name="connsiteX42" fmla="*/ 425958 w 1173098"/>
                <a:gd name="connsiteY42" fmla="*/ 524732 h 784544"/>
                <a:gd name="connsiteX43" fmla="*/ 445008 w 1173098"/>
                <a:gd name="connsiteY43" fmla="*/ 533305 h 784544"/>
                <a:gd name="connsiteX44" fmla="*/ 473583 w 1173098"/>
                <a:gd name="connsiteY44" fmla="*/ 545592 h 784544"/>
                <a:gd name="connsiteX45" fmla="*/ 509778 w 1173098"/>
                <a:gd name="connsiteY45" fmla="*/ 559403 h 784544"/>
                <a:gd name="connsiteX46" fmla="*/ 673322 w 1173098"/>
                <a:gd name="connsiteY46" fmla="*/ 604552 h 784544"/>
                <a:gd name="connsiteX47" fmla="*/ 704945 w 1173098"/>
                <a:gd name="connsiteY47" fmla="*/ 610457 h 784544"/>
                <a:gd name="connsiteX48" fmla="*/ 733520 w 1173098"/>
                <a:gd name="connsiteY48" fmla="*/ 615125 h 784544"/>
                <a:gd name="connsiteX49" fmla="*/ 782098 w 1173098"/>
                <a:gd name="connsiteY49" fmla="*/ 621316 h 784544"/>
                <a:gd name="connsiteX50" fmla="*/ 819436 w 1173098"/>
                <a:gd name="connsiteY50" fmla="*/ 625030 h 784544"/>
                <a:gd name="connsiteX51" fmla="*/ 846201 w 1173098"/>
                <a:gd name="connsiteY51" fmla="*/ 626745 h 784544"/>
                <a:gd name="connsiteX52" fmla="*/ 994315 w 1173098"/>
                <a:gd name="connsiteY52" fmla="*/ 619220 h 784544"/>
                <a:gd name="connsiteX53" fmla="*/ 979265 w 1173098"/>
                <a:gd name="connsiteY53" fmla="*/ 628745 h 784544"/>
                <a:gd name="connsiteX54" fmla="*/ 866680 w 1173098"/>
                <a:gd name="connsiteY54" fmla="*/ 703421 h 784544"/>
                <a:gd name="connsiteX55" fmla="*/ 812864 w 1173098"/>
                <a:gd name="connsiteY55" fmla="*/ 783336 h 784544"/>
                <a:gd name="connsiteX56" fmla="*/ 907447 w 1173098"/>
                <a:gd name="connsiteY56" fmla="*/ 765524 h 784544"/>
                <a:gd name="connsiteX57" fmla="*/ 1020699 w 1173098"/>
                <a:gd name="connsiteY57" fmla="*/ 691419 h 784544"/>
                <a:gd name="connsiteX58" fmla="*/ 1154049 w 1173098"/>
                <a:gd name="connsiteY58" fmla="*/ 603504 h 784544"/>
                <a:gd name="connsiteX59" fmla="*/ 1173099 w 1173098"/>
                <a:gd name="connsiteY59" fmla="*/ 590835 h 784544"/>
                <a:gd name="connsiteX60" fmla="*/ 1107281 w 1173098"/>
                <a:gd name="connsiteY60" fmla="*/ 561404 h 784544"/>
                <a:gd name="connsiteX61" fmla="*/ 1079087 w 1173098"/>
                <a:gd name="connsiteY61" fmla="*/ 547211 h 78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73098" h="784544">
                  <a:moveTo>
                    <a:pt x="1079087" y="547211"/>
                  </a:moveTo>
                  <a:cubicBezTo>
                    <a:pt x="1074230" y="544639"/>
                    <a:pt x="1068896" y="542163"/>
                    <a:pt x="1064038" y="539305"/>
                  </a:cubicBezTo>
                  <a:lnTo>
                    <a:pt x="1055180" y="533876"/>
                  </a:lnTo>
                  <a:cubicBezTo>
                    <a:pt x="1045654" y="528161"/>
                    <a:pt x="1035463" y="521494"/>
                    <a:pt x="1025081" y="514826"/>
                  </a:cubicBezTo>
                  <a:cubicBezTo>
                    <a:pt x="1004411" y="500825"/>
                    <a:pt x="982790" y="485394"/>
                    <a:pt x="963930" y="472250"/>
                  </a:cubicBezTo>
                  <a:cubicBezTo>
                    <a:pt x="945071" y="459105"/>
                    <a:pt x="929164" y="448532"/>
                    <a:pt x="920687" y="443675"/>
                  </a:cubicBezTo>
                  <a:cubicBezTo>
                    <a:pt x="888111" y="423482"/>
                    <a:pt x="860393" y="422624"/>
                    <a:pt x="822674" y="432245"/>
                  </a:cubicBezTo>
                  <a:cubicBezTo>
                    <a:pt x="841724" y="466344"/>
                    <a:pt x="850487" y="486442"/>
                    <a:pt x="879824" y="506063"/>
                  </a:cubicBezTo>
                  <a:cubicBezTo>
                    <a:pt x="887444" y="511016"/>
                    <a:pt x="902399" y="521208"/>
                    <a:pt x="920687" y="533972"/>
                  </a:cubicBezTo>
                  <a:lnTo>
                    <a:pt x="960596" y="561975"/>
                  </a:lnTo>
                  <a:cubicBezTo>
                    <a:pt x="927925" y="558546"/>
                    <a:pt x="892778" y="555688"/>
                    <a:pt x="850868" y="553117"/>
                  </a:cubicBezTo>
                  <a:lnTo>
                    <a:pt x="825532" y="551307"/>
                  </a:lnTo>
                  <a:lnTo>
                    <a:pt x="790194" y="547688"/>
                  </a:lnTo>
                  <a:cubicBezTo>
                    <a:pt x="776669" y="546354"/>
                    <a:pt x="761619" y="543877"/>
                    <a:pt x="744379" y="541687"/>
                  </a:cubicBezTo>
                  <a:cubicBezTo>
                    <a:pt x="735902" y="540544"/>
                    <a:pt x="726948" y="538734"/>
                    <a:pt x="717423" y="537210"/>
                  </a:cubicBezTo>
                  <a:cubicBezTo>
                    <a:pt x="707898" y="535686"/>
                    <a:pt x="698373" y="533972"/>
                    <a:pt x="687800" y="531686"/>
                  </a:cubicBezTo>
                  <a:cubicBezTo>
                    <a:pt x="636051" y="521398"/>
                    <a:pt x="585111" y="507359"/>
                    <a:pt x="535400" y="489680"/>
                  </a:cubicBezTo>
                  <a:lnTo>
                    <a:pt x="501777" y="477012"/>
                  </a:lnTo>
                  <a:lnTo>
                    <a:pt x="475012" y="465582"/>
                  </a:lnTo>
                  <a:cubicBezTo>
                    <a:pt x="467487" y="462439"/>
                    <a:pt x="461391" y="459867"/>
                    <a:pt x="457391" y="457771"/>
                  </a:cubicBezTo>
                  <a:lnTo>
                    <a:pt x="451009" y="454723"/>
                  </a:lnTo>
                  <a:cubicBezTo>
                    <a:pt x="451009" y="454723"/>
                    <a:pt x="440246" y="449580"/>
                    <a:pt x="423101" y="440912"/>
                  </a:cubicBezTo>
                  <a:lnTo>
                    <a:pt x="393668" y="424815"/>
                  </a:lnTo>
                  <a:cubicBezTo>
                    <a:pt x="382715" y="418624"/>
                    <a:pt x="370999" y="411194"/>
                    <a:pt x="358616" y="403670"/>
                  </a:cubicBezTo>
                  <a:cubicBezTo>
                    <a:pt x="312025" y="373809"/>
                    <a:pt x="268449" y="339480"/>
                    <a:pt x="228505" y="301180"/>
                  </a:cubicBezTo>
                  <a:cubicBezTo>
                    <a:pt x="217265" y="290417"/>
                    <a:pt x="207931" y="280416"/>
                    <a:pt x="199930" y="272034"/>
                  </a:cubicBezTo>
                  <a:cubicBezTo>
                    <a:pt x="191929" y="263652"/>
                    <a:pt x="185166" y="255651"/>
                    <a:pt x="179261" y="249174"/>
                  </a:cubicBezTo>
                  <a:cubicBezTo>
                    <a:pt x="167259" y="236220"/>
                    <a:pt x="160211" y="226314"/>
                    <a:pt x="154400" y="219265"/>
                  </a:cubicBezTo>
                  <a:cubicBezTo>
                    <a:pt x="120777" y="176498"/>
                    <a:pt x="96107" y="142018"/>
                    <a:pt x="71723" y="108680"/>
                  </a:cubicBezTo>
                  <a:cubicBezTo>
                    <a:pt x="47339" y="75343"/>
                    <a:pt x="24860" y="42577"/>
                    <a:pt x="0" y="0"/>
                  </a:cubicBezTo>
                  <a:cubicBezTo>
                    <a:pt x="1347" y="45320"/>
                    <a:pt x="9108" y="90211"/>
                    <a:pt x="23051" y="133350"/>
                  </a:cubicBezTo>
                  <a:cubicBezTo>
                    <a:pt x="39697" y="180918"/>
                    <a:pt x="64057" y="225419"/>
                    <a:pt x="95155" y="265081"/>
                  </a:cubicBezTo>
                  <a:cubicBezTo>
                    <a:pt x="101537" y="272891"/>
                    <a:pt x="109252" y="284131"/>
                    <a:pt x="122301" y="298132"/>
                  </a:cubicBezTo>
                  <a:cubicBezTo>
                    <a:pt x="128778" y="305276"/>
                    <a:pt x="135826" y="313944"/>
                    <a:pt x="144875" y="323279"/>
                  </a:cubicBezTo>
                  <a:cubicBezTo>
                    <a:pt x="153924" y="332613"/>
                    <a:pt x="163925" y="343376"/>
                    <a:pt x="176498" y="355187"/>
                  </a:cubicBezTo>
                  <a:lnTo>
                    <a:pt x="204407" y="380905"/>
                  </a:lnTo>
                  <a:cubicBezTo>
                    <a:pt x="215074" y="390430"/>
                    <a:pt x="226981" y="399955"/>
                    <a:pt x="239173" y="409956"/>
                  </a:cubicBezTo>
                  <a:cubicBezTo>
                    <a:pt x="251365" y="419957"/>
                    <a:pt x="265081" y="429006"/>
                    <a:pt x="278321" y="439198"/>
                  </a:cubicBezTo>
                  <a:cubicBezTo>
                    <a:pt x="291560" y="449389"/>
                    <a:pt x="305372" y="458248"/>
                    <a:pt x="318707" y="466154"/>
                  </a:cubicBezTo>
                  <a:cubicBezTo>
                    <a:pt x="332042" y="474059"/>
                    <a:pt x="344805" y="482251"/>
                    <a:pt x="356807" y="488918"/>
                  </a:cubicBezTo>
                  <a:lnTo>
                    <a:pt x="388715" y="506539"/>
                  </a:lnTo>
                  <a:cubicBezTo>
                    <a:pt x="407765" y="516064"/>
                    <a:pt x="419100" y="521398"/>
                    <a:pt x="419100" y="521398"/>
                  </a:cubicBezTo>
                  <a:lnTo>
                    <a:pt x="425958" y="524732"/>
                  </a:lnTo>
                  <a:cubicBezTo>
                    <a:pt x="430340" y="527018"/>
                    <a:pt x="436912" y="529876"/>
                    <a:pt x="445008" y="533305"/>
                  </a:cubicBezTo>
                  <a:lnTo>
                    <a:pt x="473583" y="545592"/>
                  </a:lnTo>
                  <a:lnTo>
                    <a:pt x="509778" y="559403"/>
                  </a:lnTo>
                  <a:cubicBezTo>
                    <a:pt x="563070" y="578577"/>
                    <a:pt x="617744" y="593674"/>
                    <a:pt x="673322" y="604552"/>
                  </a:cubicBezTo>
                  <a:cubicBezTo>
                    <a:pt x="684276" y="607028"/>
                    <a:pt x="694849" y="608743"/>
                    <a:pt x="704945" y="610457"/>
                  </a:cubicBezTo>
                  <a:cubicBezTo>
                    <a:pt x="715042" y="612172"/>
                    <a:pt x="724472" y="613886"/>
                    <a:pt x="733520" y="615125"/>
                  </a:cubicBezTo>
                  <a:cubicBezTo>
                    <a:pt x="751713" y="617506"/>
                    <a:pt x="767810" y="619982"/>
                    <a:pt x="782098" y="621316"/>
                  </a:cubicBezTo>
                  <a:lnTo>
                    <a:pt x="819436" y="625030"/>
                  </a:lnTo>
                  <a:lnTo>
                    <a:pt x="846201" y="626745"/>
                  </a:lnTo>
                  <a:cubicBezTo>
                    <a:pt x="895693" y="630050"/>
                    <a:pt x="945414" y="627526"/>
                    <a:pt x="994315" y="619220"/>
                  </a:cubicBezTo>
                  <a:lnTo>
                    <a:pt x="979265" y="628745"/>
                  </a:lnTo>
                  <a:cubicBezTo>
                    <a:pt x="933355" y="658939"/>
                    <a:pt x="883158" y="692182"/>
                    <a:pt x="866680" y="703421"/>
                  </a:cubicBezTo>
                  <a:cubicBezTo>
                    <a:pt x="836104" y="724281"/>
                    <a:pt x="825627" y="746474"/>
                    <a:pt x="812864" y="783336"/>
                  </a:cubicBezTo>
                  <a:cubicBezTo>
                    <a:pt x="851725" y="786193"/>
                    <a:pt x="876300" y="785336"/>
                    <a:pt x="907447" y="765524"/>
                  </a:cubicBezTo>
                  <a:cubicBezTo>
                    <a:pt x="924401" y="754761"/>
                    <a:pt x="974122" y="721709"/>
                    <a:pt x="1020699" y="691419"/>
                  </a:cubicBezTo>
                  <a:lnTo>
                    <a:pt x="1154049" y="603504"/>
                  </a:lnTo>
                  <a:lnTo>
                    <a:pt x="1173099" y="590835"/>
                  </a:lnTo>
                  <a:lnTo>
                    <a:pt x="1107281" y="561404"/>
                  </a:lnTo>
                  <a:cubicBezTo>
                    <a:pt x="1097852" y="557213"/>
                    <a:pt x="1089089" y="552259"/>
                    <a:pt x="1079087" y="547211"/>
                  </a:cubicBezTo>
                  <a:close/>
                </a:path>
              </a:pathLst>
            </a:custGeom>
            <a:solidFill>
              <a:schemeClr val="accent2"/>
            </a:solidFill>
            <a:ln w="3587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33" name="lemon7"/>
          <p:cNvSpPr/>
          <p:nvPr/>
        </p:nvSpPr>
        <p:spPr>
          <a:xfrm>
            <a:off x="766016" y="1072573"/>
            <a:ext cx="3290053" cy="1190571"/>
          </a:xfrm>
          <a:prstGeom prst="roundRect">
            <a:avLst/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4" name="lemon8"/>
          <p:cNvSpPr txBox="1"/>
          <p:nvPr/>
        </p:nvSpPr>
        <p:spPr>
          <a:xfrm>
            <a:off x="1199168" y="1289197"/>
            <a:ext cx="149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品牌现况</a:t>
            </a:r>
            <a:endParaRPr kumimoji="0" lang="en-ID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5" name="lemon9"/>
          <p:cNvSpPr txBox="1"/>
          <p:nvPr/>
        </p:nvSpPr>
        <p:spPr>
          <a:xfrm>
            <a:off x="1178709" y="1635825"/>
            <a:ext cx="2174850" cy="80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品牌简单地讲是指消费者对产品及产品系列的认知程度。品牌是人们对一个企业及其产品、售后服务、文化价值的一种评价和认知，是一种信任。</a:t>
            </a:r>
            <a:endParaRPr kumimoji="0" lang="en-ID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36" name="lemon10"/>
          <p:cNvGrpSpPr/>
          <p:nvPr/>
        </p:nvGrpSpPr>
        <p:grpSpPr>
          <a:xfrm>
            <a:off x="536789" y="918306"/>
            <a:ext cx="487947" cy="487947"/>
            <a:chOff x="5734988" y="949771"/>
            <a:chExt cx="347205" cy="347205"/>
          </a:xfrm>
        </p:grpSpPr>
        <p:sp>
          <p:nvSpPr>
            <p:cNvPr id="137" name="lemon10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8" name="lemon10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39" name="lemon11"/>
          <p:cNvSpPr txBox="1"/>
          <p:nvPr/>
        </p:nvSpPr>
        <p:spPr>
          <a:xfrm>
            <a:off x="949855" y="1303734"/>
            <a:ext cx="2876987" cy="71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年，在公司营收来看，日常出行成为本年度销量的有力增长点。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0" name="lemon12"/>
          <p:cNvSpPr/>
          <p:nvPr/>
        </p:nvSpPr>
        <p:spPr>
          <a:xfrm>
            <a:off x="4515272" y="1072573"/>
            <a:ext cx="3337988" cy="1190571"/>
          </a:xfrm>
          <a:prstGeom prst="roundRect">
            <a:avLst/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1" name="lemon13"/>
          <p:cNvSpPr txBox="1"/>
          <p:nvPr/>
        </p:nvSpPr>
        <p:spPr>
          <a:xfrm>
            <a:off x="4948423" y="1289197"/>
            <a:ext cx="149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品牌现况</a:t>
            </a:r>
            <a:endParaRPr kumimoji="0" lang="en-ID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2" name="lemon14"/>
          <p:cNvSpPr txBox="1"/>
          <p:nvPr/>
        </p:nvSpPr>
        <p:spPr>
          <a:xfrm>
            <a:off x="4927964" y="1635825"/>
            <a:ext cx="2174850" cy="80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品牌简单地讲是指消费者对产品及产品系列的认知程度。品牌是人们对一个企业及其产品、售后服务、文化价值的一种评价和认知，是一种信任。</a:t>
            </a:r>
            <a:endParaRPr kumimoji="0" lang="en-ID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43" name="lemon15"/>
          <p:cNvGrpSpPr/>
          <p:nvPr/>
        </p:nvGrpSpPr>
        <p:grpSpPr>
          <a:xfrm>
            <a:off x="4286044" y="918306"/>
            <a:ext cx="487947" cy="487947"/>
            <a:chOff x="5734988" y="949771"/>
            <a:chExt cx="347205" cy="347205"/>
          </a:xfrm>
        </p:grpSpPr>
        <p:sp>
          <p:nvSpPr>
            <p:cNvPr id="144" name="lemon15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5" name="lemon15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46" name="lemon16"/>
          <p:cNvSpPr txBox="1"/>
          <p:nvPr/>
        </p:nvSpPr>
        <p:spPr>
          <a:xfrm>
            <a:off x="4699110" y="1303734"/>
            <a:ext cx="2911219" cy="71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年，在公司营收来看，日常出行成为本年度销量的有力增长点。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7" name="lemon17"/>
          <p:cNvSpPr/>
          <p:nvPr/>
        </p:nvSpPr>
        <p:spPr>
          <a:xfrm>
            <a:off x="8343935" y="1057178"/>
            <a:ext cx="3337989" cy="1190571"/>
          </a:xfrm>
          <a:prstGeom prst="roundRect">
            <a:avLst/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8" name="lemon18"/>
          <p:cNvSpPr txBox="1"/>
          <p:nvPr/>
        </p:nvSpPr>
        <p:spPr>
          <a:xfrm>
            <a:off x="8777087" y="1273802"/>
            <a:ext cx="149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品牌现况</a:t>
            </a:r>
            <a:endParaRPr kumimoji="0" lang="en-ID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9" name="lemon19"/>
          <p:cNvSpPr txBox="1"/>
          <p:nvPr/>
        </p:nvSpPr>
        <p:spPr>
          <a:xfrm>
            <a:off x="8756628" y="1620430"/>
            <a:ext cx="2174850" cy="80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品牌简单地讲是指消费者对产品及产品系列的认知程度。品牌是人们对一个企业及其产品、售后服务、文化价值的一种评价和认知，是一种信任。</a:t>
            </a:r>
            <a:endParaRPr kumimoji="0" lang="en-ID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50" name="lemon20"/>
          <p:cNvGrpSpPr/>
          <p:nvPr/>
        </p:nvGrpSpPr>
        <p:grpSpPr>
          <a:xfrm>
            <a:off x="8114708" y="902911"/>
            <a:ext cx="487947" cy="487947"/>
            <a:chOff x="5734988" y="949771"/>
            <a:chExt cx="347205" cy="347205"/>
          </a:xfrm>
        </p:grpSpPr>
        <p:sp>
          <p:nvSpPr>
            <p:cNvPr id="151" name="lemon20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2" name="lemon20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53" name="lemon21"/>
          <p:cNvSpPr txBox="1"/>
          <p:nvPr/>
        </p:nvSpPr>
        <p:spPr>
          <a:xfrm>
            <a:off x="8527775" y="1288339"/>
            <a:ext cx="3012546" cy="71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年，在公司营收来看，日常出行成为本年度销量的有力增长点。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5" name="lemon22"/>
          <p:cNvSpPr/>
          <p:nvPr/>
        </p:nvSpPr>
        <p:spPr>
          <a:xfrm>
            <a:off x="766016" y="2595235"/>
            <a:ext cx="10915908" cy="3834599"/>
          </a:xfrm>
          <a:prstGeom prst="roundRect">
            <a:avLst>
              <a:gd name="adj" fmla="val 5650"/>
            </a:avLst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6" name="lemon23"/>
          <p:cNvSpPr txBox="1"/>
          <p:nvPr/>
        </p:nvSpPr>
        <p:spPr>
          <a:xfrm>
            <a:off x="1640763" y="2429410"/>
            <a:ext cx="215702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  年度目标完成情况</a:t>
            </a:r>
          </a:p>
        </p:txBody>
      </p:sp>
      <p:sp>
        <p:nvSpPr>
          <p:cNvPr id="157" name="lemon24"/>
          <p:cNvSpPr/>
          <p:nvPr/>
        </p:nvSpPr>
        <p:spPr>
          <a:xfrm rot="5400000">
            <a:off x="1451495" y="2488124"/>
            <a:ext cx="180048" cy="215783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lemon1"/>
          <p:cNvGrpSpPr/>
          <p:nvPr/>
        </p:nvGrpSpPr>
        <p:grpSpPr>
          <a:xfrm>
            <a:off x="4290173" y="1470213"/>
            <a:ext cx="3494885" cy="4218324"/>
            <a:chOff x="3854992" y="1657930"/>
            <a:chExt cx="3423453" cy="4132105"/>
          </a:xfrm>
        </p:grpSpPr>
        <p:grpSp>
          <p:nvGrpSpPr>
            <p:cNvPr id="2" name="Group 52"/>
            <p:cNvGrpSpPr/>
            <p:nvPr/>
          </p:nvGrpSpPr>
          <p:grpSpPr>
            <a:xfrm>
              <a:off x="4735590" y="4126925"/>
              <a:ext cx="2364891" cy="1663110"/>
              <a:chOff x="3563319" y="2475743"/>
              <a:chExt cx="4372783" cy="3075163"/>
            </a:xfrm>
            <a:effectLst>
              <a:outerShdw blurRad="266700" dist="698500" dir="3660000" sx="85000" sy="85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3" name="lemon1-1"/>
              <p:cNvSpPr/>
              <p:nvPr/>
            </p:nvSpPr>
            <p:spPr>
              <a:xfrm>
                <a:off x="4243066" y="2475743"/>
                <a:ext cx="3693036" cy="25180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806" y="0"/>
                    </a:moveTo>
                    <a:cubicBezTo>
                      <a:pt x="5393" y="0"/>
                      <a:pt x="2294" y="1131"/>
                      <a:pt x="0" y="2969"/>
                    </a:cubicBezTo>
                    <a:lnTo>
                      <a:pt x="4927" y="8409"/>
                    </a:lnTo>
                    <a:cubicBezTo>
                      <a:pt x="5843" y="7483"/>
                      <a:pt x="7239" y="6891"/>
                      <a:pt x="8806" y="6891"/>
                    </a:cubicBezTo>
                    <a:cubicBezTo>
                      <a:pt x="11565" y="6891"/>
                      <a:pt x="13802" y="8726"/>
                      <a:pt x="13802" y="10990"/>
                    </a:cubicBezTo>
                    <a:cubicBezTo>
                      <a:pt x="13802" y="13254"/>
                      <a:pt x="11565" y="15089"/>
                      <a:pt x="8806" y="15089"/>
                    </a:cubicBezTo>
                    <a:cubicBezTo>
                      <a:pt x="8795" y="15089"/>
                      <a:pt x="8784" y="15088"/>
                      <a:pt x="8772" y="15088"/>
                    </a:cubicBezTo>
                    <a:lnTo>
                      <a:pt x="8772" y="21599"/>
                    </a:lnTo>
                    <a:cubicBezTo>
                      <a:pt x="8784" y="21599"/>
                      <a:pt x="8795" y="21600"/>
                      <a:pt x="8806" y="21600"/>
                    </a:cubicBezTo>
                    <a:cubicBezTo>
                      <a:pt x="15872" y="21600"/>
                      <a:pt x="21600" y="16765"/>
                      <a:pt x="21600" y="10800"/>
                    </a:cubicBezTo>
                    <a:cubicBezTo>
                      <a:pt x="21600" y="4835"/>
                      <a:pt x="15872" y="0"/>
                      <a:pt x="8806" y="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" name="lemon1-2"/>
              <p:cNvSpPr/>
              <p:nvPr/>
            </p:nvSpPr>
            <p:spPr>
              <a:xfrm>
                <a:off x="3563319" y="2820403"/>
                <a:ext cx="2181740" cy="21717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200" y="9300"/>
                    </a:moveTo>
                    <a:cubicBezTo>
                      <a:pt x="13200" y="8165"/>
                      <a:pt x="13910" y="7124"/>
                      <a:pt x="15090" y="6307"/>
                    </a:cubicBezTo>
                    <a:lnTo>
                      <a:pt x="6751" y="0"/>
                    </a:lnTo>
                    <a:cubicBezTo>
                      <a:pt x="2595" y="2281"/>
                      <a:pt x="0" y="5504"/>
                      <a:pt x="0" y="9079"/>
                    </a:cubicBezTo>
                    <a:cubicBezTo>
                      <a:pt x="0" y="15984"/>
                      <a:pt x="9665" y="21582"/>
                      <a:pt x="21600" y="21600"/>
                    </a:cubicBezTo>
                    <a:lnTo>
                      <a:pt x="21600" y="14051"/>
                    </a:lnTo>
                    <a:cubicBezTo>
                      <a:pt x="16956" y="14033"/>
                      <a:pt x="13200" y="11914"/>
                      <a:pt x="13200" y="930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5" name="lemon1-3"/>
              <p:cNvSpPr/>
              <p:nvPr/>
            </p:nvSpPr>
            <p:spPr>
              <a:xfrm>
                <a:off x="4866929" y="3448413"/>
                <a:ext cx="353374" cy="640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3" y="0"/>
                    </a:moveTo>
                    <a:cubicBezTo>
                      <a:pt x="4037" y="2824"/>
                      <a:pt x="0" y="6329"/>
                      <a:pt x="0" y="10142"/>
                    </a:cubicBezTo>
                    <a:cubicBezTo>
                      <a:pt x="0" y="14573"/>
                      <a:pt x="5428" y="18592"/>
                      <a:pt x="14236" y="21600"/>
                    </a:cubicBezTo>
                    <a:cubicBezTo>
                      <a:pt x="13377" y="20982"/>
                      <a:pt x="12874" y="20337"/>
                      <a:pt x="12874" y="19668"/>
                    </a:cubicBezTo>
                    <a:cubicBezTo>
                      <a:pt x="12874" y="17883"/>
                      <a:pt x="16152" y="16247"/>
                      <a:pt x="21600" y="14950"/>
                    </a:cubicBezTo>
                    <a:lnTo>
                      <a:pt x="12566" y="748"/>
                    </a:lnTo>
                    <a:cubicBezTo>
                      <a:pt x="12566" y="748"/>
                      <a:pt x="10763" y="0"/>
                      <a:pt x="10763" y="0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" name="lemon1-4"/>
              <p:cNvSpPr/>
              <p:nvPr/>
            </p:nvSpPr>
            <p:spPr>
              <a:xfrm>
                <a:off x="5039260" y="3252148"/>
                <a:ext cx="1561526" cy="839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582" y="0"/>
                    </a:moveTo>
                    <a:cubicBezTo>
                      <a:pt x="5664" y="0"/>
                      <a:pt x="2194" y="2016"/>
                      <a:pt x="0" y="5121"/>
                    </a:cubicBezTo>
                    <a:lnTo>
                      <a:pt x="408" y="5692"/>
                    </a:lnTo>
                    <a:lnTo>
                      <a:pt x="2452" y="16526"/>
                    </a:lnTo>
                    <a:cubicBezTo>
                      <a:pt x="4120" y="15188"/>
                      <a:pt x="6691" y="14327"/>
                      <a:pt x="9582" y="14327"/>
                    </a:cubicBezTo>
                    <a:cubicBezTo>
                      <a:pt x="14610" y="14327"/>
                      <a:pt x="18687" y="16923"/>
                      <a:pt x="18687" y="20126"/>
                    </a:cubicBezTo>
                    <a:cubicBezTo>
                      <a:pt x="18687" y="20636"/>
                      <a:pt x="18573" y="21128"/>
                      <a:pt x="18378" y="21600"/>
                    </a:cubicBezTo>
                    <a:cubicBezTo>
                      <a:pt x="20372" y="19305"/>
                      <a:pt x="21600" y="16239"/>
                      <a:pt x="21600" y="12859"/>
                    </a:cubicBezTo>
                    <a:cubicBezTo>
                      <a:pt x="21600" y="5757"/>
                      <a:pt x="16219" y="0"/>
                      <a:pt x="9582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" name="lemon1-5"/>
              <p:cNvSpPr/>
              <p:nvPr/>
            </p:nvSpPr>
            <p:spPr>
              <a:xfrm>
                <a:off x="3568106" y="3816090"/>
                <a:ext cx="2175912" cy="17343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7014"/>
                    </a:lnTo>
                    <a:cubicBezTo>
                      <a:pt x="767" y="15088"/>
                      <a:pt x="9994" y="21479"/>
                      <a:pt x="21330" y="21600"/>
                    </a:cubicBezTo>
                    <a:lnTo>
                      <a:pt x="21600" y="14591"/>
                    </a:lnTo>
                    <a:cubicBezTo>
                      <a:pt x="10141" y="14569"/>
                      <a:pt x="774" y="8138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" name="lemon1-6"/>
              <p:cNvSpPr/>
              <p:nvPr/>
            </p:nvSpPr>
            <p:spPr>
              <a:xfrm>
                <a:off x="5712660" y="3816090"/>
                <a:ext cx="2214584" cy="1734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21" y="14588"/>
                    </a:moveTo>
                    <a:cubicBezTo>
                      <a:pt x="303" y="14588"/>
                      <a:pt x="284" y="14587"/>
                      <a:pt x="266" y="14587"/>
                    </a:cubicBezTo>
                    <a:lnTo>
                      <a:pt x="0" y="21594"/>
                    </a:lnTo>
                    <a:cubicBezTo>
                      <a:pt x="107" y="21595"/>
                      <a:pt x="214" y="21600"/>
                      <a:pt x="321" y="21600"/>
                    </a:cubicBezTo>
                    <a:cubicBezTo>
                      <a:pt x="11606" y="21600"/>
                      <a:pt x="20839" y="15161"/>
                      <a:pt x="21600" y="7012"/>
                    </a:cubicBezTo>
                    <a:lnTo>
                      <a:pt x="21600" y="0"/>
                    </a:lnTo>
                    <a:cubicBezTo>
                      <a:pt x="20839" y="8149"/>
                      <a:pt x="11606" y="14588"/>
                      <a:pt x="321" y="14588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61" name="Group 45"/>
            <p:cNvGrpSpPr/>
            <p:nvPr/>
          </p:nvGrpSpPr>
          <p:grpSpPr>
            <a:xfrm>
              <a:off x="4038919" y="3206127"/>
              <a:ext cx="2364891" cy="1663110"/>
              <a:chOff x="3545731" y="2491023"/>
              <a:chExt cx="4372784" cy="3075162"/>
            </a:xfrm>
            <a:effectLst>
              <a:outerShdw blurRad="266700" dist="698500" dir="3660000" sx="85000" sy="85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62" name="lemon1-7"/>
              <p:cNvSpPr/>
              <p:nvPr/>
            </p:nvSpPr>
            <p:spPr>
              <a:xfrm>
                <a:off x="4225478" y="2491023"/>
                <a:ext cx="3693037" cy="25180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806" y="0"/>
                    </a:moveTo>
                    <a:cubicBezTo>
                      <a:pt x="5393" y="0"/>
                      <a:pt x="2294" y="1131"/>
                      <a:pt x="0" y="2969"/>
                    </a:cubicBezTo>
                    <a:lnTo>
                      <a:pt x="4927" y="8409"/>
                    </a:lnTo>
                    <a:cubicBezTo>
                      <a:pt x="5843" y="7483"/>
                      <a:pt x="7239" y="6891"/>
                      <a:pt x="8806" y="6891"/>
                    </a:cubicBezTo>
                    <a:cubicBezTo>
                      <a:pt x="11565" y="6891"/>
                      <a:pt x="13802" y="8726"/>
                      <a:pt x="13802" y="10990"/>
                    </a:cubicBezTo>
                    <a:cubicBezTo>
                      <a:pt x="13802" y="13254"/>
                      <a:pt x="11565" y="15089"/>
                      <a:pt x="8806" y="15089"/>
                    </a:cubicBezTo>
                    <a:cubicBezTo>
                      <a:pt x="8795" y="15089"/>
                      <a:pt x="8784" y="15088"/>
                      <a:pt x="8772" y="15088"/>
                    </a:cubicBezTo>
                    <a:lnTo>
                      <a:pt x="8772" y="21599"/>
                    </a:lnTo>
                    <a:cubicBezTo>
                      <a:pt x="8784" y="21599"/>
                      <a:pt x="8795" y="21600"/>
                      <a:pt x="8806" y="21600"/>
                    </a:cubicBezTo>
                    <a:cubicBezTo>
                      <a:pt x="15872" y="21600"/>
                      <a:pt x="21600" y="16765"/>
                      <a:pt x="21600" y="10800"/>
                    </a:cubicBezTo>
                    <a:cubicBezTo>
                      <a:pt x="21600" y="4835"/>
                      <a:pt x="15872" y="0"/>
                      <a:pt x="8806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3" name="lemon1-8"/>
              <p:cNvSpPr/>
              <p:nvPr/>
            </p:nvSpPr>
            <p:spPr>
              <a:xfrm>
                <a:off x="3545731" y="2835683"/>
                <a:ext cx="2181740" cy="21717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200" y="9300"/>
                    </a:moveTo>
                    <a:cubicBezTo>
                      <a:pt x="13200" y="8165"/>
                      <a:pt x="13910" y="7124"/>
                      <a:pt x="15090" y="6307"/>
                    </a:cubicBezTo>
                    <a:lnTo>
                      <a:pt x="6751" y="0"/>
                    </a:lnTo>
                    <a:cubicBezTo>
                      <a:pt x="2595" y="2281"/>
                      <a:pt x="0" y="5504"/>
                      <a:pt x="0" y="9079"/>
                    </a:cubicBezTo>
                    <a:cubicBezTo>
                      <a:pt x="0" y="15984"/>
                      <a:pt x="9665" y="21582"/>
                      <a:pt x="21600" y="21600"/>
                    </a:cubicBezTo>
                    <a:lnTo>
                      <a:pt x="21600" y="14051"/>
                    </a:lnTo>
                    <a:cubicBezTo>
                      <a:pt x="16956" y="14033"/>
                      <a:pt x="13200" y="11914"/>
                      <a:pt x="13200" y="93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4" name="lemon1-9"/>
              <p:cNvSpPr/>
              <p:nvPr/>
            </p:nvSpPr>
            <p:spPr>
              <a:xfrm>
                <a:off x="4866929" y="3448413"/>
                <a:ext cx="353374" cy="640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3" y="0"/>
                    </a:moveTo>
                    <a:cubicBezTo>
                      <a:pt x="4037" y="2824"/>
                      <a:pt x="0" y="6329"/>
                      <a:pt x="0" y="10142"/>
                    </a:cubicBezTo>
                    <a:cubicBezTo>
                      <a:pt x="0" y="14573"/>
                      <a:pt x="5428" y="18592"/>
                      <a:pt x="14236" y="21600"/>
                    </a:cubicBezTo>
                    <a:cubicBezTo>
                      <a:pt x="13377" y="20982"/>
                      <a:pt x="12874" y="20337"/>
                      <a:pt x="12874" y="19668"/>
                    </a:cubicBezTo>
                    <a:cubicBezTo>
                      <a:pt x="12874" y="17883"/>
                      <a:pt x="16152" y="16247"/>
                      <a:pt x="21600" y="14950"/>
                    </a:cubicBezTo>
                    <a:lnTo>
                      <a:pt x="12566" y="748"/>
                    </a:lnTo>
                    <a:cubicBezTo>
                      <a:pt x="12566" y="748"/>
                      <a:pt x="10763" y="0"/>
                      <a:pt x="10763" y="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5" name="lemon1-10"/>
              <p:cNvSpPr/>
              <p:nvPr/>
            </p:nvSpPr>
            <p:spPr>
              <a:xfrm>
                <a:off x="5039260" y="3252148"/>
                <a:ext cx="1561526" cy="839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582" y="0"/>
                    </a:moveTo>
                    <a:cubicBezTo>
                      <a:pt x="5664" y="0"/>
                      <a:pt x="2194" y="2016"/>
                      <a:pt x="0" y="5121"/>
                    </a:cubicBezTo>
                    <a:lnTo>
                      <a:pt x="408" y="5692"/>
                    </a:lnTo>
                    <a:lnTo>
                      <a:pt x="2452" y="16526"/>
                    </a:lnTo>
                    <a:cubicBezTo>
                      <a:pt x="4120" y="15188"/>
                      <a:pt x="6691" y="14327"/>
                      <a:pt x="9582" y="14327"/>
                    </a:cubicBezTo>
                    <a:cubicBezTo>
                      <a:pt x="14610" y="14327"/>
                      <a:pt x="18687" y="16923"/>
                      <a:pt x="18687" y="20126"/>
                    </a:cubicBezTo>
                    <a:cubicBezTo>
                      <a:pt x="18687" y="20636"/>
                      <a:pt x="18573" y="21128"/>
                      <a:pt x="18378" y="21600"/>
                    </a:cubicBezTo>
                    <a:cubicBezTo>
                      <a:pt x="20372" y="19305"/>
                      <a:pt x="21600" y="16239"/>
                      <a:pt x="21600" y="12859"/>
                    </a:cubicBezTo>
                    <a:cubicBezTo>
                      <a:pt x="21600" y="5757"/>
                      <a:pt x="16219" y="0"/>
                      <a:pt x="9582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6" name="lemon1-11"/>
              <p:cNvSpPr/>
              <p:nvPr/>
            </p:nvSpPr>
            <p:spPr>
              <a:xfrm>
                <a:off x="3550518" y="3831369"/>
                <a:ext cx="2175912" cy="17343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7014"/>
                    </a:lnTo>
                    <a:cubicBezTo>
                      <a:pt x="767" y="15088"/>
                      <a:pt x="9994" y="21479"/>
                      <a:pt x="21330" y="21600"/>
                    </a:cubicBezTo>
                    <a:lnTo>
                      <a:pt x="21600" y="14591"/>
                    </a:lnTo>
                    <a:cubicBezTo>
                      <a:pt x="10141" y="14569"/>
                      <a:pt x="774" y="8138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7" name="lemon1-12"/>
              <p:cNvSpPr/>
              <p:nvPr/>
            </p:nvSpPr>
            <p:spPr>
              <a:xfrm>
                <a:off x="5695072" y="3831369"/>
                <a:ext cx="2214584" cy="1734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21" y="14588"/>
                    </a:moveTo>
                    <a:cubicBezTo>
                      <a:pt x="303" y="14588"/>
                      <a:pt x="284" y="14587"/>
                      <a:pt x="266" y="14587"/>
                    </a:cubicBezTo>
                    <a:lnTo>
                      <a:pt x="0" y="21594"/>
                    </a:lnTo>
                    <a:cubicBezTo>
                      <a:pt x="107" y="21595"/>
                      <a:pt x="214" y="21600"/>
                      <a:pt x="321" y="21600"/>
                    </a:cubicBezTo>
                    <a:cubicBezTo>
                      <a:pt x="11606" y="21600"/>
                      <a:pt x="20839" y="15161"/>
                      <a:pt x="21600" y="7012"/>
                    </a:cubicBezTo>
                    <a:lnTo>
                      <a:pt x="21600" y="0"/>
                    </a:lnTo>
                    <a:cubicBezTo>
                      <a:pt x="20839" y="8149"/>
                      <a:pt x="11606" y="14588"/>
                      <a:pt x="321" y="145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68" name="Group 52"/>
            <p:cNvGrpSpPr/>
            <p:nvPr/>
          </p:nvGrpSpPr>
          <p:grpSpPr>
            <a:xfrm>
              <a:off x="4913554" y="2341963"/>
              <a:ext cx="2364891" cy="1663110"/>
              <a:chOff x="3545731" y="2491023"/>
              <a:chExt cx="4372784" cy="3075162"/>
            </a:xfrm>
            <a:effectLst>
              <a:outerShdw blurRad="266700" dist="698500" dir="3660000" sx="85000" sy="85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69" name="lemon1-13"/>
              <p:cNvSpPr/>
              <p:nvPr/>
            </p:nvSpPr>
            <p:spPr>
              <a:xfrm>
                <a:off x="4225478" y="2491023"/>
                <a:ext cx="3693037" cy="25180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806" y="0"/>
                    </a:moveTo>
                    <a:cubicBezTo>
                      <a:pt x="5393" y="0"/>
                      <a:pt x="2294" y="1131"/>
                      <a:pt x="0" y="2969"/>
                    </a:cubicBezTo>
                    <a:lnTo>
                      <a:pt x="4927" y="8409"/>
                    </a:lnTo>
                    <a:cubicBezTo>
                      <a:pt x="5843" y="7483"/>
                      <a:pt x="7239" y="6891"/>
                      <a:pt x="8806" y="6891"/>
                    </a:cubicBezTo>
                    <a:cubicBezTo>
                      <a:pt x="11565" y="6891"/>
                      <a:pt x="13802" y="8726"/>
                      <a:pt x="13802" y="10990"/>
                    </a:cubicBezTo>
                    <a:cubicBezTo>
                      <a:pt x="13802" y="13254"/>
                      <a:pt x="11565" y="15089"/>
                      <a:pt x="8806" y="15089"/>
                    </a:cubicBezTo>
                    <a:cubicBezTo>
                      <a:pt x="8795" y="15089"/>
                      <a:pt x="8784" y="15088"/>
                      <a:pt x="8772" y="15088"/>
                    </a:cubicBezTo>
                    <a:lnTo>
                      <a:pt x="8772" y="21599"/>
                    </a:lnTo>
                    <a:cubicBezTo>
                      <a:pt x="8784" y="21599"/>
                      <a:pt x="8795" y="21600"/>
                      <a:pt x="8806" y="21600"/>
                    </a:cubicBezTo>
                    <a:cubicBezTo>
                      <a:pt x="15872" y="21600"/>
                      <a:pt x="21600" y="16765"/>
                      <a:pt x="21600" y="10800"/>
                    </a:cubicBezTo>
                    <a:cubicBezTo>
                      <a:pt x="21600" y="4835"/>
                      <a:pt x="15872" y="0"/>
                      <a:pt x="8806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0" name="lemon1-14"/>
              <p:cNvSpPr/>
              <p:nvPr/>
            </p:nvSpPr>
            <p:spPr>
              <a:xfrm>
                <a:off x="3545731" y="2835683"/>
                <a:ext cx="2181740" cy="21717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200" y="9300"/>
                    </a:moveTo>
                    <a:cubicBezTo>
                      <a:pt x="13200" y="8165"/>
                      <a:pt x="13910" y="7124"/>
                      <a:pt x="15090" y="6307"/>
                    </a:cubicBezTo>
                    <a:lnTo>
                      <a:pt x="6751" y="0"/>
                    </a:lnTo>
                    <a:cubicBezTo>
                      <a:pt x="2595" y="2281"/>
                      <a:pt x="0" y="5504"/>
                      <a:pt x="0" y="9079"/>
                    </a:cubicBezTo>
                    <a:cubicBezTo>
                      <a:pt x="0" y="15984"/>
                      <a:pt x="9665" y="21582"/>
                      <a:pt x="21600" y="21600"/>
                    </a:cubicBezTo>
                    <a:lnTo>
                      <a:pt x="21600" y="14051"/>
                    </a:lnTo>
                    <a:cubicBezTo>
                      <a:pt x="16956" y="14033"/>
                      <a:pt x="13200" y="11914"/>
                      <a:pt x="13200" y="9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1" name="lemon1-15"/>
              <p:cNvSpPr/>
              <p:nvPr/>
            </p:nvSpPr>
            <p:spPr>
              <a:xfrm>
                <a:off x="4866929" y="3448413"/>
                <a:ext cx="353374" cy="640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3" y="0"/>
                    </a:moveTo>
                    <a:cubicBezTo>
                      <a:pt x="4037" y="2824"/>
                      <a:pt x="0" y="6329"/>
                      <a:pt x="0" y="10142"/>
                    </a:cubicBezTo>
                    <a:cubicBezTo>
                      <a:pt x="0" y="14573"/>
                      <a:pt x="5428" y="18592"/>
                      <a:pt x="14236" y="21600"/>
                    </a:cubicBezTo>
                    <a:cubicBezTo>
                      <a:pt x="13377" y="20982"/>
                      <a:pt x="12874" y="20337"/>
                      <a:pt x="12874" y="19668"/>
                    </a:cubicBezTo>
                    <a:cubicBezTo>
                      <a:pt x="12874" y="17883"/>
                      <a:pt x="16152" y="16247"/>
                      <a:pt x="21600" y="14950"/>
                    </a:cubicBezTo>
                    <a:lnTo>
                      <a:pt x="12566" y="748"/>
                    </a:lnTo>
                    <a:cubicBezTo>
                      <a:pt x="12566" y="748"/>
                      <a:pt x="10763" y="0"/>
                      <a:pt x="10763" y="0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2" name="lemon1-16"/>
              <p:cNvSpPr/>
              <p:nvPr/>
            </p:nvSpPr>
            <p:spPr>
              <a:xfrm>
                <a:off x="5039260" y="3252148"/>
                <a:ext cx="1561526" cy="839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582" y="0"/>
                    </a:moveTo>
                    <a:cubicBezTo>
                      <a:pt x="5664" y="0"/>
                      <a:pt x="2194" y="2016"/>
                      <a:pt x="0" y="5121"/>
                    </a:cubicBezTo>
                    <a:lnTo>
                      <a:pt x="408" y="5692"/>
                    </a:lnTo>
                    <a:lnTo>
                      <a:pt x="2452" y="16526"/>
                    </a:lnTo>
                    <a:cubicBezTo>
                      <a:pt x="4120" y="15188"/>
                      <a:pt x="6691" y="14327"/>
                      <a:pt x="9582" y="14327"/>
                    </a:cubicBezTo>
                    <a:cubicBezTo>
                      <a:pt x="14610" y="14327"/>
                      <a:pt x="18687" y="16923"/>
                      <a:pt x="18687" y="20126"/>
                    </a:cubicBezTo>
                    <a:cubicBezTo>
                      <a:pt x="18687" y="20636"/>
                      <a:pt x="18573" y="21128"/>
                      <a:pt x="18378" y="21600"/>
                    </a:cubicBezTo>
                    <a:cubicBezTo>
                      <a:pt x="20372" y="19305"/>
                      <a:pt x="21600" y="16239"/>
                      <a:pt x="21600" y="12859"/>
                    </a:cubicBezTo>
                    <a:cubicBezTo>
                      <a:pt x="21600" y="5757"/>
                      <a:pt x="16219" y="0"/>
                      <a:pt x="9582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3" name="lemon1-17"/>
              <p:cNvSpPr/>
              <p:nvPr/>
            </p:nvSpPr>
            <p:spPr>
              <a:xfrm>
                <a:off x="3550518" y="3831369"/>
                <a:ext cx="2175912" cy="17343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7014"/>
                    </a:lnTo>
                    <a:cubicBezTo>
                      <a:pt x="767" y="15088"/>
                      <a:pt x="9994" y="21479"/>
                      <a:pt x="21330" y="21600"/>
                    </a:cubicBezTo>
                    <a:lnTo>
                      <a:pt x="21600" y="14591"/>
                    </a:lnTo>
                    <a:cubicBezTo>
                      <a:pt x="10141" y="14569"/>
                      <a:pt x="774" y="8138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4" name="lemon1-18"/>
              <p:cNvSpPr/>
              <p:nvPr/>
            </p:nvSpPr>
            <p:spPr>
              <a:xfrm>
                <a:off x="5695072" y="3831369"/>
                <a:ext cx="2214584" cy="1734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21" y="14588"/>
                    </a:moveTo>
                    <a:cubicBezTo>
                      <a:pt x="303" y="14588"/>
                      <a:pt x="284" y="14587"/>
                      <a:pt x="266" y="14587"/>
                    </a:cubicBezTo>
                    <a:lnTo>
                      <a:pt x="0" y="21594"/>
                    </a:lnTo>
                    <a:cubicBezTo>
                      <a:pt x="107" y="21595"/>
                      <a:pt x="214" y="21600"/>
                      <a:pt x="321" y="21600"/>
                    </a:cubicBezTo>
                    <a:cubicBezTo>
                      <a:pt x="11606" y="21600"/>
                      <a:pt x="20839" y="15161"/>
                      <a:pt x="21600" y="7012"/>
                    </a:cubicBezTo>
                    <a:lnTo>
                      <a:pt x="21600" y="0"/>
                    </a:lnTo>
                    <a:cubicBezTo>
                      <a:pt x="20839" y="8149"/>
                      <a:pt x="11606" y="14588"/>
                      <a:pt x="321" y="1458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75" name="Group 59"/>
            <p:cNvGrpSpPr/>
            <p:nvPr/>
          </p:nvGrpSpPr>
          <p:grpSpPr>
            <a:xfrm>
              <a:off x="4094759" y="1657930"/>
              <a:ext cx="2364891" cy="1663110"/>
              <a:chOff x="3545731" y="2491023"/>
              <a:chExt cx="4372784" cy="3075162"/>
            </a:xfrm>
            <a:effectLst>
              <a:outerShdw blurRad="266700" dist="698500" dir="3660000" sx="85000" sy="85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76" name="lemon1-19"/>
              <p:cNvSpPr/>
              <p:nvPr/>
            </p:nvSpPr>
            <p:spPr>
              <a:xfrm>
                <a:off x="4225478" y="2491023"/>
                <a:ext cx="3693037" cy="25180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806" y="0"/>
                    </a:moveTo>
                    <a:cubicBezTo>
                      <a:pt x="5393" y="0"/>
                      <a:pt x="2294" y="1131"/>
                      <a:pt x="0" y="2969"/>
                    </a:cubicBezTo>
                    <a:lnTo>
                      <a:pt x="4927" y="8409"/>
                    </a:lnTo>
                    <a:cubicBezTo>
                      <a:pt x="5843" y="7483"/>
                      <a:pt x="7239" y="6891"/>
                      <a:pt x="8806" y="6891"/>
                    </a:cubicBezTo>
                    <a:cubicBezTo>
                      <a:pt x="11565" y="6891"/>
                      <a:pt x="13802" y="8726"/>
                      <a:pt x="13802" y="10990"/>
                    </a:cubicBezTo>
                    <a:cubicBezTo>
                      <a:pt x="13802" y="13254"/>
                      <a:pt x="11565" y="15089"/>
                      <a:pt x="8806" y="15089"/>
                    </a:cubicBezTo>
                    <a:cubicBezTo>
                      <a:pt x="8795" y="15089"/>
                      <a:pt x="8784" y="15088"/>
                      <a:pt x="8772" y="15088"/>
                    </a:cubicBezTo>
                    <a:lnTo>
                      <a:pt x="8772" y="21599"/>
                    </a:lnTo>
                    <a:cubicBezTo>
                      <a:pt x="8784" y="21599"/>
                      <a:pt x="8795" y="21600"/>
                      <a:pt x="8806" y="21600"/>
                    </a:cubicBezTo>
                    <a:cubicBezTo>
                      <a:pt x="15872" y="21600"/>
                      <a:pt x="21600" y="16765"/>
                      <a:pt x="21600" y="10800"/>
                    </a:cubicBezTo>
                    <a:cubicBezTo>
                      <a:pt x="21600" y="4835"/>
                      <a:pt x="15872" y="0"/>
                      <a:pt x="8806" y="0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7" name="lemon1-20"/>
              <p:cNvSpPr/>
              <p:nvPr/>
            </p:nvSpPr>
            <p:spPr>
              <a:xfrm>
                <a:off x="3545731" y="2835683"/>
                <a:ext cx="2181741" cy="21717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200" y="9300"/>
                    </a:moveTo>
                    <a:cubicBezTo>
                      <a:pt x="13200" y="8165"/>
                      <a:pt x="13910" y="7124"/>
                      <a:pt x="15090" y="6307"/>
                    </a:cubicBezTo>
                    <a:lnTo>
                      <a:pt x="6751" y="0"/>
                    </a:lnTo>
                    <a:cubicBezTo>
                      <a:pt x="2595" y="2281"/>
                      <a:pt x="0" y="5504"/>
                      <a:pt x="0" y="9079"/>
                    </a:cubicBezTo>
                    <a:cubicBezTo>
                      <a:pt x="0" y="15984"/>
                      <a:pt x="9665" y="21582"/>
                      <a:pt x="21600" y="21600"/>
                    </a:cubicBezTo>
                    <a:lnTo>
                      <a:pt x="21600" y="14051"/>
                    </a:lnTo>
                    <a:cubicBezTo>
                      <a:pt x="16956" y="14033"/>
                      <a:pt x="13200" y="11914"/>
                      <a:pt x="13200" y="9300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8" name="lemon1-21"/>
              <p:cNvSpPr/>
              <p:nvPr/>
            </p:nvSpPr>
            <p:spPr>
              <a:xfrm>
                <a:off x="4866929" y="3448413"/>
                <a:ext cx="353374" cy="640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3" y="0"/>
                    </a:moveTo>
                    <a:cubicBezTo>
                      <a:pt x="4037" y="2824"/>
                      <a:pt x="0" y="6329"/>
                      <a:pt x="0" y="10142"/>
                    </a:cubicBezTo>
                    <a:cubicBezTo>
                      <a:pt x="0" y="14573"/>
                      <a:pt x="5428" y="18592"/>
                      <a:pt x="14236" y="21600"/>
                    </a:cubicBezTo>
                    <a:cubicBezTo>
                      <a:pt x="13377" y="20982"/>
                      <a:pt x="12874" y="20337"/>
                      <a:pt x="12874" y="19668"/>
                    </a:cubicBezTo>
                    <a:cubicBezTo>
                      <a:pt x="12874" y="17883"/>
                      <a:pt x="16152" y="16247"/>
                      <a:pt x="21600" y="14950"/>
                    </a:cubicBezTo>
                    <a:lnTo>
                      <a:pt x="12566" y="748"/>
                    </a:lnTo>
                    <a:cubicBezTo>
                      <a:pt x="12566" y="748"/>
                      <a:pt x="10763" y="0"/>
                      <a:pt x="10763" y="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9" name="lemon1-22"/>
              <p:cNvSpPr/>
              <p:nvPr/>
            </p:nvSpPr>
            <p:spPr>
              <a:xfrm>
                <a:off x="5039260" y="3252148"/>
                <a:ext cx="1561526" cy="839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582" y="0"/>
                    </a:moveTo>
                    <a:cubicBezTo>
                      <a:pt x="5664" y="0"/>
                      <a:pt x="2194" y="2016"/>
                      <a:pt x="0" y="5121"/>
                    </a:cubicBezTo>
                    <a:lnTo>
                      <a:pt x="408" y="5692"/>
                    </a:lnTo>
                    <a:lnTo>
                      <a:pt x="2452" y="16526"/>
                    </a:lnTo>
                    <a:cubicBezTo>
                      <a:pt x="4120" y="15188"/>
                      <a:pt x="6691" y="14327"/>
                      <a:pt x="9582" y="14327"/>
                    </a:cubicBezTo>
                    <a:cubicBezTo>
                      <a:pt x="14610" y="14327"/>
                      <a:pt x="18687" y="16923"/>
                      <a:pt x="18687" y="20126"/>
                    </a:cubicBezTo>
                    <a:cubicBezTo>
                      <a:pt x="18687" y="20636"/>
                      <a:pt x="18573" y="21128"/>
                      <a:pt x="18378" y="21600"/>
                    </a:cubicBezTo>
                    <a:cubicBezTo>
                      <a:pt x="20372" y="19305"/>
                      <a:pt x="21600" y="16239"/>
                      <a:pt x="21600" y="12859"/>
                    </a:cubicBezTo>
                    <a:cubicBezTo>
                      <a:pt x="21600" y="5757"/>
                      <a:pt x="16219" y="0"/>
                      <a:pt x="9582" y="0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0" name="lemon1-23"/>
              <p:cNvSpPr/>
              <p:nvPr/>
            </p:nvSpPr>
            <p:spPr>
              <a:xfrm>
                <a:off x="3550518" y="3831369"/>
                <a:ext cx="2175912" cy="17343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7014"/>
                    </a:lnTo>
                    <a:cubicBezTo>
                      <a:pt x="767" y="15088"/>
                      <a:pt x="9994" y="21479"/>
                      <a:pt x="21330" y="21600"/>
                    </a:cubicBezTo>
                    <a:lnTo>
                      <a:pt x="21600" y="14591"/>
                    </a:lnTo>
                    <a:cubicBezTo>
                      <a:pt x="10141" y="14569"/>
                      <a:pt x="774" y="8138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1" name="lemon1-24"/>
              <p:cNvSpPr/>
              <p:nvPr/>
            </p:nvSpPr>
            <p:spPr>
              <a:xfrm>
                <a:off x="5695072" y="3831369"/>
                <a:ext cx="2214584" cy="1734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21" y="14588"/>
                    </a:moveTo>
                    <a:cubicBezTo>
                      <a:pt x="303" y="14588"/>
                      <a:pt x="284" y="14587"/>
                      <a:pt x="266" y="14587"/>
                    </a:cubicBezTo>
                    <a:lnTo>
                      <a:pt x="0" y="21594"/>
                    </a:lnTo>
                    <a:cubicBezTo>
                      <a:pt x="107" y="21595"/>
                      <a:pt x="214" y="21600"/>
                      <a:pt x="321" y="21600"/>
                    </a:cubicBezTo>
                    <a:cubicBezTo>
                      <a:pt x="11606" y="21600"/>
                      <a:pt x="20839" y="15161"/>
                      <a:pt x="21600" y="7012"/>
                    </a:cubicBezTo>
                    <a:lnTo>
                      <a:pt x="21600" y="0"/>
                    </a:lnTo>
                    <a:cubicBezTo>
                      <a:pt x="20839" y="8149"/>
                      <a:pt x="11606" y="14588"/>
                      <a:pt x="321" y="1458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85" name="lemon1-25"/>
            <p:cNvSpPr txBox="1"/>
            <p:nvPr/>
          </p:nvSpPr>
          <p:spPr>
            <a:xfrm>
              <a:off x="3854992" y="4776330"/>
              <a:ext cx="6033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5%</a:t>
              </a:r>
            </a:p>
          </p:txBody>
        </p:sp>
      </p:grpSp>
      <p:graphicFrame>
        <p:nvGraphicFramePr>
          <p:cNvPr id="38" name="lemon2"/>
          <p:cNvGraphicFramePr/>
          <p:nvPr/>
        </p:nvGraphicFramePr>
        <p:xfrm>
          <a:off x="396136" y="3984210"/>
          <a:ext cx="3982764" cy="2071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lemon3"/>
          <p:cNvGraphicFramePr/>
          <p:nvPr/>
        </p:nvGraphicFramePr>
        <p:xfrm>
          <a:off x="8234351" y="1408965"/>
          <a:ext cx="3894036" cy="1941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lemon4"/>
          <p:cNvSpPr/>
          <p:nvPr/>
        </p:nvSpPr>
        <p:spPr>
          <a:xfrm flipV="1">
            <a:off x="6626470" y="2120413"/>
            <a:ext cx="1689401" cy="1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lemon5"/>
          <p:cNvSpPr/>
          <p:nvPr/>
        </p:nvSpPr>
        <p:spPr>
          <a:xfrm flipV="1">
            <a:off x="6571918" y="4207817"/>
            <a:ext cx="1689401" cy="1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6"/>
          <p:cNvSpPr/>
          <p:nvPr/>
        </p:nvSpPr>
        <p:spPr>
          <a:xfrm flipH="1" flipV="1">
            <a:off x="4132310" y="3173975"/>
            <a:ext cx="1236221" cy="4092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lemon7"/>
          <p:cNvSpPr/>
          <p:nvPr/>
        </p:nvSpPr>
        <p:spPr>
          <a:xfrm flipH="1">
            <a:off x="4290171" y="5117966"/>
            <a:ext cx="1069356" cy="0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lemon8"/>
          <p:cNvSpPr/>
          <p:nvPr/>
        </p:nvSpPr>
        <p:spPr>
          <a:xfrm>
            <a:off x="8603251" y="4078437"/>
            <a:ext cx="3323821" cy="1832602"/>
          </a:xfrm>
          <a:prstGeom prst="roundRect">
            <a:avLst>
              <a:gd name="adj" fmla="val 6688"/>
            </a:avLst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lemon9"/>
          <p:cNvSpPr txBox="1"/>
          <p:nvPr/>
        </p:nvSpPr>
        <p:spPr>
          <a:xfrm>
            <a:off x="9036403" y="4295060"/>
            <a:ext cx="149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品牌现况</a:t>
            </a:r>
            <a:endParaRPr kumimoji="0" lang="en-ID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10"/>
          <p:cNvSpPr txBox="1"/>
          <p:nvPr/>
        </p:nvSpPr>
        <p:spPr>
          <a:xfrm>
            <a:off x="8976755" y="4641688"/>
            <a:ext cx="2174850" cy="80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品牌简单地讲是指消费者对产品及产品系列的认知程度。品牌是人们对一个企业及其产品、售后服务、文化价值的一种评价和认知，是一种信任。</a:t>
            </a:r>
            <a:endParaRPr kumimoji="0" lang="en-ID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47" name="lemon11"/>
          <p:cNvGrpSpPr/>
          <p:nvPr/>
        </p:nvGrpSpPr>
        <p:grpSpPr>
          <a:xfrm>
            <a:off x="8374024" y="3924169"/>
            <a:ext cx="487947" cy="487947"/>
            <a:chOff x="5734988" y="949771"/>
            <a:chExt cx="347205" cy="347205"/>
          </a:xfrm>
        </p:grpSpPr>
        <p:sp>
          <p:nvSpPr>
            <p:cNvPr id="48" name="lemon11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9" name="lemon11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50" name="lemon12"/>
          <p:cNvSpPr txBox="1"/>
          <p:nvPr/>
        </p:nvSpPr>
        <p:spPr>
          <a:xfrm>
            <a:off x="8747902" y="4309597"/>
            <a:ext cx="3012546" cy="71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年，在公司营收来看，日常出行成为本年度销量的有力增长点。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13"/>
          <p:cNvSpPr/>
          <p:nvPr/>
        </p:nvSpPr>
        <p:spPr>
          <a:xfrm>
            <a:off x="599282" y="1671815"/>
            <a:ext cx="3337989" cy="1799372"/>
          </a:xfrm>
          <a:prstGeom prst="roundRect">
            <a:avLst>
              <a:gd name="adj" fmla="val 3600"/>
            </a:avLst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14"/>
          <p:cNvSpPr txBox="1"/>
          <p:nvPr/>
        </p:nvSpPr>
        <p:spPr>
          <a:xfrm>
            <a:off x="1032434" y="1888439"/>
            <a:ext cx="149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品牌现况</a:t>
            </a:r>
            <a:endParaRPr kumimoji="0" lang="en-ID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lemon15"/>
          <p:cNvSpPr txBox="1"/>
          <p:nvPr/>
        </p:nvSpPr>
        <p:spPr>
          <a:xfrm>
            <a:off x="1011975" y="2235067"/>
            <a:ext cx="2174850" cy="80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品牌简单地讲是指消费者对产品及产品系列的认知程度。品牌是人们对一个企业及其产品、售后服务、文化价值的一种评价和认知，是一种信任。</a:t>
            </a:r>
            <a:endParaRPr kumimoji="0" lang="en-ID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54" name="lemon16"/>
          <p:cNvGrpSpPr/>
          <p:nvPr/>
        </p:nvGrpSpPr>
        <p:grpSpPr>
          <a:xfrm>
            <a:off x="370055" y="1517548"/>
            <a:ext cx="487947" cy="487947"/>
            <a:chOff x="5734988" y="949771"/>
            <a:chExt cx="347205" cy="347205"/>
          </a:xfrm>
        </p:grpSpPr>
        <p:sp>
          <p:nvSpPr>
            <p:cNvPr id="55" name="lemon16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6" name="lemon16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57" name="lemon17"/>
          <p:cNvSpPr txBox="1"/>
          <p:nvPr/>
        </p:nvSpPr>
        <p:spPr>
          <a:xfrm>
            <a:off x="783122" y="1902976"/>
            <a:ext cx="3012546" cy="71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年，在公司营收来看，日常出行成为本年度销量的有力增长点。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lemon18"/>
          <p:cNvSpPr/>
          <p:nvPr/>
        </p:nvSpPr>
        <p:spPr>
          <a:xfrm>
            <a:off x="847126" y="2881813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2" name="lemon19"/>
          <p:cNvSpPr txBox="1"/>
          <p:nvPr/>
        </p:nvSpPr>
        <p:spPr>
          <a:xfrm>
            <a:off x="951480" y="2833661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</a:p>
        </p:txBody>
      </p:sp>
      <p:sp>
        <p:nvSpPr>
          <p:cNvPr id="84" name="lemon20"/>
          <p:cNvSpPr/>
          <p:nvPr/>
        </p:nvSpPr>
        <p:spPr>
          <a:xfrm>
            <a:off x="2422227" y="2884381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lemon21"/>
          <p:cNvSpPr txBox="1"/>
          <p:nvPr/>
        </p:nvSpPr>
        <p:spPr>
          <a:xfrm>
            <a:off x="2526581" y="2836229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</a:p>
        </p:txBody>
      </p:sp>
      <p:sp>
        <p:nvSpPr>
          <p:cNvPr id="87" name="lemon22"/>
          <p:cNvSpPr/>
          <p:nvPr/>
        </p:nvSpPr>
        <p:spPr>
          <a:xfrm>
            <a:off x="8889118" y="5287827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lemon23"/>
          <p:cNvSpPr txBox="1"/>
          <p:nvPr/>
        </p:nvSpPr>
        <p:spPr>
          <a:xfrm>
            <a:off x="8993472" y="5239675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</a:p>
        </p:txBody>
      </p:sp>
      <p:sp>
        <p:nvSpPr>
          <p:cNvPr id="89" name="lemon24"/>
          <p:cNvSpPr/>
          <p:nvPr/>
        </p:nvSpPr>
        <p:spPr>
          <a:xfrm>
            <a:off x="10464219" y="5290395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lemon25"/>
          <p:cNvSpPr txBox="1"/>
          <p:nvPr/>
        </p:nvSpPr>
        <p:spPr>
          <a:xfrm>
            <a:off x="10568573" y="5242243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</a:p>
        </p:txBody>
      </p:sp>
      <p:sp>
        <p:nvSpPr>
          <p:cNvPr id="10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1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Regular"/>
        <a:ea typeface=""/>
        <a:cs typeface=""/>
        <a:font script="Jpan" typeface="游ゴシック"/>
        <a:font script="Hang" typeface="맑은 고딕"/>
        <a:font script="Hans" typeface="思源黑体 CN Regular"/>
        <a:font script="Hant" typeface="新細明體"/>
        <a:font script="Arab" typeface="思源黑体 CN Regular"/>
        <a:font script="Hebr" typeface="思源黑体 CN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主题">
  <a:themeElements>
    <a:clrScheme name="01-【经典蓝】配色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329D"/>
      </a:accent1>
      <a:accent2>
        <a:srgbClr val="00319B"/>
      </a:accent2>
      <a:accent3>
        <a:srgbClr val="00319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年中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wrap="square" lIns="0" tIns="0" rIns="0" bIns="0" rtlCol="0" anchor="ctr">
        <a:noAutofit/>
      </a:bodyPr>
      <a:lstStyle>
        <a:defPPr algn="ctr" defTabSz="731520">
          <a:lnSpc>
            <a:spcPct val="130000"/>
          </a:lnSpc>
          <a:defRPr sz="1400" dirty="0" smtClean="0">
            <a:solidFill>
              <a:schemeClr val="bg1"/>
            </a:solidFill>
            <a:latin typeface="+mn-ea"/>
            <a:cs typeface="OPPOSans L" panose="00020600040101010101" pitchFamily="18" charset="-122"/>
          </a:defRPr>
        </a:defPPr>
      </a:lstStyle>
    </a:spDef>
    <a:txDef>
      <a:spPr>
        <a:noFill/>
      </a:spPr>
      <a:bodyPr wrap="none" lIns="0" tIns="0" rIns="0" bIns="0" rtlCol="0">
        <a:no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主题​​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329D"/>
      </a:accent1>
      <a:accent2>
        <a:srgbClr val="4480FB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wv451k1s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Regular"/>
        <a:ea typeface=""/>
        <a:cs typeface=""/>
        <a:font script="Jpan" typeface="游ゴシック"/>
        <a:font script="Hang" typeface="맑은 고딕"/>
        <a:font script="Hans" typeface="思源黑体 CN Regular"/>
        <a:font script="Hant" typeface="新細明體"/>
        <a:font script="Arab" typeface="思源黑体 CN Regular"/>
        <a:font script="Hebr" typeface="思源黑体 CN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Regular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思源黑体 CN Regular"/>
        <a:font script="Hebr" typeface="思源黑体 CN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ysClr val="windowText" lastClr="000000"/>
    </a:dk1>
    <a:lt1>
      <a:sysClr val="window" lastClr="FFFFFF"/>
    </a:lt1>
    <a:dk2>
      <a:srgbClr val="2D3847"/>
    </a:dk2>
    <a:lt2>
      <a:srgbClr val="E7E6E6"/>
    </a:lt2>
    <a:accent1>
      <a:srgbClr val="1D78FA"/>
    </a:accent1>
    <a:accent2>
      <a:srgbClr val="D8D8D8"/>
    </a:accent2>
    <a:accent3>
      <a:srgbClr val="BFBFBF"/>
    </a:accent3>
    <a:accent4>
      <a:srgbClr val="A5A5A5"/>
    </a:accent4>
    <a:accent5>
      <a:srgbClr val="7F7F7F"/>
    </a:accent5>
    <a:accent6>
      <a:srgbClr val="595959"/>
    </a:accent6>
    <a:hlink>
      <a:srgbClr val="0563C1"/>
    </a:hlink>
    <a:folHlink>
      <a:srgbClr val="954F72"/>
    </a:folHlink>
  </a:clrScheme>
  <a:fontScheme name="工作型">
    <a:majorFont>
      <a:latin typeface="Roboto Bold"/>
      <a:ea typeface="思源黑体 CN Bold"/>
      <a:cs typeface=""/>
    </a:majorFont>
    <a:minorFont>
      <a:latin typeface="Roboto Regular"/>
      <a:ea typeface="思源黑体 CN Regular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7110</Words>
  <Application>Microsoft Macintosh PowerPoint</Application>
  <PresentationFormat>宽屏</PresentationFormat>
  <Paragraphs>1517</Paragraphs>
  <Slides>52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52</vt:i4>
      </vt:variant>
    </vt:vector>
  </HeadingPairs>
  <TitlesOfParts>
    <vt:vector size="60" baseType="lpstr">
      <vt:lpstr>Arial</vt:lpstr>
      <vt:lpstr>Roboto</vt:lpstr>
      <vt:lpstr>思源黑体 CN Regular</vt:lpstr>
      <vt:lpstr>Wingdings</vt:lpstr>
      <vt:lpstr>思源黑体 CN Bold</vt:lpstr>
      <vt:lpstr>Office 主题​​</vt:lpstr>
      <vt:lpstr>Office 2013 - 2022 主题</vt:lpstr>
      <vt:lpstr>5_Office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五大工作成果展示/上半年回顾</dc:title>
  <dc:creator>张 琳</dc:creator>
  <cp:lastModifiedBy>Sun guang</cp:lastModifiedBy>
  <cp:revision>44</cp:revision>
  <dcterms:created xsi:type="dcterms:W3CDTF">2025-08-13T07:51:00Z</dcterms:created>
  <dcterms:modified xsi:type="dcterms:W3CDTF">2026-05-27T07:25:18Z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5F560F9D827845539FE45C164AF868F7_12</vt:lpwstr>
  </property>
  <property fmtid="{D5CDD505-2E9C-101B-9397-08002B2CF9AE}" pid="3" name="KSOProductBuildVer">
    <vt:lpwstr>2052-11.1.0.11176</vt:lpwstr>
  </property>
</Properties>
</file>